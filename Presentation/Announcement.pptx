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86" r:id="rId2"/>
    <p:sldId id="27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" y="13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Take Quiz 5.2: Generics and Lists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SomeGenericPassword1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06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06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5.3 Iterators &amp; the JCF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forEachLoopBrother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5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Abstract Data Types</a:t>
            </a:r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abstractWord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Unit5 – git hub classroom repo for class activities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Last week Class activity is uploaded in my courses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1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YouGotThis124!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1 -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1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1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</TotalTime>
  <Words>426</Words>
  <Application>Microsoft Office PowerPoint</Application>
  <PresentationFormat>On-screen Show (16:9)</PresentationFormat>
  <Paragraphs>96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Wingdings</vt:lpstr>
      <vt:lpstr>Arial</vt:lpstr>
      <vt:lpstr>Roboto</vt:lpstr>
      <vt:lpstr>Merriweather</vt:lpstr>
      <vt:lpstr>Courier New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143</cp:revision>
  <cp:lastPrinted>2023-10-24T20:13:22Z</cp:lastPrinted>
  <dcterms:modified xsi:type="dcterms:W3CDTF">2026-02-19T19:12:07Z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