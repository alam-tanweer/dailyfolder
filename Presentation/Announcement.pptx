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76" r:id="rId2"/>
    <p:sldId id="286" r:id="rId3"/>
    <p:sldId id="278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102" y="13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2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Java Classes</a:t>
            </a:r>
          </a:p>
          <a:p>
            <a:pPr algn="ctr"/>
            <a:r>
              <a:rPr lang="en-US" sz="2400" dirty="0"/>
              <a:t>Password - </a:t>
            </a:r>
            <a:r>
              <a:rPr lang="en-US" sz="2400" dirty="0" err="1"/>
              <a:t>goTo</a:t>
            </a:r>
            <a:r>
              <a:rPr lang="en-US" sz="2400" dirty="0"/>
              <a:t>(Java)Class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Unit2 – git hub classroom repo for class activities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/>
              <a:t>Take Quiz 1.2: Testing Array &amp; Exception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camelCase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02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02 under </a:t>
            </a:r>
            <a:r>
              <a:rPr lang="en-US" sz="1200" dirty="0" err="1"/>
              <a:t>softdevII</a:t>
            </a:r>
            <a:r>
              <a:rPr lang="en-US" sz="1200" dirty="0"/>
              <a:t>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1.3 Java Classes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goTo</a:t>
            </a:r>
            <a:r>
              <a:rPr lang="en-US" sz="1600" dirty="0">
                <a:solidFill>
                  <a:schemeClr val="tx1"/>
                </a:solidFill>
              </a:rPr>
              <a:t>(Java)Class</a:t>
            </a: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Final Exam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- 2025FinalCountdown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Final Exam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Final Exam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Final Exam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530</TotalTime>
  <Words>418</Words>
  <Application>Microsoft Office PowerPoint</Application>
  <PresentationFormat>On-screen Show (16:9)</PresentationFormat>
  <Paragraphs>95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Courier New</vt:lpstr>
      <vt:lpstr>Arial</vt:lpstr>
      <vt:lpstr>Merriweather</vt:lpstr>
      <vt:lpstr>Wingdings</vt:lpstr>
      <vt:lpstr>Roboto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132</cp:revision>
  <cp:lastPrinted>2023-10-24T20:13:22Z</cp:lastPrinted>
  <dcterms:modified xsi:type="dcterms:W3CDTF">2026-01-22T02:38:22Z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