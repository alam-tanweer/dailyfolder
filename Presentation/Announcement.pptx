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6" r:id="rId2"/>
    <p:sldId id="288" r:id="rId3"/>
    <p:sldId id="286" r:id="rId4"/>
    <p:sldId id="281" r:id="rId5"/>
    <p:sldId id="278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26" y="10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8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Threads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Unit8 – git hub classroom repo for class activities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8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Threads Execution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6.2: Comparable and Comparator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comparisonsGalore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07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07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6.3 Heap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heapingHelping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464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Wingdings</vt:lpstr>
      <vt:lpstr>Merriweather</vt:lpstr>
      <vt:lpstr>Courier New</vt:lpstr>
      <vt:lpstr>Roboto</vt:lpstr>
      <vt:lpstr>Arial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151</cp:revision>
  <cp:lastPrinted>2023-10-24T20:13:22Z</cp:lastPrinted>
  <dcterms:modified xsi:type="dcterms:W3CDTF">2026-03-17T13:23:02Z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