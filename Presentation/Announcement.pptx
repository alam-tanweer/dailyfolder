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78" r:id="rId2"/>
    <p:sldId id="276" r:id="rId3"/>
    <p:sldId id="286" r:id="rId4"/>
    <p:sldId id="281" r:id="rId5"/>
    <p:sldId id="287" r:id="rId6"/>
    <p:sldId id="285" r:id="rId7"/>
    <p:sldId id="284" r:id="rId8"/>
    <p:sldId id="277" r:id="rId9"/>
    <p:sldId id="280" r:id="rId10"/>
    <p:sldId id="279" r:id="rId11"/>
    <p:sldId id="283" r:id="rId12"/>
    <p:sldId id="282" r:id="rId13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150" y="118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2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</a:t>
            </a:r>
            <a:r>
              <a:rPr lang="en-US" sz="3200" b="1" dirty="0" err="1">
                <a:solidFill>
                  <a:schemeClr val="tx1"/>
                </a:solidFill>
              </a:rPr>
              <a:t>CompareIterators</a:t>
            </a:r>
            <a:r>
              <a:rPr lang="en-US" sz="3200" b="1" dirty="0">
                <a:solidFill>
                  <a:schemeClr val="tx1"/>
                </a:solidFill>
              </a:rPr>
              <a:t>!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2 -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2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2 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7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Sets, Maps, and Hashing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NoMoreDictionaries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Unit6 – git hub classroom repo for class activities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Last week Class activity is uploaded in my courses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6.2: Comparable and Comparator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comparisonsGalore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254487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562264"/>
            <a:ext cx="9149842" cy="1494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07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07 under </a:t>
            </a:r>
            <a:r>
              <a:rPr lang="en-US" sz="1200" dirty="0" err="1"/>
              <a:t>softdevII</a:t>
            </a:r>
            <a:r>
              <a:rPr lang="en-US" sz="1200" dirty="0"/>
              <a:t> folder. Download Starter code from </a:t>
            </a:r>
            <a:r>
              <a:rPr lang="en-US" sz="1200" dirty="0" err="1"/>
              <a:t>myCourses</a:t>
            </a:r>
            <a:r>
              <a:rPr lang="en-US" sz="1200" dirty="0"/>
              <a:t> under Alam-&gt;Class Activities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6.3 Heap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heapingHelping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</TotalTime>
  <Words>436</Words>
  <Application>Microsoft Office PowerPoint</Application>
  <PresentationFormat>On-screen Show (16:9)</PresentationFormat>
  <Paragraphs>96</Paragraphs>
  <Slides>12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Roboto</vt:lpstr>
      <vt:lpstr>Wingdings</vt:lpstr>
      <vt:lpstr>Courier New</vt:lpstr>
      <vt:lpstr>Merriweather</vt:lpstr>
      <vt:lpstr>Arial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148</cp:revision>
  <cp:lastPrinted>2023-10-24T20:13:22Z</cp:lastPrinted>
  <dcterms:modified xsi:type="dcterms:W3CDTF">2026-03-03T16:54:44Z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