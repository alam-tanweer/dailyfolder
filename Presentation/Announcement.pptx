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87" r:id="rId2"/>
    <p:sldId id="276" r:id="rId3"/>
    <p:sldId id="278" r:id="rId4"/>
    <p:sldId id="286" r:id="rId5"/>
    <p:sldId id="288" r:id="rId6"/>
    <p:sldId id="281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50" y="126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11.3: Threads Review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</a:t>
            </a:r>
            <a:r>
              <a:rPr lang="en-US" sz="2000" dirty="0" err="1">
                <a:solidFill>
                  <a:schemeClr val="tx1"/>
                </a:solidFill>
              </a:rPr>
              <a:t>BewareTheThreadBear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>
                <a:solidFill>
                  <a:schemeClr val="tx1"/>
                </a:solidFill>
              </a:rPr>
              <a:t>Download Day 01 for this unit code from </a:t>
            </a:r>
            <a:r>
              <a:rPr lang="en-US" sz="1800" dirty="0" err="1">
                <a:solidFill>
                  <a:schemeClr val="tx1"/>
                </a:solidFill>
              </a:rPr>
              <a:t>myCourses</a:t>
            </a:r>
            <a:r>
              <a:rPr lang="en-US" sz="1800" dirty="0">
                <a:solidFill>
                  <a:schemeClr val="tx1"/>
                </a:solidFill>
              </a:rPr>
              <a:t> if needed</a:t>
            </a: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12.1 Graphs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getConnected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11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</a:t>
            </a:r>
            <a:r>
              <a:rPr lang="en-US" sz="2400" dirty="0"/>
              <a:t>Wait/Signal/Deadlock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WaitingForDreadlocks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Unit12 – git hub classroom repo for class activities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608922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3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</a:t>
            </a:r>
            <a:r>
              <a:rPr lang="en-US" sz="3200" b="1" dirty="0" err="1">
                <a:solidFill>
                  <a:schemeClr val="tx1"/>
                </a:solidFill>
              </a:rPr>
              <a:t>NetworkingThreads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3 -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2886770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424963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3 under Instructor -&gt; Alam -&gt; Exam and </a:t>
            </a: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3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Auto Commit is enabled for your repository. </a:t>
            </a:r>
            <a:r>
              <a:rPr lang="en-US" sz="1600" b="1" dirty="0">
                <a:solidFill>
                  <a:schemeClr val="tx1"/>
                </a:solidFill>
              </a:rPr>
              <a:t>DO NOT disable it. Disable code completion/co-pilot. Reach out to instructor or TA if you need help.</a:t>
            </a: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483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Wingdings</vt:lpstr>
      <vt:lpstr>Roboto</vt:lpstr>
      <vt:lpstr>Arial</vt:lpstr>
      <vt:lpstr>Courier New</vt:lpstr>
      <vt:lpstr>Merriweather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160</cp:revision>
  <cp:lastPrinted>2023-10-24T20:13:22Z</cp:lastPrinted>
  <dcterms:modified xsi:type="dcterms:W3CDTF">2026-04-14T18:57:23Z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