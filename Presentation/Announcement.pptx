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78" r:id="rId3"/>
    <p:sldId id="281" r:id="rId4"/>
    <p:sldId id="286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102" y="13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Procedural Programming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Password - </a:t>
            </a:r>
            <a:r>
              <a:rPr lang="en-US" sz="3200" dirty="0" err="1">
                <a:solidFill>
                  <a:schemeClr val="tx1"/>
                </a:solidFill>
              </a:rPr>
              <a:t>proceduralJava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7"/>
            <a:ext cx="4000496" cy="89301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12.3: Choose data structure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the_choice_is_yours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13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13 under softdev1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13.1 Semester Review 1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- 7QuestionQuiz</a:t>
            </a:r>
          </a:p>
        </p:txBody>
      </p:sp>
      <p:sp>
        <p:nvSpPr>
          <p:cNvPr id="6" name="Google Shape;325;p47">
            <a:extLst>
              <a:ext uri="{FF2B5EF4-FFF2-40B4-BE49-F238E27FC236}">
                <a16:creationId xmlns:a16="http://schemas.microsoft.com/office/drawing/2014/main" id="{660AE1DC-8A39-3787-FE9E-A24753EE3132}"/>
              </a:ext>
            </a:extLst>
          </p:cNvPr>
          <p:cNvSpPr txBox="1">
            <a:spLocks/>
          </p:cNvSpPr>
          <p:nvPr/>
        </p:nvSpPr>
        <p:spPr>
          <a:xfrm>
            <a:off x="2650078" y="2502976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13.2 Semester Review 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- 10MoreQuestions</a:t>
            </a: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424</Words>
  <Application>Microsoft Office PowerPoint</Application>
  <PresentationFormat>On-screen Show (16:9)</PresentationFormat>
  <Paragraphs>97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Merriweather</vt:lpstr>
      <vt:lpstr>Arial</vt:lpstr>
      <vt:lpstr>Wingdings</vt:lpstr>
      <vt:lpstr>Roboto</vt:lpstr>
      <vt:lpstr>Paradigm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130</cp:revision>
  <cp:lastPrinted>2023-10-24T20:13:22Z</cp:lastPrinted>
  <dcterms:modified xsi:type="dcterms:W3CDTF">2026-01-15T16:42:07Z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