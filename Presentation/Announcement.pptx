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5"/>
  </p:notesMasterIdLst>
  <p:sldIdLst>
    <p:sldId id="286" r:id="rId2"/>
    <p:sldId id="276" r:id="rId3"/>
    <p:sldId id="288" r:id="rId4"/>
    <p:sldId id="281" r:id="rId5"/>
    <p:sldId id="278" r:id="rId6"/>
    <p:sldId id="287" r:id="rId7"/>
    <p:sldId id="285" r:id="rId8"/>
    <p:sldId id="284" r:id="rId9"/>
    <p:sldId id="277" r:id="rId10"/>
    <p:sldId id="280" r:id="rId11"/>
    <p:sldId id="279" r:id="rId12"/>
    <p:sldId id="283" r:id="rId13"/>
    <p:sldId id="282" r:id="rId14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6"/>
      <p:bold r:id="rId17"/>
      <p:italic r:id="rId18"/>
      <p:boldItalic r:id="rId19"/>
    </p:embeddedFont>
    <p:embeddedFont>
      <p:font typeface="Roboto" panose="020000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46" autoAdjust="0"/>
    <p:restoredTop sz="94660"/>
  </p:normalViewPr>
  <p:slideViewPr>
    <p:cSldViewPr snapToGrid="0">
      <p:cViewPr varScale="1">
        <p:scale>
          <a:sx n="135" d="100"/>
          <a:sy n="135" d="100"/>
        </p:scale>
        <p:origin x="144" y="114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24B78B97-6304-5220-23EC-68FECD8C6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683F55B6-ED3F-1E1D-A3FA-7F409D287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C8A54B26-763A-DEFE-D808-CA7C2747A4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54916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10.2: HTTP2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ProtoCall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254487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562264"/>
            <a:ext cx="9149842" cy="1494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11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 GitHub classroom repo for Unit 11 under </a:t>
            </a:r>
            <a:r>
              <a:rPr lang="en-US" sz="1200" dirty="0" err="1"/>
              <a:t>softdevII</a:t>
            </a:r>
            <a:r>
              <a:rPr lang="en-US" sz="1200" dirty="0"/>
              <a:t> folder. 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50839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10.3 Networking and HTTP Review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PacketFrames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10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Http1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HyperTextHype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Unit10 – git hub classroom repo for class activities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C56E22EE-4DFC-A710-4A3B-CF93203A3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1760026F-3F25-DAF1-DE32-7B9B3CB46F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A28030-2BED-23B8-37A4-8D7E25DBC2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9</a:t>
            </a:r>
            <a:r>
              <a:rPr lang="pl-PL" sz="2400" dirty="0"/>
              <a:t>.</a:t>
            </a:r>
            <a:r>
              <a:rPr lang="en-US" sz="2400" dirty="0"/>
              <a:t>2</a:t>
            </a:r>
            <a:r>
              <a:rPr lang="pl-PL" sz="2400" dirty="0"/>
              <a:t>: </a:t>
            </a:r>
            <a:r>
              <a:rPr lang="en-US" sz="2400" dirty="0"/>
              <a:t>Protocol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ThreadingTheNeedle</a:t>
            </a:r>
            <a:endParaRPr sz="2400" dirty="0"/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D42A63D7-CFFF-8C12-22BB-79CE447D43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766597-B548-75DD-A58A-BB0570D1F8E0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E64FC-EBEB-622F-E7B7-7333B884C2D5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C8BB826E-6579-520F-043B-C73A582F3EC7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Accept GitHub Classroom Assignment for Unit 09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Clone Unit9 – git hub classroom repo for class activities</a:t>
            </a:r>
          </a:p>
        </p:txBody>
      </p:sp>
    </p:spTree>
    <p:extLst>
      <p:ext uri="{BB962C8B-B14F-4D97-AF65-F5344CB8AC3E}">
        <p14:creationId xmlns:p14="http://schemas.microsoft.com/office/powerpoint/2010/main" val="1325608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2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</a:t>
            </a:r>
            <a:r>
              <a:rPr lang="en-US" sz="3200" b="1">
                <a:solidFill>
                  <a:schemeClr val="tx1"/>
                </a:solidFill>
              </a:rPr>
              <a:t>CompareIterators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2 -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2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2 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582</TotalTime>
  <Words>452</Words>
  <Application>Microsoft Office PowerPoint</Application>
  <PresentationFormat>On-screen Show (16:9)</PresentationFormat>
  <Paragraphs>104</Paragraphs>
  <Slides>13</Slides>
  <Notes>13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Roboto</vt:lpstr>
      <vt:lpstr>Arial</vt:lpstr>
      <vt:lpstr>Courier New</vt:lpstr>
      <vt:lpstr>Merriweather</vt:lpstr>
      <vt:lpstr>Wingdings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156</cp:revision>
  <cp:lastPrinted>2023-10-24T20:13:22Z</cp:lastPrinted>
  <dcterms:modified xsi:type="dcterms:W3CDTF">2026-03-31T18:57:54Z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