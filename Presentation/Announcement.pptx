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76" r:id="rId2"/>
    <p:sldId id="288" r:id="rId3"/>
    <p:sldId id="286" r:id="rId4"/>
    <p:sldId id="281" r:id="rId5"/>
    <p:sldId id="278" r:id="rId6"/>
    <p:sldId id="287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138" y="10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Network Basic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LocalLoopback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Unit9 – git hub classroom repo for class activities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9.2: Protocol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TokenRingRocks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10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/>
              <a:t>Clone GitHub </a:t>
            </a:r>
            <a:r>
              <a:rPr lang="en-US" sz="1200" dirty="0"/>
              <a:t>classroom repo for Unit 10 under </a:t>
            </a:r>
            <a:r>
              <a:rPr lang="en-US" sz="1200" dirty="0" err="1"/>
              <a:t>softdevII</a:t>
            </a:r>
            <a:r>
              <a:rPr lang="en-US" sz="1200" dirty="0"/>
              <a:t> folder. Download Starter code from </a:t>
            </a:r>
            <a:r>
              <a:rPr lang="en-US" sz="1200" dirty="0" err="1"/>
              <a:t>myCourses</a:t>
            </a:r>
            <a:r>
              <a:rPr lang="en-US" sz="1200" dirty="0"/>
              <a:t> under Alam-&gt;Class Activities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9.3 Socket Programming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socket_dont_knock_it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2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</a:t>
            </a:r>
            <a:r>
              <a:rPr lang="en-US" sz="3200" b="1">
                <a:solidFill>
                  <a:schemeClr val="tx1"/>
                </a:solidFill>
              </a:rPr>
              <a:t>CompareIterators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2 -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2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2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467</Words>
  <Application>Microsoft Office PowerPoint</Application>
  <PresentationFormat>On-screen Show (16:9)</PresentationFormat>
  <Paragraphs>104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Roboto</vt:lpstr>
      <vt:lpstr>Wingdings</vt:lpstr>
      <vt:lpstr>Courier New</vt:lpstr>
      <vt:lpstr>Merriweather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153</cp:revision>
  <cp:lastPrinted>2023-10-24T20:13:22Z</cp:lastPrinted>
  <dcterms:modified xsi:type="dcterms:W3CDTF">2026-03-23T20:18:35Z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