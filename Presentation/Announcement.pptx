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86" r:id="rId2"/>
    <p:sldId id="27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114" y="14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2.2: Special Methods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methodsEverywhere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03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03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2.3 UML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>
                <a:solidFill>
                  <a:schemeClr val="tx1"/>
                </a:solidFill>
              </a:rPr>
              <a:t>UMLforLife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2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Java Classes</a:t>
            </a:r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goTo</a:t>
            </a:r>
            <a:r>
              <a:rPr lang="en-US" sz="2400" dirty="0"/>
              <a:t>(Java)Class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Unit2 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- 2025FinalCountdown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411</Words>
  <Application>Microsoft Office PowerPoint</Application>
  <PresentationFormat>On-screen Show (16:9)</PresentationFormat>
  <Paragraphs>95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Merriweather</vt:lpstr>
      <vt:lpstr>Courier New</vt:lpstr>
      <vt:lpstr>Roboto</vt:lpstr>
      <vt:lpstr>Arial</vt:lpstr>
      <vt:lpstr>Wingdings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133</cp:revision>
  <cp:lastPrinted>2023-10-24T20:13:22Z</cp:lastPrinted>
  <dcterms:modified xsi:type="dcterms:W3CDTF">2026-01-27T15:38:39Z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