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8" r:id="rId2"/>
    <p:sldId id="276" r:id="rId3"/>
    <p:sldId id="286" r:id="rId4"/>
    <p:sldId id="288" r:id="rId5"/>
    <p:sldId id="281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32" y="1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11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Synchronization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ImSoInSync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</a:t>
            </a:r>
            <a:r>
              <a:rPr lang="en-US" sz="2400"/>
              <a:t>Pull Unit11 </a:t>
            </a:r>
            <a:r>
              <a:rPr lang="en-US" sz="2400" dirty="0"/>
              <a:t>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483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Merriweather</vt:lpstr>
      <vt:lpstr>Courier New</vt:lpstr>
      <vt:lpstr>Wingdings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158</cp:revision>
  <cp:lastPrinted>2023-10-24T20:13:22Z</cp:lastPrinted>
  <dcterms:modified xsi:type="dcterms:W3CDTF">2026-04-07T16:14:38Z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