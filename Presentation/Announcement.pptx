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8" r:id="rId2"/>
    <p:sldId id="276" r:id="rId3"/>
    <p:sldId id="286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" y="13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1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YouGotThis124!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1 -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1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1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4</a:t>
            </a:r>
            <a:r>
              <a:rPr lang="pl-PL" sz="240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Inner Class &amp; </a:t>
            </a:r>
            <a:r>
              <a:rPr lang="en-US" sz="2400" dirty="0" err="1"/>
              <a:t>Annonymous</a:t>
            </a:r>
            <a:r>
              <a:rPr lang="en-US" sz="2400" dirty="0"/>
              <a:t> class</a:t>
            </a:r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inner_strength_class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Unit4 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3.2: Abstract Classes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abstractPassword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04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04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3.3 Interfaces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InterstellarFaces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419</Words>
  <Application>Microsoft Office PowerPoint</Application>
  <PresentationFormat>On-screen Show (16:9)</PresentationFormat>
  <Paragraphs>95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Wingdings</vt:lpstr>
      <vt:lpstr>Roboto</vt:lpstr>
      <vt:lpstr>Courier New</vt:lpstr>
      <vt:lpstr>Merriweather</vt:lpstr>
      <vt:lpstr>Arial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139</cp:revision>
  <cp:lastPrinted>2023-10-24T20:13:22Z</cp:lastPrinted>
  <dcterms:modified xsi:type="dcterms:W3CDTF">2026-02-10T20:02:04Z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