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76" r:id="rId2"/>
    <p:sldId id="278" r:id="rId3"/>
    <p:sldId id="286" r:id="rId4"/>
    <p:sldId id="281" r:id="rId5"/>
    <p:sldId id="287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132" y="13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5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Abstract Data Types</a:t>
            </a:r>
          </a:p>
          <a:p>
            <a:pPr algn="ctr"/>
            <a:r>
              <a:rPr lang="en-US" sz="2400" dirty="0"/>
              <a:t>Password - </a:t>
            </a:r>
            <a:r>
              <a:rPr lang="en-US" sz="2400" dirty="0" err="1"/>
              <a:t>abstractWord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Unit5 – git hub classroom repo for class activities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Last week Class activity is uploaded in my courses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1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YouGotThis124!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1 -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1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1 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/>
              <a:t>Take Quiz 4.2: </a:t>
            </a:r>
            <a:r>
              <a:rPr lang="en-US" sz="1600" dirty="0" err="1"/>
              <a:t>Lamdas</a:t>
            </a:r>
            <a:endParaRPr lang="en-US" sz="1600" dirty="0"/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AnonymousLambdas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507404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848100"/>
            <a:ext cx="9149842" cy="1208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05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05 under </a:t>
            </a:r>
            <a:r>
              <a:rPr lang="en-US" sz="1200" dirty="0" err="1"/>
              <a:t>softdevII</a:t>
            </a:r>
            <a:r>
              <a:rPr lang="en-US" sz="1200" dirty="0"/>
              <a:t> folder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/>
              <a:t>Quiz 3.3 Streams and Files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FileAndStream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538</TotalTime>
  <Words>423</Words>
  <Application>Microsoft Office PowerPoint</Application>
  <PresentationFormat>On-screen Show (16:9)</PresentationFormat>
  <Paragraphs>96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Roboto</vt:lpstr>
      <vt:lpstr>Courier New</vt:lpstr>
      <vt:lpstr>Merriweather</vt:lpstr>
      <vt:lpstr>Wingdings</vt:lpstr>
      <vt:lpstr>Arial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141</cp:revision>
  <cp:lastPrinted>2023-10-24T20:13:22Z</cp:lastPrinted>
  <dcterms:modified xsi:type="dcterms:W3CDTF">2026-02-17T15:05:30Z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