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72" r:id="rId1"/>
  </p:sldMasterIdLst>
  <p:notesMasterIdLst>
    <p:notesMasterId r:id="rId15"/>
  </p:notesMasterIdLst>
  <p:sldIdLst>
    <p:sldId id="278" r:id="rId2"/>
    <p:sldId id="276" r:id="rId3"/>
    <p:sldId id="287" r:id="rId4"/>
    <p:sldId id="286" r:id="rId5"/>
    <p:sldId id="288" r:id="rId6"/>
    <p:sldId id="281" r:id="rId7"/>
    <p:sldId id="285" r:id="rId8"/>
    <p:sldId id="284" r:id="rId9"/>
    <p:sldId id="277" r:id="rId10"/>
    <p:sldId id="280" r:id="rId11"/>
    <p:sldId id="279" r:id="rId12"/>
    <p:sldId id="283" r:id="rId13"/>
    <p:sldId id="282" r:id="rId14"/>
  </p:sldIdLst>
  <p:sldSz cx="9144000" cy="5143500" type="screen16x9"/>
  <p:notesSz cx="7010400" cy="9296400"/>
  <p:embeddedFontLst>
    <p:embeddedFont>
      <p:font typeface="Merriweather" panose="00000500000000000000" pitchFamily="2" charset="0"/>
      <p:regular r:id="rId16"/>
      <p:bold r:id="rId17"/>
      <p:italic r:id="rId18"/>
      <p:boldItalic r:id="rId19"/>
    </p:embeddedFont>
    <p:embeddedFont>
      <p:font typeface="Roboto" panose="02000000000000000000" pitchFamily="2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Phil Ganem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E86BE5-DEAD-47DA-858E-511CBEF46327}">
  <a:tblStyle styleId="{A3E86BE5-DEAD-47DA-858E-511CBEF463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46" autoAdjust="0"/>
    <p:restoredTop sz="94660"/>
  </p:normalViewPr>
  <p:slideViewPr>
    <p:cSldViewPr snapToGrid="0">
      <p:cViewPr varScale="1">
        <p:scale>
          <a:sx n="171" d="100"/>
          <a:sy n="171" d="100"/>
        </p:scale>
        <p:origin x="144" y="5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9188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62" tIns="93162" rIns="93162" bIns="93162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73906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AF38A373-9ECB-533B-3DE6-D15673FB0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E31AA3A3-F4DD-22BC-FF74-3E11975D4E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E134EAC7-0101-665A-63A7-A233E5D34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89430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5E82D901-7A14-0382-4365-722182C68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B8D16220-AF50-7601-71A9-4952749D32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AEA302D2-52D7-97D7-BF6C-781234E92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35249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24B78B97-6304-5220-23EC-68FECD8C6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683F55B6-ED3F-1E1D-A3FA-7F409D287D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C8A54B26-763A-DEFE-D808-CA7C2747A4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54916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81348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39711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32048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02016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00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36593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9379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097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4621" y="235914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0" y="1608922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Quiz – Final Exam</a:t>
            </a:r>
          </a:p>
          <a:p>
            <a:pPr marL="146050" indent="0" algn="ctr">
              <a:buNone/>
            </a:pPr>
            <a:r>
              <a:rPr lang="en-US" sz="3200" b="1" dirty="0">
                <a:solidFill>
                  <a:schemeClr val="tx1"/>
                </a:solidFill>
              </a:rPr>
              <a:t>Password -</a:t>
            </a:r>
            <a:r>
              <a:rPr lang="en-US" sz="3200" b="1" dirty="0" err="1">
                <a:solidFill>
                  <a:schemeClr val="tx1"/>
                </a:solidFill>
              </a:rPr>
              <a:t>EndOfJava</a:t>
            </a:r>
            <a:endParaRPr sz="3200" b="1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-5842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Final Exam - Written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A19346-2F9F-0DB9-0B08-CF872EB1D563}"/>
              </a:ext>
            </a:extLst>
          </p:cNvPr>
          <p:cNvSpPr txBox="1"/>
          <p:nvPr/>
        </p:nvSpPr>
        <p:spPr>
          <a:xfrm>
            <a:off x="0" y="2886770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Practicum</a:t>
            </a:r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11D0E6FB-E344-369B-CE83-B3CF5834F823}"/>
              </a:ext>
            </a:extLst>
          </p:cNvPr>
          <p:cNvSpPr txBox="1">
            <a:spLocks/>
          </p:cNvSpPr>
          <p:nvPr/>
        </p:nvSpPr>
        <p:spPr>
          <a:xfrm>
            <a:off x="122842" y="3424963"/>
            <a:ext cx="8478300" cy="143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>
              <a:spcAft>
                <a:spcPts val="1600"/>
              </a:spcAft>
            </a:pPr>
            <a:r>
              <a:rPr lang="en-US" sz="1600" dirty="0"/>
              <a:t>Accept assignment Final Exam under Instructor -&gt; Alam -&gt; Exam and </a:t>
            </a:r>
            <a:r>
              <a:rPr lang="en-US" sz="1600" dirty="0">
                <a:solidFill>
                  <a:schemeClr val="tx1"/>
                </a:solidFill>
              </a:rPr>
              <a:t>Clone the repository for </a:t>
            </a:r>
            <a:r>
              <a:rPr lang="en-US" sz="1600" dirty="0"/>
              <a:t>Final Exam</a:t>
            </a:r>
          </a:p>
          <a:p>
            <a:pPr marL="342900" indent="-342900">
              <a:spcAft>
                <a:spcPts val="1600"/>
              </a:spcAft>
            </a:pPr>
            <a:r>
              <a:rPr lang="en-US" sz="1600" dirty="0">
                <a:solidFill>
                  <a:schemeClr val="tx1"/>
                </a:solidFill>
              </a:rPr>
              <a:t>Auto Commit is enabled for your repository. </a:t>
            </a:r>
            <a:r>
              <a:rPr lang="en-US" sz="1600" b="1" dirty="0">
                <a:solidFill>
                  <a:schemeClr val="tx1"/>
                </a:solidFill>
              </a:rPr>
              <a:t>DO NOT disable it. Disable code completion/co-pilot. Reach out to instructor or TA if you need help.</a:t>
            </a:r>
          </a:p>
        </p:txBody>
      </p:sp>
    </p:spTree>
    <p:extLst>
      <p:ext uri="{BB962C8B-B14F-4D97-AF65-F5344CB8AC3E}">
        <p14:creationId xmlns:p14="http://schemas.microsoft.com/office/powerpoint/2010/main" val="9430559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13</a:t>
            </a:r>
            <a:r>
              <a:rPr lang="pl-PL" sz="2400" dirty="0"/>
              <a:t>.</a:t>
            </a:r>
            <a:r>
              <a:rPr lang="en-US" sz="2400" dirty="0"/>
              <a:t>3</a:t>
            </a:r>
            <a:r>
              <a:rPr lang="pl-PL" sz="2400" dirty="0"/>
              <a:t>:</a:t>
            </a:r>
            <a:r>
              <a:rPr lang="en-US" sz="2400" dirty="0"/>
              <a:t> </a:t>
            </a:r>
            <a:r>
              <a:rPr lang="en-US" sz="2400" dirty="0" err="1"/>
              <a:t>BackTracking</a:t>
            </a:r>
            <a:endParaRPr lang="en-US" sz="2400" dirty="0"/>
          </a:p>
          <a:p>
            <a:pPr marL="146050" indent="0" algn="ctr">
              <a:buNone/>
            </a:pPr>
            <a:r>
              <a:rPr lang="en-US" sz="2400" dirty="0"/>
              <a:t>Password - </a:t>
            </a:r>
            <a:r>
              <a:rPr lang="en-US" sz="2400" dirty="0" err="1"/>
              <a:t>backTotheFuture</a:t>
            </a:r>
            <a:r>
              <a:rPr lang="en-US" sz="2400"/>
              <a:t>!!</a:t>
            </a:r>
            <a:endParaRPr sz="2400"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19922-6A1B-1404-5104-DC43E4C67861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E455EA58-F56D-AF58-E97D-95A77E0AB6CF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400" dirty="0"/>
              <a:t>Clone/Pull Unit12 – git hub classroom repo for class activities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AC6523E-CC83-B7B9-B47C-949A9C720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72CBC233-9E04-A188-2584-2CE1B0FE8F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65F298-5025-E429-9EE6-CD009824A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4" y="1758316"/>
            <a:ext cx="4271627" cy="111319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2000" dirty="0"/>
              <a:t>Take Quiz 13.1: Greedy Algorithm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–</a:t>
            </a:r>
            <a:r>
              <a:rPr lang="en-US" sz="2000" dirty="0" err="1">
                <a:solidFill>
                  <a:schemeClr val="tx1"/>
                </a:solidFill>
              </a:rPr>
              <a:t>PotOfGreedyAlgorithm</a:t>
            </a:r>
            <a:endParaRPr sz="20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06900A1A-D8D4-052D-4D61-A00A33A049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7E7EBF-24E3-825A-A968-FA4B0D04DF1F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3F795-9329-8722-EA48-35E2E42958B6}"/>
              </a:ext>
            </a:extLst>
          </p:cNvPr>
          <p:cNvSpPr txBox="1"/>
          <p:nvPr/>
        </p:nvSpPr>
        <p:spPr>
          <a:xfrm>
            <a:off x="-5842" y="316884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0AF88843-F54E-EF33-F5A4-A1A3C1D40E0E}"/>
              </a:ext>
            </a:extLst>
          </p:cNvPr>
          <p:cNvSpPr txBox="1">
            <a:spLocks/>
          </p:cNvSpPr>
          <p:nvPr/>
        </p:nvSpPr>
        <p:spPr>
          <a:xfrm>
            <a:off x="-5842" y="3527388"/>
            <a:ext cx="9149842" cy="152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0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Clone/Pull GitHub Classroom Assignment for Unit 13, if not done already.</a:t>
            </a: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10D23636-E122-E0ED-219C-67DCAA8D64BE}"/>
              </a:ext>
            </a:extLst>
          </p:cNvPr>
          <p:cNvSpPr txBox="1">
            <a:spLocks/>
          </p:cNvSpPr>
          <p:nvPr/>
        </p:nvSpPr>
        <p:spPr>
          <a:xfrm>
            <a:off x="4705488" y="1844958"/>
            <a:ext cx="4115127" cy="8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None/>
            </a:pPr>
            <a:r>
              <a:rPr lang="en-US" sz="2000" dirty="0"/>
              <a:t>Quiz 13.2 Dijkstra Algorithm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- </a:t>
            </a:r>
            <a:r>
              <a:rPr lang="en-US" sz="2000" dirty="0" err="1">
                <a:solidFill>
                  <a:schemeClr val="tx1"/>
                </a:solidFill>
              </a:rPr>
              <a:t>cantSpellDijkstra</a:t>
            </a: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58100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9512066-5980-8A8B-BE30-C4FB3AC7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CDF56279-13BE-3C44-BBEF-E7DC5D1E88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5A9661D1-8430-BF80-279A-41B28CA042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5" y="1758316"/>
            <a:ext cx="4000496" cy="13784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Quiz 10.2: HTTP2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– </a:t>
            </a:r>
            <a:r>
              <a:rPr lang="en-US" sz="1600" dirty="0" err="1">
                <a:solidFill>
                  <a:schemeClr val="tx1"/>
                </a:solidFill>
              </a:rPr>
              <a:t>ProtoCall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8A14E227-935A-FBD8-6BD5-CBCE8D13EE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960589-7B12-D7F7-6452-D45441D8CA95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D526CA-3FDB-A5C2-36D9-69A3252D5E9A}"/>
              </a:ext>
            </a:extLst>
          </p:cNvPr>
          <p:cNvSpPr txBox="1"/>
          <p:nvPr/>
        </p:nvSpPr>
        <p:spPr>
          <a:xfrm>
            <a:off x="0" y="3254487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DC50CCB1-5AFE-1F52-8B22-87EB927965B4}"/>
              </a:ext>
            </a:extLst>
          </p:cNvPr>
          <p:cNvSpPr txBox="1">
            <a:spLocks/>
          </p:cNvSpPr>
          <p:nvPr/>
        </p:nvSpPr>
        <p:spPr>
          <a:xfrm>
            <a:off x="-5842" y="3562264"/>
            <a:ext cx="9149842" cy="1494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14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Accept GitHub Classroom Assignment for Unit 11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Clone GitHub classroom repo for Unit 11 under </a:t>
            </a:r>
            <a:r>
              <a:rPr lang="en-US" sz="1200" dirty="0" err="1"/>
              <a:t>softdevII</a:t>
            </a:r>
            <a:r>
              <a:rPr lang="en-US" sz="1200" dirty="0"/>
              <a:t> folder. 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7B85466C-6200-EE66-9396-7DECA70CDF53}"/>
              </a:ext>
            </a:extLst>
          </p:cNvPr>
          <p:cNvSpPr txBox="1">
            <a:spLocks/>
          </p:cNvSpPr>
          <p:nvPr/>
        </p:nvSpPr>
        <p:spPr>
          <a:xfrm>
            <a:off x="4303618" y="1750839"/>
            <a:ext cx="4516998" cy="13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Quiz 10.3 Networking and HTTP Review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- </a:t>
            </a:r>
            <a:r>
              <a:rPr lang="en-US" sz="1600" dirty="0" err="1">
                <a:solidFill>
                  <a:schemeClr val="tx1"/>
                </a:solidFill>
              </a:rPr>
              <a:t>PacketFrames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4272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C56E22EE-4DFC-A710-4A3B-CF93203A3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1760026F-3F25-DAF1-DE32-7B9B3CB46F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A28030-2BED-23B8-37A4-8D7E25DBC2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9</a:t>
            </a:r>
            <a:r>
              <a:rPr lang="pl-PL" sz="2400" dirty="0"/>
              <a:t>.</a:t>
            </a:r>
            <a:r>
              <a:rPr lang="en-US" sz="2400" dirty="0"/>
              <a:t>2</a:t>
            </a:r>
            <a:r>
              <a:rPr lang="pl-PL" sz="2400" dirty="0"/>
              <a:t>: </a:t>
            </a:r>
            <a:r>
              <a:rPr lang="en-US" sz="2400" dirty="0"/>
              <a:t>Protocol</a:t>
            </a:r>
          </a:p>
          <a:p>
            <a:pPr marL="146050" indent="0" algn="ctr">
              <a:buNone/>
            </a:pPr>
            <a:r>
              <a:rPr lang="en-US" sz="2400" dirty="0"/>
              <a:t>Password - </a:t>
            </a:r>
            <a:r>
              <a:rPr lang="en-US" sz="2400" dirty="0" err="1"/>
              <a:t>ThreadingTheNeedle</a:t>
            </a:r>
            <a:endParaRPr sz="2400" dirty="0"/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D42A63D7-CFFF-8C12-22BB-79CE447D436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766597-B548-75DD-A58A-BB0570D1F8E0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EE64FC-EBEB-622F-E7B7-7333B884C2D5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C8BB826E-6579-520F-043B-C73A582F3EC7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000" dirty="0"/>
              <a:t>Accept GitHub Classroom Assignment for Unit 09</a:t>
            </a:r>
          </a:p>
          <a:p>
            <a:pPr marL="342900" indent="-342900">
              <a:spcAft>
                <a:spcPts val="1600"/>
              </a:spcAft>
            </a:pPr>
            <a:r>
              <a:rPr lang="en-US" sz="2000" dirty="0"/>
              <a:t>Clone Unit9 – git hub classroom repo for class activities</a:t>
            </a:r>
          </a:p>
        </p:txBody>
      </p:sp>
    </p:spTree>
    <p:extLst>
      <p:ext uri="{BB962C8B-B14F-4D97-AF65-F5344CB8AC3E}">
        <p14:creationId xmlns:p14="http://schemas.microsoft.com/office/powerpoint/2010/main" val="1325608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9648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Commands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13871-BA68-90A2-E0DD-5DAACCB7E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5858" y="2871299"/>
            <a:ext cx="3999900" cy="1275285"/>
          </a:xfrm>
        </p:spPr>
        <p:txBody>
          <a:bodyPr/>
          <a:lstStyle/>
          <a:p>
            <a:pPr marL="146050" indent="0">
              <a:buNone/>
            </a:pPr>
            <a:r>
              <a:rPr lang="en-US" b="1" dirty="0" err="1"/>
              <a:t>PyTest</a:t>
            </a:r>
            <a:r>
              <a:rPr lang="en-US" b="1" dirty="0"/>
              <a:t> Installation</a:t>
            </a: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python -m 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22DB3C6-5E7A-434B-841D-514A2E6AB40F}"/>
              </a:ext>
            </a:extLst>
          </p:cNvPr>
          <p:cNvSpPr txBox="1">
            <a:spLocks/>
          </p:cNvSpPr>
          <p:nvPr/>
        </p:nvSpPr>
        <p:spPr>
          <a:xfrm>
            <a:off x="221333" y="1476922"/>
            <a:ext cx="6359438" cy="1275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Font typeface="Roboto"/>
              <a:buNone/>
            </a:pPr>
            <a:r>
              <a:rPr lang="en-US" b="1" dirty="0"/>
              <a:t>Git Configuration</a:t>
            </a:r>
          </a:p>
          <a:p>
            <a:pPr marL="127000" indent="0">
              <a:spcBef>
                <a:spcPts val="1000"/>
              </a:spcBef>
              <a:buFont typeface="Roboto"/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user.name “NAME”</a:t>
            </a:r>
          </a:p>
          <a:p>
            <a:pPr marL="146050" indent="0"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user.email</a:t>
            </a: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 “EMAIL Address”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2944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587100"/>
              </p:ext>
            </p:extLst>
          </p:nvPr>
        </p:nvGraphicFramePr>
        <p:xfrm>
          <a:off x="0" y="1273458"/>
          <a:ext cx="9144000" cy="3870960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29183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3850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12.2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Queues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 err="1">
                          <a:highlight>
                            <a:srgbClr val="FFFF00"/>
                          </a:highlight>
                        </a:rPr>
                        <a:t>nodesAreGood</a:t>
                      </a:r>
                      <a:endParaRPr lang="en-US" sz="140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/>
                        <a:t>Quiz 11.3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More Stack &amp; Queues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b="0" i="0" u="none" strike="noStrike" cap="none" dirty="0" err="1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Arial"/>
                          <a:cs typeface="Arial"/>
                          <a:sym typeface="Arial"/>
                        </a:rPr>
                        <a:t>whamBamQuizMan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highlight>
                          <a:srgbClr val="FFFF00"/>
                        </a:highlight>
                        <a:latin typeface="Arial"/>
                        <a:cs typeface="Arial"/>
                        <a:sym typeface="Arial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b="1" dirty="0"/>
                        <a:t>If you have not taken survey for this class (Section 13), Take survey at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https://rit.smartevals.com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============================================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Clone Git Repository for assignment “Assignment-Unit13”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Steps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Click on Assignment Link and copy the git repo URL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Execute following command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~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softdev1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git clone &lt;Replace with Assignment URL&gt;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>
                          <a:sym typeface="Wingdings" panose="05000000000000000000" pitchFamily="2" charset="2"/>
                        </a:rPr>
                        <a:t> Open the cloned repository folder in VS Code Editor</a:t>
                      </a:r>
                      <a:endParaRPr lang="en-US" sz="160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13384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249193"/>
              </p:ext>
            </p:extLst>
          </p:nvPr>
        </p:nvGraphicFramePr>
        <p:xfrm>
          <a:off x="0" y="1273458"/>
          <a:ext cx="9144000" cy="3870041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37941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90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</a:t>
                      </a:r>
                      <a:r>
                        <a:rPr lang="en-US" sz="1400"/>
                        <a:t>12.1</a:t>
                      </a: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Stacks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dirty="0" err="1">
                          <a:highlight>
                            <a:srgbClr val="FFFF00"/>
                          </a:highlight>
                        </a:rPr>
                        <a:t>nodeNodeNode</a:t>
                      </a:r>
                      <a:endParaRPr lang="en-US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lang="en-US" sz="1600" dirty="0"/>
                    </a:p>
                    <a:p>
                      <a:pPr marL="342900" indent="-342900">
                        <a:spcAft>
                          <a:spcPts val="1600"/>
                        </a:spcAft>
                      </a:pPr>
                      <a:r>
                        <a:rPr lang="en-US" sz="1600" dirty="0"/>
                        <a:t>Git Pull Assignment-Unit-12 for class activities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09242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269400" y="1731134"/>
            <a:ext cx="8478300" cy="157650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13.1 –</a:t>
            </a:r>
            <a:r>
              <a:rPr lang="en-US" sz="1600" dirty="0">
                <a:highlight>
                  <a:srgbClr val="FFFF00"/>
                </a:highlight>
              </a:rPr>
              <a:t>10QuestionQuiz</a:t>
            </a:r>
          </a:p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13.2 – Review Part 2- </a:t>
            </a:r>
            <a:r>
              <a:rPr lang="en-US" sz="1600" dirty="0">
                <a:highlight>
                  <a:srgbClr val="FFFF00"/>
                </a:highlight>
              </a:rPr>
              <a:t>10MoreQuestions</a:t>
            </a: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540133-E9A5-2E60-80A1-2A18FE75CEE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77F35E-D936-5B9A-52BF-1CFF096913DC}"/>
              </a:ext>
            </a:extLst>
          </p:cNvPr>
          <p:cNvSpPr txBox="1"/>
          <p:nvPr/>
        </p:nvSpPr>
        <p:spPr>
          <a:xfrm>
            <a:off x="0" y="3359671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F1433D15-B1D6-F76F-A0A6-57FA2842E1B7}"/>
              </a:ext>
            </a:extLst>
          </p:cNvPr>
          <p:cNvSpPr txBox="1">
            <a:spLocks/>
          </p:cNvSpPr>
          <p:nvPr/>
        </p:nvSpPr>
        <p:spPr>
          <a:xfrm>
            <a:off x="122842" y="3719477"/>
            <a:ext cx="8478300" cy="133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Font typeface="Roboto"/>
              <a:buNone/>
            </a:pPr>
            <a:r>
              <a:rPr lang="en-US" sz="1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600" dirty="0"/>
              <a:t>Clone or Pull Assignment-Unit13 for class activities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b="1" dirty="0">
                <a:solidFill>
                  <a:schemeClr val="tx1"/>
                </a:solidFill>
              </a:rPr>
              <a:t>Fill Out the </a:t>
            </a:r>
            <a:r>
              <a:rPr lang="en-US" sz="1600" b="1" dirty="0">
                <a:solidFill>
                  <a:schemeClr val="tx1"/>
                </a:solidFill>
                <a:highlight>
                  <a:srgbClr val="FFFF00"/>
                </a:highlight>
              </a:rPr>
              <a:t>CLASS EVALUATION </a:t>
            </a:r>
            <a:r>
              <a:rPr lang="en-US" sz="1600" b="1" dirty="0">
                <a:solidFill>
                  <a:schemeClr val="tx1"/>
                </a:solidFill>
              </a:rPr>
              <a:t>if you have not done yet.</a:t>
            </a:r>
          </a:p>
        </p:txBody>
      </p:sp>
    </p:spTree>
    <p:extLst>
      <p:ext uri="{BB962C8B-B14F-4D97-AF65-F5344CB8AC3E}">
        <p14:creationId xmlns:p14="http://schemas.microsoft.com/office/powerpoint/2010/main" val="4206004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5A4964-E8A9-A46D-F4BE-E7D41C14E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9220"/>
            <a:ext cx="9144000" cy="4471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5098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D32793-7C09-E3A3-94E5-B5D46727A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551663"/>
            <a:ext cx="9144001" cy="459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3484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DE4AAC-70FE-A114-5258-F5B22EDDE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6280"/>
            <a:ext cx="9144000" cy="442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4030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D752B9-EFAE-AFC1-7D39-6763B89DE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2130"/>
            <a:ext cx="9144000" cy="4491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057756"/>
      </p:ext>
    </p:extLst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594</TotalTime>
  <Words>466</Words>
  <Application>Microsoft Office PowerPoint</Application>
  <PresentationFormat>On-screen Show (16:9)</PresentationFormat>
  <Paragraphs>103</Paragraphs>
  <Slides>13</Slides>
  <Notes>13</Notes>
  <HiddenSlides>13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Roboto</vt:lpstr>
      <vt:lpstr>Courier New</vt:lpstr>
      <vt:lpstr>Arial</vt:lpstr>
      <vt:lpstr>Merriweather</vt:lpstr>
      <vt:lpstr>Wingdings</vt:lpstr>
      <vt:lpstr>Paradigm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Git Commands</vt:lpstr>
      <vt:lpstr>GCIS – Software Development and Problem Solving</vt:lpstr>
      <vt:lpstr>GCIS – Software Development and Problem Solving</vt:lpstr>
      <vt:lpstr>GCIS – Software Development and Problem Solving</vt:lpstr>
      <vt:lpstr>Use Assigned Seat</vt:lpstr>
      <vt:lpstr>Use Assigned Seat</vt:lpstr>
      <vt:lpstr>Use Assigned Seat</vt:lpstr>
      <vt:lpstr>Use Assigned Seat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GCIS-123 Software Development &amp; Problem Solving</dc:title>
  <cp:lastModifiedBy>Tanweer Alam</cp:lastModifiedBy>
  <cp:revision>166</cp:revision>
  <cp:lastPrinted>2023-10-24T20:13:22Z</cp:lastPrinted>
  <dcterms:modified xsi:type="dcterms:W3CDTF">2026-04-29T16:54:00Z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d54f1a3-9ed5-415d-ba95-38401c4b8817_Enabled">
    <vt:lpwstr>true</vt:lpwstr>
  </property>
  <property fmtid="{D5CDD505-2E9C-101B-9397-08002B2CF9AE}" pid="3" name="MSIP_Label_5d54f1a3-9ed5-415d-ba95-38401c4b8817_SetDate">
    <vt:lpwstr>2023-08-21T19:59:00Z</vt:lpwstr>
  </property>
  <property fmtid="{D5CDD505-2E9C-101B-9397-08002B2CF9AE}" pid="4" name="MSIP_Label_5d54f1a3-9ed5-415d-ba95-38401c4b8817_Method">
    <vt:lpwstr>Standard</vt:lpwstr>
  </property>
  <property fmtid="{D5CDD505-2E9C-101B-9397-08002B2CF9AE}" pid="5" name="MSIP_Label_5d54f1a3-9ed5-415d-ba95-38401c4b8817_Name">
    <vt:lpwstr>Peraton Proprietary</vt:lpwstr>
  </property>
  <property fmtid="{D5CDD505-2E9C-101B-9397-08002B2CF9AE}" pid="6" name="MSIP_Label_5d54f1a3-9ed5-415d-ba95-38401c4b8817_SiteId">
    <vt:lpwstr>2a6ae295-f13d-4948-ba78-332742ce9097</vt:lpwstr>
  </property>
  <property fmtid="{D5CDD505-2E9C-101B-9397-08002B2CF9AE}" pid="7" name="MSIP_Label_5d54f1a3-9ed5-415d-ba95-38401c4b8817_ActionId">
    <vt:lpwstr>744b29f9-739a-4469-91a6-785f9d8fb005</vt:lpwstr>
  </property>
  <property fmtid="{D5CDD505-2E9C-101B-9397-08002B2CF9AE}" pid="8" name="MSIP_Label_5d54f1a3-9ed5-415d-ba95-38401c4b8817_ContentBits">
    <vt:lpwstr>1</vt:lpwstr>
  </property>
</Properties>
</file>