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1" d="100"/>
          <a:sy n="131" d="100"/>
        </p:scale>
        <p:origin x="144" y="12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3.2: Abstract Classes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abstractPassword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04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04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3.3 Interfaces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InterstellarFaces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3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 err="1"/>
              <a:t>Inheritence</a:t>
            </a:r>
            <a:endParaRPr lang="en-US" sz="2400" dirty="0"/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AmVerySmol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</a:t>
            </a:r>
            <a:r>
              <a:rPr lang="en-US" sz="2400"/>
              <a:t>Pull Unit3 </a:t>
            </a:r>
            <a:r>
              <a:rPr lang="en-US" sz="2400" dirty="0"/>
              <a:t>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406</Words>
  <Application>Microsoft Office PowerPoint</Application>
  <PresentationFormat>On-screen Show (16:9)</PresentationFormat>
  <Paragraphs>95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Arial</vt:lpstr>
      <vt:lpstr>Wingdings</vt:lpstr>
      <vt:lpstr>Courier New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135</cp:revision>
  <cp:lastPrinted>2023-10-24T20:13:22Z</cp:lastPrinted>
  <dcterms:modified xsi:type="dcterms:W3CDTF">2026-02-03T14:26:16Z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