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76" r:id="rId2"/>
    <p:sldId id="286" r:id="rId3"/>
    <p:sldId id="278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222" y="9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3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 err="1"/>
              <a:t>Inheritence</a:t>
            </a:r>
            <a:endParaRPr lang="en-US" sz="2400" dirty="0"/>
          </a:p>
          <a:p>
            <a:pPr algn="ctr"/>
            <a:r>
              <a:rPr lang="en-US" sz="2400" dirty="0"/>
              <a:t>Password - </a:t>
            </a:r>
            <a:r>
              <a:rPr lang="en-US" sz="2400" dirty="0" err="1"/>
              <a:t>AmVerySmol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</a:t>
            </a:r>
            <a:r>
              <a:rPr lang="en-US" sz="2400"/>
              <a:t>Pull Unit3 </a:t>
            </a:r>
            <a:r>
              <a:rPr lang="en-US" sz="2400" dirty="0"/>
              <a:t>– git hub classroom repo for class activities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/>
              <a:t>Take Quiz 2.2: Special Methods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methodsEverywhere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03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03 under </a:t>
            </a:r>
            <a:r>
              <a:rPr lang="en-US" sz="1200" dirty="0" err="1"/>
              <a:t>softdevII</a:t>
            </a:r>
            <a:r>
              <a:rPr lang="en-US" sz="1200" dirty="0"/>
              <a:t>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2.3 UML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>
                <a:solidFill>
                  <a:schemeClr val="tx1"/>
                </a:solidFill>
              </a:rPr>
              <a:t>UMLforLife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Final Exam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- 2025FinalCountdown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Final Exam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Final Exam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Final Exam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</TotalTime>
  <Words>406</Words>
  <Application>Microsoft Office PowerPoint</Application>
  <PresentationFormat>On-screen Show (16:9)</PresentationFormat>
  <Paragraphs>95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Merriweather</vt:lpstr>
      <vt:lpstr>Courier New</vt:lpstr>
      <vt:lpstr>Roboto</vt:lpstr>
      <vt:lpstr>Arial</vt:lpstr>
      <vt:lpstr>Wingdings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134</cp:revision>
  <cp:lastPrinted>2023-10-24T20:13:22Z</cp:lastPrinted>
  <dcterms:modified xsi:type="dcterms:W3CDTF">2026-01-29T16:27:59Z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