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6" r:id="rId2"/>
    <p:sldId id="28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38" y="17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6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Binary Tree</a:t>
            </a:r>
          </a:p>
          <a:p>
            <a:pPr algn="ctr"/>
            <a:r>
              <a:rPr lang="en-US" sz="2400" dirty="0"/>
              <a:t>Password </a:t>
            </a:r>
            <a:r>
              <a:rPr lang="en-US" sz="2400"/>
              <a:t>- Photo-synthesis!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Unit6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Last week Class activity is uploaded in my courses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Take Quiz 5.2: Generics and Lists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SomeGenericPassword1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06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06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5.3 Iterators &amp; the JCF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forEachLoopBrother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1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YouGotThis124!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1 -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1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1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426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Wingdings</vt:lpstr>
      <vt:lpstr>Arial</vt:lpstr>
      <vt:lpstr>Merriweather</vt:lpstr>
      <vt:lpstr>Courier New</vt:lpstr>
      <vt:lpstr>Roboto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144</cp:revision>
  <cp:lastPrinted>2023-10-24T20:13:22Z</cp:lastPrinted>
  <dcterms:modified xsi:type="dcterms:W3CDTF">2026-02-24T20:47:31Z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