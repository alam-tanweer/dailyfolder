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37.xml"/>
  <Override ContentType="application/vnd.openxmlformats-officedocument.presentationml.slideLayout+xml" PartName="/ppt/slideLayouts/slideLayout11.xml"/>
  <Override ContentType="application/vnd.openxmlformats-officedocument.presentationml.slideLayout+xml" PartName="/ppt/slideLayouts/slideLayout29.xml"/>
  <Override ContentType="application/vnd.openxmlformats-officedocument.presentationml.slideLayout+xml" PartName="/ppt/slideLayouts/slideLayout46.xml"/>
  <Override ContentType="application/vnd.openxmlformats-officedocument.presentationml.slideLayout+xml" PartName="/ppt/slideLayouts/slideLayout20.xml"/>
  <Override ContentType="application/vnd.openxmlformats-officedocument.presentationml.slideLayout+xml" PartName="/ppt/slideLayouts/slideLayout38.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52.xml"/>
  <Override ContentType="application/vnd.openxmlformats-officedocument.presentationml.slideLayout+xml" PartName="/ppt/slideLayouts/slideLayout21.xml"/>
  <Override ContentType="application/vnd.openxmlformats-officedocument.presentationml.slideLayout+xml" PartName="/ppt/slideLayouts/slideLayout47.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2.xml"/>
  <Override ContentType="application/vnd.openxmlformats-officedocument.presentationml.slideLayout+xml" PartName="/ppt/slideLayouts/slideLayout35.xml"/>
  <Override ContentType="application/vnd.openxmlformats-officedocument.presentationml.slideLayout+xml" PartName="/ppt/slideLayouts/slideLayout48.xml"/>
  <Override ContentType="application/vnd.openxmlformats-officedocument.presentationml.slideLayout+xml" PartName="/ppt/slideLayouts/slideLayout49.xml"/>
  <Override ContentType="application/vnd.openxmlformats-officedocument.presentationml.slideLayout+xml" PartName="/ppt/slideLayouts/slideLayout19.xml"/>
  <Override ContentType="application/vnd.openxmlformats-officedocument.presentationml.slideLayout+xml" PartName="/ppt/slideLayouts/slideLayout36.xml"/>
  <Override ContentType="application/vnd.openxmlformats-officedocument.presentationml.slideLayout+xml" PartName="/ppt/slideLayouts/slideLayout4.xml"/>
  <Override ContentType="application/vnd.openxmlformats-officedocument.presentationml.slideLayout+xml" PartName="/ppt/slideLayouts/slideLayout53.xml"/>
  <Override ContentType="application/vnd.openxmlformats-officedocument.presentationml.slideLayout+xml" PartName="/ppt/slideLayouts/slideLayout10.xml"/>
  <Override ContentType="application/vnd.openxmlformats-officedocument.presentationml.slideLayout+xml" PartName="/ppt/slideLayouts/slideLayout41.xml"/>
  <Override ContentType="application/vnd.openxmlformats-officedocument.presentationml.slideLayout+xml" PartName="/ppt/slideLayouts/slideLayout23.xml"/>
  <Override ContentType="application/vnd.openxmlformats-officedocument.presentationml.slideLayout+xml" PartName="/ppt/slideLayouts/slideLayout24.xml"/>
  <Override ContentType="application/vnd.openxmlformats-officedocument.presentationml.slideLayout+xml" PartName="/ppt/slideLayouts/slideLayout7.xml"/>
  <Override ContentType="application/vnd.openxmlformats-officedocument.presentationml.slideLayout+xml" PartName="/ppt/slideLayouts/slideLayout40.xml"/>
  <Override ContentType="application/vnd.openxmlformats-officedocument.presentationml.slideLayout+xml" PartName="/ppt/slideLayouts/slideLayout16.xml"/>
  <Override ContentType="application/vnd.openxmlformats-officedocument.presentationml.slideLayout+xml" PartName="/ppt/slideLayouts/slideLayout33.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42.xml"/>
  <Override ContentType="application/vnd.openxmlformats-officedocument.presentationml.slideLayout+xml" PartName="/ppt/slideLayouts/slideLayout34.xml"/>
  <Override ContentType="application/vnd.openxmlformats-officedocument.presentationml.slideLayout+xml" PartName="/ppt/slideLayouts/slideLayout6.xml"/>
  <Override ContentType="application/vnd.openxmlformats-officedocument.presentationml.slideLayout+xml" PartName="/ppt/slideLayouts/slideLayout30.xml"/>
  <Override ContentType="application/vnd.openxmlformats-officedocument.presentationml.slideLayout+xml" PartName="/ppt/slideLayouts/slideLayout43.xml"/>
  <Override ContentType="application/vnd.openxmlformats-officedocument.presentationml.slideLayout+xml" PartName="/ppt/slideLayouts/slideLayout26.xml"/>
  <Override ContentType="application/vnd.openxmlformats-officedocument.presentationml.slideLayout+xml" PartName="/ppt/slideLayouts/slideLayout5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39.xml"/>
  <Override ContentType="application/vnd.openxmlformats-officedocument.presentationml.slideLayout+xml" PartName="/ppt/slideLayouts/slideLayout9.xml"/>
  <Override ContentType="application/vnd.openxmlformats-officedocument.presentationml.slideLayout+xml" PartName="/ppt/slideLayouts/slideLayout31.xml"/>
  <Override ContentType="application/vnd.openxmlformats-officedocument.presentationml.slideLayout+xml" PartName="/ppt/slideLayouts/slideLayout50.xml"/>
  <Override ContentType="application/vnd.openxmlformats-officedocument.presentationml.slideLayout+xml" PartName="/ppt/slideLayouts/slideLayout44.xml"/>
  <Override ContentType="application/vnd.openxmlformats-officedocument.presentationml.slideLayout+xml" PartName="/ppt/slideLayouts/slideLayout14.xml"/>
  <Override ContentType="application/vnd.openxmlformats-officedocument.presentationml.slideLayout+xml" PartName="/ppt/slideLayouts/slideLayout28.xml"/>
  <Override ContentType="application/vnd.openxmlformats-officedocument.presentationml.slideLayout+xml" PartName="/ppt/slideLayouts/slideLayout27.xml"/>
  <Override ContentType="application/vnd.openxmlformats-officedocument.presentationml.slideLayout+xml" PartName="/ppt/slideLayouts/slideLayout15.xml"/>
  <Override ContentType="application/vnd.openxmlformats-officedocument.presentationml.slideLayout+xml" PartName="/ppt/slideLayouts/slideLayout8.xml"/>
  <Override ContentType="application/vnd.openxmlformats-officedocument.presentationml.slideLayout+xml" PartName="/ppt/slideLayouts/slideLayout45.xml"/>
  <Override ContentType="application/vnd.openxmlformats-officedocument.presentationml.slideLayout+xml" PartName="/ppt/slideLayouts/slideLayout32.xml"/>
  <Override ContentType="application/vnd.openxmlformats-officedocument.presentationml.slideMaster+xml" PartName="/ppt/slideMasters/slideMaster3.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Master+xml" PartName="/ppt/slideMasters/slideMaster4.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41.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theme+xml" PartName="/ppt/theme/theme4.xml"/>
  <Override ContentType="application/vnd.openxmlformats-officedocument.theme+xml" PartName="/ppt/theme/theme5.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701" r:id="rId5"/>
    <p:sldMasterId id="2147483702" r:id="rId6"/>
    <p:sldMasterId id="2147483703" r:id="rId7"/>
    <p:sldMasterId id="2147483704" r:id="rId8"/>
  </p:sldMasterIdLst>
  <p:notesMasterIdLst>
    <p:notesMasterId r:id="rId9"/>
  </p:notesMasterIdLst>
  <p:sldIdLst>
    <p:sldId id="256" r:id="rId10"/>
    <p:sldId id="257" r:id="rId11"/>
    <p:sldId id="258" r:id="rId12"/>
    <p:sldId id="259" r:id="rId13"/>
    <p:sldId id="260" r:id="rId14"/>
    <p:sldId id="261" r:id="rId15"/>
    <p:sldId id="262" r:id="rId16"/>
    <p:sldId id="263" r:id="rId17"/>
    <p:sldId id="264" r:id="rId18"/>
    <p:sldId id="265" r:id="rId19"/>
    <p:sldId id="266" r:id="rId20"/>
    <p:sldId id="267" r:id="rId21"/>
    <p:sldId id="268" r:id="rId22"/>
    <p:sldId id="269" r:id="rId23"/>
    <p:sldId id="270" r:id="rId24"/>
    <p:sldId id="271" r:id="rId25"/>
    <p:sldId id="272" r:id="rId26"/>
    <p:sldId id="273" r:id="rId27"/>
    <p:sldId id="274" r:id="rId28"/>
    <p:sldId id="275" r:id="rId29"/>
    <p:sldId id="276" r:id="rId30"/>
    <p:sldId id="277" r:id="rId31"/>
    <p:sldId id="278" r:id="rId32"/>
    <p:sldId id="279" r:id="rId33"/>
    <p:sldId id="280" r:id="rId34"/>
    <p:sldId id="281" r:id="rId35"/>
    <p:sldId id="282" r:id="rId36"/>
    <p:sldId id="283" r:id="rId37"/>
    <p:sldId id="284" r:id="rId38"/>
    <p:sldId id="285" r:id="rId39"/>
    <p:sldId id="286" r:id="rId40"/>
    <p:sldId id="287" r:id="rId41"/>
    <p:sldId id="288" r:id="rId42"/>
    <p:sldId id="289" r:id="rId43"/>
    <p:sldId id="290" r:id="rId44"/>
    <p:sldId id="291" r:id="rId45"/>
    <p:sldId id="292" r:id="rId46"/>
    <p:sldId id="293" r:id="rId47"/>
    <p:sldId id="294" r:id="rId48"/>
    <p:sldId id="295" r:id="rId49"/>
    <p:sldId id="296" r:id="rId50"/>
    <p:sldId id="297" r:id="rId51"/>
    <p:sldId id="298" r:id="rId52"/>
    <p:sldId id="299" r:id="rId53"/>
    <p:sldId id="300" r:id="rId54"/>
    <p:sldId id="301" r:id="rId55"/>
    <p:sldId id="302" r:id="rId56"/>
    <p:sldId id="303" r:id="rId57"/>
    <p:sldId id="304" r:id="rId58"/>
    <p:sldId id="305" r:id="rId59"/>
    <p:sldId id="306" r:id="rId60"/>
    <p:sldId id="307" r:id="rId61"/>
    <p:sldId id="308" r:id="rId62"/>
    <p:sldId id="309" r:id="rId63"/>
    <p:sldId id="310" r:id="rId64"/>
    <p:sldId id="311" r:id="rId65"/>
    <p:sldId id="312" r:id="rId66"/>
    <p:sldId id="313" r:id="rId67"/>
    <p:sldId id="314" r:id="rId68"/>
    <p:sldId id="315" r:id="rId69"/>
    <p:sldId id="316" r:id="rId70"/>
    <p:sldId id="317" r:id="rId71"/>
    <p:sldId id="318" r:id="rId72"/>
  </p:sldIdLst>
  <p:sldSz cy="5143500" cx="9144000"/>
  <p:notesSz cx="6858000" cy="9144000"/>
  <p:embeddedFontLst>
    <p:embeddedFont>
      <p:font typeface="Roboto"/>
      <p:regular r:id="rId73"/>
      <p:bold r:id="rId74"/>
      <p:italic r:id="rId75"/>
      <p:boldItalic r:id="rId76"/>
    </p:embeddedFont>
    <p:embeddedFont>
      <p:font typeface="Shadows Into Light"/>
      <p:regular r:id="rId77"/>
    </p:embeddedFont>
    <p:embeddedFont>
      <p:font typeface="Merriweather"/>
      <p:regular r:id="rId78"/>
      <p:bold r:id="rId79"/>
      <p:italic r:id="rId80"/>
      <p:boldItalic r:id="rId81"/>
    </p:embeddedFont>
    <p:embeddedFont>
      <p:font typeface="Open Sans"/>
      <p:regular r:id="rId82"/>
      <p:bold r:id="rId83"/>
      <p:italic r:id="rId84"/>
      <p:boldItalic r:id="rId85"/>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5D16334A-BD30-4DCF-A821-F696FD12572A}">
  <a:tblStyle styleId="{5D16334A-BD30-4DCF-A821-F696FD12572A}" styleName="Table_0">
    <a:wholeTbl>
      <a:tcTxStyle b="off" i="off">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b="off" i="off"/>
    </a:band1H>
    <a:band2H>
      <a:tcTxStyle b="off" i="off"/>
    </a:band2H>
    <a:band1V>
      <a:tcTxStyle b="off" i="off"/>
    </a:band1V>
    <a:band2V>
      <a:tcTxStyle b="off" i="off"/>
    </a:band2V>
    <a:lastCol>
      <a:tcTxStyle b="off" i="off"/>
    </a:lastCol>
    <a:firstCol>
      <a:tcTxStyle b="off" i="off"/>
    </a:firstCol>
    <a:lastRow>
      <a:tcTxStyle b="off" i="off"/>
    </a:lastRow>
    <a:seCell>
      <a:tcTxStyle b="off" i="off"/>
    </a:seCell>
    <a:swCell>
      <a:tcTxStyle b="off" i="off"/>
    </a:swCell>
    <a:firstRow>
      <a:tcTxStyle b="off" i="off"/>
    </a:firstRow>
    <a:neCell>
      <a:tcTxStyle b="off" i="off"/>
    </a:neCell>
    <a:nwCell>
      <a:tcTxStyle b="off" i="off"/>
    </a:nwCell>
  </a:tblStyle>
  <a:tblStyle styleId="{F4E8245F-B79C-49AF-8BD8-D9F0F8A7D024}" styleName="Table_1">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1.xml"/><Relationship Id="rId84" Type="http://schemas.openxmlformats.org/officeDocument/2006/relationships/font" Target="fonts/OpenSans-italic.fntdata"/><Relationship Id="rId83" Type="http://schemas.openxmlformats.org/officeDocument/2006/relationships/font" Target="fonts/OpenSans-bold.fntdata"/><Relationship Id="rId42" Type="http://schemas.openxmlformats.org/officeDocument/2006/relationships/slide" Target="slides/slide33.xml"/><Relationship Id="rId41" Type="http://schemas.openxmlformats.org/officeDocument/2006/relationships/slide" Target="slides/slide32.xml"/><Relationship Id="rId85" Type="http://schemas.openxmlformats.org/officeDocument/2006/relationships/font" Target="fonts/OpenSans-boldItalic.fntdata"/><Relationship Id="rId44" Type="http://schemas.openxmlformats.org/officeDocument/2006/relationships/slide" Target="slides/slide35.xml"/><Relationship Id="rId43" Type="http://schemas.openxmlformats.org/officeDocument/2006/relationships/slide" Target="slides/slide34.xml"/><Relationship Id="rId46" Type="http://schemas.openxmlformats.org/officeDocument/2006/relationships/slide" Target="slides/slide37.xml"/><Relationship Id="rId45" Type="http://schemas.openxmlformats.org/officeDocument/2006/relationships/slide" Target="slides/slide36.xml"/><Relationship Id="rId80" Type="http://schemas.openxmlformats.org/officeDocument/2006/relationships/font" Target="fonts/Merriweather-italic.fntdata"/><Relationship Id="rId82" Type="http://schemas.openxmlformats.org/officeDocument/2006/relationships/font" Target="fonts/OpenSans-regular.fntdata"/><Relationship Id="rId81" Type="http://schemas.openxmlformats.org/officeDocument/2006/relationships/font" Target="fonts/Merriweather-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notesMaster" Target="notesMasters/notesMaster1.xml"/><Relationship Id="rId48" Type="http://schemas.openxmlformats.org/officeDocument/2006/relationships/slide" Target="slides/slide39.xml"/><Relationship Id="rId47" Type="http://schemas.openxmlformats.org/officeDocument/2006/relationships/slide" Target="slides/slide38.xml"/><Relationship Id="rId49" Type="http://schemas.openxmlformats.org/officeDocument/2006/relationships/slide" Target="slides/slide40.xml"/><Relationship Id="rId5" Type="http://schemas.openxmlformats.org/officeDocument/2006/relationships/slideMaster" Target="slideMasters/slideMaster1.xml"/><Relationship Id="rId6" Type="http://schemas.openxmlformats.org/officeDocument/2006/relationships/slideMaster" Target="slideMasters/slideMaster2.xml"/><Relationship Id="rId7" Type="http://schemas.openxmlformats.org/officeDocument/2006/relationships/slideMaster" Target="slideMasters/slideMaster3.xml"/><Relationship Id="rId8" Type="http://schemas.openxmlformats.org/officeDocument/2006/relationships/slideMaster" Target="slideMasters/slideMaster4.xml"/><Relationship Id="rId73" Type="http://schemas.openxmlformats.org/officeDocument/2006/relationships/font" Target="fonts/Roboto-regular.fntdata"/><Relationship Id="rId72" Type="http://schemas.openxmlformats.org/officeDocument/2006/relationships/slide" Target="slides/slide63.xml"/><Relationship Id="rId31" Type="http://schemas.openxmlformats.org/officeDocument/2006/relationships/slide" Target="slides/slide22.xml"/><Relationship Id="rId75" Type="http://schemas.openxmlformats.org/officeDocument/2006/relationships/font" Target="fonts/Roboto-italic.fntdata"/><Relationship Id="rId30" Type="http://schemas.openxmlformats.org/officeDocument/2006/relationships/slide" Target="slides/slide21.xml"/><Relationship Id="rId74" Type="http://schemas.openxmlformats.org/officeDocument/2006/relationships/font" Target="fonts/Roboto-bold.fntdata"/><Relationship Id="rId33" Type="http://schemas.openxmlformats.org/officeDocument/2006/relationships/slide" Target="slides/slide24.xml"/><Relationship Id="rId77" Type="http://schemas.openxmlformats.org/officeDocument/2006/relationships/font" Target="fonts/ShadowsIntoLight-regular.fntdata"/><Relationship Id="rId32" Type="http://schemas.openxmlformats.org/officeDocument/2006/relationships/slide" Target="slides/slide23.xml"/><Relationship Id="rId76" Type="http://schemas.openxmlformats.org/officeDocument/2006/relationships/font" Target="fonts/Roboto-boldItalic.fntdata"/><Relationship Id="rId35" Type="http://schemas.openxmlformats.org/officeDocument/2006/relationships/slide" Target="slides/slide26.xml"/><Relationship Id="rId79" Type="http://schemas.openxmlformats.org/officeDocument/2006/relationships/font" Target="fonts/Merriweather-bold.fntdata"/><Relationship Id="rId34" Type="http://schemas.openxmlformats.org/officeDocument/2006/relationships/slide" Target="slides/slide25.xml"/><Relationship Id="rId78" Type="http://schemas.openxmlformats.org/officeDocument/2006/relationships/font" Target="fonts/Merriweather-regular.fntdata"/><Relationship Id="rId71" Type="http://schemas.openxmlformats.org/officeDocument/2006/relationships/slide" Target="slides/slide62.xml"/><Relationship Id="rId70" Type="http://schemas.openxmlformats.org/officeDocument/2006/relationships/slide" Target="slides/slide61.xml"/><Relationship Id="rId37" Type="http://schemas.openxmlformats.org/officeDocument/2006/relationships/slide" Target="slides/slide28.xml"/><Relationship Id="rId36" Type="http://schemas.openxmlformats.org/officeDocument/2006/relationships/slide" Target="slides/slide27.xml"/><Relationship Id="rId39" Type="http://schemas.openxmlformats.org/officeDocument/2006/relationships/slide" Target="slides/slide30.xml"/><Relationship Id="rId38" Type="http://schemas.openxmlformats.org/officeDocument/2006/relationships/slide" Target="slides/slide29.xml"/><Relationship Id="rId62" Type="http://schemas.openxmlformats.org/officeDocument/2006/relationships/slide" Target="slides/slide53.xml"/><Relationship Id="rId61" Type="http://schemas.openxmlformats.org/officeDocument/2006/relationships/slide" Target="slides/slide52.xml"/><Relationship Id="rId20" Type="http://schemas.openxmlformats.org/officeDocument/2006/relationships/slide" Target="slides/slide11.xml"/><Relationship Id="rId64" Type="http://schemas.openxmlformats.org/officeDocument/2006/relationships/slide" Target="slides/slide55.xml"/><Relationship Id="rId63" Type="http://schemas.openxmlformats.org/officeDocument/2006/relationships/slide" Target="slides/slide54.xml"/><Relationship Id="rId22" Type="http://schemas.openxmlformats.org/officeDocument/2006/relationships/slide" Target="slides/slide13.xml"/><Relationship Id="rId66" Type="http://schemas.openxmlformats.org/officeDocument/2006/relationships/slide" Target="slides/slide57.xml"/><Relationship Id="rId21" Type="http://schemas.openxmlformats.org/officeDocument/2006/relationships/slide" Target="slides/slide12.xml"/><Relationship Id="rId65" Type="http://schemas.openxmlformats.org/officeDocument/2006/relationships/slide" Target="slides/slide56.xml"/><Relationship Id="rId24" Type="http://schemas.openxmlformats.org/officeDocument/2006/relationships/slide" Target="slides/slide15.xml"/><Relationship Id="rId68" Type="http://schemas.openxmlformats.org/officeDocument/2006/relationships/slide" Target="slides/slide59.xml"/><Relationship Id="rId23" Type="http://schemas.openxmlformats.org/officeDocument/2006/relationships/slide" Target="slides/slide14.xml"/><Relationship Id="rId67" Type="http://schemas.openxmlformats.org/officeDocument/2006/relationships/slide" Target="slides/slide58.xml"/><Relationship Id="rId60" Type="http://schemas.openxmlformats.org/officeDocument/2006/relationships/slide" Target="slides/slide51.xml"/><Relationship Id="rId26" Type="http://schemas.openxmlformats.org/officeDocument/2006/relationships/slide" Target="slides/slide17.xml"/><Relationship Id="rId25" Type="http://schemas.openxmlformats.org/officeDocument/2006/relationships/slide" Target="slides/slide16.xml"/><Relationship Id="rId69" Type="http://schemas.openxmlformats.org/officeDocument/2006/relationships/slide" Target="slides/slide60.xml"/><Relationship Id="rId28" Type="http://schemas.openxmlformats.org/officeDocument/2006/relationships/slide" Target="slides/slide19.xml"/><Relationship Id="rId27" Type="http://schemas.openxmlformats.org/officeDocument/2006/relationships/slide" Target="slides/slide18.xml"/><Relationship Id="rId29" Type="http://schemas.openxmlformats.org/officeDocument/2006/relationships/slide" Target="slides/slide20.xml"/><Relationship Id="rId51" Type="http://schemas.openxmlformats.org/officeDocument/2006/relationships/slide" Target="slides/slide42.xml"/><Relationship Id="rId50" Type="http://schemas.openxmlformats.org/officeDocument/2006/relationships/slide" Target="slides/slide41.xml"/><Relationship Id="rId53" Type="http://schemas.openxmlformats.org/officeDocument/2006/relationships/slide" Target="slides/slide44.xml"/><Relationship Id="rId52" Type="http://schemas.openxmlformats.org/officeDocument/2006/relationships/slide" Target="slides/slide43.xml"/><Relationship Id="rId11" Type="http://schemas.openxmlformats.org/officeDocument/2006/relationships/slide" Target="slides/slide2.xml"/><Relationship Id="rId55" Type="http://schemas.openxmlformats.org/officeDocument/2006/relationships/slide" Target="slides/slide46.xml"/><Relationship Id="rId10" Type="http://schemas.openxmlformats.org/officeDocument/2006/relationships/slide" Target="slides/slide1.xml"/><Relationship Id="rId54" Type="http://schemas.openxmlformats.org/officeDocument/2006/relationships/slide" Target="slides/slide45.xml"/><Relationship Id="rId13" Type="http://schemas.openxmlformats.org/officeDocument/2006/relationships/slide" Target="slides/slide4.xml"/><Relationship Id="rId57" Type="http://schemas.openxmlformats.org/officeDocument/2006/relationships/slide" Target="slides/slide48.xml"/><Relationship Id="rId12" Type="http://schemas.openxmlformats.org/officeDocument/2006/relationships/slide" Target="slides/slide3.xml"/><Relationship Id="rId56" Type="http://schemas.openxmlformats.org/officeDocument/2006/relationships/slide" Target="slides/slide47.xml"/><Relationship Id="rId15" Type="http://schemas.openxmlformats.org/officeDocument/2006/relationships/slide" Target="slides/slide6.xml"/><Relationship Id="rId59" Type="http://schemas.openxmlformats.org/officeDocument/2006/relationships/slide" Target="slides/slide50.xml"/><Relationship Id="rId14" Type="http://schemas.openxmlformats.org/officeDocument/2006/relationships/slide" Target="slides/slide5.xml"/><Relationship Id="rId58" Type="http://schemas.openxmlformats.org/officeDocument/2006/relationships/slide" Target="slides/slide49.xml"/><Relationship Id="rId17" Type="http://schemas.openxmlformats.org/officeDocument/2006/relationships/slide" Target="slides/slide8.xml"/><Relationship Id="rId16" Type="http://schemas.openxmlformats.org/officeDocument/2006/relationships/slide" Target="slides/slide7.xml"/><Relationship Id="rId19" Type="http://schemas.openxmlformats.org/officeDocument/2006/relationships/slide" Target="slides/slide10.xml"/><Relationship Id="rId18" Type="http://schemas.openxmlformats.org/officeDocument/2006/relationships/slide" Target="slides/slide9.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0" name="Shape 300"/>
        <p:cNvGrpSpPr/>
        <p:nvPr/>
      </p:nvGrpSpPr>
      <p:grpSpPr>
        <a:xfrm>
          <a:off x="0" y="0"/>
          <a:ext cx="0" cy="0"/>
          <a:chOff x="0" y="0"/>
          <a:chExt cx="0" cy="0"/>
        </a:xfrm>
      </p:grpSpPr>
      <p:sp>
        <p:nvSpPr>
          <p:cNvPr id="301" name="Google Shape;301;p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02" name="Google Shape;302;p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p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1" name="Google Shape;311;p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7" name="Shape 317"/>
        <p:cNvGrpSpPr/>
        <p:nvPr/>
      </p:nvGrpSpPr>
      <p:grpSpPr>
        <a:xfrm>
          <a:off x="0" y="0"/>
          <a:ext cx="0" cy="0"/>
          <a:chOff x="0" y="0"/>
          <a:chExt cx="0" cy="0"/>
        </a:xfrm>
      </p:grpSpPr>
      <p:sp>
        <p:nvSpPr>
          <p:cNvPr id="318" name="Google Shape;318;p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9" name="Google Shape;319;p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4" name="Shape 334"/>
        <p:cNvGrpSpPr/>
        <p:nvPr/>
      </p:nvGrpSpPr>
      <p:grpSpPr>
        <a:xfrm>
          <a:off x="0" y="0"/>
          <a:ext cx="0" cy="0"/>
          <a:chOff x="0" y="0"/>
          <a:chExt cx="0" cy="0"/>
        </a:xfrm>
      </p:grpSpPr>
      <p:sp>
        <p:nvSpPr>
          <p:cNvPr id="335" name="Google Shape;335;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36" name="Google Shape;336;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207526de7e9_0_77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47" name="Google Shape;347;g207526de7e9_0_77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5" name="Shape 355"/>
        <p:cNvGrpSpPr/>
        <p:nvPr/>
      </p:nvGrpSpPr>
      <p:grpSpPr>
        <a:xfrm>
          <a:off x="0" y="0"/>
          <a:ext cx="0" cy="0"/>
          <a:chOff x="0" y="0"/>
          <a:chExt cx="0" cy="0"/>
        </a:xfrm>
      </p:grpSpPr>
      <p:sp>
        <p:nvSpPr>
          <p:cNvPr id="356" name="Google Shape;356;g207526de7e9_0_78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57" name="Google Shape;357;g207526de7e9_0_78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0" name="Shape 370"/>
        <p:cNvGrpSpPr/>
        <p:nvPr/>
      </p:nvGrpSpPr>
      <p:grpSpPr>
        <a:xfrm>
          <a:off x="0" y="0"/>
          <a:ext cx="0" cy="0"/>
          <a:chOff x="0" y="0"/>
          <a:chExt cx="0" cy="0"/>
        </a:xfrm>
      </p:grpSpPr>
      <p:sp>
        <p:nvSpPr>
          <p:cNvPr id="371" name="Google Shape;371;g207526de7e9_0_9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72" name="Google Shape;372;g207526de7e9_0_9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1" name="Shape 381"/>
        <p:cNvGrpSpPr/>
        <p:nvPr/>
      </p:nvGrpSpPr>
      <p:grpSpPr>
        <a:xfrm>
          <a:off x="0" y="0"/>
          <a:ext cx="0" cy="0"/>
          <a:chOff x="0" y="0"/>
          <a:chExt cx="0" cy="0"/>
        </a:xfrm>
      </p:grpSpPr>
      <p:sp>
        <p:nvSpPr>
          <p:cNvPr id="382" name="Google Shape;382;g207526de7e9_0_94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83" name="Google Shape;383;g207526de7e9_0_94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207526de7e9_0_105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207526de7e9_0_105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2" name="Shape 422"/>
        <p:cNvGrpSpPr/>
        <p:nvPr/>
      </p:nvGrpSpPr>
      <p:grpSpPr>
        <a:xfrm>
          <a:off x="0" y="0"/>
          <a:ext cx="0" cy="0"/>
          <a:chOff x="0" y="0"/>
          <a:chExt cx="0" cy="0"/>
        </a:xfrm>
      </p:grpSpPr>
      <p:sp>
        <p:nvSpPr>
          <p:cNvPr id="423" name="Google Shape;423;g207526de7e9_0_10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4" name="Google Shape;424;g207526de7e9_0_10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2" name="Shape 432"/>
        <p:cNvGrpSpPr/>
        <p:nvPr/>
      </p:nvGrpSpPr>
      <p:grpSpPr>
        <a:xfrm>
          <a:off x="0" y="0"/>
          <a:ext cx="0" cy="0"/>
          <a:chOff x="0" y="0"/>
          <a:chExt cx="0" cy="0"/>
        </a:xfrm>
      </p:grpSpPr>
      <p:sp>
        <p:nvSpPr>
          <p:cNvPr id="433" name="Google Shape;433;p1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34" name="Google Shape;434;p1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 An interface!</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0" name="Shape 450"/>
        <p:cNvGrpSpPr/>
        <p:nvPr/>
      </p:nvGrpSpPr>
      <p:grpSpPr>
        <a:xfrm>
          <a:off x="0" y="0"/>
          <a:ext cx="0" cy="0"/>
          <a:chOff x="0" y="0"/>
          <a:chExt cx="0" cy="0"/>
        </a:xfrm>
      </p:grpSpPr>
      <p:sp>
        <p:nvSpPr>
          <p:cNvPr id="451" name="Google Shape;451;g207526de7e9_0_8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2" name="Google Shape;452;g207526de7e9_0_8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1" name="Shape 461"/>
        <p:cNvGrpSpPr/>
        <p:nvPr/>
      </p:nvGrpSpPr>
      <p:grpSpPr>
        <a:xfrm>
          <a:off x="0" y="0"/>
          <a:ext cx="0" cy="0"/>
          <a:chOff x="0" y="0"/>
          <a:chExt cx="0" cy="0"/>
        </a:xfrm>
      </p:grpSpPr>
      <p:sp>
        <p:nvSpPr>
          <p:cNvPr id="462" name="Google Shape;462;p1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63" name="Google Shape;463;p1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1dcd928e752_1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1dcd928e752_1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1" name="Shape 491"/>
        <p:cNvGrpSpPr/>
        <p:nvPr/>
      </p:nvGrpSpPr>
      <p:grpSpPr>
        <a:xfrm>
          <a:off x="0" y="0"/>
          <a:ext cx="0" cy="0"/>
          <a:chOff x="0" y="0"/>
          <a:chExt cx="0" cy="0"/>
        </a:xfrm>
      </p:grpSpPr>
      <p:sp>
        <p:nvSpPr>
          <p:cNvPr id="492" name="Google Shape;492;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93" name="Google Shape;493;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2" name="Shape 522"/>
        <p:cNvGrpSpPr/>
        <p:nvPr/>
      </p:nvGrpSpPr>
      <p:grpSpPr>
        <a:xfrm>
          <a:off x="0" y="0"/>
          <a:ext cx="0" cy="0"/>
          <a:chOff x="0" y="0"/>
          <a:chExt cx="0" cy="0"/>
        </a:xfrm>
      </p:grpSpPr>
      <p:sp>
        <p:nvSpPr>
          <p:cNvPr id="523" name="Google Shape;523;g1899444694b_0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4" name="Google Shape;524;g1899444694b_0_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34" name="Google Shape;534;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9" name="Shape 559"/>
        <p:cNvGrpSpPr/>
        <p:nvPr/>
      </p:nvGrpSpPr>
      <p:grpSpPr>
        <a:xfrm>
          <a:off x="0" y="0"/>
          <a:ext cx="0" cy="0"/>
          <a:chOff x="0" y="0"/>
          <a:chExt cx="0" cy="0"/>
        </a:xfrm>
      </p:grpSpPr>
      <p:sp>
        <p:nvSpPr>
          <p:cNvPr id="560" name="Google Shape;560;g1899444694b_0_1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1" name="Google Shape;561;g1899444694b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9" name="Shape 569"/>
        <p:cNvGrpSpPr/>
        <p:nvPr/>
      </p:nvGrpSpPr>
      <p:grpSpPr>
        <a:xfrm>
          <a:off x="0" y="0"/>
          <a:ext cx="0" cy="0"/>
          <a:chOff x="0" y="0"/>
          <a:chExt cx="0" cy="0"/>
        </a:xfrm>
      </p:grpSpPr>
      <p:sp>
        <p:nvSpPr>
          <p:cNvPr id="570" name="Google Shape;570;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571" name="Google Shape;571;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8" name="Shape 588"/>
        <p:cNvGrpSpPr/>
        <p:nvPr/>
      </p:nvGrpSpPr>
      <p:grpSpPr>
        <a:xfrm>
          <a:off x="0" y="0"/>
          <a:ext cx="0" cy="0"/>
          <a:chOff x="0" y="0"/>
          <a:chExt cx="0" cy="0"/>
        </a:xfrm>
      </p:grpSpPr>
      <p:sp>
        <p:nvSpPr>
          <p:cNvPr id="589" name="Google Shape;589;g1dcff8776e2_0_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0" name="Google Shape;590;g1dcff8776e2_0_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8" name="Shape 598"/>
        <p:cNvGrpSpPr/>
        <p:nvPr/>
      </p:nvGrpSpPr>
      <p:grpSpPr>
        <a:xfrm>
          <a:off x="0" y="0"/>
          <a:ext cx="0" cy="0"/>
          <a:chOff x="0" y="0"/>
          <a:chExt cx="0" cy="0"/>
        </a:xfrm>
      </p:grpSpPr>
      <p:sp>
        <p:nvSpPr>
          <p:cNvPr id="599" name="Google Shape;599;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00" name="Google Shape;600;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6" name="Shape 666"/>
        <p:cNvGrpSpPr/>
        <p:nvPr/>
      </p:nvGrpSpPr>
      <p:grpSpPr>
        <a:xfrm>
          <a:off x="0" y="0"/>
          <a:ext cx="0" cy="0"/>
          <a:chOff x="0" y="0"/>
          <a:chExt cx="0" cy="0"/>
        </a:xfrm>
      </p:grpSpPr>
      <p:sp>
        <p:nvSpPr>
          <p:cNvPr id="667" name="Google Shape;667;g1dcff8776e2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8" name="Google Shape;668;g1dcff8776e2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2" name="Shape 682"/>
        <p:cNvGrpSpPr/>
        <p:nvPr/>
      </p:nvGrpSpPr>
      <p:grpSpPr>
        <a:xfrm>
          <a:off x="0" y="0"/>
          <a:ext cx="0" cy="0"/>
          <a:chOff x="0" y="0"/>
          <a:chExt cx="0" cy="0"/>
        </a:xfrm>
      </p:grpSpPr>
      <p:sp>
        <p:nvSpPr>
          <p:cNvPr id="683" name="Google Shape;683;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684" name="Google Shape;68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9" name="Shape 729"/>
        <p:cNvGrpSpPr/>
        <p:nvPr/>
      </p:nvGrpSpPr>
      <p:grpSpPr>
        <a:xfrm>
          <a:off x="0" y="0"/>
          <a:ext cx="0" cy="0"/>
          <a:chOff x="0" y="0"/>
          <a:chExt cx="0" cy="0"/>
        </a:xfrm>
      </p:grpSpPr>
      <p:sp>
        <p:nvSpPr>
          <p:cNvPr id="730" name="Google Shape;730;g1dcff8776e2_0_2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1" name="Google Shape;731;g1dcff8776e2_0_2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5" name="Shape 745"/>
        <p:cNvGrpSpPr/>
        <p:nvPr/>
      </p:nvGrpSpPr>
      <p:grpSpPr>
        <a:xfrm>
          <a:off x="0" y="0"/>
          <a:ext cx="0" cy="0"/>
          <a:chOff x="0" y="0"/>
          <a:chExt cx="0" cy="0"/>
        </a:xfrm>
      </p:grpSpPr>
      <p:sp>
        <p:nvSpPr>
          <p:cNvPr id="746" name="Google Shape;746;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47" name="Google Shape;747;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0" name="Shape 780"/>
        <p:cNvGrpSpPr/>
        <p:nvPr/>
      </p:nvGrpSpPr>
      <p:grpSpPr>
        <a:xfrm>
          <a:off x="0" y="0"/>
          <a:ext cx="0" cy="0"/>
          <a:chOff x="0" y="0"/>
          <a:chExt cx="0" cy="0"/>
        </a:xfrm>
      </p:grpSpPr>
      <p:sp>
        <p:nvSpPr>
          <p:cNvPr id="781" name="Google Shape;781;g20c1f78959b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82" name="Google Shape;782;g20c1f78959b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90" name="Shape 790"/>
        <p:cNvGrpSpPr/>
        <p:nvPr/>
      </p:nvGrpSpPr>
      <p:grpSpPr>
        <a:xfrm>
          <a:off x="0" y="0"/>
          <a:ext cx="0" cy="0"/>
          <a:chOff x="0" y="0"/>
          <a:chExt cx="0" cy="0"/>
        </a:xfrm>
      </p:grpSpPr>
      <p:sp>
        <p:nvSpPr>
          <p:cNvPr id="791" name="Google Shape;791;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792" name="Google Shape;792;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0" name="Shape 800"/>
        <p:cNvGrpSpPr/>
        <p:nvPr/>
      </p:nvGrpSpPr>
      <p:grpSpPr>
        <a:xfrm>
          <a:off x="0" y="0"/>
          <a:ext cx="0" cy="0"/>
          <a:chOff x="0" y="0"/>
          <a:chExt cx="0" cy="0"/>
        </a:xfrm>
      </p:grpSpPr>
      <p:sp>
        <p:nvSpPr>
          <p:cNvPr id="801" name="Google Shape;801;g20679942d72_0_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02" name="Google Shape;802;g20679942d72_0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23" name="Shape 823"/>
        <p:cNvGrpSpPr/>
        <p:nvPr/>
      </p:nvGrpSpPr>
      <p:grpSpPr>
        <a:xfrm>
          <a:off x="0" y="0"/>
          <a:ext cx="0" cy="0"/>
          <a:chOff x="0" y="0"/>
          <a:chExt cx="0" cy="0"/>
        </a:xfrm>
      </p:grpSpPr>
      <p:sp>
        <p:nvSpPr>
          <p:cNvPr id="824" name="Google Shape;824;g20679942d72_0_4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25" name="Google Shape;825;g20679942d72_0_4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5" name="Shape 865"/>
        <p:cNvGrpSpPr/>
        <p:nvPr/>
      </p:nvGrpSpPr>
      <p:grpSpPr>
        <a:xfrm>
          <a:off x="0" y="0"/>
          <a:ext cx="0" cy="0"/>
          <a:chOff x="0" y="0"/>
          <a:chExt cx="0" cy="0"/>
        </a:xfrm>
      </p:grpSpPr>
      <p:sp>
        <p:nvSpPr>
          <p:cNvPr id="866" name="Google Shape;866;g20c1f78959b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67" name="Google Shape;867;g20c1f78959b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75" name="Shape 875"/>
        <p:cNvGrpSpPr/>
        <p:nvPr/>
      </p:nvGrpSpPr>
      <p:grpSpPr>
        <a:xfrm>
          <a:off x="0" y="0"/>
          <a:ext cx="0" cy="0"/>
          <a:chOff x="0" y="0"/>
          <a:chExt cx="0" cy="0"/>
        </a:xfrm>
      </p:grpSpPr>
      <p:sp>
        <p:nvSpPr>
          <p:cNvPr id="876" name="Google Shape;876;g20679942d72_0_8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877" name="Google Shape;877;g20679942d72_0_8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92" name="Shape 892"/>
        <p:cNvGrpSpPr/>
        <p:nvPr/>
      </p:nvGrpSpPr>
      <p:grpSpPr>
        <a:xfrm>
          <a:off x="0" y="0"/>
          <a:ext cx="0" cy="0"/>
          <a:chOff x="0" y="0"/>
          <a:chExt cx="0" cy="0"/>
        </a:xfrm>
      </p:grpSpPr>
      <p:sp>
        <p:nvSpPr>
          <p:cNvPr id="893" name="Google Shape;893;g20c1f78959b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94" name="Google Shape;894;g20c1f78959b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02" name="Shape 902"/>
        <p:cNvGrpSpPr/>
        <p:nvPr/>
      </p:nvGrpSpPr>
      <p:grpSpPr>
        <a:xfrm>
          <a:off x="0" y="0"/>
          <a:ext cx="0" cy="0"/>
          <a:chOff x="0" y="0"/>
          <a:chExt cx="0" cy="0"/>
        </a:xfrm>
      </p:grpSpPr>
      <p:sp>
        <p:nvSpPr>
          <p:cNvPr id="903" name="Google Shape;903;g20679942d72_0_10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04" name="Google Shape;904;g20679942d72_0_10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8" name="Shape 918"/>
        <p:cNvGrpSpPr/>
        <p:nvPr/>
      </p:nvGrpSpPr>
      <p:grpSpPr>
        <a:xfrm>
          <a:off x="0" y="0"/>
          <a:ext cx="0" cy="0"/>
          <a:chOff x="0" y="0"/>
          <a:chExt cx="0" cy="0"/>
        </a:xfrm>
      </p:grpSpPr>
      <p:sp>
        <p:nvSpPr>
          <p:cNvPr id="919" name="Google Shape;919;g1899444694b_0_2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20" name="Google Shape;920;g1899444694b_0_2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8" name="Shape 928"/>
        <p:cNvGrpSpPr/>
        <p:nvPr/>
      </p:nvGrpSpPr>
      <p:grpSpPr>
        <a:xfrm>
          <a:off x="0" y="0"/>
          <a:ext cx="0" cy="0"/>
          <a:chOff x="0" y="0"/>
          <a:chExt cx="0" cy="0"/>
        </a:xfrm>
      </p:grpSpPr>
      <p:sp>
        <p:nvSpPr>
          <p:cNvPr id="929" name="Google Shape;929;g20679942d72_0_1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30" name="Google Shape;930;g20679942d72_0_1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46" name="Shape 946"/>
        <p:cNvGrpSpPr/>
        <p:nvPr/>
      </p:nvGrpSpPr>
      <p:grpSpPr>
        <a:xfrm>
          <a:off x="0" y="0"/>
          <a:ext cx="0" cy="0"/>
          <a:chOff x="0" y="0"/>
          <a:chExt cx="0" cy="0"/>
        </a:xfrm>
      </p:grpSpPr>
      <p:sp>
        <p:nvSpPr>
          <p:cNvPr id="947" name="Google Shape;947;g20679942d72_0_13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48" name="Google Shape;948;g20679942d72_0_1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3" name="Shape 973"/>
        <p:cNvGrpSpPr/>
        <p:nvPr/>
      </p:nvGrpSpPr>
      <p:grpSpPr>
        <a:xfrm>
          <a:off x="0" y="0"/>
          <a:ext cx="0" cy="0"/>
          <a:chOff x="0" y="0"/>
          <a:chExt cx="0" cy="0"/>
        </a:xfrm>
      </p:grpSpPr>
      <p:sp>
        <p:nvSpPr>
          <p:cNvPr id="974" name="Google Shape;974;g1899444694b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75" name="Google Shape;975;g1899444694b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4" name="Shape 984"/>
        <p:cNvGrpSpPr/>
        <p:nvPr/>
      </p:nvGrpSpPr>
      <p:grpSpPr>
        <a:xfrm>
          <a:off x="0" y="0"/>
          <a:ext cx="0" cy="0"/>
          <a:chOff x="0" y="0"/>
          <a:chExt cx="0" cy="0"/>
        </a:xfrm>
      </p:grpSpPr>
      <p:sp>
        <p:nvSpPr>
          <p:cNvPr id="985" name="Google Shape;985;g20679942d72_0_17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986" name="Google Shape;986;g20679942d72_0_17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01" name="Shape 1001"/>
        <p:cNvGrpSpPr/>
        <p:nvPr/>
      </p:nvGrpSpPr>
      <p:grpSpPr>
        <a:xfrm>
          <a:off x="0" y="0"/>
          <a:ext cx="0" cy="0"/>
          <a:chOff x="0" y="0"/>
          <a:chExt cx="0" cy="0"/>
        </a:xfrm>
      </p:grpSpPr>
      <p:sp>
        <p:nvSpPr>
          <p:cNvPr id="1002" name="Google Shape;1002;g1899444694b_0_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03" name="Google Shape;1003;g1899444694b_0_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11" name="Shape 1011"/>
        <p:cNvGrpSpPr/>
        <p:nvPr/>
      </p:nvGrpSpPr>
      <p:grpSpPr>
        <a:xfrm>
          <a:off x="0" y="0"/>
          <a:ext cx="0" cy="0"/>
          <a:chOff x="0" y="0"/>
          <a:chExt cx="0" cy="0"/>
        </a:xfrm>
      </p:grpSpPr>
      <p:sp>
        <p:nvSpPr>
          <p:cNvPr id="1012" name="Google Shape;1012;g20679942d72_0_19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13" name="Google Shape;1013;g20679942d72_0_19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8" name="Shape 1048"/>
        <p:cNvGrpSpPr/>
        <p:nvPr/>
      </p:nvGrpSpPr>
      <p:grpSpPr>
        <a:xfrm>
          <a:off x="0" y="0"/>
          <a:ext cx="0" cy="0"/>
          <a:chOff x="0" y="0"/>
          <a:chExt cx="0" cy="0"/>
        </a:xfrm>
      </p:grpSpPr>
      <p:sp>
        <p:nvSpPr>
          <p:cNvPr id="1049" name="Google Shape;1049;g1899444694b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0" name="Google Shape;1050;g1899444694b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8" name="Shape 1058"/>
        <p:cNvGrpSpPr/>
        <p:nvPr/>
      </p:nvGrpSpPr>
      <p:grpSpPr>
        <a:xfrm>
          <a:off x="0" y="0"/>
          <a:ext cx="0" cy="0"/>
          <a:chOff x="0" y="0"/>
          <a:chExt cx="0" cy="0"/>
        </a:xfrm>
      </p:grpSpPr>
      <p:sp>
        <p:nvSpPr>
          <p:cNvPr id="1059" name="Google Shape;1059;g1899444694b_0_7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60" name="Google Shape;1060;g1899444694b_0_7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69" name="Shape 1069"/>
        <p:cNvGrpSpPr/>
        <p:nvPr/>
      </p:nvGrpSpPr>
      <p:grpSpPr>
        <a:xfrm>
          <a:off x="0" y="0"/>
          <a:ext cx="0" cy="0"/>
          <a:chOff x="0" y="0"/>
          <a:chExt cx="0" cy="0"/>
        </a:xfrm>
      </p:grpSpPr>
      <p:sp>
        <p:nvSpPr>
          <p:cNvPr id="1070" name="Google Shape;1070;g20679942d72_0_24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71" name="Google Shape;1071;g20679942d72_0_24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7" name="Shape 1087"/>
        <p:cNvGrpSpPr/>
        <p:nvPr/>
      </p:nvGrpSpPr>
      <p:grpSpPr>
        <a:xfrm>
          <a:off x="0" y="0"/>
          <a:ext cx="0" cy="0"/>
          <a:chOff x="0" y="0"/>
          <a:chExt cx="0" cy="0"/>
        </a:xfrm>
      </p:grpSpPr>
      <p:sp>
        <p:nvSpPr>
          <p:cNvPr id="1088" name="Google Shape;1088;g20679942d72_0_26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89" name="Google Shape;1089;g20679942d72_0_26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2" name="Shape 1102"/>
        <p:cNvGrpSpPr/>
        <p:nvPr/>
      </p:nvGrpSpPr>
      <p:grpSpPr>
        <a:xfrm>
          <a:off x="0" y="0"/>
          <a:ext cx="0" cy="0"/>
          <a:chOff x="0" y="0"/>
          <a:chExt cx="0" cy="0"/>
        </a:xfrm>
      </p:grpSpPr>
      <p:sp>
        <p:nvSpPr>
          <p:cNvPr id="1103" name="Google Shape;1103;g207526de7e9_0_30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04" name="Google Shape;1104;g207526de7e9_0_30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15" name="Shape 1115"/>
        <p:cNvGrpSpPr/>
        <p:nvPr/>
      </p:nvGrpSpPr>
      <p:grpSpPr>
        <a:xfrm>
          <a:off x="0" y="0"/>
          <a:ext cx="0" cy="0"/>
          <a:chOff x="0" y="0"/>
          <a:chExt cx="0" cy="0"/>
        </a:xfrm>
      </p:grpSpPr>
      <p:sp>
        <p:nvSpPr>
          <p:cNvPr id="1116" name="Google Shape;1116;g1899444694b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17" name="Google Shape;1117;g1899444694b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26" name="Shape 1126"/>
        <p:cNvGrpSpPr/>
        <p:nvPr/>
      </p:nvGrpSpPr>
      <p:grpSpPr>
        <a:xfrm>
          <a:off x="0" y="0"/>
          <a:ext cx="0" cy="0"/>
          <a:chOff x="0" y="0"/>
          <a:chExt cx="0" cy="0"/>
        </a:xfrm>
      </p:grpSpPr>
      <p:sp>
        <p:nvSpPr>
          <p:cNvPr id="1127" name="Google Shape;1127;g1899444694b_0_10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28" name="Google Shape;1128;g1899444694b_0_10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37" name="Shape 1137"/>
        <p:cNvGrpSpPr/>
        <p:nvPr/>
      </p:nvGrpSpPr>
      <p:grpSpPr>
        <a:xfrm>
          <a:off x="0" y="0"/>
          <a:ext cx="0" cy="0"/>
          <a:chOff x="0" y="0"/>
          <a:chExt cx="0" cy="0"/>
        </a:xfrm>
      </p:grpSpPr>
      <p:sp>
        <p:nvSpPr>
          <p:cNvPr id="1138" name="Google Shape;1138;g207526de7e9_0_34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39" name="Google Shape;1139;g207526de7e9_0_34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5" name="Shape 1155"/>
        <p:cNvGrpSpPr/>
        <p:nvPr/>
      </p:nvGrpSpPr>
      <p:grpSpPr>
        <a:xfrm>
          <a:off x="0" y="0"/>
          <a:ext cx="0" cy="0"/>
          <a:chOff x="0" y="0"/>
          <a:chExt cx="0" cy="0"/>
        </a:xfrm>
      </p:grpSpPr>
      <p:sp>
        <p:nvSpPr>
          <p:cNvPr id="1156" name="Google Shape;1156;g207526de7e9_0_35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57" name="Google Shape;1157;g207526de7e9_0_35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72" name="Shape 1172"/>
        <p:cNvGrpSpPr/>
        <p:nvPr/>
      </p:nvGrpSpPr>
      <p:grpSpPr>
        <a:xfrm>
          <a:off x="0" y="0"/>
          <a:ext cx="0" cy="0"/>
          <a:chOff x="0" y="0"/>
          <a:chExt cx="0" cy="0"/>
        </a:xfrm>
      </p:grpSpPr>
      <p:sp>
        <p:nvSpPr>
          <p:cNvPr id="1173" name="Google Shape;1173;g207526de7e9_0_37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174" name="Google Shape;1174;g207526de7e9_0_37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USE SPARINGLY.</a:t>
            </a:r>
            <a:endParaRPr/>
          </a:p>
        </p:txBody>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1" name="Shape 1201"/>
        <p:cNvGrpSpPr/>
        <p:nvPr/>
      </p:nvGrpSpPr>
      <p:grpSpPr>
        <a:xfrm>
          <a:off x="0" y="0"/>
          <a:ext cx="0" cy="0"/>
          <a:chOff x="0" y="0"/>
          <a:chExt cx="0" cy="0"/>
        </a:xfrm>
      </p:grpSpPr>
      <p:sp>
        <p:nvSpPr>
          <p:cNvPr id="1202" name="Google Shape;1202;g1899444694b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03" name="Google Shape;1203;g1899444694b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4" name="Shape 1214"/>
        <p:cNvGrpSpPr/>
        <p:nvPr/>
      </p:nvGrpSpPr>
      <p:grpSpPr>
        <a:xfrm>
          <a:off x="0" y="0"/>
          <a:ext cx="0" cy="0"/>
          <a:chOff x="0" y="0"/>
          <a:chExt cx="0" cy="0"/>
        </a:xfrm>
      </p:grpSpPr>
      <p:sp>
        <p:nvSpPr>
          <p:cNvPr id="1215" name="Google Shape;1215;g1899444694b_0_12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16" name="Google Shape;1216;g1899444694b_0_12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5" name="Shape 1225"/>
        <p:cNvGrpSpPr/>
        <p:nvPr/>
      </p:nvGrpSpPr>
      <p:grpSpPr>
        <a:xfrm>
          <a:off x="0" y="0"/>
          <a:ext cx="0" cy="0"/>
          <a:chOff x="0" y="0"/>
          <a:chExt cx="0" cy="0"/>
        </a:xfrm>
      </p:grpSpPr>
      <p:sp>
        <p:nvSpPr>
          <p:cNvPr id="1226" name="Google Shape;1226;g1899444694b_0_13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7" name="Google Shape;1227;g1899444694b_0_13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35" name="Shape 1235"/>
        <p:cNvGrpSpPr/>
        <p:nvPr/>
      </p:nvGrpSpPr>
      <p:grpSpPr>
        <a:xfrm>
          <a:off x="0" y="0"/>
          <a:ext cx="0" cy="0"/>
          <a:chOff x="0" y="0"/>
          <a:chExt cx="0" cy="0"/>
        </a:xfrm>
      </p:grpSpPr>
      <p:sp>
        <p:nvSpPr>
          <p:cNvPr id="1236" name="Google Shape;1236;g1899444694b_0_1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37" name="Google Shape;1237;g1899444694b_0_1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7" name="Shape 1247"/>
        <p:cNvGrpSpPr/>
        <p:nvPr/>
      </p:nvGrpSpPr>
      <p:grpSpPr>
        <a:xfrm>
          <a:off x="0" y="0"/>
          <a:ext cx="0" cy="0"/>
          <a:chOff x="0" y="0"/>
          <a:chExt cx="0" cy="0"/>
        </a:xfrm>
      </p:grpSpPr>
      <p:sp>
        <p:nvSpPr>
          <p:cNvPr id="1248" name="Google Shape;1248;g1899444694b_0_14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49" name="Google Shape;1249;g1899444694b_0_14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58" name="Shape 1258"/>
        <p:cNvGrpSpPr/>
        <p:nvPr/>
      </p:nvGrpSpPr>
      <p:grpSpPr>
        <a:xfrm>
          <a:off x="0" y="0"/>
          <a:ext cx="0" cy="0"/>
          <a:chOff x="0" y="0"/>
          <a:chExt cx="0" cy="0"/>
        </a:xfrm>
      </p:grpSpPr>
      <p:sp>
        <p:nvSpPr>
          <p:cNvPr id="1259" name="Google Shape;1259;g1899444694b_0_18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60" name="Google Shape;1260;g1899444694b_0_18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68" name="Shape 1268"/>
        <p:cNvGrpSpPr/>
        <p:nvPr/>
      </p:nvGrpSpPr>
      <p:grpSpPr>
        <a:xfrm>
          <a:off x="0" y="0"/>
          <a:ext cx="0" cy="0"/>
          <a:chOff x="0" y="0"/>
          <a:chExt cx="0" cy="0"/>
        </a:xfrm>
      </p:grpSpPr>
      <p:sp>
        <p:nvSpPr>
          <p:cNvPr id="1269" name="Google Shape;1269;g1899444694b_0_19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70" name="Google Shape;1270;g1899444694b_0_19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8" name="Shape 1278"/>
        <p:cNvGrpSpPr/>
        <p:nvPr/>
      </p:nvGrpSpPr>
      <p:grpSpPr>
        <a:xfrm>
          <a:off x="0" y="0"/>
          <a:ext cx="0" cy="0"/>
          <a:chOff x="0" y="0"/>
          <a:chExt cx="0" cy="0"/>
        </a:xfrm>
      </p:grpSpPr>
      <p:sp>
        <p:nvSpPr>
          <p:cNvPr id="1279" name="Google Shape;1279;g207526de7e9_0_43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80" name="Google Shape;1280;g207526de7e9_0_43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9" name="Shape 1289"/>
        <p:cNvGrpSpPr/>
        <p:nvPr/>
      </p:nvGrpSpPr>
      <p:grpSpPr>
        <a:xfrm>
          <a:off x="0" y="0"/>
          <a:ext cx="0" cy="0"/>
          <a:chOff x="0" y="0"/>
          <a:chExt cx="0" cy="0"/>
        </a:xfrm>
      </p:grpSpPr>
      <p:sp>
        <p:nvSpPr>
          <p:cNvPr id="1290" name="Google Shape;1290;g207526de7e9_0_44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291" name="Google Shape;1291;g207526de7e9_0_44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00" name="Shape 1300"/>
        <p:cNvGrpSpPr/>
        <p:nvPr/>
      </p:nvGrpSpPr>
      <p:grpSpPr>
        <a:xfrm>
          <a:off x="0" y="0"/>
          <a:ext cx="0" cy="0"/>
          <a:chOff x="0" y="0"/>
          <a:chExt cx="0" cy="0"/>
        </a:xfrm>
      </p:grpSpPr>
      <p:sp>
        <p:nvSpPr>
          <p:cNvPr id="1301" name="Google Shape;1301;g207526de7e9_0_45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02" name="Google Shape;1302;g207526de7e9_0_45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The data structures we have covered and that are available to use are in green.</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8" name="Shape 1348"/>
        <p:cNvGrpSpPr/>
        <p:nvPr/>
      </p:nvGrpSpPr>
      <p:grpSpPr>
        <a:xfrm>
          <a:off x="0" y="0"/>
          <a:ext cx="0" cy="0"/>
          <a:chOff x="0" y="0"/>
          <a:chExt cx="0" cy="0"/>
        </a:xfrm>
      </p:grpSpPr>
      <p:sp>
        <p:nvSpPr>
          <p:cNvPr id="1349" name="Google Shape;1349;g3372d44b2a9_3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0" name="Google Shape;1350;g3372d44b2a9_3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4" name="Shape 1354"/>
        <p:cNvGrpSpPr/>
        <p:nvPr/>
      </p:nvGrpSpPr>
      <p:grpSpPr>
        <a:xfrm>
          <a:off x="0" y="0"/>
          <a:ext cx="0" cy="0"/>
          <a:chOff x="0" y="0"/>
          <a:chExt cx="0" cy="0"/>
        </a:xfrm>
      </p:grpSpPr>
      <p:sp>
        <p:nvSpPr>
          <p:cNvPr id="1355" name="Google Shape;1355;g3372d44b2a9_3_2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6" name="Google Shape;1356;g3372d44b2a9_3_2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0" name="Shape 1360"/>
        <p:cNvGrpSpPr/>
        <p:nvPr/>
      </p:nvGrpSpPr>
      <p:grpSpPr>
        <a:xfrm>
          <a:off x="0" y="0"/>
          <a:ext cx="0" cy="0"/>
          <a:chOff x="0" y="0"/>
          <a:chExt cx="0" cy="0"/>
        </a:xfrm>
      </p:grpSpPr>
      <p:sp>
        <p:nvSpPr>
          <p:cNvPr id="1361" name="Google Shape;1361;g207526de7e9_0_50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62" name="Google Shape;1362;g207526de7e9_0_50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 name="Shape 9"/>
        <p:cNvGrpSpPr/>
        <p:nvPr/>
      </p:nvGrpSpPr>
      <p:grpSpPr>
        <a:xfrm>
          <a:off x="0" y="0"/>
          <a:ext cx="0" cy="0"/>
          <a:chOff x="0" y="0"/>
          <a:chExt cx="0" cy="0"/>
        </a:xfrm>
      </p:grpSpPr>
      <p:sp>
        <p:nvSpPr>
          <p:cNvPr id="10" name="Google Shape;10;p2"/>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1" name="Google Shape;11;p2"/>
          <p:cNvSpPr txBox="1"/>
          <p:nvPr>
            <p:ph type="ctrTitle"/>
          </p:nvPr>
        </p:nvSpPr>
        <p:spPr>
          <a:xfrm>
            <a:off x="311700" y="539725"/>
            <a:ext cx="8520600" cy="128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12" name="Google Shape;12;p2"/>
          <p:cNvSpPr txBox="1"/>
          <p:nvPr>
            <p:ph idx="1" type="subTitle"/>
          </p:nvPr>
        </p:nvSpPr>
        <p:spPr>
          <a:xfrm>
            <a:off x="311700" y="1878560"/>
            <a:ext cx="4242600" cy="738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2"/>
              </a:buClr>
              <a:buSzPts val="1600"/>
              <a:buNone/>
              <a:defRPr sz="1600">
                <a:solidFill>
                  <a:schemeClr val="lt2"/>
                </a:solidFill>
              </a:defRPr>
            </a:lvl1pPr>
            <a:lvl2pPr lvl="1" algn="l">
              <a:lnSpc>
                <a:spcPct val="100000"/>
              </a:lnSpc>
              <a:spcBef>
                <a:spcPts val="0"/>
              </a:spcBef>
              <a:spcAft>
                <a:spcPts val="0"/>
              </a:spcAft>
              <a:buClr>
                <a:schemeClr val="lt2"/>
              </a:buClr>
              <a:buSzPts val="1600"/>
              <a:buNone/>
              <a:defRPr sz="1600">
                <a:solidFill>
                  <a:schemeClr val="lt2"/>
                </a:solidFill>
              </a:defRPr>
            </a:lvl2pPr>
            <a:lvl3pPr lvl="2" algn="l">
              <a:lnSpc>
                <a:spcPct val="100000"/>
              </a:lnSpc>
              <a:spcBef>
                <a:spcPts val="0"/>
              </a:spcBef>
              <a:spcAft>
                <a:spcPts val="0"/>
              </a:spcAft>
              <a:buClr>
                <a:schemeClr val="lt2"/>
              </a:buClr>
              <a:buSzPts val="1600"/>
              <a:buNone/>
              <a:defRPr sz="1600">
                <a:solidFill>
                  <a:schemeClr val="lt2"/>
                </a:solidFill>
              </a:defRPr>
            </a:lvl3pPr>
            <a:lvl4pPr lvl="3" algn="l">
              <a:lnSpc>
                <a:spcPct val="100000"/>
              </a:lnSpc>
              <a:spcBef>
                <a:spcPts val="0"/>
              </a:spcBef>
              <a:spcAft>
                <a:spcPts val="0"/>
              </a:spcAft>
              <a:buClr>
                <a:schemeClr val="lt2"/>
              </a:buClr>
              <a:buSzPts val="1600"/>
              <a:buNone/>
              <a:defRPr sz="1600">
                <a:solidFill>
                  <a:schemeClr val="lt2"/>
                </a:solidFill>
              </a:defRPr>
            </a:lvl4pPr>
            <a:lvl5pPr lvl="4" algn="l">
              <a:lnSpc>
                <a:spcPct val="100000"/>
              </a:lnSpc>
              <a:spcBef>
                <a:spcPts val="0"/>
              </a:spcBef>
              <a:spcAft>
                <a:spcPts val="0"/>
              </a:spcAft>
              <a:buClr>
                <a:schemeClr val="lt2"/>
              </a:buClr>
              <a:buSzPts val="1600"/>
              <a:buNone/>
              <a:defRPr sz="1600">
                <a:solidFill>
                  <a:schemeClr val="lt2"/>
                </a:solidFill>
              </a:defRPr>
            </a:lvl5pPr>
            <a:lvl6pPr lvl="5" algn="l">
              <a:lnSpc>
                <a:spcPct val="100000"/>
              </a:lnSpc>
              <a:spcBef>
                <a:spcPts val="0"/>
              </a:spcBef>
              <a:spcAft>
                <a:spcPts val="0"/>
              </a:spcAft>
              <a:buClr>
                <a:schemeClr val="lt2"/>
              </a:buClr>
              <a:buSzPts val="1600"/>
              <a:buNone/>
              <a:defRPr sz="1600">
                <a:solidFill>
                  <a:schemeClr val="lt2"/>
                </a:solidFill>
              </a:defRPr>
            </a:lvl6pPr>
            <a:lvl7pPr lvl="6" algn="l">
              <a:lnSpc>
                <a:spcPct val="100000"/>
              </a:lnSpc>
              <a:spcBef>
                <a:spcPts val="0"/>
              </a:spcBef>
              <a:spcAft>
                <a:spcPts val="0"/>
              </a:spcAft>
              <a:buClr>
                <a:schemeClr val="lt2"/>
              </a:buClr>
              <a:buSzPts val="1600"/>
              <a:buNone/>
              <a:defRPr sz="1600">
                <a:solidFill>
                  <a:schemeClr val="lt2"/>
                </a:solidFill>
              </a:defRPr>
            </a:lvl7pPr>
            <a:lvl8pPr lvl="7" algn="l">
              <a:lnSpc>
                <a:spcPct val="100000"/>
              </a:lnSpc>
              <a:spcBef>
                <a:spcPts val="0"/>
              </a:spcBef>
              <a:spcAft>
                <a:spcPts val="0"/>
              </a:spcAft>
              <a:buClr>
                <a:schemeClr val="lt2"/>
              </a:buClr>
              <a:buSzPts val="1600"/>
              <a:buNone/>
              <a:defRPr sz="1600">
                <a:solidFill>
                  <a:schemeClr val="lt2"/>
                </a:solidFill>
              </a:defRPr>
            </a:lvl8pPr>
            <a:lvl9pPr lvl="8" algn="l">
              <a:lnSpc>
                <a:spcPct val="100000"/>
              </a:lnSpc>
              <a:spcBef>
                <a:spcPts val="0"/>
              </a:spcBef>
              <a:spcAft>
                <a:spcPts val="0"/>
              </a:spcAft>
              <a:buClr>
                <a:schemeClr val="lt2"/>
              </a:buClr>
              <a:buSzPts val="1600"/>
              <a:buNone/>
              <a:defRPr sz="1600">
                <a:solidFill>
                  <a:schemeClr val="lt2"/>
                </a:solidFill>
              </a:defRPr>
            </a:lvl9pPr>
          </a:lstStyle>
          <a:p/>
        </p:txBody>
      </p:sp>
      <p:sp>
        <p:nvSpPr>
          <p:cNvPr id="13" name="Google Shape;13;p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4" name="Shape 14"/>
        <p:cNvGrpSpPr/>
        <p:nvPr/>
      </p:nvGrpSpPr>
      <p:grpSpPr>
        <a:xfrm>
          <a:off x="0" y="0"/>
          <a:ext cx="0" cy="0"/>
          <a:chOff x="0" y="0"/>
          <a:chExt cx="0" cy="0"/>
        </a:xfrm>
      </p:grpSpPr>
      <p:sp>
        <p:nvSpPr>
          <p:cNvPr id="15" name="Google Shape;15;p3"/>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 name="Google Shape;16;p3"/>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17" name="Google Shape;17;p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AUTOLAYOUT_1">
    <p:bg>
      <p:bgPr>
        <a:solidFill>
          <a:srgbClr val="FFFFFF"/>
        </a:solidFill>
      </p:bgPr>
    </p:bg>
    <p:spTree>
      <p:nvGrpSpPr>
        <p:cNvPr id="18" name="Shape 18"/>
        <p:cNvGrpSpPr/>
        <p:nvPr/>
      </p:nvGrpSpPr>
      <p:grpSpPr>
        <a:xfrm>
          <a:off x="0" y="0"/>
          <a:ext cx="0" cy="0"/>
          <a:chOff x="0" y="0"/>
          <a:chExt cx="0" cy="0"/>
        </a:xfrm>
      </p:grpSpPr>
      <p:sp>
        <p:nvSpPr>
          <p:cNvPr id="19" name="Google Shape;19;p4"/>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0" name="Google Shape;20;p4"/>
          <p:cNvSpPr/>
          <p:nvPr/>
        </p:nvSpPr>
        <p:spPr>
          <a:xfrm flipH="1" rot="10800000">
            <a:off x="365425" y="659700"/>
            <a:ext cx="1063500" cy="6855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 name="Google Shape;21;p4"/>
          <p:cNvSpPr/>
          <p:nvPr/>
        </p:nvSpPr>
        <p:spPr>
          <a:xfrm rot="10800000">
            <a:off x="439525" y="659700"/>
            <a:ext cx="989400" cy="6855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2" name="Google Shape;22;p4"/>
          <p:cNvSpPr/>
          <p:nvPr/>
        </p:nvSpPr>
        <p:spPr>
          <a:xfrm>
            <a:off x="365425" y="0"/>
            <a:ext cx="1063500" cy="8160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 name="Google Shape;23;p4"/>
          <p:cNvSpPr txBox="1"/>
          <p:nvPr>
            <p:ph type="title"/>
          </p:nvPr>
        </p:nvSpPr>
        <p:spPr>
          <a:xfrm>
            <a:off x="2454975" y="72350"/>
            <a:ext cx="6486000" cy="8520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dk1"/>
              </a:buClr>
              <a:buSzPts val="3600"/>
              <a:buNone/>
              <a:defRPr b="1" sz="3600">
                <a:solidFill>
                  <a:schemeClr val="dk1"/>
                </a:solidFill>
              </a:defRPr>
            </a:lvl1pPr>
            <a:lvl2pPr lvl="1" algn="l">
              <a:lnSpc>
                <a:spcPct val="100000"/>
              </a:lnSpc>
              <a:spcBef>
                <a:spcPts val="0"/>
              </a:spcBef>
              <a:spcAft>
                <a:spcPts val="0"/>
              </a:spcAft>
              <a:buClr>
                <a:schemeClr val="dk1"/>
              </a:buClr>
              <a:buSzPts val="3600"/>
              <a:buNone/>
              <a:defRPr b="1" sz="3600">
                <a:solidFill>
                  <a:schemeClr val="dk1"/>
                </a:solidFill>
              </a:defRPr>
            </a:lvl2pPr>
            <a:lvl3pPr lvl="2" algn="l">
              <a:lnSpc>
                <a:spcPct val="100000"/>
              </a:lnSpc>
              <a:spcBef>
                <a:spcPts val="0"/>
              </a:spcBef>
              <a:spcAft>
                <a:spcPts val="0"/>
              </a:spcAft>
              <a:buClr>
                <a:schemeClr val="dk1"/>
              </a:buClr>
              <a:buSzPts val="3600"/>
              <a:buNone/>
              <a:defRPr b="1" sz="3600">
                <a:solidFill>
                  <a:schemeClr val="dk1"/>
                </a:solidFill>
              </a:defRPr>
            </a:lvl3pPr>
            <a:lvl4pPr lvl="3" algn="l">
              <a:lnSpc>
                <a:spcPct val="100000"/>
              </a:lnSpc>
              <a:spcBef>
                <a:spcPts val="0"/>
              </a:spcBef>
              <a:spcAft>
                <a:spcPts val="0"/>
              </a:spcAft>
              <a:buClr>
                <a:schemeClr val="dk1"/>
              </a:buClr>
              <a:buSzPts val="3600"/>
              <a:buNone/>
              <a:defRPr b="1" sz="3600">
                <a:solidFill>
                  <a:schemeClr val="dk1"/>
                </a:solidFill>
              </a:defRPr>
            </a:lvl4pPr>
            <a:lvl5pPr lvl="4" algn="l">
              <a:lnSpc>
                <a:spcPct val="100000"/>
              </a:lnSpc>
              <a:spcBef>
                <a:spcPts val="0"/>
              </a:spcBef>
              <a:spcAft>
                <a:spcPts val="0"/>
              </a:spcAft>
              <a:buClr>
                <a:schemeClr val="dk1"/>
              </a:buClr>
              <a:buSzPts val="3600"/>
              <a:buNone/>
              <a:defRPr b="1" sz="3600">
                <a:solidFill>
                  <a:schemeClr val="dk1"/>
                </a:solidFill>
              </a:defRPr>
            </a:lvl5pPr>
            <a:lvl6pPr lvl="5" algn="l">
              <a:lnSpc>
                <a:spcPct val="100000"/>
              </a:lnSpc>
              <a:spcBef>
                <a:spcPts val="0"/>
              </a:spcBef>
              <a:spcAft>
                <a:spcPts val="0"/>
              </a:spcAft>
              <a:buClr>
                <a:schemeClr val="dk1"/>
              </a:buClr>
              <a:buSzPts val="3600"/>
              <a:buNone/>
              <a:defRPr b="1" sz="3600">
                <a:solidFill>
                  <a:schemeClr val="dk1"/>
                </a:solidFill>
              </a:defRPr>
            </a:lvl6pPr>
            <a:lvl7pPr lvl="6" algn="l">
              <a:lnSpc>
                <a:spcPct val="100000"/>
              </a:lnSpc>
              <a:spcBef>
                <a:spcPts val="0"/>
              </a:spcBef>
              <a:spcAft>
                <a:spcPts val="0"/>
              </a:spcAft>
              <a:buClr>
                <a:schemeClr val="dk1"/>
              </a:buClr>
              <a:buSzPts val="3600"/>
              <a:buNone/>
              <a:defRPr b="1" sz="3600">
                <a:solidFill>
                  <a:schemeClr val="dk1"/>
                </a:solidFill>
              </a:defRPr>
            </a:lvl7pPr>
            <a:lvl8pPr lvl="7" algn="l">
              <a:lnSpc>
                <a:spcPct val="100000"/>
              </a:lnSpc>
              <a:spcBef>
                <a:spcPts val="0"/>
              </a:spcBef>
              <a:spcAft>
                <a:spcPts val="0"/>
              </a:spcAft>
              <a:buClr>
                <a:schemeClr val="dk1"/>
              </a:buClr>
              <a:buSzPts val="3600"/>
              <a:buNone/>
              <a:defRPr b="1" sz="3600">
                <a:solidFill>
                  <a:schemeClr val="dk1"/>
                </a:solidFill>
              </a:defRPr>
            </a:lvl8pPr>
            <a:lvl9pPr lvl="8" algn="l">
              <a:lnSpc>
                <a:spcPct val="100000"/>
              </a:lnSpc>
              <a:spcBef>
                <a:spcPts val="0"/>
              </a:spcBef>
              <a:spcAft>
                <a:spcPts val="0"/>
              </a:spcAft>
              <a:buClr>
                <a:schemeClr val="dk1"/>
              </a:buClr>
              <a:buSzPts val="3600"/>
              <a:buNone/>
              <a:defRPr b="1" sz="3600">
                <a:solidFill>
                  <a:schemeClr val="dk1"/>
                </a:solidFill>
              </a:defRPr>
            </a:lvl9pPr>
          </a:lstStyle>
          <a:p/>
        </p:txBody>
      </p:sp>
      <p:sp>
        <p:nvSpPr>
          <p:cNvPr id="24" name="Google Shape;24;p4"/>
          <p:cNvSpPr txBox="1"/>
          <p:nvPr>
            <p:ph idx="1" type="body"/>
          </p:nvPr>
        </p:nvSpPr>
        <p:spPr>
          <a:xfrm>
            <a:off x="2454975" y="924350"/>
            <a:ext cx="6486000" cy="1146600"/>
          </a:xfrm>
          <a:prstGeom prst="rect">
            <a:avLst/>
          </a:prstGeom>
          <a:noFill/>
          <a:ln>
            <a:noFill/>
          </a:ln>
        </p:spPr>
        <p:txBody>
          <a:bodyPr anchorCtr="0" anchor="t" bIns="91425" lIns="91425" spcFirstLastPara="1" rIns="91425" wrap="square" tIns="91425">
            <a:noAutofit/>
          </a:bodyPr>
          <a:lstStyle>
            <a:lvl1pPr indent="-330200" lvl="0" marL="457200" algn="l">
              <a:lnSpc>
                <a:spcPct val="115000"/>
              </a:lnSpc>
              <a:spcBef>
                <a:spcPts val="0"/>
              </a:spcBef>
              <a:spcAft>
                <a:spcPts val="0"/>
              </a:spcAft>
              <a:buClr>
                <a:schemeClr val="dk2"/>
              </a:buClr>
              <a:buSzPts val="1600"/>
              <a:buChar char="●"/>
              <a:defRPr sz="1600">
                <a:solidFill>
                  <a:schemeClr val="dk2"/>
                </a:solidFill>
              </a:defRPr>
            </a:lvl1pPr>
            <a:lvl2pPr indent="-298450" lvl="1" marL="914400" algn="l">
              <a:lnSpc>
                <a:spcPct val="115000"/>
              </a:lnSpc>
              <a:spcBef>
                <a:spcPts val="1600"/>
              </a:spcBef>
              <a:spcAft>
                <a:spcPts val="0"/>
              </a:spcAft>
              <a:buClr>
                <a:schemeClr val="dk2"/>
              </a:buClr>
              <a:buSzPts val="1100"/>
              <a:buChar char="○"/>
              <a:defRPr sz="1400">
                <a:solidFill>
                  <a:schemeClr val="dk2"/>
                </a:solidFill>
              </a:defRPr>
            </a:lvl2pPr>
            <a:lvl3pPr indent="-298450" lvl="2" marL="1371600" algn="l">
              <a:lnSpc>
                <a:spcPct val="115000"/>
              </a:lnSpc>
              <a:spcBef>
                <a:spcPts val="1600"/>
              </a:spcBef>
              <a:spcAft>
                <a:spcPts val="0"/>
              </a:spcAft>
              <a:buClr>
                <a:schemeClr val="dk2"/>
              </a:buClr>
              <a:buSzPts val="1100"/>
              <a:buChar char="■"/>
              <a:defRPr sz="1400">
                <a:solidFill>
                  <a:schemeClr val="dk2"/>
                </a:solidFill>
              </a:defRPr>
            </a:lvl3pPr>
            <a:lvl4pPr indent="-298450" lvl="3" marL="1828800" algn="l">
              <a:lnSpc>
                <a:spcPct val="115000"/>
              </a:lnSpc>
              <a:spcBef>
                <a:spcPts val="1600"/>
              </a:spcBef>
              <a:spcAft>
                <a:spcPts val="0"/>
              </a:spcAft>
              <a:buClr>
                <a:schemeClr val="dk2"/>
              </a:buClr>
              <a:buSzPts val="1100"/>
              <a:buChar char="●"/>
              <a:defRPr sz="1400">
                <a:solidFill>
                  <a:schemeClr val="dk2"/>
                </a:solidFill>
              </a:defRPr>
            </a:lvl4pPr>
            <a:lvl5pPr indent="-298450" lvl="4" marL="2286000" algn="l">
              <a:lnSpc>
                <a:spcPct val="115000"/>
              </a:lnSpc>
              <a:spcBef>
                <a:spcPts val="1600"/>
              </a:spcBef>
              <a:spcAft>
                <a:spcPts val="0"/>
              </a:spcAft>
              <a:buClr>
                <a:schemeClr val="dk2"/>
              </a:buClr>
              <a:buSzPts val="1100"/>
              <a:buChar char="○"/>
              <a:defRPr sz="1400">
                <a:solidFill>
                  <a:schemeClr val="dk2"/>
                </a:solidFill>
              </a:defRPr>
            </a:lvl5pPr>
            <a:lvl6pPr indent="-298450" lvl="5" marL="2743200" algn="l">
              <a:lnSpc>
                <a:spcPct val="115000"/>
              </a:lnSpc>
              <a:spcBef>
                <a:spcPts val="1600"/>
              </a:spcBef>
              <a:spcAft>
                <a:spcPts val="0"/>
              </a:spcAft>
              <a:buClr>
                <a:schemeClr val="dk2"/>
              </a:buClr>
              <a:buSzPts val="1100"/>
              <a:buChar char="■"/>
              <a:defRPr sz="1400">
                <a:solidFill>
                  <a:schemeClr val="dk2"/>
                </a:solidFill>
              </a:defRPr>
            </a:lvl6pPr>
            <a:lvl7pPr indent="-298450" lvl="6" marL="3200400" algn="l">
              <a:lnSpc>
                <a:spcPct val="115000"/>
              </a:lnSpc>
              <a:spcBef>
                <a:spcPts val="1600"/>
              </a:spcBef>
              <a:spcAft>
                <a:spcPts val="0"/>
              </a:spcAft>
              <a:buClr>
                <a:schemeClr val="dk2"/>
              </a:buClr>
              <a:buSzPts val="1100"/>
              <a:buChar char="●"/>
              <a:defRPr sz="1400">
                <a:solidFill>
                  <a:schemeClr val="dk2"/>
                </a:solidFill>
              </a:defRPr>
            </a:lvl7pPr>
            <a:lvl8pPr indent="-298450" lvl="7" marL="3657600" algn="l">
              <a:lnSpc>
                <a:spcPct val="115000"/>
              </a:lnSpc>
              <a:spcBef>
                <a:spcPts val="1600"/>
              </a:spcBef>
              <a:spcAft>
                <a:spcPts val="0"/>
              </a:spcAft>
              <a:buClr>
                <a:schemeClr val="dk2"/>
              </a:buClr>
              <a:buSzPts val="1100"/>
              <a:buChar char="○"/>
              <a:defRPr sz="1400">
                <a:solidFill>
                  <a:schemeClr val="dk2"/>
                </a:solidFill>
              </a:defRPr>
            </a:lvl8pPr>
            <a:lvl9pPr indent="-298450" lvl="8" marL="4114800" algn="l">
              <a:lnSpc>
                <a:spcPct val="115000"/>
              </a:lnSpc>
              <a:spcBef>
                <a:spcPts val="1600"/>
              </a:spcBef>
              <a:spcAft>
                <a:spcPts val="1600"/>
              </a:spcAft>
              <a:buClr>
                <a:schemeClr val="dk2"/>
              </a:buClr>
              <a:buSzPts val="1100"/>
              <a:buChar char="■"/>
              <a:defRPr sz="1400">
                <a:solidFill>
                  <a:schemeClr val="dk2"/>
                </a:solidFill>
              </a:defRPr>
            </a:lvl9pPr>
          </a:lstStyle>
          <a:p/>
        </p:txBody>
      </p:sp>
      <p:sp>
        <p:nvSpPr>
          <p:cNvPr id="25" name="Google Shape;25;p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26" name="Google Shape;26;p4"/>
          <p:cNvSpPr txBox="1"/>
          <p:nvPr>
            <p:ph idx="2" type="body"/>
          </p:nvPr>
        </p:nvSpPr>
        <p:spPr>
          <a:xfrm>
            <a:off x="110475" y="1720575"/>
            <a:ext cx="2311200" cy="21765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27" name="Google Shape;27;p4"/>
          <p:cNvSpPr txBox="1"/>
          <p:nvPr>
            <p:ph idx="3" type="body"/>
          </p:nvPr>
        </p:nvSpPr>
        <p:spPr>
          <a:xfrm>
            <a:off x="2454975" y="2013125"/>
            <a:ext cx="6486000" cy="28287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28" name="Google Shape;28;p4"/>
          <p:cNvSpPr txBox="1"/>
          <p:nvPr>
            <p:ph idx="4" type="title"/>
          </p:nvPr>
        </p:nvSpPr>
        <p:spPr>
          <a:xfrm>
            <a:off x="427525" y="32875"/>
            <a:ext cx="933900" cy="749700"/>
          </a:xfrm>
          <a:prstGeom prst="rect">
            <a:avLst/>
          </a:prstGeom>
          <a:noFill/>
          <a:ln>
            <a:noFill/>
          </a:ln>
        </p:spPr>
        <p:txBody>
          <a:bodyPr anchorCtr="0" anchor="ctr" bIns="91425" lIns="91425" spcFirstLastPara="1" rIns="91425" wrap="square" tIns="91425">
            <a:noAutofit/>
          </a:bodyPr>
          <a:lstStyle>
            <a:lvl1pPr lvl="0" algn="ctr">
              <a:lnSpc>
                <a:spcPct val="100000"/>
              </a:lnSpc>
              <a:spcBef>
                <a:spcPts val="0"/>
              </a:spcBef>
              <a:spcAft>
                <a:spcPts val="0"/>
              </a:spcAft>
              <a:buSzPts val="2800"/>
              <a:buNone/>
              <a:defRPr sz="2400">
                <a:solidFill>
                  <a:srgbClr val="FFFFFF"/>
                </a:solidFill>
                <a:latin typeface="Roboto"/>
                <a:ea typeface="Roboto"/>
                <a:cs typeface="Roboto"/>
                <a:sym typeface="Roboto"/>
              </a:defRPr>
            </a:lvl1pPr>
            <a:lvl2pPr lvl="1" algn="l">
              <a:lnSpc>
                <a:spcPct val="100000"/>
              </a:lnSpc>
              <a:spcBef>
                <a:spcPts val="0"/>
              </a:spcBef>
              <a:spcAft>
                <a:spcPts val="0"/>
              </a:spcAft>
              <a:buSzPts val="2800"/>
              <a:buNone/>
              <a:defRPr>
                <a:latin typeface="Roboto"/>
                <a:ea typeface="Roboto"/>
                <a:cs typeface="Roboto"/>
                <a:sym typeface="Roboto"/>
              </a:defRPr>
            </a:lvl2pPr>
            <a:lvl3pPr lvl="2" algn="l">
              <a:lnSpc>
                <a:spcPct val="100000"/>
              </a:lnSpc>
              <a:spcBef>
                <a:spcPts val="0"/>
              </a:spcBef>
              <a:spcAft>
                <a:spcPts val="0"/>
              </a:spcAft>
              <a:buSzPts val="2800"/>
              <a:buNone/>
              <a:defRPr>
                <a:latin typeface="Roboto"/>
                <a:ea typeface="Roboto"/>
                <a:cs typeface="Roboto"/>
                <a:sym typeface="Roboto"/>
              </a:defRPr>
            </a:lvl3pPr>
            <a:lvl4pPr lvl="3" algn="l">
              <a:lnSpc>
                <a:spcPct val="100000"/>
              </a:lnSpc>
              <a:spcBef>
                <a:spcPts val="0"/>
              </a:spcBef>
              <a:spcAft>
                <a:spcPts val="0"/>
              </a:spcAft>
              <a:buSzPts val="2800"/>
              <a:buNone/>
              <a:defRPr>
                <a:latin typeface="Roboto"/>
                <a:ea typeface="Roboto"/>
                <a:cs typeface="Roboto"/>
                <a:sym typeface="Roboto"/>
              </a:defRPr>
            </a:lvl4pPr>
            <a:lvl5pPr lvl="4" algn="l">
              <a:lnSpc>
                <a:spcPct val="100000"/>
              </a:lnSpc>
              <a:spcBef>
                <a:spcPts val="0"/>
              </a:spcBef>
              <a:spcAft>
                <a:spcPts val="0"/>
              </a:spcAft>
              <a:buSzPts val="2800"/>
              <a:buNone/>
              <a:defRPr>
                <a:latin typeface="Roboto"/>
                <a:ea typeface="Roboto"/>
                <a:cs typeface="Roboto"/>
                <a:sym typeface="Roboto"/>
              </a:defRPr>
            </a:lvl5pPr>
            <a:lvl6pPr lvl="5" algn="l">
              <a:lnSpc>
                <a:spcPct val="100000"/>
              </a:lnSpc>
              <a:spcBef>
                <a:spcPts val="0"/>
              </a:spcBef>
              <a:spcAft>
                <a:spcPts val="0"/>
              </a:spcAft>
              <a:buSzPts val="2800"/>
              <a:buNone/>
              <a:defRPr>
                <a:latin typeface="Roboto"/>
                <a:ea typeface="Roboto"/>
                <a:cs typeface="Roboto"/>
                <a:sym typeface="Roboto"/>
              </a:defRPr>
            </a:lvl6pPr>
            <a:lvl7pPr lvl="6" algn="l">
              <a:lnSpc>
                <a:spcPct val="100000"/>
              </a:lnSpc>
              <a:spcBef>
                <a:spcPts val="0"/>
              </a:spcBef>
              <a:spcAft>
                <a:spcPts val="0"/>
              </a:spcAft>
              <a:buSzPts val="2800"/>
              <a:buNone/>
              <a:defRPr>
                <a:latin typeface="Roboto"/>
                <a:ea typeface="Roboto"/>
                <a:cs typeface="Roboto"/>
                <a:sym typeface="Roboto"/>
              </a:defRPr>
            </a:lvl7pPr>
            <a:lvl8pPr lvl="7" algn="l">
              <a:lnSpc>
                <a:spcPct val="100000"/>
              </a:lnSpc>
              <a:spcBef>
                <a:spcPts val="0"/>
              </a:spcBef>
              <a:spcAft>
                <a:spcPts val="0"/>
              </a:spcAft>
              <a:buSzPts val="2800"/>
              <a:buNone/>
              <a:defRPr>
                <a:latin typeface="Roboto"/>
                <a:ea typeface="Roboto"/>
                <a:cs typeface="Roboto"/>
                <a:sym typeface="Roboto"/>
              </a:defRPr>
            </a:lvl8pPr>
            <a:lvl9pPr lvl="8" algn="l">
              <a:lnSpc>
                <a:spcPct val="100000"/>
              </a:lnSpc>
              <a:spcBef>
                <a:spcPts val="0"/>
              </a:spcBef>
              <a:spcAft>
                <a:spcPts val="0"/>
              </a:spcAft>
              <a:buSzPts val="2800"/>
              <a:buNone/>
              <a:defRPr>
                <a:latin typeface="Roboto"/>
                <a:ea typeface="Roboto"/>
                <a:cs typeface="Roboto"/>
                <a:sym typeface="Roboto"/>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9" name="Shape 29"/>
        <p:cNvGrpSpPr/>
        <p:nvPr/>
      </p:nvGrpSpPr>
      <p:grpSpPr>
        <a:xfrm>
          <a:off x="0" y="0"/>
          <a:ext cx="0" cy="0"/>
          <a:chOff x="0" y="0"/>
          <a:chExt cx="0" cy="0"/>
        </a:xfrm>
      </p:grpSpPr>
      <p:sp>
        <p:nvSpPr>
          <p:cNvPr id="30" name="Google Shape;30;p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31" name="Shape 31"/>
        <p:cNvGrpSpPr/>
        <p:nvPr/>
      </p:nvGrpSpPr>
      <p:grpSpPr>
        <a:xfrm>
          <a:off x="0" y="0"/>
          <a:ext cx="0" cy="0"/>
          <a:chOff x="0" y="0"/>
          <a:chExt cx="0" cy="0"/>
        </a:xfrm>
      </p:grpSpPr>
      <p:sp>
        <p:nvSpPr>
          <p:cNvPr id="32" name="Google Shape;32;p6"/>
          <p:cNvSpPr/>
          <p:nvPr/>
        </p:nvSpPr>
        <p:spPr>
          <a:xfrm>
            <a:off x="-125"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33" name="Google Shape;33;p6"/>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34" name="Google Shape;34;p6"/>
          <p:cNvSpPr txBox="1"/>
          <p:nvPr>
            <p:ph type="title"/>
          </p:nvPr>
        </p:nvSpPr>
        <p:spPr>
          <a:xfrm>
            <a:off x="311725" y="500925"/>
            <a:ext cx="3706500" cy="638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35" name="Google Shape;35;p6"/>
          <p:cNvSpPr txBox="1"/>
          <p:nvPr>
            <p:ph idx="1" type="body"/>
          </p:nvPr>
        </p:nvSpPr>
        <p:spPr>
          <a:xfrm>
            <a:off x="4644675" y="500925"/>
            <a:ext cx="4166400" cy="44322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36" name="Google Shape;36;p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37" name="Google Shape;37;p6"/>
          <p:cNvSpPr txBox="1"/>
          <p:nvPr>
            <p:ph idx="2" type="body"/>
          </p:nvPr>
        </p:nvSpPr>
        <p:spPr>
          <a:xfrm>
            <a:off x="315425" y="1286175"/>
            <a:ext cx="3706500" cy="26973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Clr>
                <a:srgbClr val="FFFFFF"/>
              </a:buClr>
              <a:buSzPts val="1300"/>
              <a:buChar char="●"/>
              <a:defRPr>
                <a:solidFill>
                  <a:srgbClr val="FFFFFF"/>
                </a:solidFill>
              </a:defRPr>
            </a:lvl1pPr>
            <a:lvl2pPr indent="-298450" lvl="1" marL="914400" algn="l">
              <a:lnSpc>
                <a:spcPct val="115000"/>
              </a:lnSpc>
              <a:spcBef>
                <a:spcPts val="1600"/>
              </a:spcBef>
              <a:spcAft>
                <a:spcPts val="0"/>
              </a:spcAft>
              <a:buClr>
                <a:srgbClr val="FFFFFF"/>
              </a:buClr>
              <a:buSzPts val="1100"/>
              <a:buChar char="○"/>
              <a:defRPr>
                <a:solidFill>
                  <a:srgbClr val="FFFFFF"/>
                </a:solidFill>
              </a:defRPr>
            </a:lvl2pPr>
            <a:lvl3pPr indent="-298450" lvl="2" marL="1371600" algn="l">
              <a:lnSpc>
                <a:spcPct val="115000"/>
              </a:lnSpc>
              <a:spcBef>
                <a:spcPts val="1600"/>
              </a:spcBef>
              <a:spcAft>
                <a:spcPts val="0"/>
              </a:spcAft>
              <a:buClr>
                <a:srgbClr val="FFFFFF"/>
              </a:buClr>
              <a:buSzPts val="1100"/>
              <a:buChar char="■"/>
              <a:defRPr>
                <a:solidFill>
                  <a:srgbClr val="FFFFFF"/>
                </a:solidFill>
              </a:defRPr>
            </a:lvl3pPr>
            <a:lvl4pPr indent="-298450" lvl="3" marL="1828800" algn="l">
              <a:lnSpc>
                <a:spcPct val="115000"/>
              </a:lnSpc>
              <a:spcBef>
                <a:spcPts val="1600"/>
              </a:spcBef>
              <a:spcAft>
                <a:spcPts val="0"/>
              </a:spcAft>
              <a:buClr>
                <a:srgbClr val="FFFFFF"/>
              </a:buClr>
              <a:buSzPts val="1100"/>
              <a:buChar char="●"/>
              <a:defRPr>
                <a:solidFill>
                  <a:srgbClr val="FFFFFF"/>
                </a:solidFill>
              </a:defRPr>
            </a:lvl4pPr>
            <a:lvl5pPr indent="-298450" lvl="4" marL="2286000" algn="l">
              <a:lnSpc>
                <a:spcPct val="115000"/>
              </a:lnSpc>
              <a:spcBef>
                <a:spcPts val="1600"/>
              </a:spcBef>
              <a:spcAft>
                <a:spcPts val="0"/>
              </a:spcAft>
              <a:buClr>
                <a:srgbClr val="FFFFFF"/>
              </a:buClr>
              <a:buSzPts val="1100"/>
              <a:buChar char="○"/>
              <a:defRPr>
                <a:solidFill>
                  <a:srgbClr val="FFFFFF"/>
                </a:solidFill>
              </a:defRPr>
            </a:lvl5pPr>
            <a:lvl6pPr indent="-298450" lvl="5" marL="2743200" algn="l">
              <a:lnSpc>
                <a:spcPct val="115000"/>
              </a:lnSpc>
              <a:spcBef>
                <a:spcPts val="1600"/>
              </a:spcBef>
              <a:spcAft>
                <a:spcPts val="0"/>
              </a:spcAft>
              <a:buClr>
                <a:srgbClr val="FFFFFF"/>
              </a:buClr>
              <a:buSzPts val="1100"/>
              <a:buChar char="■"/>
              <a:defRPr>
                <a:solidFill>
                  <a:srgbClr val="FFFFFF"/>
                </a:solidFill>
              </a:defRPr>
            </a:lvl6pPr>
            <a:lvl7pPr indent="-298450" lvl="6" marL="3200400" algn="l">
              <a:lnSpc>
                <a:spcPct val="115000"/>
              </a:lnSpc>
              <a:spcBef>
                <a:spcPts val="1600"/>
              </a:spcBef>
              <a:spcAft>
                <a:spcPts val="0"/>
              </a:spcAft>
              <a:buClr>
                <a:srgbClr val="FFFFFF"/>
              </a:buClr>
              <a:buSzPts val="1100"/>
              <a:buChar char="●"/>
              <a:defRPr>
                <a:solidFill>
                  <a:srgbClr val="FFFFFF"/>
                </a:solidFill>
              </a:defRPr>
            </a:lvl7pPr>
            <a:lvl8pPr indent="-298450" lvl="7" marL="3657600" algn="l">
              <a:lnSpc>
                <a:spcPct val="115000"/>
              </a:lnSpc>
              <a:spcBef>
                <a:spcPts val="1600"/>
              </a:spcBef>
              <a:spcAft>
                <a:spcPts val="0"/>
              </a:spcAft>
              <a:buClr>
                <a:srgbClr val="FFFFFF"/>
              </a:buClr>
              <a:buSzPts val="1100"/>
              <a:buChar char="○"/>
              <a:defRPr>
                <a:solidFill>
                  <a:srgbClr val="FFFFFF"/>
                </a:solidFill>
              </a:defRPr>
            </a:lvl8pPr>
            <a:lvl9pPr indent="-298450" lvl="8" marL="4114800" algn="l">
              <a:lnSpc>
                <a:spcPct val="115000"/>
              </a:lnSpc>
              <a:spcBef>
                <a:spcPts val="1600"/>
              </a:spcBef>
              <a:spcAft>
                <a:spcPts val="1600"/>
              </a:spcAft>
              <a:buClr>
                <a:srgbClr val="FFFFFF"/>
              </a:buClr>
              <a:buSzPts val="1100"/>
              <a:buChar char="■"/>
              <a:defRPr>
                <a:solidFill>
                  <a:srgbClr val="FFFFFF"/>
                </a:solidFill>
              </a:defRPr>
            </a:lvl9pPr>
          </a:lstStyle>
          <a:p/>
        </p:txBody>
      </p:sp>
      <p:sp>
        <p:nvSpPr>
          <p:cNvPr id="38" name="Google Shape;38;p6"/>
          <p:cNvSpPr txBox="1"/>
          <p:nvPr>
            <p:ph idx="3" type="body"/>
          </p:nvPr>
        </p:nvSpPr>
        <p:spPr>
          <a:xfrm>
            <a:off x="3154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11150" lvl="0" marL="457200" algn="l">
              <a:lnSpc>
                <a:spcPct val="115000"/>
              </a:lnSpc>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indent="-298450" lvl="1" marL="9144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indent="-298450" lvl="2" marL="13716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indent="-298450" lvl="3" marL="18288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indent="-298450" lvl="4" marL="22860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indent="-298450" lvl="5" marL="27432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indent="-298450" lvl="6" marL="32004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indent="-298450" lvl="7" marL="36576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indent="-298450" lvl="8" marL="41148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39" name="Shape 39"/>
        <p:cNvGrpSpPr/>
        <p:nvPr/>
      </p:nvGrpSpPr>
      <p:grpSpPr>
        <a:xfrm>
          <a:off x="0" y="0"/>
          <a:ext cx="0" cy="0"/>
          <a:chOff x="0" y="0"/>
          <a:chExt cx="0" cy="0"/>
        </a:xfrm>
      </p:grpSpPr>
      <p:sp>
        <p:nvSpPr>
          <p:cNvPr id="40" name="Google Shape;40;p7"/>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1" name="Google Shape;41;p7"/>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42" name="Google Shape;42;p7"/>
          <p:cNvSpPr txBox="1"/>
          <p:nvPr>
            <p:ph idx="1" type="body"/>
          </p:nvPr>
        </p:nvSpPr>
        <p:spPr>
          <a:xfrm>
            <a:off x="311700" y="1505700"/>
            <a:ext cx="3999900" cy="30762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43" name="Google Shape;43;p7"/>
          <p:cNvSpPr txBox="1"/>
          <p:nvPr>
            <p:ph idx="2" type="body"/>
          </p:nvPr>
        </p:nvSpPr>
        <p:spPr>
          <a:xfrm>
            <a:off x="4832400" y="1505700"/>
            <a:ext cx="3999900" cy="30762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44" name="Google Shape;44;p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45" name="Shape 45"/>
        <p:cNvGrpSpPr/>
        <p:nvPr/>
      </p:nvGrpSpPr>
      <p:grpSpPr>
        <a:xfrm>
          <a:off x="0" y="0"/>
          <a:ext cx="0" cy="0"/>
          <a:chOff x="0" y="0"/>
          <a:chExt cx="0" cy="0"/>
        </a:xfrm>
      </p:grpSpPr>
      <p:sp>
        <p:nvSpPr>
          <p:cNvPr id="46" name="Google Shape;46;p8"/>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47" name="Google Shape;47;p8"/>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48" name="Google Shape;48;p8"/>
          <p:cNvSpPr txBox="1"/>
          <p:nvPr>
            <p:ph idx="12" type="sldNum"/>
          </p:nvPr>
        </p:nvSpPr>
        <p:spPr>
          <a:xfrm>
            <a:off x="90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49" name="Google Shape;49;p8"/>
          <p:cNvSpPr txBox="1"/>
          <p:nvPr>
            <p:ph type="title"/>
          </p:nvPr>
        </p:nvSpPr>
        <p:spPr>
          <a:xfrm>
            <a:off x="5264725" y="500925"/>
            <a:ext cx="3706500" cy="6381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50" name="Google Shape;50;p8"/>
          <p:cNvSpPr txBox="1"/>
          <p:nvPr>
            <p:ph idx="1" type="body"/>
          </p:nvPr>
        </p:nvSpPr>
        <p:spPr>
          <a:xfrm>
            <a:off x="301275" y="500925"/>
            <a:ext cx="4166400" cy="44322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51" name="Google Shape;51;p8"/>
          <p:cNvSpPr txBox="1"/>
          <p:nvPr>
            <p:ph idx="2" type="body"/>
          </p:nvPr>
        </p:nvSpPr>
        <p:spPr>
          <a:xfrm>
            <a:off x="5192225" y="1286175"/>
            <a:ext cx="3706500" cy="26973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Clr>
                <a:srgbClr val="FFFFFF"/>
              </a:buClr>
              <a:buSzPts val="1300"/>
              <a:buChar char="●"/>
              <a:defRPr>
                <a:solidFill>
                  <a:srgbClr val="FFFFFF"/>
                </a:solidFill>
              </a:defRPr>
            </a:lvl1pPr>
            <a:lvl2pPr indent="-298450" lvl="1" marL="914400" algn="l">
              <a:lnSpc>
                <a:spcPct val="115000"/>
              </a:lnSpc>
              <a:spcBef>
                <a:spcPts val="1600"/>
              </a:spcBef>
              <a:spcAft>
                <a:spcPts val="0"/>
              </a:spcAft>
              <a:buClr>
                <a:srgbClr val="FFFFFF"/>
              </a:buClr>
              <a:buSzPts val="1100"/>
              <a:buChar char="○"/>
              <a:defRPr>
                <a:solidFill>
                  <a:srgbClr val="FFFFFF"/>
                </a:solidFill>
              </a:defRPr>
            </a:lvl2pPr>
            <a:lvl3pPr indent="-298450" lvl="2" marL="1371600" algn="l">
              <a:lnSpc>
                <a:spcPct val="115000"/>
              </a:lnSpc>
              <a:spcBef>
                <a:spcPts val="1600"/>
              </a:spcBef>
              <a:spcAft>
                <a:spcPts val="0"/>
              </a:spcAft>
              <a:buClr>
                <a:srgbClr val="FFFFFF"/>
              </a:buClr>
              <a:buSzPts val="1100"/>
              <a:buChar char="■"/>
              <a:defRPr>
                <a:solidFill>
                  <a:srgbClr val="FFFFFF"/>
                </a:solidFill>
              </a:defRPr>
            </a:lvl3pPr>
            <a:lvl4pPr indent="-298450" lvl="3" marL="1828800" algn="l">
              <a:lnSpc>
                <a:spcPct val="115000"/>
              </a:lnSpc>
              <a:spcBef>
                <a:spcPts val="1600"/>
              </a:spcBef>
              <a:spcAft>
                <a:spcPts val="0"/>
              </a:spcAft>
              <a:buClr>
                <a:srgbClr val="FFFFFF"/>
              </a:buClr>
              <a:buSzPts val="1100"/>
              <a:buChar char="●"/>
              <a:defRPr>
                <a:solidFill>
                  <a:srgbClr val="FFFFFF"/>
                </a:solidFill>
              </a:defRPr>
            </a:lvl4pPr>
            <a:lvl5pPr indent="-298450" lvl="4" marL="2286000" algn="l">
              <a:lnSpc>
                <a:spcPct val="115000"/>
              </a:lnSpc>
              <a:spcBef>
                <a:spcPts val="1600"/>
              </a:spcBef>
              <a:spcAft>
                <a:spcPts val="0"/>
              </a:spcAft>
              <a:buClr>
                <a:srgbClr val="FFFFFF"/>
              </a:buClr>
              <a:buSzPts val="1100"/>
              <a:buChar char="○"/>
              <a:defRPr>
                <a:solidFill>
                  <a:srgbClr val="FFFFFF"/>
                </a:solidFill>
              </a:defRPr>
            </a:lvl5pPr>
            <a:lvl6pPr indent="-298450" lvl="5" marL="2743200" algn="l">
              <a:lnSpc>
                <a:spcPct val="115000"/>
              </a:lnSpc>
              <a:spcBef>
                <a:spcPts val="1600"/>
              </a:spcBef>
              <a:spcAft>
                <a:spcPts val="0"/>
              </a:spcAft>
              <a:buClr>
                <a:srgbClr val="FFFFFF"/>
              </a:buClr>
              <a:buSzPts val="1100"/>
              <a:buChar char="■"/>
              <a:defRPr>
                <a:solidFill>
                  <a:srgbClr val="FFFFFF"/>
                </a:solidFill>
              </a:defRPr>
            </a:lvl6pPr>
            <a:lvl7pPr indent="-298450" lvl="6" marL="3200400" algn="l">
              <a:lnSpc>
                <a:spcPct val="115000"/>
              </a:lnSpc>
              <a:spcBef>
                <a:spcPts val="1600"/>
              </a:spcBef>
              <a:spcAft>
                <a:spcPts val="0"/>
              </a:spcAft>
              <a:buClr>
                <a:srgbClr val="FFFFFF"/>
              </a:buClr>
              <a:buSzPts val="1100"/>
              <a:buChar char="●"/>
              <a:defRPr>
                <a:solidFill>
                  <a:srgbClr val="FFFFFF"/>
                </a:solidFill>
              </a:defRPr>
            </a:lvl7pPr>
            <a:lvl8pPr indent="-298450" lvl="7" marL="3657600" algn="l">
              <a:lnSpc>
                <a:spcPct val="115000"/>
              </a:lnSpc>
              <a:spcBef>
                <a:spcPts val="1600"/>
              </a:spcBef>
              <a:spcAft>
                <a:spcPts val="0"/>
              </a:spcAft>
              <a:buClr>
                <a:srgbClr val="FFFFFF"/>
              </a:buClr>
              <a:buSzPts val="1100"/>
              <a:buChar char="○"/>
              <a:defRPr>
                <a:solidFill>
                  <a:srgbClr val="FFFFFF"/>
                </a:solidFill>
              </a:defRPr>
            </a:lvl8pPr>
            <a:lvl9pPr indent="-298450" lvl="8" marL="4114800" algn="l">
              <a:lnSpc>
                <a:spcPct val="115000"/>
              </a:lnSpc>
              <a:spcBef>
                <a:spcPts val="1600"/>
              </a:spcBef>
              <a:spcAft>
                <a:spcPts val="1600"/>
              </a:spcAft>
              <a:buClr>
                <a:srgbClr val="FFFFFF"/>
              </a:buClr>
              <a:buSzPts val="1100"/>
              <a:buChar char="■"/>
              <a:defRPr>
                <a:solidFill>
                  <a:srgbClr val="FFFFFF"/>
                </a:solidFill>
              </a:defRPr>
            </a:lvl9pPr>
          </a:lstStyle>
          <a:p/>
        </p:txBody>
      </p:sp>
      <p:sp>
        <p:nvSpPr>
          <p:cNvPr id="52" name="Google Shape;52;p8"/>
          <p:cNvSpPr txBox="1"/>
          <p:nvPr>
            <p:ph idx="3"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11150" lvl="0" marL="457200" algn="l">
              <a:lnSpc>
                <a:spcPct val="115000"/>
              </a:lnSpc>
              <a:spcBef>
                <a:spcPts val="0"/>
              </a:spcBef>
              <a:spcAft>
                <a:spcPts val="0"/>
              </a:spcAft>
              <a:buClr>
                <a:srgbClr val="000000"/>
              </a:buClr>
              <a:buSzPts val="1300"/>
              <a:buFont typeface="Arial"/>
              <a:buChar char="●"/>
              <a:defRPr>
                <a:solidFill>
                  <a:srgbClr val="000000"/>
                </a:solidFill>
                <a:latin typeface="Arial"/>
                <a:ea typeface="Arial"/>
                <a:cs typeface="Arial"/>
                <a:sym typeface="Arial"/>
              </a:defRPr>
            </a:lvl1pPr>
            <a:lvl2pPr indent="-298450" lvl="1" marL="9144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indent="-298450" lvl="2" marL="13716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indent="-298450" lvl="3" marL="18288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indent="-298450" lvl="4" marL="22860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indent="-298450" lvl="5" marL="27432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indent="-298450" lvl="6" marL="32004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indent="-298450" lvl="7" marL="36576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indent="-298450" lvl="8" marL="4114800" algn="l">
              <a:lnSpc>
                <a:spcPct val="115000"/>
              </a:lnSpc>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53" name="Shape 53"/>
        <p:cNvGrpSpPr/>
        <p:nvPr/>
      </p:nvGrpSpPr>
      <p:grpSpPr>
        <a:xfrm>
          <a:off x="0" y="0"/>
          <a:ext cx="0" cy="0"/>
          <a:chOff x="0" y="0"/>
          <a:chExt cx="0" cy="0"/>
        </a:xfrm>
      </p:grpSpPr>
      <p:sp>
        <p:nvSpPr>
          <p:cNvPr id="54" name="Google Shape;54;p9"/>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55" name="Google Shape;55;p9"/>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56" name="Google Shape;56;p9"/>
          <p:cNvSpPr txBox="1"/>
          <p:nvPr>
            <p:ph type="title"/>
          </p:nvPr>
        </p:nvSpPr>
        <p:spPr>
          <a:xfrm>
            <a:off x="311700" y="539725"/>
            <a:ext cx="8520600" cy="12825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57" name="Google Shape;57;p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58" name="Shape 58"/>
        <p:cNvGrpSpPr/>
        <p:nvPr/>
      </p:nvGrpSpPr>
      <p:grpSpPr>
        <a:xfrm>
          <a:off x="0" y="0"/>
          <a:ext cx="0" cy="0"/>
          <a:chOff x="0" y="0"/>
          <a:chExt cx="0" cy="0"/>
        </a:xfrm>
      </p:grpSpPr>
      <p:sp>
        <p:nvSpPr>
          <p:cNvPr id="59" name="Google Shape;59;p10"/>
          <p:cNvSpPr txBox="1"/>
          <p:nvPr>
            <p:ph type="title"/>
          </p:nvPr>
        </p:nvSpPr>
        <p:spPr>
          <a:xfrm>
            <a:off x="311675" y="798600"/>
            <a:ext cx="6247800" cy="3546300"/>
          </a:xfrm>
          <a:prstGeom prst="rect">
            <a:avLst/>
          </a:prstGeom>
          <a:noFill/>
          <a:ln>
            <a:noFill/>
          </a:ln>
        </p:spPr>
        <p:txBody>
          <a:bodyPr anchorCtr="0" anchor="ctr" bIns="91425" lIns="91425" spcFirstLastPara="1" rIns="91425" wrap="square" tIns="91425">
            <a:noAutofit/>
          </a:bodyPr>
          <a:lstStyle>
            <a:lvl1pPr lvl="0" algn="l">
              <a:lnSpc>
                <a:spcPct val="100000"/>
              </a:lnSpc>
              <a:spcBef>
                <a:spcPts val="0"/>
              </a:spcBef>
              <a:spcAft>
                <a:spcPts val="0"/>
              </a:spcAft>
              <a:buSzPts val="3600"/>
              <a:buNone/>
              <a:defRPr sz="3600"/>
            </a:lvl1pPr>
            <a:lvl2pPr lvl="1" algn="l">
              <a:lnSpc>
                <a:spcPct val="100000"/>
              </a:lnSpc>
              <a:spcBef>
                <a:spcPts val="0"/>
              </a:spcBef>
              <a:spcAft>
                <a:spcPts val="0"/>
              </a:spcAft>
              <a:buSzPts val="3600"/>
              <a:buNone/>
              <a:defRPr sz="3600"/>
            </a:lvl2pPr>
            <a:lvl3pPr lvl="2" algn="l">
              <a:lnSpc>
                <a:spcPct val="100000"/>
              </a:lnSpc>
              <a:spcBef>
                <a:spcPts val="0"/>
              </a:spcBef>
              <a:spcAft>
                <a:spcPts val="0"/>
              </a:spcAft>
              <a:buSzPts val="3600"/>
              <a:buNone/>
              <a:defRPr sz="3600"/>
            </a:lvl3pPr>
            <a:lvl4pPr lvl="3" algn="l">
              <a:lnSpc>
                <a:spcPct val="100000"/>
              </a:lnSpc>
              <a:spcBef>
                <a:spcPts val="0"/>
              </a:spcBef>
              <a:spcAft>
                <a:spcPts val="0"/>
              </a:spcAft>
              <a:buSzPts val="3600"/>
              <a:buNone/>
              <a:defRPr sz="3600"/>
            </a:lvl4pPr>
            <a:lvl5pPr lvl="4" algn="l">
              <a:lnSpc>
                <a:spcPct val="100000"/>
              </a:lnSpc>
              <a:spcBef>
                <a:spcPts val="0"/>
              </a:spcBef>
              <a:spcAft>
                <a:spcPts val="0"/>
              </a:spcAft>
              <a:buSzPts val="3600"/>
              <a:buNone/>
              <a:defRPr sz="3600"/>
            </a:lvl5pPr>
            <a:lvl6pPr lvl="5" algn="l">
              <a:lnSpc>
                <a:spcPct val="100000"/>
              </a:lnSpc>
              <a:spcBef>
                <a:spcPts val="0"/>
              </a:spcBef>
              <a:spcAft>
                <a:spcPts val="0"/>
              </a:spcAft>
              <a:buSzPts val="3600"/>
              <a:buNone/>
              <a:defRPr sz="3600"/>
            </a:lvl6pPr>
            <a:lvl7pPr lvl="6" algn="l">
              <a:lnSpc>
                <a:spcPct val="100000"/>
              </a:lnSpc>
              <a:spcBef>
                <a:spcPts val="0"/>
              </a:spcBef>
              <a:spcAft>
                <a:spcPts val="0"/>
              </a:spcAft>
              <a:buSzPts val="3600"/>
              <a:buNone/>
              <a:defRPr sz="3600"/>
            </a:lvl7pPr>
            <a:lvl8pPr lvl="7" algn="l">
              <a:lnSpc>
                <a:spcPct val="100000"/>
              </a:lnSpc>
              <a:spcBef>
                <a:spcPts val="0"/>
              </a:spcBef>
              <a:spcAft>
                <a:spcPts val="0"/>
              </a:spcAft>
              <a:buSzPts val="3600"/>
              <a:buNone/>
              <a:defRPr sz="3600"/>
            </a:lvl8pPr>
            <a:lvl9pPr lvl="8" algn="l">
              <a:lnSpc>
                <a:spcPct val="100000"/>
              </a:lnSpc>
              <a:spcBef>
                <a:spcPts val="0"/>
              </a:spcBef>
              <a:spcAft>
                <a:spcPts val="0"/>
              </a:spcAft>
              <a:buSzPts val="3600"/>
              <a:buNone/>
              <a:defRPr sz="3600"/>
            </a:lvl9pPr>
          </a:lstStyle>
          <a:p/>
        </p:txBody>
      </p:sp>
      <p:sp>
        <p:nvSpPr>
          <p:cNvPr id="60" name="Google Shape;60;p1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61" name="Shape 61"/>
        <p:cNvGrpSpPr/>
        <p:nvPr/>
      </p:nvGrpSpPr>
      <p:grpSpPr>
        <a:xfrm>
          <a:off x="0" y="0"/>
          <a:ext cx="0" cy="0"/>
          <a:chOff x="0" y="0"/>
          <a:chExt cx="0" cy="0"/>
        </a:xfrm>
      </p:grpSpPr>
      <p:sp>
        <p:nvSpPr>
          <p:cNvPr id="62" name="Google Shape;62;p11"/>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3" name="Google Shape;63;p11"/>
          <p:cNvSpPr txBox="1"/>
          <p:nvPr>
            <p:ph type="title"/>
          </p:nvPr>
        </p:nvSpPr>
        <p:spPr>
          <a:xfrm>
            <a:off x="311300" y="500925"/>
            <a:ext cx="3704400" cy="20496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lt1"/>
              </a:buClr>
              <a:buSzPts val="2800"/>
              <a:buNone/>
              <a:defRPr>
                <a:solidFill>
                  <a:schemeClr val="lt1"/>
                </a:solidFill>
              </a:defRPr>
            </a:lvl1pPr>
            <a:lvl2pPr lvl="1" algn="l">
              <a:lnSpc>
                <a:spcPct val="100000"/>
              </a:lnSpc>
              <a:spcBef>
                <a:spcPts val="0"/>
              </a:spcBef>
              <a:spcAft>
                <a:spcPts val="0"/>
              </a:spcAft>
              <a:buClr>
                <a:schemeClr val="lt1"/>
              </a:buClr>
              <a:buSzPts val="2800"/>
              <a:buNone/>
              <a:defRPr>
                <a:solidFill>
                  <a:schemeClr val="lt1"/>
                </a:solidFill>
              </a:defRPr>
            </a:lvl2pPr>
            <a:lvl3pPr lvl="2" algn="l">
              <a:lnSpc>
                <a:spcPct val="100000"/>
              </a:lnSpc>
              <a:spcBef>
                <a:spcPts val="0"/>
              </a:spcBef>
              <a:spcAft>
                <a:spcPts val="0"/>
              </a:spcAft>
              <a:buClr>
                <a:schemeClr val="lt1"/>
              </a:buClr>
              <a:buSzPts val="2800"/>
              <a:buNone/>
              <a:defRPr>
                <a:solidFill>
                  <a:schemeClr val="lt1"/>
                </a:solidFill>
              </a:defRPr>
            </a:lvl3pPr>
            <a:lvl4pPr lvl="3" algn="l">
              <a:lnSpc>
                <a:spcPct val="100000"/>
              </a:lnSpc>
              <a:spcBef>
                <a:spcPts val="0"/>
              </a:spcBef>
              <a:spcAft>
                <a:spcPts val="0"/>
              </a:spcAft>
              <a:buClr>
                <a:schemeClr val="lt1"/>
              </a:buClr>
              <a:buSzPts val="2800"/>
              <a:buNone/>
              <a:defRPr>
                <a:solidFill>
                  <a:schemeClr val="lt1"/>
                </a:solidFill>
              </a:defRPr>
            </a:lvl4pPr>
            <a:lvl5pPr lvl="4" algn="l">
              <a:lnSpc>
                <a:spcPct val="100000"/>
              </a:lnSpc>
              <a:spcBef>
                <a:spcPts val="0"/>
              </a:spcBef>
              <a:spcAft>
                <a:spcPts val="0"/>
              </a:spcAft>
              <a:buClr>
                <a:schemeClr val="lt1"/>
              </a:buClr>
              <a:buSzPts val="2800"/>
              <a:buNone/>
              <a:defRPr>
                <a:solidFill>
                  <a:schemeClr val="lt1"/>
                </a:solidFill>
              </a:defRPr>
            </a:lvl5pPr>
            <a:lvl6pPr lvl="5" algn="l">
              <a:lnSpc>
                <a:spcPct val="100000"/>
              </a:lnSpc>
              <a:spcBef>
                <a:spcPts val="0"/>
              </a:spcBef>
              <a:spcAft>
                <a:spcPts val="0"/>
              </a:spcAft>
              <a:buClr>
                <a:schemeClr val="lt1"/>
              </a:buClr>
              <a:buSzPts val="2800"/>
              <a:buNone/>
              <a:defRPr>
                <a:solidFill>
                  <a:schemeClr val="lt1"/>
                </a:solidFill>
              </a:defRPr>
            </a:lvl6pPr>
            <a:lvl7pPr lvl="6" algn="l">
              <a:lnSpc>
                <a:spcPct val="100000"/>
              </a:lnSpc>
              <a:spcBef>
                <a:spcPts val="0"/>
              </a:spcBef>
              <a:spcAft>
                <a:spcPts val="0"/>
              </a:spcAft>
              <a:buClr>
                <a:schemeClr val="lt1"/>
              </a:buClr>
              <a:buSzPts val="2800"/>
              <a:buNone/>
              <a:defRPr>
                <a:solidFill>
                  <a:schemeClr val="lt1"/>
                </a:solidFill>
              </a:defRPr>
            </a:lvl7pPr>
            <a:lvl8pPr lvl="7" algn="l">
              <a:lnSpc>
                <a:spcPct val="100000"/>
              </a:lnSpc>
              <a:spcBef>
                <a:spcPts val="0"/>
              </a:spcBef>
              <a:spcAft>
                <a:spcPts val="0"/>
              </a:spcAft>
              <a:buClr>
                <a:schemeClr val="lt1"/>
              </a:buClr>
              <a:buSzPts val="2800"/>
              <a:buNone/>
              <a:defRPr>
                <a:solidFill>
                  <a:schemeClr val="lt1"/>
                </a:solidFill>
              </a:defRPr>
            </a:lvl8pPr>
            <a:lvl9pPr lvl="8" algn="l">
              <a:lnSpc>
                <a:spcPct val="100000"/>
              </a:lnSpc>
              <a:spcBef>
                <a:spcPts val="0"/>
              </a:spcBef>
              <a:spcAft>
                <a:spcPts val="0"/>
              </a:spcAft>
              <a:buClr>
                <a:schemeClr val="lt1"/>
              </a:buClr>
              <a:buSzPts val="2800"/>
              <a:buNone/>
              <a:defRPr>
                <a:solidFill>
                  <a:schemeClr val="lt1"/>
                </a:solidFill>
              </a:defRPr>
            </a:lvl9pPr>
          </a:lstStyle>
          <a:p/>
        </p:txBody>
      </p:sp>
      <p:sp>
        <p:nvSpPr>
          <p:cNvPr id="64" name="Google Shape;64;p11"/>
          <p:cNvSpPr txBox="1"/>
          <p:nvPr>
            <p:ph idx="1" type="subTitle"/>
          </p:nvPr>
        </p:nvSpPr>
        <p:spPr>
          <a:xfrm>
            <a:off x="304800" y="2626725"/>
            <a:ext cx="3704400" cy="926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Clr>
                <a:schemeClr val="accent2"/>
              </a:buClr>
              <a:buSzPts val="1600"/>
              <a:buNone/>
              <a:defRPr sz="1600">
                <a:solidFill>
                  <a:schemeClr val="accent2"/>
                </a:solidFill>
              </a:defRPr>
            </a:lvl1pPr>
            <a:lvl2pPr lvl="1" algn="l">
              <a:lnSpc>
                <a:spcPct val="100000"/>
              </a:lnSpc>
              <a:spcBef>
                <a:spcPts val="0"/>
              </a:spcBef>
              <a:spcAft>
                <a:spcPts val="0"/>
              </a:spcAft>
              <a:buClr>
                <a:schemeClr val="accent2"/>
              </a:buClr>
              <a:buSzPts val="1600"/>
              <a:buNone/>
              <a:defRPr sz="1600">
                <a:solidFill>
                  <a:schemeClr val="accent2"/>
                </a:solidFill>
              </a:defRPr>
            </a:lvl2pPr>
            <a:lvl3pPr lvl="2" algn="l">
              <a:lnSpc>
                <a:spcPct val="100000"/>
              </a:lnSpc>
              <a:spcBef>
                <a:spcPts val="0"/>
              </a:spcBef>
              <a:spcAft>
                <a:spcPts val="0"/>
              </a:spcAft>
              <a:buClr>
                <a:schemeClr val="accent2"/>
              </a:buClr>
              <a:buSzPts val="1600"/>
              <a:buNone/>
              <a:defRPr sz="1600">
                <a:solidFill>
                  <a:schemeClr val="accent2"/>
                </a:solidFill>
              </a:defRPr>
            </a:lvl3pPr>
            <a:lvl4pPr lvl="3" algn="l">
              <a:lnSpc>
                <a:spcPct val="100000"/>
              </a:lnSpc>
              <a:spcBef>
                <a:spcPts val="0"/>
              </a:spcBef>
              <a:spcAft>
                <a:spcPts val="0"/>
              </a:spcAft>
              <a:buClr>
                <a:schemeClr val="accent2"/>
              </a:buClr>
              <a:buSzPts val="1600"/>
              <a:buNone/>
              <a:defRPr sz="1600">
                <a:solidFill>
                  <a:schemeClr val="accent2"/>
                </a:solidFill>
              </a:defRPr>
            </a:lvl4pPr>
            <a:lvl5pPr lvl="4" algn="l">
              <a:lnSpc>
                <a:spcPct val="100000"/>
              </a:lnSpc>
              <a:spcBef>
                <a:spcPts val="0"/>
              </a:spcBef>
              <a:spcAft>
                <a:spcPts val="0"/>
              </a:spcAft>
              <a:buClr>
                <a:schemeClr val="accent2"/>
              </a:buClr>
              <a:buSzPts val="1600"/>
              <a:buNone/>
              <a:defRPr sz="1600">
                <a:solidFill>
                  <a:schemeClr val="accent2"/>
                </a:solidFill>
              </a:defRPr>
            </a:lvl5pPr>
            <a:lvl6pPr lvl="5" algn="l">
              <a:lnSpc>
                <a:spcPct val="100000"/>
              </a:lnSpc>
              <a:spcBef>
                <a:spcPts val="0"/>
              </a:spcBef>
              <a:spcAft>
                <a:spcPts val="0"/>
              </a:spcAft>
              <a:buClr>
                <a:schemeClr val="accent2"/>
              </a:buClr>
              <a:buSzPts val="1600"/>
              <a:buNone/>
              <a:defRPr sz="1600">
                <a:solidFill>
                  <a:schemeClr val="accent2"/>
                </a:solidFill>
              </a:defRPr>
            </a:lvl6pPr>
            <a:lvl7pPr lvl="6" algn="l">
              <a:lnSpc>
                <a:spcPct val="100000"/>
              </a:lnSpc>
              <a:spcBef>
                <a:spcPts val="0"/>
              </a:spcBef>
              <a:spcAft>
                <a:spcPts val="0"/>
              </a:spcAft>
              <a:buClr>
                <a:schemeClr val="accent2"/>
              </a:buClr>
              <a:buSzPts val="1600"/>
              <a:buNone/>
              <a:defRPr sz="1600">
                <a:solidFill>
                  <a:schemeClr val="accent2"/>
                </a:solidFill>
              </a:defRPr>
            </a:lvl7pPr>
            <a:lvl8pPr lvl="7" algn="l">
              <a:lnSpc>
                <a:spcPct val="100000"/>
              </a:lnSpc>
              <a:spcBef>
                <a:spcPts val="0"/>
              </a:spcBef>
              <a:spcAft>
                <a:spcPts val="0"/>
              </a:spcAft>
              <a:buClr>
                <a:schemeClr val="accent2"/>
              </a:buClr>
              <a:buSzPts val="1600"/>
              <a:buNone/>
              <a:defRPr sz="1600">
                <a:solidFill>
                  <a:schemeClr val="accent2"/>
                </a:solidFill>
              </a:defRPr>
            </a:lvl8pPr>
            <a:lvl9pPr lvl="8" algn="l">
              <a:lnSpc>
                <a:spcPct val="100000"/>
              </a:lnSpc>
              <a:spcBef>
                <a:spcPts val="0"/>
              </a:spcBef>
              <a:spcAft>
                <a:spcPts val="0"/>
              </a:spcAft>
              <a:buClr>
                <a:schemeClr val="accent2"/>
              </a:buClr>
              <a:buSzPts val="1600"/>
              <a:buNone/>
              <a:defRPr sz="1600">
                <a:solidFill>
                  <a:schemeClr val="accent2"/>
                </a:solidFill>
              </a:defRPr>
            </a:lvl9pPr>
          </a:lstStyle>
          <a:p/>
        </p:txBody>
      </p:sp>
      <p:sp>
        <p:nvSpPr>
          <p:cNvPr id="65" name="Google Shape;65;p11"/>
          <p:cNvSpPr txBox="1"/>
          <p:nvPr>
            <p:ph idx="2" type="body"/>
          </p:nvPr>
        </p:nvSpPr>
        <p:spPr>
          <a:xfrm>
            <a:off x="4879025" y="500925"/>
            <a:ext cx="3954000" cy="41115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66" name="Google Shape;66;p1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67" name="Shape 67"/>
        <p:cNvGrpSpPr/>
        <p:nvPr/>
      </p:nvGrpSpPr>
      <p:grpSpPr>
        <a:xfrm>
          <a:off x="0" y="0"/>
          <a:ext cx="0" cy="0"/>
          <a:chOff x="0" y="0"/>
          <a:chExt cx="0" cy="0"/>
        </a:xfrm>
      </p:grpSpPr>
      <p:sp>
        <p:nvSpPr>
          <p:cNvPr id="68" name="Google Shape;68;p12"/>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69" name="Google Shape;69;p12"/>
          <p:cNvSpPr txBox="1"/>
          <p:nvPr>
            <p:ph idx="1" type="body"/>
          </p:nvPr>
        </p:nvSpPr>
        <p:spPr>
          <a:xfrm>
            <a:off x="311700" y="4521400"/>
            <a:ext cx="7979400" cy="460500"/>
          </a:xfrm>
          <a:prstGeom prst="rect">
            <a:avLst/>
          </a:prstGeom>
          <a:noFill/>
          <a:ln>
            <a:noFill/>
          </a:ln>
        </p:spPr>
        <p:txBody>
          <a:bodyPr anchorCtr="0" anchor="ctr" bIns="91425" lIns="91425" spcFirstLastPara="1" rIns="91425" wrap="square" tIns="91425">
            <a:noAutofit/>
          </a:bodyPr>
          <a:lstStyle>
            <a:lvl1pPr indent="-228600" lvl="0" marL="457200" algn="l">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70" name="Google Shape;70;p1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71" name="Shape 71"/>
        <p:cNvGrpSpPr/>
        <p:nvPr/>
      </p:nvGrpSpPr>
      <p:grpSpPr>
        <a:xfrm>
          <a:off x="0" y="0"/>
          <a:ext cx="0" cy="0"/>
          <a:chOff x="0" y="0"/>
          <a:chExt cx="0" cy="0"/>
        </a:xfrm>
      </p:grpSpPr>
      <p:sp>
        <p:nvSpPr>
          <p:cNvPr id="72" name="Google Shape;72;p13"/>
          <p:cNvSpPr txBox="1"/>
          <p:nvPr>
            <p:ph hasCustomPrompt="1" type="title"/>
          </p:nvPr>
        </p:nvSpPr>
        <p:spPr>
          <a:xfrm>
            <a:off x="311750" y="831175"/>
            <a:ext cx="5334900" cy="1244700"/>
          </a:xfrm>
          <a:prstGeom prst="rect">
            <a:avLst/>
          </a:prstGeom>
          <a:noFill/>
          <a:ln>
            <a:noFill/>
          </a:ln>
        </p:spPr>
        <p:txBody>
          <a:bodyPr anchorCtr="0" anchor="b" bIns="91425" lIns="91425" spcFirstLastPara="1" rIns="91425" wrap="square" tIns="91425">
            <a:noAutofit/>
          </a:bodyPr>
          <a:lstStyle>
            <a:lvl1pPr lvl="0" algn="l">
              <a:lnSpc>
                <a:spcPct val="100000"/>
              </a:lnSpc>
              <a:spcBef>
                <a:spcPts val="0"/>
              </a:spcBef>
              <a:spcAft>
                <a:spcPts val="0"/>
              </a:spcAft>
              <a:buClr>
                <a:schemeClr val="lt1"/>
              </a:buClr>
              <a:buSzPts val="10000"/>
              <a:buNone/>
              <a:defRPr sz="10000">
                <a:solidFill>
                  <a:schemeClr val="lt1"/>
                </a:solidFill>
              </a:defRPr>
            </a:lvl1pPr>
            <a:lvl2pPr lvl="1" algn="l">
              <a:lnSpc>
                <a:spcPct val="100000"/>
              </a:lnSpc>
              <a:spcBef>
                <a:spcPts val="0"/>
              </a:spcBef>
              <a:spcAft>
                <a:spcPts val="0"/>
              </a:spcAft>
              <a:buClr>
                <a:schemeClr val="lt1"/>
              </a:buClr>
              <a:buSzPts val="10000"/>
              <a:buNone/>
              <a:defRPr sz="10000">
                <a:solidFill>
                  <a:schemeClr val="lt1"/>
                </a:solidFill>
              </a:defRPr>
            </a:lvl2pPr>
            <a:lvl3pPr lvl="2" algn="l">
              <a:lnSpc>
                <a:spcPct val="100000"/>
              </a:lnSpc>
              <a:spcBef>
                <a:spcPts val="0"/>
              </a:spcBef>
              <a:spcAft>
                <a:spcPts val="0"/>
              </a:spcAft>
              <a:buClr>
                <a:schemeClr val="lt1"/>
              </a:buClr>
              <a:buSzPts val="10000"/>
              <a:buNone/>
              <a:defRPr sz="10000">
                <a:solidFill>
                  <a:schemeClr val="lt1"/>
                </a:solidFill>
              </a:defRPr>
            </a:lvl3pPr>
            <a:lvl4pPr lvl="3" algn="l">
              <a:lnSpc>
                <a:spcPct val="100000"/>
              </a:lnSpc>
              <a:spcBef>
                <a:spcPts val="0"/>
              </a:spcBef>
              <a:spcAft>
                <a:spcPts val="0"/>
              </a:spcAft>
              <a:buClr>
                <a:schemeClr val="lt1"/>
              </a:buClr>
              <a:buSzPts val="10000"/>
              <a:buNone/>
              <a:defRPr sz="10000">
                <a:solidFill>
                  <a:schemeClr val="lt1"/>
                </a:solidFill>
              </a:defRPr>
            </a:lvl4pPr>
            <a:lvl5pPr lvl="4" algn="l">
              <a:lnSpc>
                <a:spcPct val="100000"/>
              </a:lnSpc>
              <a:spcBef>
                <a:spcPts val="0"/>
              </a:spcBef>
              <a:spcAft>
                <a:spcPts val="0"/>
              </a:spcAft>
              <a:buClr>
                <a:schemeClr val="lt1"/>
              </a:buClr>
              <a:buSzPts val="10000"/>
              <a:buNone/>
              <a:defRPr sz="10000">
                <a:solidFill>
                  <a:schemeClr val="lt1"/>
                </a:solidFill>
              </a:defRPr>
            </a:lvl5pPr>
            <a:lvl6pPr lvl="5" algn="l">
              <a:lnSpc>
                <a:spcPct val="100000"/>
              </a:lnSpc>
              <a:spcBef>
                <a:spcPts val="0"/>
              </a:spcBef>
              <a:spcAft>
                <a:spcPts val="0"/>
              </a:spcAft>
              <a:buClr>
                <a:schemeClr val="lt1"/>
              </a:buClr>
              <a:buSzPts val="10000"/>
              <a:buNone/>
              <a:defRPr sz="10000">
                <a:solidFill>
                  <a:schemeClr val="lt1"/>
                </a:solidFill>
              </a:defRPr>
            </a:lvl6pPr>
            <a:lvl7pPr lvl="6" algn="l">
              <a:lnSpc>
                <a:spcPct val="100000"/>
              </a:lnSpc>
              <a:spcBef>
                <a:spcPts val="0"/>
              </a:spcBef>
              <a:spcAft>
                <a:spcPts val="0"/>
              </a:spcAft>
              <a:buClr>
                <a:schemeClr val="lt1"/>
              </a:buClr>
              <a:buSzPts val="10000"/>
              <a:buNone/>
              <a:defRPr sz="10000">
                <a:solidFill>
                  <a:schemeClr val="lt1"/>
                </a:solidFill>
              </a:defRPr>
            </a:lvl7pPr>
            <a:lvl8pPr lvl="7" algn="l">
              <a:lnSpc>
                <a:spcPct val="100000"/>
              </a:lnSpc>
              <a:spcBef>
                <a:spcPts val="0"/>
              </a:spcBef>
              <a:spcAft>
                <a:spcPts val="0"/>
              </a:spcAft>
              <a:buClr>
                <a:schemeClr val="lt1"/>
              </a:buClr>
              <a:buSzPts val="10000"/>
              <a:buNone/>
              <a:defRPr sz="10000">
                <a:solidFill>
                  <a:schemeClr val="lt1"/>
                </a:solidFill>
              </a:defRPr>
            </a:lvl8pPr>
            <a:lvl9pPr lvl="8" algn="l">
              <a:lnSpc>
                <a:spcPct val="100000"/>
              </a:lnSpc>
              <a:spcBef>
                <a:spcPts val="0"/>
              </a:spcBef>
              <a:spcAft>
                <a:spcPts val="0"/>
              </a:spcAft>
              <a:buClr>
                <a:schemeClr val="lt1"/>
              </a:buClr>
              <a:buSzPts val="10000"/>
              <a:buNone/>
              <a:defRPr sz="10000">
                <a:solidFill>
                  <a:schemeClr val="lt1"/>
                </a:solidFill>
              </a:defRPr>
            </a:lvl9pPr>
          </a:lstStyle>
          <a:p>
            <a:r>
              <a:t>xx%</a:t>
            </a:r>
          </a:p>
        </p:txBody>
      </p:sp>
      <p:sp>
        <p:nvSpPr>
          <p:cNvPr id="73" name="Google Shape;73;p13"/>
          <p:cNvSpPr txBox="1"/>
          <p:nvPr>
            <p:ph idx="1" type="body"/>
          </p:nvPr>
        </p:nvSpPr>
        <p:spPr>
          <a:xfrm>
            <a:off x="311700" y="2121425"/>
            <a:ext cx="5334900" cy="9426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Clr>
                <a:schemeClr val="accent2"/>
              </a:buClr>
              <a:buSzPts val="1300"/>
              <a:buChar char="●"/>
              <a:defRPr>
                <a:solidFill>
                  <a:schemeClr val="accent2"/>
                </a:solidFill>
              </a:defRPr>
            </a:lvl1pPr>
            <a:lvl2pPr indent="-298450" lvl="1" marL="914400" algn="l">
              <a:lnSpc>
                <a:spcPct val="115000"/>
              </a:lnSpc>
              <a:spcBef>
                <a:spcPts val="1600"/>
              </a:spcBef>
              <a:spcAft>
                <a:spcPts val="0"/>
              </a:spcAft>
              <a:buClr>
                <a:schemeClr val="accent2"/>
              </a:buClr>
              <a:buSzPts val="1100"/>
              <a:buChar char="○"/>
              <a:defRPr>
                <a:solidFill>
                  <a:schemeClr val="accent2"/>
                </a:solidFill>
              </a:defRPr>
            </a:lvl2pPr>
            <a:lvl3pPr indent="-298450" lvl="2" marL="1371600" algn="l">
              <a:lnSpc>
                <a:spcPct val="115000"/>
              </a:lnSpc>
              <a:spcBef>
                <a:spcPts val="1600"/>
              </a:spcBef>
              <a:spcAft>
                <a:spcPts val="0"/>
              </a:spcAft>
              <a:buClr>
                <a:schemeClr val="accent2"/>
              </a:buClr>
              <a:buSzPts val="1100"/>
              <a:buChar char="■"/>
              <a:defRPr>
                <a:solidFill>
                  <a:schemeClr val="accent2"/>
                </a:solidFill>
              </a:defRPr>
            </a:lvl3pPr>
            <a:lvl4pPr indent="-298450" lvl="3" marL="1828800" algn="l">
              <a:lnSpc>
                <a:spcPct val="115000"/>
              </a:lnSpc>
              <a:spcBef>
                <a:spcPts val="1600"/>
              </a:spcBef>
              <a:spcAft>
                <a:spcPts val="0"/>
              </a:spcAft>
              <a:buClr>
                <a:schemeClr val="accent2"/>
              </a:buClr>
              <a:buSzPts val="1100"/>
              <a:buChar char="●"/>
              <a:defRPr>
                <a:solidFill>
                  <a:schemeClr val="accent2"/>
                </a:solidFill>
              </a:defRPr>
            </a:lvl4pPr>
            <a:lvl5pPr indent="-298450" lvl="4" marL="2286000" algn="l">
              <a:lnSpc>
                <a:spcPct val="115000"/>
              </a:lnSpc>
              <a:spcBef>
                <a:spcPts val="1600"/>
              </a:spcBef>
              <a:spcAft>
                <a:spcPts val="0"/>
              </a:spcAft>
              <a:buClr>
                <a:schemeClr val="accent2"/>
              </a:buClr>
              <a:buSzPts val="1100"/>
              <a:buChar char="○"/>
              <a:defRPr>
                <a:solidFill>
                  <a:schemeClr val="accent2"/>
                </a:solidFill>
              </a:defRPr>
            </a:lvl5pPr>
            <a:lvl6pPr indent="-298450" lvl="5" marL="2743200" algn="l">
              <a:lnSpc>
                <a:spcPct val="115000"/>
              </a:lnSpc>
              <a:spcBef>
                <a:spcPts val="1600"/>
              </a:spcBef>
              <a:spcAft>
                <a:spcPts val="0"/>
              </a:spcAft>
              <a:buClr>
                <a:schemeClr val="accent2"/>
              </a:buClr>
              <a:buSzPts val="1100"/>
              <a:buChar char="■"/>
              <a:defRPr>
                <a:solidFill>
                  <a:schemeClr val="accent2"/>
                </a:solidFill>
              </a:defRPr>
            </a:lvl6pPr>
            <a:lvl7pPr indent="-298450" lvl="6" marL="3200400" algn="l">
              <a:lnSpc>
                <a:spcPct val="115000"/>
              </a:lnSpc>
              <a:spcBef>
                <a:spcPts val="1600"/>
              </a:spcBef>
              <a:spcAft>
                <a:spcPts val="0"/>
              </a:spcAft>
              <a:buClr>
                <a:schemeClr val="accent2"/>
              </a:buClr>
              <a:buSzPts val="1100"/>
              <a:buChar char="●"/>
              <a:defRPr>
                <a:solidFill>
                  <a:schemeClr val="accent2"/>
                </a:solidFill>
              </a:defRPr>
            </a:lvl7pPr>
            <a:lvl8pPr indent="-298450" lvl="7" marL="3657600" algn="l">
              <a:lnSpc>
                <a:spcPct val="115000"/>
              </a:lnSpc>
              <a:spcBef>
                <a:spcPts val="1600"/>
              </a:spcBef>
              <a:spcAft>
                <a:spcPts val="0"/>
              </a:spcAft>
              <a:buClr>
                <a:schemeClr val="accent2"/>
              </a:buClr>
              <a:buSzPts val="1100"/>
              <a:buChar char="○"/>
              <a:defRPr>
                <a:solidFill>
                  <a:schemeClr val="accent2"/>
                </a:solidFill>
              </a:defRPr>
            </a:lvl8pPr>
            <a:lvl9pPr indent="-298450" lvl="8" marL="4114800" algn="l">
              <a:lnSpc>
                <a:spcPct val="115000"/>
              </a:lnSpc>
              <a:spcBef>
                <a:spcPts val="1600"/>
              </a:spcBef>
              <a:spcAft>
                <a:spcPts val="1600"/>
              </a:spcAft>
              <a:buClr>
                <a:schemeClr val="accent2"/>
              </a:buClr>
              <a:buSzPts val="1100"/>
              <a:buChar char="■"/>
              <a:defRPr>
                <a:solidFill>
                  <a:schemeClr val="accent2"/>
                </a:solidFill>
              </a:defRPr>
            </a:lvl9pPr>
          </a:lstStyle>
          <a:p/>
        </p:txBody>
      </p:sp>
      <p:sp>
        <p:nvSpPr>
          <p:cNvPr id="74" name="Google Shape;74;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75" name="Shape 75"/>
        <p:cNvGrpSpPr/>
        <p:nvPr/>
      </p:nvGrpSpPr>
      <p:grpSpPr>
        <a:xfrm>
          <a:off x="0" y="0"/>
          <a:ext cx="0" cy="0"/>
          <a:chOff x="0" y="0"/>
          <a:chExt cx="0" cy="0"/>
        </a:xfrm>
      </p:grpSpPr>
      <p:sp>
        <p:nvSpPr>
          <p:cNvPr id="76" name="Google Shape;76;p14"/>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77" name="Google Shape;77;p14"/>
          <p:cNvSpPr txBox="1"/>
          <p:nvPr>
            <p:ph type="title"/>
          </p:nvPr>
        </p:nvSpPr>
        <p:spPr>
          <a:xfrm>
            <a:off x="311700" y="315925"/>
            <a:ext cx="8520600" cy="8313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8" name="Google Shape;78;p14"/>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79" name="Google Shape;79;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80" name="Shape 80"/>
        <p:cNvGrpSpPr/>
        <p:nvPr/>
      </p:nvGrpSpPr>
      <p:grpSpPr>
        <a:xfrm>
          <a:off x="0" y="0"/>
          <a:ext cx="0" cy="0"/>
          <a:chOff x="0" y="0"/>
          <a:chExt cx="0" cy="0"/>
        </a:xfrm>
      </p:grpSpPr>
      <p:sp>
        <p:nvSpPr>
          <p:cNvPr id="81" name="Google Shape;81;p15"/>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82" name="Google Shape;82;p15"/>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algn="l">
              <a:lnSpc>
                <a:spcPct val="115000"/>
              </a:lnSpc>
              <a:spcBef>
                <a:spcPts val="0"/>
              </a:spcBef>
              <a:spcAft>
                <a:spcPts val="0"/>
              </a:spcAft>
              <a:buSzPts val="1300"/>
              <a:buChar char="●"/>
              <a:defRPr/>
            </a:lvl1pPr>
            <a:lvl2pPr indent="-298450" lvl="1" marL="914400" algn="l">
              <a:lnSpc>
                <a:spcPct val="115000"/>
              </a:lnSpc>
              <a:spcBef>
                <a:spcPts val="1600"/>
              </a:spcBef>
              <a:spcAft>
                <a:spcPts val="0"/>
              </a:spcAft>
              <a:buSzPts val="1100"/>
              <a:buChar char="○"/>
              <a:defRPr/>
            </a:lvl2pPr>
            <a:lvl3pPr indent="-298450" lvl="2" marL="1371600" algn="l">
              <a:lnSpc>
                <a:spcPct val="115000"/>
              </a:lnSpc>
              <a:spcBef>
                <a:spcPts val="1600"/>
              </a:spcBef>
              <a:spcAft>
                <a:spcPts val="0"/>
              </a:spcAft>
              <a:buSzPts val="1100"/>
              <a:buChar char="■"/>
              <a:defRPr/>
            </a:lvl3pPr>
            <a:lvl4pPr indent="-298450" lvl="3" marL="1828800" algn="l">
              <a:lnSpc>
                <a:spcPct val="115000"/>
              </a:lnSpc>
              <a:spcBef>
                <a:spcPts val="1600"/>
              </a:spcBef>
              <a:spcAft>
                <a:spcPts val="0"/>
              </a:spcAft>
              <a:buSzPts val="1100"/>
              <a:buChar char="●"/>
              <a:defRPr/>
            </a:lvl4pPr>
            <a:lvl5pPr indent="-298450" lvl="4" marL="2286000" algn="l">
              <a:lnSpc>
                <a:spcPct val="115000"/>
              </a:lnSpc>
              <a:spcBef>
                <a:spcPts val="1600"/>
              </a:spcBef>
              <a:spcAft>
                <a:spcPts val="0"/>
              </a:spcAft>
              <a:buSzPts val="1100"/>
              <a:buChar char="○"/>
              <a:defRPr/>
            </a:lvl5pPr>
            <a:lvl6pPr indent="-298450" lvl="5" marL="2743200" algn="l">
              <a:lnSpc>
                <a:spcPct val="115000"/>
              </a:lnSpc>
              <a:spcBef>
                <a:spcPts val="1600"/>
              </a:spcBef>
              <a:spcAft>
                <a:spcPts val="0"/>
              </a:spcAft>
              <a:buSzPts val="1100"/>
              <a:buChar char="■"/>
              <a:defRPr/>
            </a:lvl6pPr>
            <a:lvl7pPr indent="-298450" lvl="6" marL="3200400" algn="l">
              <a:lnSpc>
                <a:spcPct val="115000"/>
              </a:lnSpc>
              <a:spcBef>
                <a:spcPts val="1600"/>
              </a:spcBef>
              <a:spcAft>
                <a:spcPts val="0"/>
              </a:spcAft>
              <a:buSzPts val="1100"/>
              <a:buChar char="●"/>
              <a:defRPr/>
            </a:lvl7pPr>
            <a:lvl8pPr indent="-298450" lvl="7" marL="3657600" algn="l">
              <a:lnSpc>
                <a:spcPct val="115000"/>
              </a:lnSpc>
              <a:spcBef>
                <a:spcPts val="1600"/>
              </a:spcBef>
              <a:spcAft>
                <a:spcPts val="0"/>
              </a:spcAft>
              <a:buSzPts val="1100"/>
              <a:buChar char="○"/>
              <a:defRPr/>
            </a:lvl8pPr>
            <a:lvl9pPr indent="-298450" lvl="8" marL="4114800" algn="l">
              <a:lnSpc>
                <a:spcPct val="115000"/>
              </a:lnSpc>
              <a:spcBef>
                <a:spcPts val="1600"/>
              </a:spcBef>
              <a:spcAft>
                <a:spcPts val="1600"/>
              </a:spcAft>
              <a:buSzPts val="1100"/>
              <a:buChar char="■"/>
              <a:defRPr/>
            </a:lvl9pPr>
          </a:lstStyle>
          <a:p/>
        </p:txBody>
      </p:sp>
      <p:sp>
        <p:nvSpPr>
          <p:cNvPr id="83" name="Google Shape;83;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Activity">
  <p:cSld name="AUTOLAYOUT_1_1">
    <p:bg>
      <p:bgPr>
        <a:solidFill>
          <a:srgbClr val="FFFFFF"/>
        </a:solidFill>
      </p:bgPr>
    </p:bg>
    <p:spTree>
      <p:nvGrpSpPr>
        <p:cNvPr id="84" name="Shape 84"/>
        <p:cNvGrpSpPr/>
        <p:nvPr/>
      </p:nvGrpSpPr>
      <p:grpSpPr>
        <a:xfrm>
          <a:off x="0" y="0"/>
          <a:ext cx="0" cy="0"/>
          <a:chOff x="0" y="0"/>
          <a:chExt cx="0" cy="0"/>
        </a:xfrm>
      </p:grpSpPr>
      <p:sp>
        <p:nvSpPr>
          <p:cNvPr id="85" name="Google Shape;85;p16"/>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6" name="Google Shape;86;p16"/>
          <p:cNvSpPr txBox="1"/>
          <p:nvPr>
            <p:ph idx="1" type="body"/>
          </p:nvPr>
        </p:nvSpPr>
        <p:spPr>
          <a:xfrm>
            <a:off x="65250" y="731625"/>
            <a:ext cx="8955900" cy="1146600"/>
          </a:xfrm>
          <a:prstGeom prst="rect">
            <a:avLst/>
          </a:prstGeom>
          <a:noFill/>
        </p:spPr>
        <p:txBody>
          <a:bodyPr anchorCtr="0" anchor="t" bIns="91425" lIns="91425" spcFirstLastPara="1" rIns="91425" wrap="square" tIns="91425">
            <a:spAutoFit/>
          </a:bodyPr>
          <a:lstStyle>
            <a:lvl1pPr indent="-330200" lvl="0" marL="457200" rtl="0" algn="l">
              <a:lnSpc>
                <a:spcPct val="115000"/>
              </a:lnSpc>
              <a:spcBef>
                <a:spcPts val="0"/>
              </a:spcBef>
              <a:spcAft>
                <a:spcPts val="0"/>
              </a:spcAft>
              <a:buClr>
                <a:schemeClr val="dk2"/>
              </a:buClr>
              <a:buSzPts val="1600"/>
              <a:buChar char="●"/>
              <a:defRPr sz="1600">
                <a:solidFill>
                  <a:schemeClr val="dk2"/>
                </a:solidFill>
              </a:defRPr>
            </a:lvl1pPr>
            <a:lvl2pPr indent="-298450" lvl="1" marL="914400" rtl="0" algn="l">
              <a:lnSpc>
                <a:spcPct val="115000"/>
              </a:lnSpc>
              <a:spcBef>
                <a:spcPts val="1600"/>
              </a:spcBef>
              <a:spcAft>
                <a:spcPts val="0"/>
              </a:spcAft>
              <a:buClr>
                <a:schemeClr val="dk2"/>
              </a:buClr>
              <a:buSzPts val="1100"/>
              <a:buChar char="○"/>
              <a:defRPr sz="1400">
                <a:solidFill>
                  <a:schemeClr val="dk2"/>
                </a:solidFill>
              </a:defRPr>
            </a:lvl2pPr>
            <a:lvl3pPr indent="-298450" lvl="2" marL="1371600" rtl="0" algn="l">
              <a:lnSpc>
                <a:spcPct val="115000"/>
              </a:lnSpc>
              <a:spcBef>
                <a:spcPts val="1600"/>
              </a:spcBef>
              <a:spcAft>
                <a:spcPts val="0"/>
              </a:spcAft>
              <a:buClr>
                <a:schemeClr val="dk2"/>
              </a:buClr>
              <a:buSzPts val="1100"/>
              <a:buChar char="■"/>
              <a:defRPr sz="1400">
                <a:solidFill>
                  <a:schemeClr val="dk2"/>
                </a:solidFill>
              </a:defRPr>
            </a:lvl3pPr>
            <a:lvl4pPr indent="-298450" lvl="3" marL="1828800" rtl="0" algn="l">
              <a:lnSpc>
                <a:spcPct val="115000"/>
              </a:lnSpc>
              <a:spcBef>
                <a:spcPts val="1600"/>
              </a:spcBef>
              <a:spcAft>
                <a:spcPts val="0"/>
              </a:spcAft>
              <a:buClr>
                <a:schemeClr val="dk2"/>
              </a:buClr>
              <a:buSzPts val="1100"/>
              <a:buChar char="●"/>
              <a:defRPr sz="1400">
                <a:solidFill>
                  <a:schemeClr val="dk2"/>
                </a:solidFill>
              </a:defRPr>
            </a:lvl4pPr>
            <a:lvl5pPr indent="-298450" lvl="4" marL="2286000" rtl="0" algn="l">
              <a:lnSpc>
                <a:spcPct val="115000"/>
              </a:lnSpc>
              <a:spcBef>
                <a:spcPts val="1600"/>
              </a:spcBef>
              <a:spcAft>
                <a:spcPts val="0"/>
              </a:spcAft>
              <a:buClr>
                <a:schemeClr val="dk2"/>
              </a:buClr>
              <a:buSzPts val="1100"/>
              <a:buChar char="○"/>
              <a:defRPr sz="1400">
                <a:solidFill>
                  <a:schemeClr val="dk2"/>
                </a:solidFill>
              </a:defRPr>
            </a:lvl5pPr>
            <a:lvl6pPr indent="-298450" lvl="5" marL="2743200" rtl="0" algn="l">
              <a:lnSpc>
                <a:spcPct val="115000"/>
              </a:lnSpc>
              <a:spcBef>
                <a:spcPts val="1600"/>
              </a:spcBef>
              <a:spcAft>
                <a:spcPts val="0"/>
              </a:spcAft>
              <a:buClr>
                <a:schemeClr val="dk2"/>
              </a:buClr>
              <a:buSzPts val="1100"/>
              <a:buChar char="■"/>
              <a:defRPr sz="1400">
                <a:solidFill>
                  <a:schemeClr val="dk2"/>
                </a:solidFill>
              </a:defRPr>
            </a:lvl6pPr>
            <a:lvl7pPr indent="-298450" lvl="6" marL="3200400" rtl="0" algn="l">
              <a:lnSpc>
                <a:spcPct val="115000"/>
              </a:lnSpc>
              <a:spcBef>
                <a:spcPts val="1600"/>
              </a:spcBef>
              <a:spcAft>
                <a:spcPts val="0"/>
              </a:spcAft>
              <a:buClr>
                <a:schemeClr val="dk2"/>
              </a:buClr>
              <a:buSzPts val="1100"/>
              <a:buChar char="●"/>
              <a:defRPr sz="1400">
                <a:solidFill>
                  <a:schemeClr val="dk2"/>
                </a:solidFill>
              </a:defRPr>
            </a:lvl7pPr>
            <a:lvl8pPr indent="-298450" lvl="7" marL="3657600" rtl="0" algn="l">
              <a:lnSpc>
                <a:spcPct val="115000"/>
              </a:lnSpc>
              <a:spcBef>
                <a:spcPts val="1600"/>
              </a:spcBef>
              <a:spcAft>
                <a:spcPts val="0"/>
              </a:spcAft>
              <a:buClr>
                <a:schemeClr val="dk2"/>
              </a:buClr>
              <a:buSzPts val="1100"/>
              <a:buChar char="○"/>
              <a:defRPr sz="1400">
                <a:solidFill>
                  <a:schemeClr val="dk2"/>
                </a:solidFill>
              </a:defRPr>
            </a:lvl8pPr>
            <a:lvl9pPr indent="-298450" lvl="8" marL="4114800" rtl="0" algn="l">
              <a:lnSpc>
                <a:spcPct val="115000"/>
              </a:lnSpc>
              <a:spcBef>
                <a:spcPts val="1600"/>
              </a:spcBef>
              <a:spcAft>
                <a:spcPts val="1600"/>
              </a:spcAft>
              <a:buClr>
                <a:schemeClr val="dk2"/>
              </a:buClr>
              <a:buSzPts val="1100"/>
              <a:buChar char="■"/>
              <a:defRPr sz="1400">
                <a:solidFill>
                  <a:schemeClr val="dk2"/>
                </a:solidFill>
              </a:defRPr>
            </a:lvl9pPr>
          </a:lstStyle>
          <a:p/>
        </p:txBody>
      </p:sp>
      <p:sp>
        <p:nvSpPr>
          <p:cNvPr id="87" name="Google Shape;87;p16"/>
          <p:cNvSpPr txBox="1"/>
          <p:nvPr>
            <p:ph idx="12" type="sldNum"/>
          </p:nvPr>
        </p:nvSpPr>
        <p:spPr>
          <a:xfrm>
            <a:off x="8472458" y="4663217"/>
            <a:ext cx="548700" cy="393600"/>
          </a:xfrm>
          <a:prstGeom prst="rect">
            <a:avLst/>
          </a:prstGeom>
          <a:noFill/>
        </p:spPr>
        <p:txBody>
          <a:bodyPr anchorCtr="0" anchor="ctr" bIns="91425" lIns="91425" spcFirstLastPara="1" rIns="91425" wrap="square" tIns="91425">
            <a:noAutofit/>
          </a:bodyPr>
          <a:lstStyle>
            <a:lvl1pPr lvl="0" rtl="0" algn="r">
              <a:lnSpc>
                <a:spcPct val="100000"/>
              </a:lnSpc>
              <a:spcAft>
                <a:spcPts val="0"/>
              </a:spcAft>
              <a:buNone/>
              <a:defRPr sz="1000">
                <a:solidFill>
                  <a:schemeClr val="dk2"/>
                </a:solidFill>
              </a:defRPr>
            </a:lvl1pPr>
            <a:lvl2pPr lvl="1" rtl="0" algn="r">
              <a:lnSpc>
                <a:spcPct val="100000"/>
              </a:lnSpc>
              <a:spcAft>
                <a:spcPts val="0"/>
              </a:spcAft>
              <a:buNone/>
              <a:defRPr sz="1000">
                <a:solidFill>
                  <a:schemeClr val="dk2"/>
                </a:solidFill>
              </a:defRPr>
            </a:lvl2pPr>
            <a:lvl3pPr lvl="2" rtl="0" algn="r">
              <a:lnSpc>
                <a:spcPct val="100000"/>
              </a:lnSpc>
              <a:spcAft>
                <a:spcPts val="0"/>
              </a:spcAft>
              <a:buNone/>
              <a:defRPr sz="1000">
                <a:solidFill>
                  <a:schemeClr val="dk2"/>
                </a:solidFill>
              </a:defRPr>
            </a:lvl3pPr>
            <a:lvl4pPr lvl="3" rtl="0" algn="r">
              <a:lnSpc>
                <a:spcPct val="100000"/>
              </a:lnSpc>
              <a:spcAft>
                <a:spcPts val="0"/>
              </a:spcAft>
              <a:buNone/>
              <a:defRPr sz="1000">
                <a:solidFill>
                  <a:schemeClr val="dk2"/>
                </a:solidFill>
              </a:defRPr>
            </a:lvl4pPr>
            <a:lvl5pPr lvl="4" rtl="0" algn="r">
              <a:lnSpc>
                <a:spcPct val="100000"/>
              </a:lnSpc>
              <a:spcAft>
                <a:spcPts val="0"/>
              </a:spcAft>
              <a:buNone/>
              <a:defRPr sz="1000">
                <a:solidFill>
                  <a:schemeClr val="dk2"/>
                </a:solidFill>
              </a:defRPr>
            </a:lvl5pPr>
            <a:lvl6pPr lvl="5" rtl="0" algn="r">
              <a:lnSpc>
                <a:spcPct val="100000"/>
              </a:lnSpc>
              <a:spcAft>
                <a:spcPts val="0"/>
              </a:spcAft>
              <a:buNone/>
              <a:defRPr sz="1000">
                <a:solidFill>
                  <a:schemeClr val="dk2"/>
                </a:solidFill>
              </a:defRPr>
            </a:lvl6pPr>
            <a:lvl7pPr lvl="6" rtl="0" algn="r">
              <a:lnSpc>
                <a:spcPct val="100000"/>
              </a:lnSpc>
              <a:spcAft>
                <a:spcPts val="0"/>
              </a:spcAft>
              <a:buNone/>
              <a:defRPr sz="1000">
                <a:solidFill>
                  <a:schemeClr val="dk2"/>
                </a:solidFill>
              </a:defRPr>
            </a:lvl7pPr>
            <a:lvl8pPr lvl="7" rtl="0" algn="r">
              <a:lnSpc>
                <a:spcPct val="100000"/>
              </a:lnSpc>
              <a:spcAft>
                <a:spcPts val="0"/>
              </a:spcAft>
              <a:buNone/>
              <a:defRPr sz="1000">
                <a:solidFill>
                  <a:schemeClr val="dk2"/>
                </a:solidFill>
              </a:defRPr>
            </a:lvl8pPr>
            <a:lvl9pPr lvl="8" rtl="0" algn="r">
              <a:lnSpc>
                <a:spcPct val="100000"/>
              </a:lnSpc>
              <a:spcAft>
                <a:spcPts val="0"/>
              </a:spcAft>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
        <p:nvSpPr>
          <p:cNvPr id="88" name="Google Shape;88;p16"/>
          <p:cNvSpPr txBox="1"/>
          <p:nvPr>
            <p:ph idx="2" type="body"/>
          </p:nvPr>
        </p:nvSpPr>
        <p:spPr>
          <a:xfrm>
            <a:off x="4420400" y="2013125"/>
            <a:ext cx="4520700" cy="2828700"/>
          </a:xfrm>
          <a:prstGeom prst="rect">
            <a:avLst/>
          </a:prstGeom>
        </p:spPr>
        <p:txBody>
          <a:bodyPr anchorCtr="0" anchor="t" bIns="91425" lIns="91425" spcFirstLastPara="1" rIns="91425" wrap="square" tIns="91425">
            <a:sp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89" name="Google Shape;89;p16"/>
          <p:cNvSpPr/>
          <p:nvPr/>
        </p:nvSpPr>
        <p:spPr>
          <a:xfrm>
            <a:off x="1365175" y="0"/>
            <a:ext cx="7778700" cy="645600"/>
          </a:xfrm>
          <a:prstGeom prst="rect">
            <a:avLst/>
          </a:prstGeom>
          <a:solidFill>
            <a:schemeClr val="dk1"/>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0" name="Google Shape;90;p16"/>
          <p:cNvSpPr txBox="1"/>
          <p:nvPr>
            <p:ph type="title"/>
          </p:nvPr>
        </p:nvSpPr>
        <p:spPr>
          <a:xfrm>
            <a:off x="1436850" y="100"/>
            <a:ext cx="7642500" cy="596700"/>
          </a:xfrm>
          <a:prstGeom prst="rect">
            <a:avLst/>
          </a:prstGeom>
          <a:noFill/>
        </p:spPr>
        <p:txBody>
          <a:bodyPr anchorCtr="0" anchor="ctr" bIns="91425" lIns="91425" spcFirstLastPara="1" rIns="91425" wrap="square" tIns="91425">
            <a:spAutoFit/>
          </a:bodyPr>
          <a:lstStyle>
            <a:lvl1pPr lvl="0" rtl="0" algn="l">
              <a:lnSpc>
                <a:spcPct val="100000"/>
              </a:lnSpc>
              <a:spcBef>
                <a:spcPts val="0"/>
              </a:spcBef>
              <a:spcAft>
                <a:spcPts val="0"/>
              </a:spcAft>
              <a:buClr>
                <a:srgbClr val="FFFFFF"/>
              </a:buClr>
              <a:buSzPts val="3000"/>
              <a:buNone/>
              <a:defRPr sz="3000">
                <a:solidFill>
                  <a:srgbClr val="FFFFFF"/>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91" name="Google Shape;91;p16"/>
          <p:cNvSpPr/>
          <p:nvPr/>
        </p:nvSpPr>
        <p:spPr>
          <a:xfrm>
            <a:off x="0" y="0"/>
            <a:ext cx="1365300" cy="645600"/>
          </a:xfrm>
          <a:prstGeom prst="rect">
            <a:avLst/>
          </a:prstGeom>
          <a:solidFill>
            <a:schemeClr val="accent5"/>
          </a:solidFill>
          <a:ln cap="flat" cmpd="sng" w="9525">
            <a:solidFill>
              <a:schemeClr val="accent5"/>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2" name="Google Shape;92;p16"/>
          <p:cNvSpPr txBox="1"/>
          <p:nvPr>
            <p:ph idx="3" type="title"/>
          </p:nvPr>
        </p:nvSpPr>
        <p:spPr>
          <a:xfrm>
            <a:off x="65250" y="100"/>
            <a:ext cx="1253700" cy="596700"/>
          </a:xfrm>
          <a:prstGeom prst="rect">
            <a:avLst/>
          </a:prstGeom>
          <a:noFill/>
        </p:spPr>
        <p:txBody>
          <a:bodyPr anchorCtr="0" anchor="ctr" bIns="91425" lIns="91425" spcFirstLastPara="1" rIns="91425" wrap="square" tIns="91425">
            <a:spAutoFit/>
          </a:bodyPr>
          <a:lstStyle>
            <a:lvl1pPr lvl="0" rtl="0" algn="r">
              <a:lnSpc>
                <a:spcPct val="100000"/>
              </a:lnSpc>
              <a:spcBef>
                <a:spcPts val="0"/>
              </a:spcBef>
              <a:spcAft>
                <a:spcPts val="0"/>
              </a:spcAft>
              <a:buClr>
                <a:srgbClr val="FFFFFF"/>
              </a:buClr>
              <a:buSzPts val="3000"/>
              <a:buNone/>
              <a:defRPr sz="3000">
                <a:solidFill>
                  <a:srgbClr val="FFFFFF"/>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93" name="Google Shape;93;p16"/>
          <p:cNvSpPr txBox="1"/>
          <p:nvPr>
            <p:ph idx="4" type="body"/>
          </p:nvPr>
        </p:nvSpPr>
        <p:spPr>
          <a:xfrm>
            <a:off x="141600" y="4156900"/>
            <a:ext cx="3023700" cy="478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lvl1pPr indent="-304800" lvl="0" marL="4572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gn="l">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gn="l">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gn="l">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gn="l">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gn="l">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gn="l">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gn="l">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gn="l">
              <a:lnSpc>
                <a:spcPct val="100000"/>
              </a:lnSpc>
              <a:spcBef>
                <a:spcPts val="160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98" name="Shape 98"/>
        <p:cNvGrpSpPr/>
        <p:nvPr/>
      </p:nvGrpSpPr>
      <p:grpSpPr>
        <a:xfrm>
          <a:off x="0" y="0"/>
          <a:ext cx="0" cy="0"/>
          <a:chOff x="0" y="0"/>
          <a:chExt cx="0" cy="0"/>
        </a:xfrm>
      </p:grpSpPr>
      <p:sp>
        <p:nvSpPr>
          <p:cNvPr id="99" name="Google Shape;99;p18"/>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00" name="Google Shape;100;p18"/>
          <p:cNvSpPr txBox="1"/>
          <p:nvPr>
            <p:ph type="ctrTitle"/>
          </p:nvPr>
        </p:nvSpPr>
        <p:spPr>
          <a:xfrm>
            <a:off x="311700" y="539725"/>
            <a:ext cx="8520600" cy="12825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3600"/>
              <a:buNone/>
              <a:defRPr sz="3600"/>
            </a:lvl1pPr>
            <a:lvl2pPr lvl="1" rtl="0" algn="l">
              <a:lnSpc>
                <a:spcPct val="100000"/>
              </a:lnSpc>
              <a:spcBef>
                <a:spcPts val="0"/>
              </a:spcBef>
              <a:spcAft>
                <a:spcPts val="0"/>
              </a:spcAft>
              <a:buSzPts val="3600"/>
              <a:buNone/>
              <a:defRPr sz="3600"/>
            </a:lvl2pPr>
            <a:lvl3pPr lvl="2" rtl="0" algn="l">
              <a:lnSpc>
                <a:spcPct val="100000"/>
              </a:lnSpc>
              <a:spcBef>
                <a:spcPts val="0"/>
              </a:spcBef>
              <a:spcAft>
                <a:spcPts val="0"/>
              </a:spcAft>
              <a:buSzPts val="3600"/>
              <a:buNone/>
              <a:defRPr sz="3600"/>
            </a:lvl3pPr>
            <a:lvl4pPr lvl="3" rtl="0" algn="l">
              <a:lnSpc>
                <a:spcPct val="100000"/>
              </a:lnSpc>
              <a:spcBef>
                <a:spcPts val="0"/>
              </a:spcBef>
              <a:spcAft>
                <a:spcPts val="0"/>
              </a:spcAft>
              <a:buSzPts val="3600"/>
              <a:buNone/>
              <a:defRPr sz="3600"/>
            </a:lvl4pPr>
            <a:lvl5pPr lvl="4" rtl="0" algn="l">
              <a:lnSpc>
                <a:spcPct val="100000"/>
              </a:lnSpc>
              <a:spcBef>
                <a:spcPts val="0"/>
              </a:spcBef>
              <a:spcAft>
                <a:spcPts val="0"/>
              </a:spcAft>
              <a:buSzPts val="3600"/>
              <a:buNone/>
              <a:defRPr sz="3600"/>
            </a:lvl5pPr>
            <a:lvl6pPr lvl="5" rtl="0" algn="l">
              <a:lnSpc>
                <a:spcPct val="100000"/>
              </a:lnSpc>
              <a:spcBef>
                <a:spcPts val="0"/>
              </a:spcBef>
              <a:spcAft>
                <a:spcPts val="0"/>
              </a:spcAft>
              <a:buSzPts val="3600"/>
              <a:buNone/>
              <a:defRPr sz="3600"/>
            </a:lvl6pPr>
            <a:lvl7pPr lvl="6" rtl="0" algn="l">
              <a:lnSpc>
                <a:spcPct val="100000"/>
              </a:lnSpc>
              <a:spcBef>
                <a:spcPts val="0"/>
              </a:spcBef>
              <a:spcAft>
                <a:spcPts val="0"/>
              </a:spcAft>
              <a:buSzPts val="3600"/>
              <a:buNone/>
              <a:defRPr sz="3600"/>
            </a:lvl7pPr>
            <a:lvl8pPr lvl="7" rtl="0" algn="l">
              <a:lnSpc>
                <a:spcPct val="100000"/>
              </a:lnSpc>
              <a:spcBef>
                <a:spcPts val="0"/>
              </a:spcBef>
              <a:spcAft>
                <a:spcPts val="0"/>
              </a:spcAft>
              <a:buSzPts val="3600"/>
              <a:buNone/>
              <a:defRPr sz="3600"/>
            </a:lvl8pPr>
            <a:lvl9pPr lvl="8" rtl="0" algn="l">
              <a:lnSpc>
                <a:spcPct val="100000"/>
              </a:lnSpc>
              <a:spcBef>
                <a:spcPts val="0"/>
              </a:spcBef>
              <a:spcAft>
                <a:spcPts val="0"/>
              </a:spcAft>
              <a:buSzPts val="3600"/>
              <a:buNone/>
              <a:defRPr sz="3600"/>
            </a:lvl9pPr>
          </a:lstStyle>
          <a:p/>
        </p:txBody>
      </p:sp>
      <p:sp>
        <p:nvSpPr>
          <p:cNvPr id="101" name="Google Shape;101;p18"/>
          <p:cNvSpPr txBox="1"/>
          <p:nvPr>
            <p:ph idx="1" type="subTitle"/>
          </p:nvPr>
        </p:nvSpPr>
        <p:spPr>
          <a:xfrm>
            <a:off x="311700" y="1878560"/>
            <a:ext cx="4242600" cy="7383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lt2"/>
              </a:buClr>
              <a:buSzPts val="1600"/>
              <a:buNone/>
              <a:defRPr sz="1600">
                <a:solidFill>
                  <a:schemeClr val="lt2"/>
                </a:solidFill>
              </a:defRPr>
            </a:lvl1pPr>
            <a:lvl2pPr lvl="1" rtl="0" algn="l">
              <a:lnSpc>
                <a:spcPct val="100000"/>
              </a:lnSpc>
              <a:spcBef>
                <a:spcPts val="0"/>
              </a:spcBef>
              <a:spcAft>
                <a:spcPts val="0"/>
              </a:spcAft>
              <a:buClr>
                <a:schemeClr val="lt2"/>
              </a:buClr>
              <a:buSzPts val="1600"/>
              <a:buNone/>
              <a:defRPr sz="1600">
                <a:solidFill>
                  <a:schemeClr val="lt2"/>
                </a:solidFill>
              </a:defRPr>
            </a:lvl2pPr>
            <a:lvl3pPr lvl="2" rtl="0" algn="l">
              <a:lnSpc>
                <a:spcPct val="100000"/>
              </a:lnSpc>
              <a:spcBef>
                <a:spcPts val="0"/>
              </a:spcBef>
              <a:spcAft>
                <a:spcPts val="0"/>
              </a:spcAft>
              <a:buClr>
                <a:schemeClr val="lt2"/>
              </a:buClr>
              <a:buSzPts val="1600"/>
              <a:buNone/>
              <a:defRPr sz="1600">
                <a:solidFill>
                  <a:schemeClr val="lt2"/>
                </a:solidFill>
              </a:defRPr>
            </a:lvl3pPr>
            <a:lvl4pPr lvl="3" rtl="0" algn="l">
              <a:lnSpc>
                <a:spcPct val="100000"/>
              </a:lnSpc>
              <a:spcBef>
                <a:spcPts val="0"/>
              </a:spcBef>
              <a:spcAft>
                <a:spcPts val="0"/>
              </a:spcAft>
              <a:buClr>
                <a:schemeClr val="lt2"/>
              </a:buClr>
              <a:buSzPts val="1600"/>
              <a:buNone/>
              <a:defRPr sz="1600">
                <a:solidFill>
                  <a:schemeClr val="lt2"/>
                </a:solidFill>
              </a:defRPr>
            </a:lvl4pPr>
            <a:lvl5pPr lvl="4" rtl="0" algn="l">
              <a:lnSpc>
                <a:spcPct val="100000"/>
              </a:lnSpc>
              <a:spcBef>
                <a:spcPts val="0"/>
              </a:spcBef>
              <a:spcAft>
                <a:spcPts val="0"/>
              </a:spcAft>
              <a:buClr>
                <a:schemeClr val="lt2"/>
              </a:buClr>
              <a:buSzPts val="1600"/>
              <a:buNone/>
              <a:defRPr sz="1600">
                <a:solidFill>
                  <a:schemeClr val="lt2"/>
                </a:solidFill>
              </a:defRPr>
            </a:lvl5pPr>
            <a:lvl6pPr lvl="5" rtl="0" algn="l">
              <a:lnSpc>
                <a:spcPct val="100000"/>
              </a:lnSpc>
              <a:spcBef>
                <a:spcPts val="0"/>
              </a:spcBef>
              <a:spcAft>
                <a:spcPts val="0"/>
              </a:spcAft>
              <a:buClr>
                <a:schemeClr val="lt2"/>
              </a:buClr>
              <a:buSzPts val="1600"/>
              <a:buNone/>
              <a:defRPr sz="1600">
                <a:solidFill>
                  <a:schemeClr val="lt2"/>
                </a:solidFill>
              </a:defRPr>
            </a:lvl6pPr>
            <a:lvl7pPr lvl="6" rtl="0" algn="l">
              <a:lnSpc>
                <a:spcPct val="100000"/>
              </a:lnSpc>
              <a:spcBef>
                <a:spcPts val="0"/>
              </a:spcBef>
              <a:spcAft>
                <a:spcPts val="0"/>
              </a:spcAft>
              <a:buClr>
                <a:schemeClr val="lt2"/>
              </a:buClr>
              <a:buSzPts val="1600"/>
              <a:buNone/>
              <a:defRPr sz="1600">
                <a:solidFill>
                  <a:schemeClr val="lt2"/>
                </a:solidFill>
              </a:defRPr>
            </a:lvl7pPr>
            <a:lvl8pPr lvl="7" rtl="0" algn="l">
              <a:lnSpc>
                <a:spcPct val="100000"/>
              </a:lnSpc>
              <a:spcBef>
                <a:spcPts val="0"/>
              </a:spcBef>
              <a:spcAft>
                <a:spcPts val="0"/>
              </a:spcAft>
              <a:buClr>
                <a:schemeClr val="lt2"/>
              </a:buClr>
              <a:buSzPts val="1600"/>
              <a:buNone/>
              <a:defRPr sz="1600">
                <a:solidFill>
                  <a:schemeClr val="lt2"/>
                </a:solidFill>
              </a:defRPr>
            </a:lvl8pPr>
            <a:lvl9pPr lvl="8" rtl="0" algn="l">
              <a:lnSpc>
                <a:spcPct val="100000"/>
              </a:lnSpc>
              <a:spcBef>
                <a:spcPts val="0"/>
              </a:spcBef>
              <a:spcAft>
                <a:spcPts val="0"/>
              </a:spcAft>
              <a:buClr>
                <a:schemeClr val="lt2"/>
              </a:buClr>
              <a:buSzPts val="1600"/>
              <a:buNone/>
              <a:defRPr sz="1600">
                <a:solidFill>
                  <a:schemeClr val="lt2"/>
                </a:solidFill>
              </a:defRPr>
            </a:lvl9pPr>
          </a:lstStyle>
          <a:p/>
        </p:txBody>
      </p:sp>
      <p:sp>
        <p:nvSpPr>
          <p:cNvPr id="102" name="Google Shape;102;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103" name="Shape 103"/>
        <p:cNvGrpSpPr/>
        <p:nvPr/>
      </p:nvGrpSpPr>
      <p:grpSpPr>
        <a:xfrm>
          <a:off x="0" y="0"/>
          <a:ext cx="0" cy="0"/>
          <a:chOff x="0" y="0"/>
          <a:chExt cx="0" cy="0"/>
        </a:xfrm>
      </p:grpSpPr>
      <p:sp>
        <p:nvSpPr>
          <p:cNvPr id="104" name="Google Shape;104;p19"/>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5" name="Google Shape;105;p19"/>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lt1"/>
              </a:buClr>
              <a:buSzPts val="2800"/>
              <a:buNone/>
              <a:defRPr>
                <a:solidFill>
                  <a:schemeClr val="lt1"/>
                </a:solidFill>
              </a:defRPr>
            </a:lvl1pPr>
            <a:lvl2pPr lvl="1" rtl="0" algn="l">
              <a:lnSpc>
                <a:spcPct val="100000"/>
              </a:lnSpc>
              <a:spcBef>
                <a:spcPts val="0"/>
              </a:spcBef>
              <a:spcAft>
                <a:spcPts val="0"/>
              </a:spcAft>
              <a:buClr>
                <a:schemeClr val="lt1"/>
              </a:buClr>
              <a:buSzPts val="2800"/>
              <a:buNone/>
              <a:defRPr>
                <a:solidFill>
                  <a:schemeClr val="lt1"/>
                </a:solidFill>
              </a:defRPr>
            </a:lvl2pPr>
            <a:lvl3pPr lvl="2" rtl="0" algn="l">
              <a:lnSpc>
                <a:spcPct val="100000"/>
              </a:lnSpc>
              <a:spcBef>
                <a:spcPts val="0"/>
              </a:spcBef>
              <a:spcAft>
                <a:spcPts val="0"/>
              </a:spcAft>
              <a:buClr>
                <a:schemeClr val="lt1"/>
              </a:buClr>
              <a:buSzPts val="2800"/>
              <a:buNone/>
              <a:defRPr>
                <a:solidFill>
                  <a:schemeClr val="lt1"/>
                </a:solidFill>
              </a:defRPr>
            </a:lvl3pPr>
            <a:lvl4pPr lvl="3" rtl="0" algn="l">
              <a:lnSpc>
                <a:spcPct val="100000"/>
              </a:lnSpc>
              <a:spcBef>
                <a:spcPts val="0"/>
              </a:spcBef>
              <a:spcAft>
                <a:spcPts val="0"/>
              </a:spcAft>
              <a:buClr>
                <a:schemeClr val="lt1"/>
              </a:buClr>
              <a:buSzPts val="2800"/>
              <a:buNone/>
              <a:defRPr>
                <a:solidFill>
                  <a:schemeClr val="lt1"/>
                </a:solidFill>
              </a:defRPr>
            </a:lvl4pPr>
            <a:lvl5pPr lvl="4" rtl="0" algn="l">
              <a:lnSpc>
                <a:spcPct val="100000"/>
              </a:lnSpc>
              <a:spcBef>
                <a:spcPts val="0"/>
              </a:spcBef>
              <a:spcAft>
                <a:spcPts val="0"/>
              </a:spcAft>
              <a:buClr>
                <a:schemeClr val="lt1"/>
              </a:buClr>
              <a:buSzPts val="2800"/>
              <a:buNone/>
              <a:defRPr>
                <a:solidFill>
                  <a:schemeClr val="lt1"/>
                </a:solidFill>
              </a:defRPr>
            </a:lvl5pPr>
            <a:lvl6pPr lvl="5" rtl="0" algn="l">
              <a:lnSpc>
                <a:spcPct val="100000"/>
              </a:lnSpc>
              <a:spcBef>
                <a:spcPts val="0"/>
              </a:spcBef>
              <a:spcAft>
                <a:spcPts val="0"/>
              </a:spcAft>
              <a:buClr>
                <a:schemeClr val="lt1"/>
              </a:buClr>
              <a:buSzPts val="2800"/>
              <a:buNone/>
              <a:defRPr>
                <a:solidFill>
                  <a:schemeClr val="lt1"/>
                </a:solidFill>
              </a:defRPr>
            </a:lvl6pPr>
            <a:lvl7pPr lvl="6" rtl="0" algn="l">
              <a:lnSpc>
                <a:spcPct val="100000"/>
              </a:lnSpc>
              <a:spcBef>
                <a:spcPts val="0"/>
              </a:spcBef>
              <a:spcAft>
                <a:spcPts val="0"/>
              </a:spcAft>
              <a:buClr>
                <a:schemeClr val="lt1"/>
              </a:buClr>
              <a:buSzPts val="2800"/>
              <a:buNone/>
              <a:defRPr>
                <a:solidFill>
                  <a:schemeClr val="lt1"/>
                </a:solidFill>
              </a:defRPr>
            </a:lvl7pPr>
            <a:lvl8pPr lvl="7" rtl="0" algn="l">
              <a:lnSpc>
                <a:spcPct val="100000"/>
              </a:lnSpc>
              <a:spcBef>
                <a:spcPts val="0"/>
              </a:spcBef>
              <a:spcAft>
                <a:spcPts val="0"/>
              </a:spcAft>
              <a:buClr>
                <a:schemeClr val="lt1"/>
              </a:buClr>
              <a:buSzPts val="2800"/>
              <a:buNone/>
              <a:defRPr>
                <a:solidFill>
                  <a:schemeClr val="lt1"/>
                </a:solidFill>
              </a:defRPr>
            </a:lvl8pPr>
            <a:lvl9pPr lvl="8" rtl="0" algn="l">
              <a:lnSpc>
                <a:spcPct val="100000"/>
              </a:lnSpc>
              <a:spcBef>
                <a:spcPts val="0"/>
              </a:spcBef>
              <a:spcAft>
                <a:spcPts val="0"/>
              </a:spcAft>
              <a:buClr>
                <a:schemeClr val="lt1"/>
              </a:buClr>
              <a:buSzPts val="2800"/>
              <a:buNone/>
              <a:defRPr>
                <a:solidFill>
                  <a:schemeClr val="lt1"/>
                </a:solidFill>
              </a:defRPr>
            </a:lvl9pPr>
          </a:lstStyle>
          <a:p/>
        </p:txBody>
      </p:sp>
      <p:sp>
        <p:nvSpPr>
          <p:cNvPr id="106" name="Google Shape;106;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ustom layout 1">
  <p:cSld name="AUTOLAYOUT_1">
    <p:bg>
      <p:bgPr>
        <a:solidFill>
          <a:srgbClr val="FFFFFF"/>
        </a:solidFill>
      </p:bgPr>
    </p:bg>
    <p:spTree>
      <p:nvGrpSpPr>
        <p:cNvPr id="107" name="Shape 107"/>
        <p:cNvGrpSpPr/>
        <p:nvPr/>
      </p:nvGrpSpPr>
      <p:grpSpPr>
        <a:xfrm>
          <a:off x="0" y="0"/>
          <a:ext cx="0" cy="0"/>
          <a:chOff x="0" y="0"/>
          <a:chExt cx="0" cy="0"/>
        </a:xfrm>
      </p:grpSpPr>
      <p:sp>
        <p:nvSpPr>
          <p:cNvPr id="108" name="Google Shape;108;p20"/>
          <p:cNvSpPr/>
          <p:nvPr/>
        </p:nvSpPr>
        <p:spPr>
          <a:xfrm>
            <a:off x="0" y="0"/>
            <a:ext cx="9144000" cy="5143500"/>
          </a:xfrm>
          <a:prstGeom prst="rect">
            <a:avLst/>
          </a:prstGeom>
          <a:solidFill>
            <a:schemeClr val="lt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9" name="Google Shape;109;p20"/>
          <p:cNvSpPr/>
          <p:nvPr/>
        </p:nvSpPr>
        <p:spPr>
          <a:xfrm flipH="1" rot="10800000">
            <a:off x="365425" y="659700"/>
            <a:ext cx="1063500" cy="6855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0" name="Google Shape;110;p20"/>
          <p:cNvSpPr/>
          <p:nvPr/>
        </p:nvSpPr>
        <p:spPr>
          <a:xfrm rot="10800000">
            <a:off x="439525" y="659700"/>
            <a:ext cx="989400" cy="685500"/>
          </a:xfrm>
          <a:prstGeom prst="rtTriangle">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1" name="Google Shape;111;p20"/>
          <p:cNvSpPr/>
          <p:nvPr/>
        </p:nvSpPr>
        <p:spPr>
          <a:xfrm>
            <a:off x="365425" y="0"/>
            <a:ext cx="1063500" cy="816000"/>
          </a:xfrm>
          <a:prstGeom prst="rect">
            <a:avLst/>
          </a:prstGeom>
          <a:solidFill>
            <a:schemeClr val="accent5"/>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12" name="Google Shape;112;p20"/>
          <p:cNvSpPr txBox="1"/>
          <p:nvPr>
            <p:ph type="title"/>
          </p:nvPr>
        </p:nvSpPr>
        <p:spPr>
          <a:xfrm>
            <a:off x="2454975" y="72350"/>
            <a:ext cx="6486000" cy="8520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dk1"/>
              </a:buClr>
              <a:buSzPts val="3600"/>
              <a:buNone/>
              <a:defRPr b="1" sz="3600">
                <a:solidFill>
                  <a:schemeClr val="dk1"/>
                </a:solidFill>
              </a:defRPr>
            </a:lvl1pPr>
            <a:lvl2pPr lvl="1" rtl="0" algn="l">
              <a:lnSpc>
                <a:spcPct val="100000"/>
              </a:lnSpc>
              <a:spcBef>
                <a:spcPts val="0"/>
              </a:spcBef>
              <a:spcAft>
                <a:spcPts val="0"/>
              </a:spcAft>
              <a:buClr>
                <a:schemeClr val="dk1"/>
              </a:buClr>
              <a:buSzPts val="3600"/>
              <a:buNone/>
              <a:defRPr b="1" sz="3600">
                <a:solidFill>
                  <a:schemeClr val="dk1"/>
                </a:solidFill>
              </a:defRPr>
            </a:lvl2pPr>
            <a:lvl3pPr lvl="2" rtl="0" algn="l">
              <a:lnSpc>
                <a:spcPct val="100000"/>
              </a:lnSpc>
              <a:spcBef>
                <a:spcPts val="0"/>
              </a:spcBef>
              <a:spcAft>
                <a:spcPts val="0"/>
              </a:spcAft>
              <a:buClr>
                <a:schemeClr val="dk1"/>
              </a:buClr>
              <a:buSzPts val="3600"/>
              <a:buNone/>
              <a:defRPr b="1" sz="3600">
                <a:solidFill>
                  <a:schemeClr val="dk1"/>
                </a:solidFill>
              </a:defRPr>
            </a:lvl3pPr>
            <a:lvl4pPr lvl="3" rtl="0" algn="l">
              <a:lnSpc>
                <a:spcPct val="100000"/>
              </a:lnSpc>
              <a:spcBef>
                <a:spcPts val="0"/>
              </a:spcBef>
              <a:spcAft>
                <a:spcPts val="0"/>
              </a:spcAft>
              <a:buClr>
                <a:schemeClr val="dk1"/>
              </a:buClr>
              <a:buSzPts val="3600"/>
              <a:buNone/>
              <a:defRPr b="1" sz="3600">
                <a:solidFill>
                  <a:schemeClr val="dk1"/>
                </a:solidFill>
              </a:defRPr>
            </a:lvl4pPr>
            <a:lvl5pPr lvl="4" rtl="0" algn="l">
              <a:lnSpc>
                <a:spcPct val="100000"/>
              </a:lnSpc>
              <a:spcBef>
                <a:spcPts val="0"/>
              </a:spcBef>
              <a:spcAft>
                <a:spcPts val="0"/>
              </a:spcAft>
              <a:buClr>
                <a:schemeClr val="dk1"/>
              </a:buClr>
              <a:buSzPts val="3600"/>
              <a:buNone/>
              <a:defRPr b="1" sz="3600">
                <a:solidFill>
                  <a:schemeClr val="dk1"/>
                </a:solidFill>
              </a:defRPr>
            </a:lvl5pPr>
            <a:lvl6pPr lvl="5" rtl="0" algn="l">
              <a:lnSpc>
                <a:spcPct val="100000"/>
              </a:lnSpc>
              <a:spcBef>
                <a:spcPts val="0"/>
              </a:spcBef>
              <a:spcAft>
                <a:spcPts val="0"/>
              </a:spcAft>
              <a:buClr>
                <a:schemeClr val="dk1"/>
              </a:buClr>
              <a:buSzPts val="3600"/>
              <a:buNone/>
              <a:defRPr b="1" sz="3600">
                <a:solidFill>
                  <a:schemeClr val="dk1"/>
                </a:solidFill>
              </a:defRPr>
            </a:lvl6pPr>
            <a:lvl7pPr lvl="6" rtl="0" algn="l">
              <a:lnSpc>
                <a:spcPct val="100000"/>
              </a:lnSpc>
              <a:spcBef>
                <a:spcPts val="0"/>
              </a:spcBef>
              <a:spcAft>
                <a:spcPts val="0"/>
              </a:spcAft>
              <a:buClr>
                <a:schemeClr val="dk1"/>
              </a:buClr>
              <a:buSzPts val="3600"/>
              <a:buNone/>
              <a:defRPr b="1" sz="3600">
                <a:solidFill>
                  <a:schemeClr val="dk1"/>
                </a:solidFill>
              </a:defRPr>
            </a:lvl7pPr>
            <a:lvl8pPr lvl="7" rtl="0" algn="l">
              <a:lnSpc>
                <a:spcPct val="100000"/>
              </a:lnSpc>
              <a:spcBef>
                <a:spcPts val="0"/>
              </a:spcBef>
              <a:spcAft>
                <a:spcPts val="0"/>
              </a:spcAft>
              <a:buClr>
                <a:schemeClr val="dk1"/>
              </a:buClr>
              <a:buSzPts val="3600"/>
              <a:buNone/>
              <a:defRPr b="1" sz="3600">
                <a:solidFill>
                  <a:schemeClr val="dk1"/>
                </a:solidFill>
              </a:defRPr>
            </a:lvl8pPr>
            <a:lvl9pPr lvl="8" rtl="0" algn="l">
              <a:lnSpc>
                <a:spcPct val="100000"/>
              </a:lnSpc>
              <a:spcBef>
                <a:spcPts val="0"/>
              </a:spcBef>
              <a:spcAft>
                <a:spcPts val="0"/>
              </a:spcAft>
              <a:buClr>
                <a:schemeClr val="dk1"/>
              </a:buClr>
              <a:buSzPts val="3600"/>
              <a:buNone/>
              <a:defRPr b="1" sz="3600">
                <a:solidFill>
                  <a:schemeClr val="dk1"/>
                </a:solidFill>
              </a:defRPr>
            </a:lvl9pPr>
          </a:lstStyle>
          <a:p/>
        </p:txBody>
      </p:sp>
      <p:sp>
        <p:nvSpPr>
          <p:cNvPr id="113" name="Google Shape;113;p20"/>
          <p:cNvSpPr txBox="1"/>
          <p:nvPr>
            <p:ph idx="1" type="body"/>
          </p:nvPr>
        </p:nvSpPr>
        <p:spPr>
          <a:xfrm>
            <a:off x="2454975" y="924350"/>
            <a:ext cx="6486000" cy="1146600"/>
          </a:xfrm>
          <a:prstGeom prst="rect">
            <a:avLst/>
          </a:prstGeom>
          <a:noFill/>
          <a:ln>
            <a:noFill/>
          </a:ln>
        </p:spPr>
        <p:txBody>
          <a:bodyPr anchorCtr="0" anchor="t" bIns="91425" lIns="91425" spcFirstLastPara="1" rIns="91425" wrap="square" tIns="91425">
            <a:noAutofit/>
          </a:bodyPr>
          <a:lstStyle>
            <a:lvl1pPr indent="-330200" lvl="0" marL="457200" rtl="0" algn="l">
              <a:lnSpc>
                <a:spcPct val="115000"/>
              </a:lnSpc>
              <a:spcBef>
                <a:spcPts val="0"/>
              </a:spcBef>
              <a:spcAft>
                <a:spcPts val="0"/>
              </a:spcAft>
              <a:buClr>
                <a:schemeClr val="dk2"/>
              </a:buClr>
              <a:buSzPts val="1600"/>
              <a:buChar char="●"/>
              <a:defRPr sz="1600">
                <a:solidFill>
                  <a:schemeClr val="dk2"/>
                </a:solidFill>
              </a:defRPr>
            </a:lvl1pPr>
            <a:lvl2pPr indent="-298450" lvl="1" marL="914400" rtl="0" algn="l">
              <a:lnSpc>
                <a:spcPct val="115000"/>
              </a:lnSpc>
              <a:spcBef>
                <a:spcPts val="1600"/>
              </a:spcBef>
              <a:spcAft>
                <a:spcPts val="0"/>
              </a:spcAft>
              <a:buClr>
                <a:schemeClr val="dk2"/>
              </a:buClr>
              <a:buSzPts val="1100"/>
              <a:buChar char="○"/>
              <a:defRPr sz="1400">
                <a:solidFill>
                  <a:schemeClr val="dk2"/>
                </a:solidFill>
              </a:defRPr>
            </a:lvl2pPr>
            <a:lvl3pPr indent="-298450" lvl="2" marL="1371600" rtl="0" algn="l">
              <a:lnSpc>
                <a:spcPct val="115000"/>
              </a:lnSpc>
              <a:spcBef>
                <a:spcPts val="1600"/>
              </a:spcBef>
              <a:spcAft>
                <a:spcPts val="0"/>
              </a:spcAft>
              <a:buClr>
                <a:schemeClr val="dk2"/>
              </a:buClr>
              <a:buSzPts val="1100"/>
              <a:buChar char="■"/>
              <a:defRPr sz="1400">
                <a:solidFill>
                  <a:schemeClr val="dk2"/>
                </a:solidFill>
              </a:defRPr>
            </a:lvl3pPr>
            <a:lvl4pPr indent="-298450" lvl="3" marL="1828800" rtl="0" algn="l">
              <a:lnSpc>
                <a:spcPct val="115000"/>
              </a:lnSpc>
              <a:spcBef>
                <a:spcPts val="1600"/>
              </a:spcBef>
              <a:spcAft>
                <a:spcPts val="0"/>
              </a:spcAft>
              <a:buClr>
                <a:schemeClr val="dk2"/>
              </a:buClr>
              <a:buSzPts val="1100"/>
              <a:buChar char="●"/>
              <a:defRPr sz="1400">
                <a:solidFill>
                  <a:schemeClr val="dk2"/>
                </a:solidFill>
              </a:defRPr>
            </a:lvl4pPr>
            <a:lvl5pPr indent="-298450" lvl="4" marL="2286000" rtl="0" algn="l">
              <a:lnSpc>
                <a:spcPct val="115000"/>
              </a:lnSpc>
              <a:spcBef>
                <a:spcPts val="1600"/>
              </a:spcBef>
              <a:spcAft>
                <a:spcPts val="0"/>
              </a:spcAft>
              <a:buClr>
                <a:schemeClr val="dk2"/>
              </a:buClr>
              <a:buSzPts val="1100"/>
              <a:buChar char="○"/>
              <a:defRPr sz="1400">
                <a:solidFill>
                  <a:schemeClr val="dk2"/>
                </a:solidFill>
              </a:defRPr>
            </a:lvl5pPr>
            <a:lvl6pPr indent="-298450" lvl="5" marL="2743200" rtl="0" algn="l">
              <a:lnSpc>
                <a:spcPct val="115000"/>
              </a:lnSpc>
              <a:spcBef>
                <a:spcPts val="1600"/>
              </a:spcBef>
              <a:spcAft>
                <a:spcPts val="0"/>
              </a:spcAft>
              <a:buClr>
                <a:schemeClr val="dk2"/>
              </a:buClr>
              <a:buSzPts val="1100"/>
              <a:buChar char="■"/>
              <a:defRPr sz="1400">
                <a:solidFill>
                  <a:schemeClr val="dk2"/>
                </a:solidFill>
              </a:defRPr>
            </a:lvl6pPr>
            <a:lvl7pPr indent="-298450" lvl="6" marL="3200400" rtl="0" algn="l">
              <a:lnSpc>
                <a:spcPct val="115000"/>
              </a:lnSpc>
              <a:spcBef>
                <a:spcPts val="1600"/>
              </a:spcBef>
              <a:spcAft>
                <a:spcPts val="0"/>
              </a:spcAft>
              <a:buClr>
                <a:schemeClr val="dk2"/>
              </a:buClr>
              <a:buSzPts val="1100"/>
              <a:buChar char="●"/>
              <a:defRPr sz="1400">
                <a:solidFill>
                  <a:schemeClr val="dk2"/>
                </a:solidFill>
              </a:defRPr>
            </a:lvl7pPr>
            <a:lvl8pPr indent="-298450" lvl="7" marL="3657600" rtl="0" algn="l">
              <a:lnSpc>
                <a:spcPct val="115000"/>
              </a:lnSpc>
              <a:spcBef>
                <a:spcPts val="1600"/>
              </a:spcBef>
              <a:spcAft>
                <a:spcPts val="0"/>
              </a:spcAft>
              <a:buClr>
                <a:schemeClr val="dk2"/>
              </a:buClr>
              <a:buSzPts val="1100"/>
              <a:buChar char="○"/>
              <a:defRPr sz="1400">
                <a:solidFill>
                  <a:schemeClr val="dk2"/>
                </a:solidFill>
              </a:defRPr>
            </a:lvl8pPr>
            <a:lvl9pPr indent="-298450" lvl="8" marL="4114800" rtl="0" algn="l">
              <a:lnSpc>
                <a:spcPct val="115000"/>
              </a:lnSpc>
              <a:spcBef>
                <a:spcPts val="1600"/>
              </a:spcBef>
              <a:spcAft>
                <a:spcPts val="1600"/>
              </a:spcAft>
              <a:buClr>
                <a:schemeClr val="dk2"/>
              </a:buClr>
              <a:buSzPts val="1100"/>
              <a:buChar char="■"/>
              <a:defRPr sz="1400">
                <a:solidFill>
                  <a:schemeClr val="dk2"/>
                </a:solidFill>
              </a:defRPr>
            </a:lvl9pPr>
          </a:lstStyle>
          <a:p/>
        </p:txBody>
      </p:sp>
      <p:sp>
        <p:nvSpPr>
          <p:cNvPr id="114" name="Google Shape;114;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115" name="Google Shape;115;p20"/>
          <p:cNvSpPr txBox="1"/>
          <p:nvPr>
            <p:ph idx="2" type="body"/>
          </p:nvPr>
        </p:nvSpPr>
        <p:spPr>
          <a:xfrm>
            <a:off x="110475" y="1720575"/>
            <a:ext cx="2311200" cy="21765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1600"/>
              </a:spcBef>
              <a:spcAft>
                <a:spcPts val="0"/>
              </a:spcAft>
              <a:buSzPts val="1100"/>
              <a:buChar char="○"/>
              <a:defRPr/>
            </a:lvl2pPr>
            <a:lvl3pPr indent="-298450" lvl="2" marL="1371600" rtl="0" algn="l">
              <a:lnSpc>
                <a:spcPct val="115000"/>
              </a:lnSpc>
              <a:spcBef>
                <a:spcPts val="1600"/>
              </a:spcBef>
              <a:spcAft>
                <a:spcPts val="0"/>
              </a:spcAft>
              <a:buSzPts val="1100"/>
              <a:buChar char="■"/>
              <a:defRPr/>
            </a:lvl3pPr>
            <a:lvl4pPr indent="-298450" lvl="3" marL="1828800" rtl="0" algn="l">
              <a:lnSpc>
                <a:spcPct val="115000"/>
              </a:lnSpc>
              <a:spcBef>
                <a:spcPts val="1600"/>
              </a:spcBef>
              <a:spcAft>
                <a:spcPts val="0"/>
              </a:spcAft>
              <a:buSzPts val="1100"/>
              <a:buChar char="●"/>
              <a:defRPr/>
            </a:lvl4pPr>
            <a:lvl5pPr indent="-298450" lvl="4" marL="2286000" rtl="0" algn="l">
              <a:lnSpc>
                <a:spcPct val="115000"/>
              </a:lnSpc>
              <a:spcBef>
                <a:spcPts val="1600"/>
              </a:spcBef>
              <a:spcAft>
                <a:spcPts val="0"/>
              </a:spcAft>
              <a:buSzPts val="1100"/>
              <a:buChar char="○"/>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
        <p:nvSpPr>
          <p:cNvPr id="116" name="Google Shape;116;p20"/>
          <p:cNvSpPr txBox="1"/>
          <p:nvPr>
            <p:ph idx="3" type="body"/>
          </p:nvPr>
        </p:nvSpPr>
        <p:spPr>
          <a:xfrm>
            <a:off x="2454975" y="2013125"/>
            <a:ext cx="6486000" cy="28287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1600"/>
              </a:spcBef>
              <a:spcAft>
                <a:spcPts val="0"/>
              </a:spcAft>
              <a:buSzPts val="1100"/>
              <a:buChar char="○"/>
              <a:defRPr/>
            </a:lvl2pPr>
            <a:lvl3pPr indent="-298450" lvl="2" marL="1371600" rtl="0" algn="l">
              <a:lnSpc>
                <a:spcPct val="115000"/>
              </a:lnSpc>
              <a:spcBef>
                <a:spcPts val="1600"/>
              </a:spcBef>
              <a:spcAft>
                <a:spcPts val="0"/>
              </a:spcAft>
              <a:buSzPts val="1100"/>
              <a:buChar char="■"/>
              <a:defRPr/>
            </a:lvl3pPr>
            <a:lvl4pPr indent="-298450" lvl="3" marL="1828800" rtl="0" algn="l">
              <a:lnSpc>
                <a:spcPct val="115000"/>
              </a:lnSpc>
              <a:spcBef>
                <a:spcPts val="1600"/>
              </a:spcBef>
              <a:spcAft>
                <a:spcPts val="0"/>
              </a:spcAft>
              <a:buSzPts val="1100"/>
              <a:buChar char="●"/>
              <a:defRPr/>
            </a:lvl4pPr>
            <a:lvl5pPr indent="-298450" lvl="4" marL="2286000" rtl="0" algn="l">
              <a:lnSpc>
                <a:spcPct val="115000"/>
              </a:lnSpc>
              <a:spcBef>
                <a:spcPts val="1600"/>
              </a:spcBef>
              <a:spcAft>
                <a:spcPts val="0"/>
              </a:spcAft>
              <a:buSzPts val="1100"/>
              <a:buChar char="○"/>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
        <p:nvSpPr>
          <p:cNvPr id="117" name="Google Shape;117;p20"/>
          <p:cNvSpPr txBox="1"/>
          <p:nvPr>
            <p:ph idx="4" type="title"/>
          </p:nvPr>
        </p:nvSpPr>
        <p:spPr>
          <a:xfrm>
            <a:off x="427525" y="32875"/>
            <a:ext cx="933900" cy="749700"/>
          </a:xfrm>
          <a:prstGeom prst="rect">
            <a:avLst/>
          </a:prstGeom>
          <a:noFill/>
          <a:ln>
            <a:noFill/>
          </a:ln>
        </p:spPr>
        <p:txBody>
          <a:bodyPr anchorCtr="0" anchor="ctr" bIns="91425" lIns="91425" spcFirstLastPara="1" rIns="91425" wrap="square" tIns="91425">
            <a:noAutofit/>
          </a:bodyPr>
          <a:lstStyle>
            <a:lvl1pPr lvl="0" rtl="0" algn="ctr">
              <a:lnSpc>
                <a:spcPct val="100000"/>
              </a:lnSpc>
              <a:spcBef>
                <a:spcPts val="0"/>
              </a:spcBef>
              <a:spcAft>
                <a:spcPts val="0"/>
              </a:spcAft>
              <a:buSzPts val="2800"/>
              <a:buNone/>
              <a:defRPr sz="2400">
                <a:solidFill>
                  <a:srgbClr val="FFFFFF"/>
                </a:solidFill>
                <a:latin typeface="Roboto"/>
                <a:ea typeface="Roboto"/>
                <a:cs typeface="Roboto"/>
                <a:sym typeface="Roboto"/>
              </a:defRPr>
            </a:lvl1pPr>
            <a:lvl2pPr lvl="1" rtl="0" algn="l">
              <a:lnSpc>
                <a:spcPct val="100000"/>
              </a:lnSpc>
              <a:spcBef>
                <a:spcPts val="0"/>
              </a:spcBef>
              <a:spcAft>
                <a:spcPts val="0"/>
              </a:spcAft>
              <a:buSzPts val="2800"/>
              <a:buNone/>
              <a:defRPr>
                <a:latin typeface="Roboto"/>
                <a:ea typeface="Roboto"/>
                <a:cs typeface="Roboto"/>
                <a:sym typeface="Roboto"/>
              </a:defRPr>
            </a:lvl2pPr>
            <a:lvl3pPr lvl="2" rtl="0" algn="l">
              <a:lnSpc>
                <a:spcPct val="100000"/>
              </a:lnSpc>
              <a:spcBef>
                <a:spcPts val="0"/>
              </a:spcBef>
              <a:spcAft>
                <a:spcPts val="0"/>
              </a:spcAft>
              <a:buSzPts val="2800"/>
              <a:buNone/>
              <a:defRPr>
                <a:latin typeface="Roboto"/>
                <a:ea typeface="Roboto"/>
                <a:cs typeface="Roboto"/>
                <a:sym typeface="Roboto"/>
              </a:defRPr>
            </a:lvl3pPr>
            <a:lvl4pPr lvl="3" rtl="0" algn="l">
              <a:lnSpc>
                <a:spcPct val="100000"/>
              </a:lnSpc>
              <a:spcBef>
                <a:spcPts val="0"/>
              </a:spcBef>
              <a:spcAft>
                <a:spcPts val="0"/>
              </a:spcAft>
              <a:buSzPts val="2800"/>
              <a:buNone/>
              <a:defRPr>
                <a:latin typeface="Roboto"/>
                <a:ea typeface="Roboto"/>
                <a:cs typeface="Roboto"/>
                <a:sym typeface="Roboto"/>
              </a:defRPr>
            </a:lvl4pPr>
            <a:lvl5pPr lvl="4" rtl="0" algn="l">
              <a:lnSpc>
                <a:spcPct val="100000"/>
              </a:lnSpc>
              <a:spcBef>
                <a:spcPts val="0"/>
              </a:spcBef>
              <a:spcAft>
                <a:spcPts val="0"/>
              </a:spcAft>
              <a:buSzPts val="2800"/>
              <a:buNone/>
              <a:defRPr>
                <a:latin typeface="Roboto"/>
                <a:ea typeface="Roboto"/>
                <a:cs typeface="Roboto"/>
                <a:sym typeface="Roboto"/>
              </a:defRPr>
            </a:lvl5pPr>
            <a:lvl6pPr lvl="5" rtl="0" algn="l">
              <a:lnSpc>
                <a:spcPct val="100000"/>
              </a:lnSpc>
              <a:spcBef>
                <a:spcPts val="0"/>
              </a:spcBef>
              <a:spcAft>
                <a:spcPts val="0"/>
              </a:spcAft>
              <a:buSzPts val="2800"/>
              <a:buNone/>
              <a:defRPr>
                <a:latin typeface="Roboto"/>
                <a:ea typeface="Roboto"/>
                <a:cs typeface="Roboto"/>
                <a:sym typeface="Roboto"/>
              </a:defRPr>
            </a:lvl6pPr>
            <a:lvl7pPr lvl="6" rtl="0" algn="l">
              <a:lnSpc>
                <a:spcPct val="100000"/>
              </a:lnSpc>
              <a:spcBef>
                <a:spcPts val="0"/>
              </a:spcBef>
              <a:spcAft>
                <a:spcPts val="0"/>
              </a:spcAft>
              <a:buSzPts val="2800"/>
              <a:buNone/>
              <a:defRPr>
                <a:latin typeface="Roboto"/>
                <a:ea typeface="Roboto"/>
                <a:cs typeface="Roboto"/>
                <a:sym typeface="Roboto"/>
              </a:defRPr>
            </a:lvl7pPr>
            <a:lvl8pPr lvl="7" rtl="0" algn="l">
              <a:lnSpc>
                <a:spcPct val="100000"/>
              </a:lnSpc>
              <a:spcBef>
                <a:spcPts val="0"/>
              </a:spcBef>
              <a:spcAft>
                <a:spcPts val="0"/>
              </a:spcAft>
              <a:buSzPts val="2800"/>
              <a:buNone/>
              <a:defRPr>
                <a:latin typeface="Roboto"/>
                <a:ea typeface="Roboto"/>
                <a:cs typeface="Roboto"/>
                <a:sym typeface="Roboto"/>
              </a:defRPr>
            </a:lvl8pPr>
            <a:lvl9pPr lvl="8" rtl="0" algn="l">
              <a:lnSpc>
                <a:spcPct val="100000"/>
              </a:lnSpc>
              <a:spcBef>
                <a:spcPts val="0"/>
              </a:spcBef>
              <a:spcAft>
                <a:spcPts val="0"/>
              </a:spcAft>
              <a:buSzPts val="2800"/>
              <a:buNone/>
              <a:defRPr>
                <a:latin typeface="Roboto"/>
                <a:ea typeface="Roboto"/>
                <a:cs typeface="Roboto"/>
                <a:sym typeface="Roboto"/>
              </a:defRPr>
            </a:lvl9pPr>
          </a:lstStyle>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18" name="Shape 118"/>
        <p:cNvGrpSpPr/>
        <p:nvPr/>
      </p:nvGrpSpPr>
      <p:grpSpPr>
        <a:xfrm>
          <a:off x="0" y="0"/>
          <a:ext cx="0" cy="0"/>
          <a:chOff x="0" y="0"/>
          <a:chExt cx="0" cy="0"/>
        </a:xfrm>
      </p:grpSpPr>
      <p:sp>
        <p:nvSpPr>
          <p:cNvPr id="119" name="Google Shape;119;p21"/>
          <p:cNvSpPr/>
          <p:nvPr/>
        </p:nvSpPr>
        <p:spPr>
          <a:xfrm>
            <a:off x="-125"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120" name="Google Shape;120;p21"/>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1" name="Google Shape;121;p21"/>
          <p:cNvSpPr txBox="1"/>
          <p:nvPr>
            <p:ph type="title"/>
          </p:nvPr>
        </p:nvSpPr>
        <p:spPr>
          <a:xfrm>
            <a:off x="311725" y="500925"/>
            <a:ext cx="3706500" cy="6381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lt1"/>
              </a:buClr>
              <a:buSzPts val="2800"/>
              <a:buNone/>
              <a:defRPr>
                <a:solidFill>
                  <a:schemeClr val="lt1"/>
                </a:solidFill>
              </a:defRPr>
            </a:lvl1pPr>
            <a:lvl2pPr lvl="1" rtl="0" algn="l">
              <a:lnSpc>
                <a:spcPct val="100000"/>
              </a:lnSpc>
              <a:spcBef>
                <a:spcPts val="0"/>
              </a:spcBef>
              <a:spcAft>
                <a:spcPts val="0"/>
              </a:spcAft>
              <a:buClr>
                <a:schemeClr val="lt1"/>
              </a:buClr>
              <a:buSzPts val="2800"/>
              <a:buNone/>
              <a:defRPr>
                <a:solidFill>
                  <a:schemeClr val="lt1"/>
                </a:solidFill>
              </a:defRPr>
            </a:lvl2pPr>
            <a:lvl3pPr lvl="2" rtl="0" algn="l">
              <a:lnSpc>
                <a:spcPct val="100000"/>
              </a:lnSpc>
              <a:spcBef>
                <a:spcPts val="0"/>
              </a:spcBef>
              <a:spcAft>
                <a:spcPts val="0"/>
              </a:spcAft>
              <a:buClr>
                <a:schemeClr val="lt1"/>
              </a:buClr>
              <a:buSzPts val="2800"/>
              <a:buNone/>
              <a:defRPr>
                <a:solidFill>
                  <a:schemeClr val="lt1"/>
                </a:solidFill>
              </a:defRPr>
            </a:lvl3pPr>
            <a:lvl4pPr lvl="3" rtl="0" algn="l">
              <a:lnSpc>
                <a:spcPct val="100000"/>
              </a:lnSpc>
              <a:spcBef>
                <a:spcPts val="0"/>
              </a:spcBef>
              <a:spcAft>
                <a:spcPts val="0"/>
              </a:spcAft>
              <a:buClr>
                <a:schemeClr val="lt1"/>
              </a:buClr>
              <a:buSzPts val="2800"/>
              <a:buNone/>
              <a:defRPr>
                <a:solidFill>
                  <a:schemeClr val="lt1"/>
                </a:solidFill>
              </a:defRPr>
            </a:lvl4pPr>
            <a:lvl5pPr lvl="4" rtl="0" algn="l">
              <a:lnSpc>
                <a:spcPct val="100000"/>
              </a:lnSpc>
              <a:spcBef>
                <a:spcPts val="0"/>
              </a:spcBef>
              <a:spcAft>
                <a:spcPts val="0"/>
              </a:spcAft>
              <a:buClr>
                <a:schemeClr val="lt1"/>
              </a:buClr>
              <a:buSzPts val="2800"/>
              <a:buNone/>
              <a:defRPr>
                <a:solidFill>
                  <a:schemeClr val="lt1"/>
                </a:solidFill>
              </a:defRPr>
            </a:lvl5pPr>
            <a:lvl6pPr lvl="5" rtl="0" algn="l">
              <a:lnSpc>
                <a:spcPct val="100000"/>
              </a:lnSpc>
              <a:spcBef>
                <a:spcPts val="0"/>
              </a:spcBef>
              <a:spcAft>
                <a:spcPts val="0"/>
              </a:spcAft>
              <a:buClr>
                <a:schemeClr val="lt1"/>
              </a:buClr>
              <a:buSzPts val="2800"/>
              <a:buNone/>
              <a:defRPr>
                <a:solidFill>
                  <a:schemeClr val="lt1"/>
                </a:solidFill>
              </a:defRPr>
            </a:lvl6pPr>
            <a:lvl7pPr lvl="6" rtl="0" algn="l">
              <a:lnSpc>
                <a:spcPct val="100000"/>
              </a:lnSpc>
              <a:spcBef>
                <a:spcPts val="0"/>
              </a:spcBef>
              <a:spcAft>
                <a:spcPts val="0"/>
              </a:spcAft>
              <a:buClr>
                <a:schemeClr val="lt1"/>
              </a:buClr>
              <a:buSzPts val="2800"/>
              <a:buNone/>
              <a:defRPr>
                <a:solidFill>
                  <a:schemeClr val="lt1"/>
                </a:solidFill>
              </a:defRPr>
            </a:lvl7pPr>
            <a:lvl8pPr lvl="7" rtl="0" algn="l">
              <a:lnSpc>
                <a:spcPct val="100000"/>
              </a:lnSpc>
              <a:spcBef>
                <a:spcPts val="0"/>
              </a:spcBef>
              <a:spcAft>
                <a:spcPts val="0"/>
              </a:spcAft>
              <a:buClr>
                <a:schemeClr val="lt1"/>
              </a:buClr>
              <a:buSzPts val="2800"/>
              <a:buNone/>
              <a:defRPr>
                <a:solidFill>
                  <a:schemeClr val="lt1"/>
                </a:solidFill>
              </a:defRPr>
            </a:lvl8pPr>
            <a:lvl9pPr lvl="8" rtl="0" algn="l">
              <a:lnSpc>
                <a:spcPct val="100000"/>
              </a:lnSpc>
              <a:spcBef>
                <a:spcPts val="0"/>
              </a:spcBef>
              <a:spcAft>
                <a:spcPts val="0"/>
              </a:spcAft>
              <a:buClr>
                <a:schemeClr val="lt1"/>
              </a:buClr>
              <a:buSzPts val="2800"/>
              <a:buNone/>
              <a:defRPr>
                <a:solidFill>
                  <a:schemeClr val="lt1"/>
                </a:solidFill>
              </a:defRPr>
            </a:lvl9pPr>
          </a:lstStyle>
          <a:p/>
        </p:txBody>
      </p:sp>
      <p:sp>
        <p:nvSpPr>
          <p:cNvPr id="122" name="Google Shape;122;p21"/>
          <p:cNvSpPr txBox="1"/>
          <p:nvPr>
            <p:ph idx="1" type="body"/>
          </p:nvPr>
        </p:nvSpPr>
        <p:spPr>
          <a:xfrm>
            <a:off x="4644675" y="500925"/>
            <a:ext cx="4166400" cy="44322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1600"/>
              </a:spcBef>
              <a:spcAft>
                <a:spcPts val="0"/>
              </a:spcAft>
              <a:buSzPts val="1100"/>
              <a:buChar char="○"/>
              <a:defRPr/>
            </a:lvl2pPr>
            <a:lvl3pPr indent="-298450" lvl="2" marL="1371600" rtl="0" algn="l">
              <a:lnSpc>
                <a:spcPct val="115000"/>
              </a:lnSpc>
              <a:spcBef>
                <a:spcPts val="1600"/>
              </a:spcBef>
              <a:spcAft>
                <a:spcPts val="0"/>
              </a:spcAft>
              <a:buSzPts val="1100"/>
              <a:buChar char="■"/>
              <a:defRPr/>
            </a:lvl3pPr>
            <a:lvl4pPr indent="-298450" lvl="3" marL="1828800" rtl="0" algn="l">
              <a:lnSpc>
                <a:spcPct val="115000"/>
              </a:lnSpc>
              <a:spcBef>
                <a:spcPts val="1600"/>
              </a:spcBef>
              <a:spcAft>
                <a:spcPts val="0"/>
              </a:spcAft>
              <a:buSzPts val="1100"/>
              <a:buChar char="●"/>
              <a:defRPr/>
            </a:lvl4pPr>
            <a:lvl5pPr indent="-298450" lvl="4" marL="2286000" rtl="0" algn="l">
              <a:lnSpc>
                <a:spcPct val="115000"/>
              </a:lnSpc>
              <a:spcBef>
                <a:spcPts val="1600"/>
              </a:spcBef>
              <a:spcAft>
                <a:spcPts val="0"/>
              </a:spcAft>
              <a:buSzPts val="1100"/>
              <a:buChar char="○"/>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
        <p:nvSpPr>
          <p:cNvPr id="123" name="Google Shape;123;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124" name="Google Shape;124;p21"/>
          <p:cNvSpPr txBox="1"/>
          <p:nvPr>
            <p:ph idx="2" type="body"/>
          </p:nvPr>
        </p:nvSpPr>
        <p:spPr>
          <a:xfrm>
            <a:off x="315425" y="1286175"/>
            <a:ext cx="3706500" cy="26973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Clr>
                <a:srgbClr val="FFFFFF"/>
              </a:buClr>
              <a:buSzPts val="1300"/>
              <a:buChar char="●"/>
              <a:defRPr>
                <a:solidFill>
                  <a:srgbClr val="FFFFFF"/>
                </a:solidFill>
              </a:defRPr>
            </a:lvl1pPr>
            <a:lvl2pPr indent="-298450" lvl="1" marL="914400" rtl="0" algn="l">
              <a:lnSpc>
                <a:spcPct val="115000"/>
              </a:lnSpc>
              <a:spcBef>
                <a:spcPts val="1600"/>
              </a:spcBef>
              <a:spcAft>
                <a:spcPts val="0"/>
              </a:spcAft>
              <a:buClr>
                <a:srgbClr val="FFFFFF"/>
              </a:buClr>
              <a:buSzPts val="1100"/>
              <a:buChar char="○"/>
              <a:defRPr>
                <a:solidFill>
                  <a:srgbClr val="FFFFFF"/>
                </a:solidFill>
              </a:defRPr>
            </a:lvl2pPr>
            <a:lvl3pPr indent="-298450" lvl="2" marL="1371600" rtl="0" algn="l">
              <a:lnSpc>
                <a:spcPct val="115000"/>
              </a:lnSpc>
              <a:spcBef>
                <a:spcPts val="1600"/>
              </a:spcBef>
              <a:spcAft>
                <a:spcPts val="0"/>
              </a:spcAft>
              <a:buClr>
                <a:srgbClr val="FFFFFF"/>
              </a:buClr>
              <a:buSzPts val="1100"/>
              <a:buChar char="■"/>
              <a:defRPr>
                <a:solidFill>
                  <a:srgbClr val="FFFFFF"/>
                </a:solidFill>
              </a:defRPr>
            </a:lvl3pPr>
            <a:lvl4pPr indent="-298450" lvl="3" marL="1828800" rtl="0" algn="l">
              <a:lnSpc>
                <a:spcPct val="115000"/>
              </a:lnSpc>
              <a:spcBef>
                <a:spcPts val="1600"/>
              </a:spcBef>
              <a:spcAft>
                <a:spcPts val="0"/>
              </a:spcAft>
              <a:buClr>
                <a:srgbClr val="FFFFFF"/>
              </a:buClr>
              <a:buSzPts val="1100"/>
              <a:buChar char="●"/>
              <a:defRPr>
                <a:solidFill>
                  <a:srgbClr val="FFFFFF"/>
                </a:solidFill>
              </a:defRPr>
            </a:lvl4pPr>
            <a:lvl5pPr indent="-298450" lvl="4" marL="2286000" rtl="0" algn="l">
              <a:lnSpc>
                <a:spcPct val="115000"/>
              </a:lnSpc>
              <a:spcBef>
                <a:spcPts val="1600"/>
              </a:spcBef>
              <a:spcAft>
                <a:spcPts val="0"/>
              </a:spcAft>
              <a:buClr>
                <a:srgbClr val="FFFFFF"/>
              </a:buClr>
              <a:buSzPts val="1100"/>
              <a:buChar char="○"/>
              <a:defRPr>
                <a:solidFill>
                  <a:srgbClr val="FFFFFF"/>
                </a:solidFill>
              </a:defRPr>
            </a:lvl5pPr>
            <a:lvl6pPr indent="-298450" lvl="5" marL="2743200" rtl="0" algn="l">
              <a:lnSpc>
                <a:spcPct val="115000"/>
              </a:lnSpc>
              <a:spcBef>
                <a:spcPts val="1600"/>
              </a:spcBef>
              <a:spcAft>
                <a:spcPts val="0"/>
              </a:spcAft>
              <a:buClr>
                <a:srgbClr val="FFFFFF"/>
              </a:buClr>
              <a:buSzPts val="1100"/>
              <a:buChar char="■"/>
              <a:defRPr>
                <a:solidFill>
                  <a:srgbClr val="FFFFFF"/>
                </a:solidFill>
              </a:defRPr>
            </a:lvl6pPr>
            <a:lvl7pPr indent="-298450" lvl="6" marL="3200400" rtl="0" algn="l">
              <a:lnSpc>
                <a:spcPct val="115000"/>
              </a:lnSpc>
              <a:spcBef>
                <a:spcPts val="1600"/>
              </a:spcBef>
              <a:spcAft>
                <a:spcPts val="0"/>
              </a:spcAft>
              <a:buClr>
                <a:srgbClr val="FFFFFF"/>
              </a:buClr>
              <a:buSzPts val="1100"/>
              <a:buChar char="●"/>
              <a:defRPr>
                <a:solidFill>
                  <a:srgbClr val="FFFFFF"/>
                </a:solidFill>
              </a:defRPr>
            </a:lvl7pPr>
            <a:lvl8pPr indent="-298450" lvl="7" marL="3657600" rtl="0" algn="l">
              <a:lnSpc>
                <a:spcPct val="115000"/>
              </a:lnSpc>
              <a:spcBef>
                <a:spcPts val="1600"/>
              </a:spcBef>
              <a:spcAft>
                <a:spcPts val="0"/>
              </a:spcAft>
              <a:buClr>
                <a:srgbClr val="FFFFFF"/>
              </a:buClr>
              <a:buSzPts val="1100"/>
              <a:buChar char="○"/>
              <a:defRPr>
                <a:solidFill>
                  <a:srgbClr val="FFFFFF"/>
                </a:solidFill>
              </a:defRPr>
            </a:lvl8pPr>
            <a:lvl9pPr indent="-298450" lvl="8" marL="4114800" rtl="0" algn="l">
              <a:lnSpc>
                <a:spcPct val="115000"/>
              </a:lnSpc>
              <a:spcBef>
                <a:spcPts val="1600"/>
              </a:spcBef>
              <a:spcAft>
                <a:spcPts val="1600"/>
              </a:spcAft>
              <a:buClr>
                <a:srgbClr val="FFFFFF"/>
              </a:buClr>
              <a:buSzPts val="1100"/>
              <a:buChar char="■"/>
              <a:defRPr>
                <a:solidFill>
                  <a:srgbClr val="FFFFFF"/>
                </a:solidFill>
              </a:defRPr>
            </a:lvl9pPr>
          </a:lstStyle>
          <a:p/>
        </p:txBody>
      </p:sp>
      <p:sp>
        <p:nvSpPr>
          <p:cNvPr id="125" name="Google Shape;125;p21"/>
          <p:cNvSpPr txBox="1"/>
          <p:nvPr>
            <p:ph idx="3" type="body"/>
          </p:nvPr>
        </p:nvSpPr>
        <p:spPr>
          <a:xfrm>
            <a:off x="3154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04800" lvl="0" marL="4572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26" name="Shape 126"/>
        <p:cNvGrpSpPr/>
        <p:nvPr/>
      </p:nvGrpSpPr>
      <p:grpSpPr>
        <a:xfrm>
          <a:off x="0" y="0"/>
          <a:ext cx="0" cy="0"/>
          <a:chOff x="0" y="0"/>
          <a:chExt cx="0" cy="0"/>
        </a:xfrm>
      </p:grpSpPr>
      <p:sp>
        <p:nvSpPr>
          <p:cNvPr id="127" name="Google Shape;127;p22"/>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28" name="Google Shape;128;p22"/>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lt1"/>
              </a:buClr>
              <a:buSzPts val="2800"/>
              <a:buNone/>
              <a:defRPr>
                <a:solidFill>
                  <a:schemeClr val="lt1"/>
                </a:solidFill>
              </a:defRPr>
            </a:lvl1pPr>
            <a:lvl2pPr lvl="1" rtl="0" algn="l">
              <a:lnSpc>
                <a:spcPct val="100000"/>
              </a:lnSpc>
              <a:spcBef>
                <a:spcPts val="0"/>
              </a:spcBef>
              <a:spcAft>
                <a:spcPts val="0"/>
              </a:spcAft>
              <a:buClr>
                <a:schemeClr val="lt1"/>
              </a:buClr>
              <a:buSzPts val="2800"/>
              <a:buNone/>
              <a:defRPr>
                <a:solidFill>
                  <a:schemeClr val="lt1"/>
                </a:solidFill>
              </a:defRPr>
            </a:lvl2pPr>
            <a:lvl3pPr lvl="2" rtl="0" algn="l">
              <a:lnSpc>
                <a:spcPct val="100000"/>
              </a:lnSpc>
              <a:spcBef>
                <a:spcPts val="0"/>
              </a:spcBef>
              <a:spcAft>
                <a:spcPts val="0"/>
              </a:spcAft>
              <a:buClr>
                <a:schemeClr val="lt1"/>
              </a:buClr>
              <a:buSzPts val="2800"/>
              <a:buNone/>
              <a:defRPr>
                <a:solidFill>
                  <a:schemeClr val="lt1"/>
                </a:solidFill>
              </a:defRPr>
            </a:lvl3pPr>
            <a:lvl4pPr lvl="3" rtl="0" algn="l">
              <a:lnSpc>
                <a:spcPct val="100000"/>
              </a:lnSpc>
              <a:spcBef>
                <a:spcPts val="0"/>
              </a:spcBef>
              <a:spcAft>
                <a:spcPts val="0"/>
              </a:spcAft>
              <a:buClr>
                <a:schemeClr val="lt1"/>
              </a:buClr>
              <a:buSzPts val="2800"/>
              <a:buNone/>
              <a:defRPr>
                <a:solidFill>
                  <a:schemeClr val="lt1"/>
                </a:solidFill>
              </a:defRPr>
            </a:lvl4pPr>
            <a:lvl5pPr lvl="4" rtl="0" algn="l">
              <a:lnSpc>
                <a:spcPct val="100000"/>
              </a:lnSpc>
              <a:spcBef>
                <a:spcPts val="0"/>
              </a:spcBef>
              <a:spcAft>
                <a:spcPts val="0"/>
              </a:spcAft>
              <a:buClr>
                <a:schemeClr val="lt1"/>
              </a:buClr>
              <a:buSzPts val="2800"/>
              <a:buNone/>
              <a:defRPr>
                <a:solidFill>
                  <a:schemeClr val="lt1"/>
                </a:solidFill>
              </a:defRPr>
            </a:lvl5pPr>
            <a:lvl6pPr lvl="5" rtl="0" algn="l">
              <a:lnSpc>
                <a:spcPct val="100000"/>
              </a:lnSpc>
              <a:spcBef>
                <a:spcPts val="0"/>
              </a:spcBef>
              <a:spcAft>
                <a:spcPts val="0"/>
              </a:spcAft>
              <a:buClr>
                <a:schemeClr val="lt1"/>
              </a:buClr>
              <a:buSzPts val="2800"/>
              <a:buNone/>
              <a:defRPr>
                <a:solidFill>
                  <a:schemeClr val="lt1"/>
                </a:solidFill>
              </a:defRPr>
            </a:lvl6pPr>
            <a:lvl7pPr lvl="6" rtl="0" algn="l">
              <a:lnSpc>
                <a:spcPct val="100000"/>
              </a:lnSpc>
              <a:spcBef>
                <a:spcPts val="0"/>
              </a:spcBef>
              <a:spcAft>
                <a:spcPts val="0"/>
              </a:spcAft>
              <a:buClr>
                <a:schemeClr val="lt1"/>
              </a:buClr>
              <a:buSzPts val="2800"/>
              <a:buNone/>
              <a:defRPr>
                <a:solidFill>
                  <a:schemeClr val="lt1"/>
                </a:solidFill>
              </a:defRPr>
            </a:lvl7pPr>
            <a:lvl8pPr lvl="7" rtl="0" algn="l">
              <a:lnSpc>
                <a:spcPct val="100000"/>
              </a:lnSpc>
              <a:spcBef>
                <a:spcPts val="0"/>
              </a:spcBef>
              <a:spcAft>
                <a:spcPts val="0"/>
              </a:spcAft>
              <a:buClr>
                <a:schemeClr val="lt1"/>
              </a:buClr>
              <a:buSzPts val="2800"/>
              <a:buNone/>
              <a:defRPr>
                <a:solidFill>
                  <a:schemeClr val="lt1"/>
                </a:solidFill>
              </a:defRPr>
            </a:lvl8pPr>
            <a:lvl9pPr lvl="8" rtl="0" algn="l">
              <a:lnSpc>
                <a:spcPct val="100000"/>
              </a:lnSpc>
              <a:spcBef>
                <a:spcPts val="0"/>
              </a:spcBef>
              <a:spcAft>
                <a:spcPts val="0"/>
              </a:spcAft>
              <a:buClr>
                <a:schemeClr val="lt1"/>
              </a:buClr>
              <a:buSzPts val="2800"/>
              <a:buNone/>
              <a:defRPr>
                <a:solidFill>
                  <a:schemeClr val="lt1"/>
                </a:solidFill>
              </a:defRPr>
            </a:lvl9pPr>
          </a:lstStyle>
          <a:p/>
        </p:txBody>
      </p:sp>
      <p:sp>
        <p:nvSpPr>
          <p:cNvPr id="129" name="Google Shape;129;p22"/>
          <p:cNvSpPr txBox="1"/>
          <p:nvPr>
            <p:ph idx="1" type="body"/>
          </p:nvPr>
        </p:nvSpPr>
        <p:spPr>
          <a:xfrm>
            <a:off x="311700" y="1505700"/>
            <a:ext cx="3999900" cy="30762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1600"/>
              </a:spcBef>
              <a:spcAft>
                <a:spcPts val="0"/>
              </a:spcAft>
              <a:buSzPts val="1100"/>
              <a:buChar char="○"/>
              <a:defRPr/>
            </a:lvl2pPr>
            <a:lvl3pPr indent="-298450" lvl="2" marL="1371600" rtl="0" algn="l">
              <a:lnSpc>
                <a:spcPct val="115000"/>
              </a:lnSpc>
              <a:spcBef>
                <a:spcPts val="1600"/>
              </a:spcBef>
              <a:spcAft>
                <a:spcPts val="0"/>
              </a:spcAft>
              <a:buSzPts val="1100"/>
              <a:buChar char="■"/>
              <a:defRPr/>
            </a:lvl3pPr>
            <a:lvl4pPr indent="-298450" lvl="3" marL="1828800" rtl="0" algn="l">
              <a:lnSpc>
                <a:spcPct val="115000"/>
              </a:lnSpc>
              <a:spcBef>
                <a:spcPts val="1600"/>
              </a:spcBef>
              <a:spcAft>
                <a:spcPts val="0"/>
              </a:spcAft>
              <a:buSzPts val="1100"/>
              <a:buChar char="●"/>
              <a:defRPr/>
            </a:lvl4pPr>
            <a:lvl5pPr indent="-298450" lvl="4" marL="2286000" rtl="0" algn="l">
              <a:lnSpc>
                <a:spcPct val="115000"/>
              </a:lnSpc>
              <a:spcBef>
                <a:spcPts val="1600"/>
              </a:spcBef>
              <a:spcAft>
                <a:spcPts val="0"/>
              </a:spcAft>
              <a:buSzPts val="1100"/>
              <a:buChar char="○"/>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
        <p:nvSpPr>
          <p:cNvPr id="130" name="Google Shape;130;p22"/>
          <p:cNvSpPr txBox="1"/>
          <p:nvPr>
            <p:ph idx="2" type="body"/>
          </p:nvPr>
        </p:nvSpPr>
        <p:spPr>
          <a:xfrm>
            <a:off x="4832400" y="1505700"/>
            <a:ext cx="3999900" cy="30762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1600"/>
              </a:spcBef>
              <a:spcAft>
                <a:spcPts val="0"/>
              </a:spcAft>
              <a:buSzPts val="1100"/>
              <a:buChar char="○"/>
              <a:defRPr/>
            </a:lvl2pPr>
            <a:lvl3pPr indent="-298450" lvl="2" marL="1371600" rtl="0" algn="l">
              <a:lnSpc>
                <a:spcPct val="115000"/>
              </a:lnSpc>
              <a:spcBef>
                <a:spcPts val="1600"/>
              </a:spcBef>
              <a:spcAft>
                <a:spcPts val="0"/>
              </a:spcAft>
              <a:buSzPts val="1100"/>
              <a:buChar char="■"/>
              <a:defRPr/>
            </a:lvl3pPr>
            <a:lvl4pPr indent="-298450" lvl="3" marL="1828800" rtl="0" algn="l">
              <a:lnSpc>
                <a:spcPct val="115000"/>
              </a:lnSpc>
              <a:spcBef>
                <a:spcPts val="1600"/>
              </a:spcBef>
              <a:spcAft>
                <a:spcPts val="0"/>
              </a:spcAft>
              <a:buSzPts val="1100"/>
              <a:buChar char="●"/>
              <a:defRPr/>
            </a:lvl4pPr>
            <a:lvl5pPr indent="-298450" lvl="4" marL="2286000" rtl="0" algn="l">
              <a:lnSpc>
                <a:spcPct val="115000"/>
              </a:lnSpc>
              <a:spcBef>
                <a:spcPts val="1600"/>
              </a:spcBef>
              <a:spcAft>
                <a:spcPts val="0"/>
              </a:spcAft>
              <a:buSzPts val="1100"/>
              <a:buChar char="○"/>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
        <p:nvSpPr>
          <p:cNvPr id="131" name="Google Shape;131;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132" name="Shape 132"/>
        <p:cNvGrpSpPr/>
        <p:nvPr/>
      </p:nvGrpSpPr>
      <p:grpSpPr>
        <a:xfrm>
          <a:off x="0" y="0"/>
          <a:ext cx="0" cy="0"/>
          <a:chOff x="0" y="0"/>
          <a:chExt cx="0" cy="0"/>
        </a:xfrm>
      </p:grpSpPr>
      <p:sp>
        <p:nvSpPr>
          <p:cNvPr id="133" name="Google Shape;133;p23"/>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 name="Google Shape;134;p23"/>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135" name="Google Shape;135;p23"/>
          <p:cNvSpPr txBox="1"/>
          <p:nvPr>
            <p:ph idx="12" type="sldNum"/>
          </p:nvPr>
        </p:nvSpPr>
        <p:spPr>
          <a:xfrm>
            <a:off x="90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
        <p:nvSpPr>
          <p:cNvPr id="136" name="Google Shape;136;p23"/>
          <p:cNvSpPr txBox="1"/>
          <p:nvPr>
            <p:ph type="title"/>
          </p:nvPr>
        </p:nvSpPr>
        <p:spPr>
          <a:xfrm>
            <a:off x="5264725" y="500925"/>
            <a:ext cx="3706500" cy="6381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lt1"/>
              </a:buClr>
              <a:buSzPts val="2800"/>
              <a:buNone/>
              <a:defRPr>
                <a:solidFill>
                  <a:schemeClr val="lt1"/>
                </a:solidFill>
              </a:defRPr>
            </a:lvl1pPr>
            <a:lvl2pPr lvl="1" rtl="0" algn="l">
              <a:lnSpc>
                <a:spcPct val="100000"/>
              </a:lnSpc>
              <a:spcBef>
                <a:spcPts val="0"/>
              </a:spcBef>
              <a:spcAft>
                <a:spcPts val="0"/>
              </a:spcAft>
              <a:buClr>
                <a:schemeClr val="lt1"/>
              </a:buClr>
              <a:buSzPts val="2800"/>
              <a:buNone/>
              <a:defRPr>
                <a:solidFill>
                  <a:schemeClr val="lt1"/>
                </a:solidFill>
              </a:defRPr>
            </a:lvl2pPr>
            <a:lvl3pPr lvl="2" rtl="0" algn="l">
              <a:lnSpc>
                <a:spcPct val="100000"/>
              </a:lnSpc>
              <a:spcBef>
                <a:spcPts val="0"/>
              </a:spcBef>
              <a:spcAft>
                <a:spcPts val="0"/>
              </a:spcAft>
              <a:buClr>
                <a:schemeClr val="lt1"/>
              </a:buClr>
              <a:buSzPts val="2800"/>
              <a:buNone/>
              <a:defRPr>
                <a:solidFill>
                  <a:schemeClr val="lt1"/>
                </a:solidFill>
              </a:defRPr>
            </a:lvl3pPr>
            <a:lvl4pPr lvl="3" rtl="0" algn="l">
              <a:lnSpc>
                <a:spcPct val="100000"/>
              </a:lnSpc>
              <a:spcBef>
                <a:spcPts val="0"/>
              </a:spcBef>
              <a:spcAft>
                <a:spcPts val="0"/>
              </a:spcAft>
              <a:buClr>
                <a:schemeClr val="lt1"/>
              </a:buClr>
              <a:buSzPts val="2800"/>
              <a:buNone/>
              <a:defRPr>
                <a:solidFill>
                  <a:schemeClr val="lt1"/>
                </a:solidFill>
              </a:defRPr>
            </a:lvl4pPr>
            <a:lvl5pPr lvl="4" rtl="0" algn="l">
              <a:lnSpc>
                <a:spcPct val="100000"/>
              </a:lnSpc>
              <a:spcBef>
                <a:spcPts val="0"/>
              </a:spcBef>
              <a:spcAft>
                <a:spcPts val="0"/>
              </a:spcAft>
              <a:buClr>
                <a:schemeClr val="lt1"/>
              </a:buClr>
              <a:buSzPts val="2800"/>
              <a:buNone/>
              <a:defRPr>
                <a:solidFill>
                  <a:schemeClr val="lt1"/>
                </a:solidFill>
              </a:defRPr>
            </a:lvl5pPr>
            <a:lvl6pPr lvl="5" rtl="0" algn="l">
              <a:lnSpc>
                <a:spcPct val="100000"/>
              </a:lnSpc>
              <a:spcBef>
                <a:spcPts val="0"/>
              </a:spcBef>
              <a:spcAft>
                <a:spcPts val="0"/>
              </a:spcAft>
              <a:buClr>
                <a:schemeClr val="lt1"/>
              </a:buClr>
              <a:buSzPts val="2800"/>
              <a:buNone/>
              <a:defRPr>
                <a:solidFill>
                  <a:schemeClr val="lt1"/>
                </a:solidFill>
              </a:defRPr>
            </a:lvl6pPr>
            <a:lvl7pPr lvl="6" rtl="0" algn="l">
              <a:lnSpc>
                <a:spcPct val="100000"/>
              </a:lnSpc>
              <a:spcBef>
                <a:spcPts val="0"/>
              </a:spcBef>
              <a:spcAft>
                <a:spcPts val="0"/>
              </a:spcAft>
              <a:buClr>
                <a:schemeClr val="lt1"/>
              </a:buClr>
              <a:buSzPts val="2800"/>
              <a:buNone/>
              <a:defRPr>
                <a:solidFill>
                  <a:schemeClr val="lt1"/>
                </a:solidFill>
              </a:defRPr>
            </a:lvl7pPr>
            <a:lvl8pPr lvl="7" rtl="0" algn="l">
              <a:lnSpc>
                <a:spcPct val="100000"/>
              </a:lnSpc>
              <a:spcBef>
                <a:spcPts val="0"/>
              </a:spcBef>
              <a:spcAft>
                <a:spcPts val="0"/>
              </a:spcAft>
              <a:buClr>
                <a:schemeClr val="lt1"/>
              </a:buClr>
              <a:buSzPts val="2800"/>
              <a:buNone/>
              <a:defRPr>
                <a:solidFill>
                  <a:schemeClr val="lt1"/>
                </a:solidFill>
              </a:defRPr>
            </a:lvl8pPr>
            <a:lvl9pPr lvl="8" rtl="0" algn="l">
              <a:lnSpc>
                <a:spcPct val="100000"/>
              </a:lnSpc>
              <a:spcBef>
                <a:spcPts val="0"/>
              </a:spcBef>
              <a:spcAft>
                <a:spcPts val="0"/>
              </a:spcAft>
              <a:buClr>
                <a:schemeClr val="lt1"/>
              </a:buClr>
              <a:buSzPts val="2800"/>
              <a:buNone/>
              <a:defRPr>
                <a:solidFill>
                  <a:schemeClr val="lt1"/>
                </a:solidFill>
              </a:defRPr>
            </a:lvl9pPr>
          </a:lstStyle>
          <a:p/>
        </p:txBody>
      </p:sp>
      <p:sp>
        <p:nvSpPr>
          <p:cNvPr id="137" name="Google Shape;137;p23"/>
          <p:cNvSpPr txBox="1"/>
          <p:nvPr>
            <p:ph idx="1" type="body"/>
          </p:nvPr>
        </p:nvSpPr>
        <p:spPr>
          <a:xfrm>
            <a:off x="301275" y="500925"/>
            <a:ext cx="4166400" cy="44322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1600"/>
              </a:spcBef>
              <a:spcAft>
                <a:spcPts val="0"/>
              </a:spcAft>
              <a:buSzPts val="1100"/>
              <a:buChar char="○"/>
              <a:defRPr/>
            </a:lvl2pPr>
            <a:lvl3pPr indent="-298450" lvl="2" marL="1371600" rtl="0" algn="l">
              <a:lnSpc>
                <a:spcPct val="115000"/>
              </a:lnSpc>
              <a:spcBef>
                <a:spcPts val="1600"/>
              </a:spcBef>
              <a:spcAft>
                <a:spcPts val="0"/>
              </a:spcAft>
              <a:buSzPts val="1100"/>
              <a:buChar char="■"/>
              <a:defRPr/>
            </a:lvl3pPr>
            <a:lvl4pPr indent="-298450" lvl="3" marL="1828800" rtl="0" algn="l">
              <a:lnSpc>
                <a:spcPct val="115000"/>
              </a:lnSpc>
              <a:spcBef>
                <a:spcPts val="1600"/>
              </a:spcBef>
              <a:spcAft>
                <a:spcPts val="0"/>
              </a:spcAft>
              <a:buSzPts val="1100"/>
              <a:buChar char="●"/>
              <a:defRPr/>
            </a:lvl4pPr>
            <a:lvl5pPr indent="-298450" lvl="4" marL="2286000" rtl="0" algn="l">
              <a:lnSpc>
                <a:spcPct val="115000"/>
              </a:lnSpc>
              <a:spcBef>
                <a:spcPts val="1600"/>
              </a:spcBef>
              <a:spcAft>
                <a:spcPts val="0"/>
              </a:spcAft>
              <a:buSzPts val="1100"/>
              <a:buChar char="○"/>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
        <p:nvSpPr>
          <p:cNvPr id="138" name="Google Shape;138;p23"/>
          <p:cNvSpPr txBox="1"/>
          <p:nvPr>
            <p:ph idx="2" type="body"/>
          </p:nvPr>
        </p:nvSpPr>
        <p:spPr>
          <a:xfrm>
            <a:off x="5192225" y="1286175"/>
            <a:ext cx="3706500" cy="26973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Clr>
                <a:srgbClr val="FFFFFF"/>
              </a:buClr>
              <a:buSzPts val="1300"/>
              <a:buChar char="●"/>
              <a:defRPr>
                <a:solidFill>
                  <a:srgbClr val="FFFFFF"/>
                </a:solidFill>
              </a:defRPr>
            </a:lvl1pPr>
            <a:lvl2pPr indent="-298450" lvl="1" marL="914400" rtl="0" algn="l">
              <a:lnSpc>
                <a:spcPct val="115000"/>
              </a:lnSpc>
              <a:spcBef>
                <a:spcPts val="1600"/>
              </a:spcBef>
              <a:spcAft>
                <a:spcPts val="0"/>
              </a:spcAft>
              <a:buClr>
                <a:srgbClr val="FFFFFF"/>
              </a:buClr>
              <a:buSzPts val="1100"/>
              <a:buChar char="○"/>
              <a:defRPr>
                <a:solidFill>
                  <a:srgbClr val="FFFFFF"/>
                </a:solidFill>
              </a:defRPr>
            </a:lvl2pPr>
            <a:lvl3pPr indent="-298450" lvl="2" marL="1371600" rtl="0" algn="l">
              <a:lnSpc>
                <a:spcPct val="115000"/>
              </a:lnSpc>
              <a:spcBef>
                <a:spcPts val="1600"/>
              </a:spcBef>
              <a:spcAft>
                <a:spcPts val="0"/>
              </a:spcAft>
              <a:buClr>
                <a:srgbClr val="FFFFFF"/>
              </a:buClr>
              <a:buSzPts val="1100"/>
              <a:buChar char="■"/>
              <a:defRPr>
                <a:solidFill>
                  <a:srgbClr val="FFFFFF"/>
                </a:solidFill>
              </a:defRPr>
            </a:lvl3pPr>
            <a:lvl4pPr indent="-298450" lvl="3" marL="1828800" rtl="0" algn="l">
              <a:lnSpc>
                <a:spcPct val="115000"/>
              </a:lnSpc>
              <a:spcBef>
                <a:spcPts val="1600"/>
              </a:spcBef>
              <a:spcAft>
                <a:spcPts val="0"/>
              </a:spcAft>
              <a:buClr>
                <a:srgbClr val="FFFFFF"/>
              </a:buClr>
              <a:buSzPts val="1100"/>
              <a:buChar char="●"/>
              <a:defRPr>
                <a:solidFill>
                  <a:srgbClr val="FFFFFF"/>
                </a:solidFill>
              </a:defRPr>
            </a:lvl4pPr>
            <a:lvl5pPr indent="-298450" lvl="4" marL="2286000" rtl="0" algn="l">
              <a:lnSpc>
                <a:spcPct val="115000"/>
              </a:lnSpc>
              <a:spcBef>
                <a:spcPts val="1600"/>
              </a:spcBef>
              <a:spcAft>
                <a:spcPts val="0"/>
              </a:spcAft>
              <a:buClr>
                <a:srgbClr val="FFFFFF"/>
              </a:buClr>
              <a:buSzPts val="1100"/>
              <a:buChar char="○"/>
              <a:defRPr>
                <a:solidFill>
                  <a:srgbClr val="FFFFFF"/>
                </a:solidFill>
              </a:defRPr>
            </a:lvl5pPr>
            <a:lvl6pPr indent="-298450" lvl="5" marL="2743200" rtl="0" algn="l">
              <a:lnSpc>
                <a:spcPct val="115000"/>
              </a:lnSpc>
              <a:spcBef>
                <a:spcPts val="1600"/>
              </a:spcBef>
              <a:spcAft>
                <a:spcPts val="0"/>
              </a:spcAft>
              <a:buClr>
                <a:srgbClr val="FFFFFF"/>
              </a:buClr>
              <a:buSzPts val="1100"/>
              <a:buChar char="■"/>
              <a:defRPr>
                <a:solidFill>
                  <a:srgbClr val="FFFFFF"/>
                </a:solidFill>
              </a:defRPr>
            </a:lvl6pPr>
            <a:lvl7pPr indent="-298450" lvl="6" marL="3200400" rtl="0" algn="l">
              <a:lnSpc>
                <a:spcPct val="115000"/>
              </a:lnSpc>
              <a:spcBef>
                <a:spcPts val="1600"/>
              </a:spcBef>
              <a:spcAft>
                <a:spcPts val="0"/>
              </a:spcAft>
              <a:buClr>
                <a:srgbClr val="FFFFFF"/>
              </a:buClr>
              <a:buSzPts val="1100"/>
              <a:buChar char="●"/>
              <a:defRPr>
                <a:solidFill>
                  <a:srgbClr val="FFFFFF"/>
                </a:solidFill>
              </a:defRPr>
            </a:lvl7pPr>
            <a:lvl8pPr indent="-298450" lvl="7" marL="3657600" rtl="0" algn="l">
              <a:lnSpc>
                <a:spcPct val="115000"/>
              </a:lnSpc>
              <a:spcBef>
                <a:spcPts val="1600"/>
              </a:spcBef>
              <a:spcAft>
                <a:spcPts val="0"/>
              </a:spcAft>
              <a:buClr>
                <a:srgbClr val="FFFFFF"/>
              </a:buClr>
              <a:buSzPts val="1100"/>
              <a:buChar char="○"/>
              <a:defRPr>
                <a:solidFill>
                  <a:srgbClr val="FFFFFF"/>
                </a:solidFill>
              </a:defRPr>
            </a:lvl8pPr>
            <a:lvl9pPr indent="-298450" lvl="8" marL="4114800" rtl="0" algn="l">
              <a:lnSpc>
                <a:spcPct val="115000"/>
              </a:lnSpc>
              <a:spcBef>
                <a:spcPts val="1600"/>
              </a:spcBef>
              <a:spcAft>
                <a:spcPts val="1600"/>
              </a:spcAft>
              <a:buClr>
                <a:srgbClr val="FFFFFF"/>
              </a:buClr>
              <a:buSzPts val="1100"/>
              <a:buChar char="■"/>
              <a:defRPr>
                <a:solidFill>
                  <a:srgbClr val="FFFFFF"/>
                </a:solidFill>
              </a:defRPr>
            </a:lvl9pPr>
          </a:lstStyle>
          <a:p/>
        </p:txBody>
      </p:sp>
      <p:sp>
        <p:nvSpPr>
          <p:cNvPr id="139" name="Google Shape;139;p23"/>
          <p:cNvSpPr txBox="1"/>
          <p:nvPr>
            <p:ph idx="3"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lvl1pPr indent="-304800" lvl="0" marL="4572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rtl="0" algn="l">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40" name="Shape 140"/>
        <p:cNvGrpSpPr/>
        <p:nvPr/>
      </p:nvGrpSpPr>
      <p:grpSpPr>
        <a:xfrm>
          <a:off x="0" y="0"/>
          <a:ext cx="0" cy="0"/>
          <a:chOff x="0" y="0"/>
          <a:chExt cx="0" cy="0"/>
        </a:xfrm>
      </p:grpSpPr>
      <p:sp>
        <p:nvSpPr>
          <p:cNvPr id="141" name="Google Shape;141;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142" name="Shape 142"/>
        <p:cNvGrpSpPr/>
        <p:nvPr/>
      </p:nvGrpSpPr>
      <p:grpSpPr>
        <a:xfrm>
          <a:off x="0" y="0"/>
          <a:ext cx="0" cy="0"/>
          <a:chOff x="0" y="0"/>
          <a:chExt cx="0" cy="0"/>
        </a:xfrm>
      </p:grpSpPr>
      <p:sp>
        <p:nvSpPr>
          <p:cNvPr id="143" name="Google Shape;143;p25"/>
          <p:cNvSpPr txBox="1"/>
          <p:nvPr>
            <p:ph hasCustomPrompt="1" type="title"/>
          </p:nvPr>
        </p:nvSpPr>
        <p:spPr>
          <a:xfrm>
            <a:off x="311750" y="831175"/>
            <a:ext cx="5334900" cy="1244700"/>
          </a:xfrm>
          <a:prstGeom prst="rect">
            <a:avLst/>
          </a:prstGeom>
          <a:noFill/>
          <a:ln>
            <a:noFill/>
          </a:ln>
        </p:spPr>
        <p:txBody>
          <a:bodyPr anchorCtr="0" anchor="b" bIns="91425" lIns="91425" spcFirstLastPara="1" rIns="91425" wrap="square" tIns="91425">
            <a:noAutofit/>
          </a:bodyPr>
          <a:lstStyle>
            <a:lvl1pPr lvl="0" rtl="0" algn="l">
              <a:lnSpc>
                <a:spcPct val="100000"/>
              </a:lnSpc>
              <a:spcBef>
                <a:spcPts val="0"/>
              </a:spcBef>
              <a:spcAft>
                <a:spcPts val="0"/>
              </a:spcAft>
              <a:buClr>
                <a:schemeClr val="lt1"/>
              </a:buClr>
              <a:buSzPts val="10000"/>
              <a:buNone/>
              <a:defRPr sz="10000">
                <a:solidFill>
                  <a:schemeClr val="lt1"/>
                </a:solidFill>
              </a:defRPr>
            </a:lvl1pPr>
            <a:lvl2pPr lvl="1" rtl="0" algn="l">
              <a:lnSpc>
                <a:spcPct val="100000"/>
              </a:lnSpc>
              <a:spcBef>
                <a:spcPts val="0"/>
              </a:spcBef>
              <a:spcAft>
                <a:spcPts val="0"/>
              </a:spcAft>
              <a:buClr>
                <a:schemeClr val="lt1"/>
              </a:buClr>
              <a:buSzPts val="10000"/>
              <a:buNone/>
              <a:defRPr sz="10000">
                <a:solidFill>
                  <a:schemeClr val="lt1"/>
                </a:solidFill>
              </a:defRPr>
            </a:lvl2pPr>
            <a:lvl3pPr lvl="2" rtl="0" algn="l">
              <a:lnSpc>
                <a:spcPct val="100000"/>
              </a:lnSpc>
              <a:spcBef>
                <a:spcPts val="0"/>
              </a:spcBef>
              <a:spcAft>
                <a:spcPts val="0"/>
              </a:spcAft>
              <a:buClr>
                <a:schemeClr val="lt1"/>
              </a:buClr>
              <a:buSzPts val="10000"/>
              <a:buNone/>
              <a:defRPr sz="10000">
                <a:solidFill>
                  <a:schemeClr val="lt1"/>
                </a:solidFill>
              </a:defRPr>
            </a:lvl3pPr>
            <a:lvl4pPr lvl="3" rtl="0" algn="l">
              <a:lnSpc>
                <a:spcPct val="100000"/>
              </a:lnSpc>
              <a:spcBef>
                <a:spcPts val="0"/>
              </a:spcBef>
              <a:spcAft>
                <a:spcPts val="0"/>
              </a:spcAft>
              <a:buClr>
                <a:schemeClr val="lt1"/>
              </a:buClr>
              <a:buSzPts val="10000"/>
              <a:buNone/>
              <a:defRPr sz="10000">
                <a:solidFill>
                  <a:schemeClr val="lt1"/>
                </a:solidFill>
              </a:defRPr>
            </a:lvl4pPr>
            <a:lvl5pPr lvl="4" rtl="0" algn="l">
              <a:lnSpc>
                <a:spcPct val="100000"/>
              </a:lnSpc>
              <a:spcBef>
                <a:spcPts val="0"/>
              </a:spcBef>
              <a:spcAft>
                <a:spcPts val="0"/>
              </a:spcAft>
              <a:buClr>
                <a:schemeClr val="lt1"/>
              </a:buClr>
              <a:buSzPts val="10000"/>
              <a:buNone/>
              <a:defRPr sz="10000">
                <a:solidFill>
                  <a:schemeClr val="lt1"/>
                </a:solidFill>
              </a:defRPr>
            </a:lvl5pPr>
            <a:lvl6pPr lvl="5" rtl="0" algn="l">
              <a:lnSpc>
                <a:spcPct val="100000"/>
              </a:lnSpc>
              <a:spcBef>
                <a:spcPts val="0"/>
              </a:spcBef>
              <a:spcAft>
                <a:spcPts val="0"/>
              </a:spcAft>
              <a:buClr>
                <a:schemeClr val="lt1"/>
              </a:buClr>
              <a:buSzPts val="10000"/>
              <a:buNone/>
              <a:defRPr sz="10000">
                <a:solidFill>
                  <a:schemeClr val="lt1"/>
                </a:solidFill>
              </a:defRPr>
            </a:lvl6pPr>
            <a:lvl7pPr lvl="6" rtl="0" algn="l">
              <a:lnSpc>
                <a:spcPct val="100000"/>
              </a:lnSpc>
              <a:spcBef>
                <a:spcPts val="0"/>
              </a:spcBef>
              <a:spcAft>
                <a:spcPts val="0"/>
              </a:spcAft>
              <a:buClr>
                <a:schemeClr val="lt1"/>
              </a:buClr>
              <a:buSzPts val="10000"/>
              <a:buNone/>
              <a:defRPr sz="10000">
                <a:solidFill>
                  <a:schemeClr val="lt1"/>
                </a:solidFill>
              </a:defRPr>
            </a:lvl7pPr>
            <a:lvl8pPr lvl="7" rtl="0" algn="l">
              <a:lnSpc>
                <a:spcPct val="100000"/>
              </a:lnSpc>
              <a:spcBef>
                <a:spcPts val="0"/>
              </a:spcBef>
              <a:spcAft>
                <a:spcPts val="0"/>
              </a:spcAft>
              <a:buClr>
                <a:schemeClr val="lt1"/>
              </a:buClr>
              <a:buSzPts val="10000"/>
              <a:buNone/>
              <a:defRPr sz="10000">
                <a:solidFill>
                  <a:schemeClr val="lt1"/>
                </a:solidFill>
              </a:defRPr>
            </a:lvl8pPr>
            <a:lvl9pPr lvl="8" rtl="0" algn="l">
              <a:lnSpc>
                <a:spcPct val="100000"/>
              </a:lnSpc>
              <a:spcBef>
                <a:spcPts val="0"/>
              </a:spcBef>
              <a:spcAft>
                <a:spcPts val="0"/>
              </a:spcAft>
              <a:buClr>
                <a:schemeClr val="lt1"/>
              </a:buClr>
              <a:buSzPts val="10000"/>
              <a:buNone/>
              <a:defRPr sz="10000">
                <a:solidFill>
                  <a:schemeClr val="lt1"/>
                </a:solidFill>
              </a:defRPr>
            </a:lvl9pPr>
          </a:lstStyle>
          <a:p>
            <a:r>
              <a:t>xx%</a:t>
            </a:r>
          </a:p>
        </p:txBody>
      </p:sp>
      <p:sp>
        <p:nvSpPr>
          <p:cNvPr id="144" name="Google Shape;144;p25"/>
          <p:cNvSpPr txBox="1"/>
          <p:nvPr>
            <p:ph idx="1" type="body"/>
          </p:nvPr>
        </p:nvSpPr>
        <p:spPr>
          <a:xfrm>
            <a:off x="311700" y="2121425"/>
            <a:ext cx="5334900" cy="9426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Clr>
                <a:schemeClr val="accent2"/>
              </a:buClr>
              <a:buSzPts val="1300"/>
              <a:buChar char="●"/>
              <a:defRPr>
                <a:solidFill>
                  <a:schemeClr val="accent2"/>
                </a:solidFill>
              </a:defRPr>
            </a:lvl1pPr>
            <a:lvl2pPr indent="-298450" lvl="1" marL="914400" rtl="0" algn="l">
              <a:lnSpc>
                <a:spcPct val="115000"/>
              </a:lnSpc>
              <a:spcBef>
                <a:spcPts val="1600"/>
              </a:spcBef>
              <a:spcAft>
                <a:spcPts val="0"/>
              </a:spcAft>
              <a:buClr>
                <a:schemeClr val="accent2"/>
              </a:buClr>
              <a:buSzPts val="1100"/>
              <a:buChar char="○"/>
              <a:defRPr>
                <a:solidFill>
                  <a:schemeClr val="accent2"/>
                </a:solidFill>
              </a:defRPr>
            </a:lvl2pPr>
            <a:lvl3pPr indent="-298450" lvl="2" marL="1371600" rtl="0" algn="l">
              <a:lnSpc>
                <a:spcPct val="115000"/>
              </a:lnSpc>
              <a:spcBef>
                <a:spcPts val="1600"/>
              </a:spcBef>
              <a:spcAft>
                <a:spcPts val="0"/>
              </a:spcAft>
              <a:buClr>
                <a:schemeClr val="accent2"/>
              </a:buClr>
              <a:buSzPts val="1100"/>
              <a:buChar char="■"/>
              <a:defRPr>
                <a:solidFill>
                  <a:schemeClr val="accent2"/>
                </a:solidFill>
              </a:defRPr>
            </a:lvl3pPr>
            <a:lvl4pPr indent="-298450" lvl="3" marL="1828800" rtl="0" algn="l">
              <a:lnSpc>
                <a:spcPct val="115000"/>
              </a:lnSpc>
              <a:spcBef>
                <a:spcPts val="1600"/>
              </a:spcBef>
              <a:spcAft>
                <a:spcPts val="0"/>
              </a:spcAft>
              <a:buClr>
                <a:schemeClr val="accent2"/>
              </a:buClr>
              <a:buSzPts val="1100"/>
              <a:buChar char="●"/>
              <a:defRPr>
                <a:solidFill>
                  <a:schemeClr val="accent2"/>
                </a:solidFill>
              </a:defRPr>
            </a:lvl4pPr>
            <a:lvl5pPr indent="-298450" lvl="4" marL="2286000" rtl="0" algn="l">
              <a:lnSpc>
                <a:spcPct val="115000"/>
              </a:lnSpc>
              <a:spcBef>
                <a:spcPts val="1600"/>
              </a:spcBef>
              <a:spcAft>
                <a:spcPts val="0"/>
              </a:spcAft>
              <a:buClr>
                <a:schemeClr val="accent2"/>
              </a:buClr>
              <a:buSzPts val="1100"/>
              <a:buChar char="○"/>
              <a:defRPr>
                <a:solidFill>
                  <a:schemeClr val="accent2"/>
                </a:solidFill>
              </a:defRPr>
            </a:lvl5pPr>
            <a:lvl6pPr indent="-298450" lvl="5" marL="2743200" rtl="0" algn="l">
              <a:lnSpc>
                <a:spcPct val="115000"/>
              </a:lnSpc>
              <a:spcBef>
                <a:spcPts val="1600"/>
              </a:spcBef>
              <a:spcAft>
                <a:spcPts val="0"/>
              </a:spcAft>
              <a:buClr>
                <a:schemeClr val="accent2"/>
              </a:buClr>
              <a:buSzPts val="1100"/>
              <a:buChar char="■"/>
              <a:defRPr>
                <a:solidFill>
                  <a:schemeClr val="accent2"/>
                </a:solidFill>
              </a:defRPr>
            </a:lvl6pPr>
            <a:lvl7pPr indent="-298450" lvl="6" marL="3200400" rtl="0" algn="l">
              <a:lnSpc>
                <a:spcPct val="115000"/>
              </a:lnSpc>
              <a:spcBef>
                <a:spcPts val="1600"/>
              </a:spcBef>
              <a:spcAft>
                <a:spcPts val="0"/>
              </a:spcAft>
              <a:buClr>
                <a:schemeClr val="accent2"/>
              </a:buClr>
              <a:buSzPts val="1100"/>
              <a:buChar char="●"/>
              <a:defRPr>
                <a:solidFill>
                  <a:schemeClr val="accent2"/>
                </a:solidFill>
              </a:defRPr>
            </a:lvl7pPr>
            <a:lvl8pPr indent="-298450" lvl="7" marL="3657600" rtl="0" algn="l">
              <a:lnSpc>
                <a:spcPct val="115000"/>
              </a:lnSpc>
              <a:spcBef>
                <a:spcPts val="1600"/>
              </a:spcBef>
              <a:spcAft>
                <a:spcPts val="0"/>
              </a:spcAft>
              <a:buClr>
                <a:schemeClr val="accent2"/>
              </a:buClr>
              <a:buSzPts val="1100"/>
              <a:buChar char="○"/>
              <a:defRPr>
                <a:solidFill>
                  <a:schemeClr val="accent2"/>
                </a:solidFill>
              </a:defRPr>
            </a:lvl8pPr>
            <a:lvl9pPr indent="-298450" lvl="8" marL="4114800" rtl="0" algn="l">
              <a:lnSpc>
                <a:spcPct val="115000"/>
              </a:lnSpc>
              <a:spcBef>
                <a:spcPts val="1600"/>
              </a:spcBef>
              <a:spcAft>
                <a:spcPts val="1600"/>
              </a:spcAft>
              <a:buClr>
                <a:schemeClr val="accent2"/>
              </a:buClr>
              <a:buSzPts val="1100"/>
              <a:buChar char="■"/>
              <a:defRPr>
                <a:solidFill>
                  <a:schemeClr val="accent2"/>
                </a:solidFill>
              </a:defRPr>
            </a:lvl9pPr>
          </a:lstStyle>
          <a:p/>
        </p:txBody>
      </p:sp>
      <p:sp>
        <p:nvSpPr>
          <p:cNvPr id="145" name="Google Shape;145;p2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46" name="Shape 146"/>
        <p:cNvGrpSpPr/>
        <p:nvPr/>
      </p:nvGrpSpPr>
      <p:grpSpPr>
        <a:xfrm>
          <a:off x="0" y="0"/>
          <a:ext cx="0" cy="0"/>
          <a:chOff x="0" y="0"/>
          <a:chExt cx="0" cy="0"/>
        </a:xfrm>
      </p:grpSpPr>
      <p:sp>
        <p:nvSpPr>
          <p:cNvPr id="147" name="Google Shape;147;p26"/>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48" name="Google Shape;148;p26"/>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49" name="Google Shape;149;p26"/>
          <p:cNvSpPr txBox="1"/>
          <p:nvPr>
            <p:ph type="title"/>
          </p:nvPr>
        </p:nvSpPr>
        <p:spPr>
          <a:xfrm>
            <a:off x="311700" y="539725"/>
            <a:ext cx="8520600" cy="12825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3600"/>
              <a:buNone/>
              <a:defRPr sz="3600"/>
            </a:lvl1pPr>
            <a:lvl2pPr lvl="1" rtl="0" algn="l">
              <a:lnSpc>
                <a:spcPct val="100000"/>
              </a:lnSpc>
              <a:spcBef>
                <a:spcPts val="0"/>
              </a:spcBef>
              <a:spcAft>
                <a:spcPts val="0"/>
              </a:spcAft>
              <a:buSzPts val="3600"/>
              <a:buNone/>
              <a:defRPr sz="3600"/>
            </a:lvl2pPr>
            <a:lvl3pPr lvl="2" rtl="0" algn="l">
              <a:lnSpc>
                <a:spcPct val="100000"/>
              </a:lnSpc>
              <a:spcBef>
                <a:spcPts val="0"/>
              </a:spcBef>
              <a:spcAft>
                <a:spcPts val="0"/>
              </a:spcAft>
              <a:buSzPts val="3600"/>
              <a:buNone/>
              <a:defRPr sz="3600"/>
            </a:lvl3pPr>
            <a:lvl4pPr lvl="3" rtl="0" algn="l">
              <a:lnSpc>
                <a:spcPct val="100000"/>
              </a:lnSpc>
              <a:spcBef>
                <a:spcPts val="0"/>
              </a:spcBef>
              <a:spcAft>
                <a:spcPts val="0"/>
              </a:spcAft>
              <a:buSzPts val="3600"/>
              <a:buNone/>
              <a:defRPr sz="3600"/>
            </a:lvl4pPr>
            <a:lvl5pPr lvl="4" rtl="0" algn="l">
              <a:lnSpc>
                <a:spcPct val="100000"/>
              </a:lnSpc>
              <a:spcBef>
                <a:spcPts val="0"/>
              </a:spcBef>
              <a:spcAft>
                <a:spcPts val="0"/>
              </a:spcAft>
              <a:buSzPts val="3600"/>
              <a:buNone/>
              <a:defRPr sz="3600"/>
            </a:lvl5pPr>
            <a:lvl6pPr lvl="5" rtl="0" algn="l">
              <a:lnSpc>
                <a:spcPct val="100000"/>
              </a:lnSpc>
              <a:spcBef>
                <a:spcPts val="0"/>
              </a:spcBef>
              <a:spcAft>
                <a:spcPts val="0"/>
              </a:spcAft>
              <a:buSzPts val="3600"/>
              <a:buNone/>
              <a:defRPr sz="3600"/>
            </a:lvl6pPr>
            <a:lvl7pPr lvl="6" rtl="0" algn="l">
              <a:lnSpc>
                <a:spcPct val="100000"/>
              </a:lnSpc>
              <a:spcBef>
                <a:spcPts val="0"/>
              </a:spcBef>
              <a:spcAft>
                <a:spcPts val="0"/>
              </a:spcAft>
              <a:buSzPts val="3600"/>
              <a:buNone/>
              <a:defRPr sz="3600"/>
            </a:lvl7pPr>
            <a:lvl8pPr lvl="7" rtl="0" algn="l">
              <a:lnSpc>
                <a:spcPct val="100000"/>
              </a:lnSpc>
              <a:spcBef>
                <a:spcPts val="0"/>
              </a:spcBef>
              <a:spcAft>
                <a:spcPts val="0"/>
              </a:spcAft>
              <a:buSzPts val="3600"/>
              <a:buNone/>
              <a:defRPr sz="3600"/>
            </a:lvl8pPr>
            <a:lvl9pPr lvl="8" rtl="0" algn="l">
              <a:lnSpc>
                <a:spcPct val="100000"/>
              </a:lnSpc>
              <a:spcBef>
                <a:spcPts val="0"/>
              </a:spcBef>
              <a:spcAft>
                <a:spcPts val="0"/>
              </a:spcAft>
              <a:buSzPts val="3600"/>
              <a:buNone/>
              <a:defRPr sz="3600"/>
            </a:lvl9pPr>
          </a:lstStyle>
          <a:p/>
        </p:txBody>
      </p:sp>
      <p:sp>
        <p:nvSpPr>
          <p:cNvPr id="150" name="Google Shape;150;p2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151" name="Shape 151"/>
        <p:cNvGrpSpPr/>
        <p:nvPr/>
      </p:nvGrpSpPr>
      <p:grpSpPr>
        <a:xfrm>
          <a:off x="0" y="0"/>
          <a:ext cx="0" cy="0"/>
          <a:chOff x="0" y="0"/>
          <a:chExt cx="0" cy="0"/>
        </a:xfrm>
      </p:grpSpPr>
      <p:sp>
        <p:nvSpPr>
          <p:cNvPr id="152" name="Google Shape;152;p27"/>
          <p:cNvSpPr txBox="1"/>
          <p:nvPr>
            <p:ph type="title"/>
          </p:nvPr>
        </p:nvSpPr>
        <p:spPr>
          <a:xfrm>
            <a:off x="311675" y="798600"/>
            <a:ext cx="6247800" cy="3546300"/>
          </a:xfrm>
          <a:prstGeom prst="rect">
            <a:avLst/>
          </a:prstGeom>
          <a:noFill/>
          <a:ln>
            <a:noFill/>
          </a:ln>
        </p:spPr>
        <p:txBody>
          <a:bodyPr anchorCtr="0" anchor="ctr" bIns="91425" lIns="91425" spcFirstLastPara="1" rIns="91425" wrap="square" tIns="91425">
            <a:noAutofit/>
          </a:bodyPr>
          <a:lstStyle>
            <a:lvl1pPr lvl="0" rtl="0" algn="l">
              <a:lnSpc>
                <a:spcPct val="100000"/>
              </a:lnSpc>
              <a:spcBef>
                <a:spcPts val="0"/>
              </a:spcBef>
              <a:spcAft>
                <a:spcPts val="0"/>
              </a:spcAft>
              <a:buSzPts val="3600"/>
              <a:buNone/>
              <a:defRPr sz="3600"/>
            </a:lvl1pPr>
            <a:lvl2pPr lvl="1" rtl="0" algn="l">
              <a:lnSpc>
                <a:spcPct val="100000"/>
              </a:lnSpc>
              <a:spcBef>
                <a:spcPts val="0"/>
              </a:spcBef>
              <a:spcAft>
                <a:spcPts val="0"/>
              </a:spcAft>
              <a:buSzPts val="3600"/>
              <a:buNone/>
              <a:defRPr sz="3600"/>
            </a:lvl2pPr>
            <a:lvl3pPr lvl="2" rtl="0" algn="l">
              <a:lnSpc>
                <a:spcPct val="100000"/>
              </a:lnSpc>
              <a:spcBef>
                <a:spcPts val="0"/>
              </a:spcBef>
              <a:spcAft>
                <a:spcPts val="0"/>
              </a:spcAft>
              <a:buSzPts val="3600"/>
              <a:buNone/>
              <a:defRPr sz="3600"/>
            </a:lvl3pPr>
            <a:lvl4pPr lvl="3" rtl="0" algn="l">
              <a:lnSpc>
                <a:spcPct val="100000"/>
              </a:lnSpc>
              <a:spcBef>
                <a:spcPts val="0"/>
              </a:spcBef>
              <a:spcAft>
                <a:spcPts val="0"/>
              </a:spcAft>
              <a:buSzPts val="3600"/>
              <a:buNone/>
              <a:defRPr sz="3600"/>
            </a:lvl4pPr>
            <a:lvl5pPr lvl="4" rtl="0" algn="l">
              <a:lnSpc>
                <a:spcPct val="100000"/>
              </a:lnSpc>
              <a:spcBef>
                <a:spcPts val="0"/>
              </a:spcBef>
              <a:spcAft>
                <a:spcPts val="0"/>
              </a:spcAft>
              <a:buSzPts val="3600"/>
              <a:buNone/>
              <a:defRPr sz="3600"/>
            </a:lvl5pPr>
            <a:lvl6pPr lvl="5" rtl="0" algn="l">
              <a:lnSpc>
                <a:spcPct val="100000"/>
              </a:lnSpc>
              <a:spcBef>
                <a:spcPts val="0"/>
              </a:spcBef>
              <a:spcAft>
                <a:spcPts val="0"/>
              </a:spcAft>
              <a:buSzPts val="3600"/>
              <a:buNone/>
              <a:defRPr sz="3600"/>
            </a:lvl6pPr>
            <a:lvl7pPr lvl="6" rtl="0" algn="l">
              <a:lnSpc>
                <a:spcPct val="100000"/>
              </a:lnSpc>
              <a:spcBef>
                <a:spcPts val="0"/>
              </a:spcBef>
              <a:spcAft>
                <a:spcPts val="0"/>
              </a:spcAft>
              <a:buSzPts val="3600"/>
              <a:buNone/>
              <a:defRPr sz="3600"/>
            </a:lvl7pPr>
            <a:lvl8pPr lvl="7" rtl="0" algn="l">
              <a:lnSpc>
                <a:spcPct val="100000"/>
              </a:lnSpc>
              <a:spcBef>
                <a:spcPts val="0"/>
              </a:spcBef>
              <a:spcAft>
                <a:spcPts val="0"/>
              </a:spcAft>
              <a:buSzPts val="3600"/>
              <a:buNone/>
              <a:defRPr sz="3600"/>
            </a:lvl8pPr>
            <a:lvl9pPr lvl="8" rtl="0" algn="l">
              <a:lnSpc>
                <a:spcPct val="100000"/>
              </a:lnSpc>
              <a:spcBef>
                <a:spcPts val="0"/>
              </a:spcBef>
              <a:spcAft>
                <a:spcPts val="0"/>
              </a:spcAft>
              <a:buSzPts val="3600"/>
              <a:buNone/>
              <a:defRPr sz="3600"/>
            </a:lvl9pPr>
          </a:lstStyle>
          <a:p/>
        </p:txBody>
      </p:sp>
      <p:sp>
        <p:nvSpPr>
          <p:cNvPr id="153" name="Google Shape;153;p2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accen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154" name="Shape 154"/>
        <p:cNvGrpSpPr/>
        <p:nvPr/>
      </p:nvGrpSpPr>
      <p:grpSpPr>
        <a:xfrm>
          <a:off x="0" y="0"/>
          <a:ext cx="0" cy="0"/>
          <a:chOff x="0" y="0"/>
          <a:chExt cx="0" cy="0"/>
        </a:xfrm>
      </p:grpSpPr>
      <p:sp>
        <p:nvSpPr>
          <p:cNvPr id="155" name="Google Shape;155;p28"/>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56" name="Google Shape;156;p28"/>
          <p:cNvSpPr txBox="1"/>
          <p:nvPr>
            <p:ph type="title"/>
          </p:nvPr>
        </p:nvSpPr>
        <p:spPr>
          <a:xfrm>
            <a:off x="311300" y="500925"/>
            <a:ext cx="3704400" cy="20496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lt1"/>
              </a:buClr>
              <a:buSzPts val="2800"/>
              <a:buNone/>
              <a:defRPr>
                <a:solidFill>
                  <a:schemeClr val="lt1"/>
                </a:solidFill>
              </a:defRPr>
            </a:lvl1pPr>
            <a:lvl2pPr lvl="1" rtl="0" algn="l">
              <a:lnSpc>
                <a:spcPct val="100000"/>
              </a:lnSpc>
              <a:spcBef>
                <a:spcPts val="0"/>
              </a:spcBef>
              <a:spcAft>
                <a:spcPts val="0"/>
              </a:spcAft>
              <a:buClr>
                <a:schemeClr val="lt1"/>
              </a:buClr>
              <a:buSzPts val="2800"/>
              <a:buNone/>
              <a:defRPr>
                <a:solidFill>
                  <a:schemeClr val="lt1"/>
                </a:solidFill>
              </a:defRPr>
            </a:lvl2pPr>
            <a:lvl3pPr lvl="2" rtl="0" algn="l">
              <a:lnSpc>
                <a:spcPct val="100000"/>
              </a:lnSpc>
              <a:spcBef>
                <a:spcPts val="0"/>
              </a:spcBef>
              <a:spcAft>
                <a:spcPts val="0"/>
              </a:spcAft>
              <a:buClr>
                <a:schemeClr val="lt1"/>
              </a:buClr>
              <a:buSzPts val="2800"/>
              <a:buNone/>
              <a:defRPr>
                <a:solidFill>
                  <a:schemeClr val="lt1"/>
                </a:solidFill>
              </a:defRPr>
            </a:lvl3pPr>
            <a:lvl4pPr lvl="3" rtl="0" algn="l">
              <a:lnSpc>
                <a:spcPct val="100000"/>
              </a:lnSpc>
              <a:spcBef>
                <a:spcPts val="0"/>
              </a:spcBef>
              <a:spcAft>
                <a:spcPts val="0"/>
              </a:spcAft>
              <a:buClr>
                <a:schemeClr val="lt1"/>
              </a:buClr>
              <a:buSzPts val="2800"/>
              <a:buNone/>
              <a:defRPr>
                <a:solidFill>
                  <a:schemeClr val="lt1"/>
                </a:solidFill>
              </a:defRPr>
            </a:lvl4pPr>
            <a:lvl5pPr lvl="4" rtl="0" algn="l">
              <a:lnSpc>
                <a:spcPct val="100000"/>
              </a:lnSpc>
              <a:spcBef>
                <a:spcPts val="0"/>
              </a:spcBef>
              <a:spcAft>
                <a:spcPts val="0"/>
              </a:spcAft>
              <a:buClr>
                <a:schemeClr val="lt1"/>
              </a:buClr>
              <a:buSzPts val="2800"/>
              <a:buNone/>
              <a:defRPr>
                <a:solidFill>
                  <a:schemeClr val="lt1"/>
                </a:solidFill>
              </a:defRPr>
            </a:lvl5pPr>
            <a:lvl6pPr lvl="5" rtl="0" algn="l">
              <a:lnSpc>
                <a:spcPct val="100000"/>
              </a:lnSpc>
              <a:spcBef>
                <a:spcPts val="0"/>
              </a:spcBef>
              <a:spcAft>
                <a:spcPts val="0"/>
              </a:spcAft>
              <a:buClr>
                <a:schemeClr val="lt1"/>
              </a:buClr>
              <a:buSzPts val="2800"/>
              <a:buNone/>
              <a:defRPr>
                <a:solidFill>
                  <a:schemeClr val="lt1"/>
                </a:solidFill>
              </a:defRPr>
            </a:lvl6pPr>
            <a:lvl7pPr lvl="6" rtl="0" algn="l">
              <a:lnSpc>
                <a:spcPct val="100000"/>
              </a:lnSpc>
              <a:spcBef>
                <a:spcPts val="0"/>
              </a:spcBef>
              <a:spcAft>
                <a:spcPts val="0"/>
              </a:spcAft>
              <a:buClr>
                <a:schemeClr val="lt1"/>
              </a:buClr>
              <a:buSzPts val="2800"/>
              <a:buNone/>
              <a:defRPr>
                <a:solidFill>
                  <a:schemeClr val="lt1"/>
                </a:solidFill>
              </a:defRPr>
            </a:lvl7pPr>
            <a:lvl8pPr lvl="7" rtl="0" algn="l">
              <a:lnSpc>
                <a:spcPct val="100000"/>
              </a:lnSpc>
              <a:spcBef>
                <a:spcPts val="0"/>
              </a:spcBef>
              <a:spcAft>
                <a:spcPts val="0"/>
              </a:spcAft>
              <a:buClr>
                <a:schemeClr val="lt1"/>
              </a:buClr>
              <a:buSzPts val="2800"/>
              <a:buNone/>
              <a:defRPr>
                <a:solidFill>
                  <a:schemeClr val="lt1"/>
                </a:solidFill>
              </a:defRPr>
            </a:lvl8pPr>
            <a:lvl9pPr lvl="8" rtl="0" algn="l">
              <a:lnSpc>
                <a:spcPct val="100000"/>
              </a:lnSpc>
              <a:spcBef>
                <a:spcPts val="0"/>
              </a:spcBef>
              <a:spcAft>
                <a:spcPts val="0"/>
              </a:spcAft>
              <a:buClr>
                <a:schemeClr val="lt1"/>
              </a:buClr>
              <a:buSzPts val="2800"/>
              <a:buNone/>
              <a:defRPr>
                <a:solidFill>
                  <a:schemeClr val="lt1"/>
                </a:solidFill>
              </a:defRPr>
            </a:lvl9pPr>
          </a:lstStyle>
          <a:p/>
        </p:txBody>
      </p:sp>
      <p:sp>
        <p:nvSpPr>
          <p:cNvPr id="157" name="Google Shape;157;p28"/>
          <p:cNvSpPr txBox="1"/>
          <p:nvPr>
            <p:ph idx="1" type="subTitle"/>
          </p:nvPr>
        </p:nvSpPr>
        <p:spPr>
          <a:xfrm>
            <a:off x="304800" y="2626725"/>
            <a:ext cx="3704400" cy="926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Clr>
                <a:schemeClr val="accent2"/>
              </a:buClr>
              <a:buSzPts val="1600"/>
              <a:buNone/>
              <a:defRPr sz="1600">
                <a:solidFill>
                  <a:schemeClr val="accent2"/>
                </a:solidFill>
              </a:defRPr>
            </a:lvl1pPr>
            <a:lvl2pPr lvl="1" rtl="0" algn="l">
              <a:lnSpc>
                <a:spcPct val="100000"/>
              </a:lnSpc>
              <a:spcBef>
                <a:spcPts val="0"/>
              </a:spcBef>
              <a:spcAft>
                <a:spcPts val="0"/>
              </a:spcAft>
              <a:buClr>
                <a:schemeClr val="accent2"/>
              </a:buClr>
              <a:buSzPts val="1600"/>
              <a:buNone/>
              <a:defRPr sz="1600">
                <a:solidFill>
                  <a:schemeClr val="accent2"/>
                </a:solidFill>
              </a:defRPr>
            </a:lvl2pPr>
            <a:lvl3pPr lvl="2" rtl="0" algn="l">
              <a:lnSpc>
                <a:spcPct val="100000"/>
              </a:lnSpc>
              <a:spcBef>
                <a:spcPts val="0"/>
              </a:spcBef>
              <a:spcAft>
                <a:spcPts val="0"/>
              </a:spcAft>
              <a:buClr>
                <a:schemeClr val="accent2"/>
              </a:buClr>
              <a:buSzPts val="1600"/>
              <a:buNone/>
              <a:defRPr sz="1600">
                <a:solidFill>
                  <a:schemeClr val="accent2"/>
                </a:solidFill>
              </a:defRPr>
            </a:lvl3pPr>
            <a:lvl4pPr lvl="3" rtl="0" algn="l">
              <a:lnSpc>
                <a:spcPct val="100000"/>
              </a:lnSpc>
              <a:spcBef>
                <a:spcPts val="0"/>
              </a:spcBef>
              <a:spcAft>
                <a:spcPts val="0"/>
              </a:spcAft>
              <a:buClr>
                <a:schemeClr val="accent2"/>
              </a:buClr>
              <a:buSzPts val="1600"/>
              <a:buNone/>
              <a:defRPr sz="1600">
                <a:solidFill>
                  <a:schemeClr val="accent2"/>
                </a:solidFill>
              </a:defRPr>
            </a:lvl4pPr>
            <a:lvl5pPr lvl="4" rtl="0" algn="l">
              <a:lnSpc>
                <a:spcPct val="100000"/>
              </a:lnSpc>
              <a:spcBef>
                <a:spcPts val="0"/>
              </a:spcBef>
              <a:spcAft>
                <a:spcPts val="0"/>
              </a:spcAft>
              <a:buClr>
                <a:schemeClr val="accent2"/>
              </a:buClr>
              <a:buSzPts val="1600"/>
              <a:buNone/>
              <a:defRPr sz="1600">
                <a:solidFill>
                  <a:schemeClr val="accent2"/>
                </a:solidFill>
              </a:defRPr>
            </a:lvl5pPr>
            <a:lvl6pPr lvl="5" rtl="0" algn="l">
              <a:lnSpc>
                <a:spcPct val="100000"/>
              </a:lnSpc>
              <a:spcBef>
                <a:spcPts val="0"/>
              </a:spcBef>
              <a:spcAft>
                <a:spcPts val="0"/>
              </a:spcAft>
              <a:buClr>
                <a:schemeClr val="accent2"/>
              </a:buClr>
              <a:buSzPts val="1600"/>
              <a:buNone/>
              <a:defRPr sz="1600">
                <a:solidFill>
                  <a:schemeClr val="accent2"/>
                </a:solidFill>
              </a:defRPr>
            </a:lvl6pPr>
            <a:lvl7pPr lvl="6" rtl="0" algn="l">
              <a:lnSpc>
                <a:spcPct val="100000"/>
              </a:lnSpc>
              <a:spcBef>
                <a:spcPts val="0"/>
              </a:spcBef>
              <a:spcAft>
                <a:spcPts val="0"/>
              </a:spcAft>
              <a:buClr>
                <a:schemeClr val="accent2"/>
              </a:buClr>
              <a:buSzPts val="1600"/>
              <a:buNone/>
              <a:defRPr sz="1600">
                <a:solidFill>
                  <a:schemeClr val="accent2"/>
                </a:solidFill>
              </a:defRPr>
            </a:lvl7pPr>
            <a:lvl8pPr lvl="7" rtl="0" algn="l">
              <a:lnSpc>
                <a:spcPct val="100000"/>
              </a:lnSpc>
              <a:spcBef>
                <a:spcPts val="0"/>
              </a:spcBef>
              <a:spcAft>
                <a:spcPts val="0"/>
              </a:spcAft>
              <a:buClr>
                <a:schemeClr val="accent2"/>
              </a:buClr>
              <a:buSzPts val="1600"/>
              <a:buNone/>
              <a:defRPr sz="1600">
                <a:solidFill>
                  <a:schemeClr val="accent2"/>
                </a:solidFill>
              </a:defRPr>
            </a:lvl8pPr>
            <a:lvl9pPr lvl="8" rtl="0" algn="l">
              <a:lnSpc>
                <a:spcPct val="100000"/>
              </a:lnSpc>
              <a:spcBef>
                <a:spcPts val="0"/>
              </a:spcBef>
              <a:spcAft>
                <a:spcPts val="0"/>
              </a:spcAft>
              <a:buClr>
                <a:schemeClr val="accent2"/>
              </a:buClr>
              <a:buSzPts val="1600"/>
              <a:buNone/>
              <a:defRPr sz="1600">
                <a:solidFill>
                  <a:schemeClr val="accent2"/>
                </a:solidFill>
              </a:defRPr>
            </a:lvl9pPr>
          </a:lstStyle>
          <a:p/>
        </p:txBody>
      </p:sp>
      <p:sp>
        <p:nvSpPr>
          <p:cNvPr id="158" name="Google Shape;158;p28"/>
          <p:cNvSpPr txBox="1"/>
          <p:nvPr>
            <p:ph idx="2" type="body"/>
          </p:nvPr>
        </p:nvSpPr>
        <p:spPr>
          <a:xfrm>
            <a:off x="4879025" y="500925"/>
            <a:ext cx="3954000" cy="41115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1600"/>
              </a:spcBef>
              <a:spcAft>
                <a:spcPts val="0"/>
              </a:spcAft>
              <a:buSzPts val="1100"/>
              <a:buChar char="○"/>
              <a:defRPr/>
            </a:lvl2pPr>
            <a:lvl3pPr indent="-298450" lvl="2" marL="1371600" rtl="0" algn="l">
              <a:lnSpc>
                <a:spcPct val="115000"/>
              </a:lnSpc>
              <a:spcBef>
                <a:spcPts val="1600"/>
              </a:spcBef>
              <a:spcAft>
                <a:spcPts val="0"/>
              </a:spcAft>
              <a:buSzPts val="1100"/>
              <a:buChar char="■"/>
              <a:defRPr/>
            </a:lvl3pPr>
            <a:lvl4pPr indent="-298450" lvl="3" marL="1828800" rtl="0" algn="l">
              <a:lnSpc>
                <a:spcPct val="115000"/>
              </a:lnSpc>
              <a:spcBef>
                <a:spcPts val="1600"/>
              </a:spcBef>
              <a:spcAft>
                <a:spcPts val="0"/>
              </a:spcAft>
              <a:buSzPts val="1100"/>
              <a:buChar char="●"/>
              <a:defRPr/>
            </a:lvl4pPr>
            <a:lvl5pPr indent="-298450" lvl="4" marL="2286000" rtl="0" algn="l">
              <a:lnSpc>
                <a:spcPct val="115000"/>
              </a:lnSpc>
              <a:spcBef>
                <a:spcPts val="1600"/>
              </a:spcBef>
              <a:spcAft>
                <a:spcPts val="0"/>
              </a:spcAft>
              <a:buSzPts val="1100"/>
              <a:buChar char="○"/>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
        <p:nvSpPr>
          <p:cNvPr id="159" name="Google Shape;159;p2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160" name="Shape 160"/>
        <p:cNvGrpSpPr/>
        <p:nvPr/>
      </p:nvGrpSpPr>
      <p:grpSpPr>
        <a:xfrm>
          <a:off x="0" y="0"/>
          <a:ext cx="0" cy="0"/>
          <a:chOff x="0" y="0"/>
          <a:chExt cx="0" cy="0"/>
        </a:xfrm>
      </p:grpSpPr>
      <p:sp>
        <p:nvSpPr>
          <p:cNvPr id="161" name="Google Shape;161;p29"/>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2" name="Google Shape;162;p29"/>
          <p:cNvSpPr txBox="1"/>
          <p:nvPr>
            <p:ph idx="1" type="body"/>
          </p:nvPr>
        </p:nvSpPr>
        <p:spPr>
          <a:xfrm>
            <a:off x="311700" y="4521400"/>
            <a:ext cx="7979400" cy="460500"/>
          </a:xfrm>
          <a:prstGeom prst="rect">
            <a:avLst/>
          </a:prstGeom>
          <a:noFill/>
          <a:ln>
            <a:noFill/>
          </a:ln>
        </p:spPr>
        <p:txBody>
          <a:bodyPr anchorCtr="0" anchor="ctr" bIns="91425" lIns="91425" spcFirstLastPara="1" rIns="91425" wrap="square" tIns="91425">
            <a:noAutofit/>
          </a:bodyPr>
          <a:lstStyle>
            <a:lvl1pPr indent="-228600" lvl="0" marL="457200" rtl="0" algn="l">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163" name="Google Shape;163;p2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lt1"/>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164" name="Shape 164"/>
        <p:cNvGrpSpPr/>
        <p:nvPr/>
      </p:nvGrpSpPr>
      <p:grpSpPr>
        <a:xfrm>
          <a:off x="0" y="0"/>
          <a:ext cx="0" cy="0"/>
          <a:chOff x="0" y="0"/>
          <a:chExt cx="0" cy="0"/>
        </a:xfrm>
      </p:grpSpPr>
      <p:sp>
        <p:nvSpPr>
          <p:cNvPr id="165" name="Google Shape;165;p30"/>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66" name="Google Shape;166;p30"/>
          <p:cNvSpPr txBox="1"/>
          <p:nvPr>
            <p:ph type="title"/>
          </p:nvPr>
        </p:nvSpPr>
        <p:spPr>
          <a:xfrm>
            <a:off x="311700" y="315925"/>
            <a:ext cx="8520600" cy="8313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67" name="Google Shape;167;p30"/>
          <p:cNvSpPr txBox="1"/>
          <p:nvPr>
            <p:ph idx="1" type="body"/>
          </p:nvPr>
        </p:nvSpPr>
        <p:spPr>
          <a:xfrm>
            <a:off x="311700" y="1225225"/>
            <a:ext cx="8520600" cy="33540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1600"/>
              </a:spcBef>
              <a:spcAft>
                <a:spcPts val="0"/>
              </a:spcAft>
              <a:buSzPts val="1100"/>
              <a:buChar char="○"/>
              <a:defRPr/>
            </a:lvl2pPr>
            <a:lvl3pPr indent="-298450" lvl="2" marL="1371600" rtl="0" algn="l">
              <a:lnSpc>
                <a:spcPct val="115000"/>
              </a:lnSpc>
              <a:spcBef>
                <a:spcPts val="1600"/>
              </a:spcBef>
              <a:spcAft>
                <a:spcPts val="0"/>
              </a:spcAft>
              <a:buSzPts val="1100"/>
              <a:buChar char="■"/>
              <a:defRPr/>
            </a:lvl3pPr>
            <a:lvl4pPr indent="-298450" lvl="3" marL="1828800" rtl="0" algn="l">
              <a:lnSpc>
                <a:spcPct val="115000"/>
              </a:lnSpc>
              <a:spcBef>
                <a:spcPts val="1600"/>
              </a:spcBef>
              <a:spcAft>
                <a:spcPts val="0"/>
              </a:spcAft>
              <a:buSzPts val="1100"/>
              <a:buChar char="●"/>
              <a:defRPr/>
            </a:lvl4pPr>
            <a:lvl5pPr indent="-298450" lvl="4" marL="2286000" rtl="0" algn="l">
              <a:lnSpc>
                <a:spcPct val="115000"/>
              </a:lnSpc>
              <a:spcBef>
                <a:spcPts val="1600"/>
              </a:spcBef>
              <a:spcAft>
                <a:spcPts val="0"/>
              </a:spcAft>
              <a:buSzPts val="1100"/>
              <a:buChar char="○"/>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
        <p:nvSpPr>
          <p:cNvPr id="168" name="Google Shape;168;p3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169" name="Shape 169"/>
        <p:cNvGrpSpPr/>
        <p:nvPr/>
      </p:nvGrpSpPr>
      <p:grpSpPr>
        <a:xfrm>
          <a:off x="0" y="0"/>
          <a:ext cx="0" cy="0"/>
          <a:chOff x="0" y="0"/>
          <a:chExt cx="0" cy="0"/>
        </a:xfrm>
      </p:grpSpPr>
      <p:sp>
        <p:nvSpPr>
          <p:cNvPr id="170" name="Google Shape;170;p3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lgn="l">
              <a:lnSpc>
                <a:spcPct val="100000"/>
              </a:lnSpc>
              <a:spcBef>
                <a:spcPts val="0"/>
              </a:spcBef>
              <a:spcAft>
                <a:spcPts val="0"/>
              </a:spcAft>
              <a:buSzPts val="2800"/>
              <a:buNone/>
              <a:defRPr/>
            </a:lvl1pPr>
            <a:lvl2pPr lvl="1" rtl="0" algn="l">
              <a:lnSpc>
                <a:spcPct val="100000"/>
              </a:lnSpc>
              <a:spcBef>
                <a:spcPts val="0"/>
              </a:spcBef>
              <a:spcAft>
                <a:spcPts val="0"/>
              </a:spcAft>
              <a:buSzPts val="2800"/>
              <a:buNone/>
              <a:defRPr/>
            </a:lvl2pPr>
            <a:lvl3pPr lvl="2" rtl="0" algn="l">
              <a:lnSpc>
                <a:spcPct val="100000"/>
              </a:lnSpc>
              <a:spcBef>
                <a:spcPts val="0"/>
              </a:spcBef>
              <a:spcAft>
                <a:spcPts val="0"/>
              </a:spcAft>
              <a:buSzPts val="2800"/>
              <a:buNone/>
              <a:defRPr/>
            </a:lvl3pPr>
            <a:lvl4pPr lvl="3" rtl="0" algn="l">
              <a:lnSpc>
                <a:spcPct val="100000"/>
              </a:lnSpc>
              <a:spcBef>
                <a:spcPts val="0"/>
              </a:spcBef>
              <a:spcAft>
                <a:spcPts val="0"/>
              </a:spcAft>
              <a:buSzPts val="2800"/>
              <a:buNone/>
              <a:defRPr/>
            </a:lvl4pPr>
            <a:lvl5pPr lvl="4" rtl="0" algn="l">
              <a:lnSpc>
                <a:spcPct val="100000"/>
              </a:lnSpc>
              <a:spcBef>
                <a:spcPts val="0"/>
              </a:spcBef>
              <a:spcAft>
                <a:spcPts val="0"/>
              </a:spcAft>
              <a:buSzPts val="2800"/>
              <a:buNone/>
              <a:defRPr/>
            </a:lvl5pPr>
            <a:lvl6pPr lvl="5" rtl="0" algn="l">
              <a:lnSpc>
                <a:spcPct val="100000"/>
              </a:lnSpc>
              <a:spcBef>
                <a:spcPts val="0"/>
              </a:spcBef>
              <a:spcAft>
                <a:spcPts val="0"/>
              </a:spcAft>
              <a:buSzPts val="2800"/>
              <a:buNone/>
              <a:defRPr/>
            </a:lvl6pPr>
            <a:lvl7pPr lvl="6" rtl="0" algn="l">
              <a:lnSpc>
                <a:spcPct val="100000"/>
              </a:lnSpc>
              <a:spcBef>
                <a:spcPts val="0"/>
              </a:spcBef>
              <a:spcAft>
                <a:spcPts val="0"/>
              </a:spcAft>
              <a:buSzPts val="2800"/>
              <a:buNone/>
              <a:defRPr/>
            </a:lvl7pPr>
            <a:lvl8pPr lvl="7" rtl="0" algn="l">
              <a:lnSpc>
                <a:spcPct val="100000"/>
              </a:lnSpc>
              <a:spcBef>
                <a:spcPts val="0"/>
              </a:spcBef>
              <a:spcAft>
                <a:spcPts val="0"/>
              </a:spcAft>
              <a:buSzPts val="2800"/>
              <a:buNone/>
              <a:defRPr/>
            </a:lvl8pPr>
            <a:lvl9pPr lvl="8" rtl="0" algn="l">
              <a:lnSpc>
                <a:spcPct val="100000"/>
              </a:lnSpc>
              <a:spcBef>
                <a:spcPts val="0"/>
              </a:spcBef>
              <a:spcAft>
                <a:spcPts val="0"/>
              </a:spcAft>
              <a:buSzPts val="2800"/>
              <a:buNone/>
              <a:defRPr/>
            </a:lvl9pPr>
          </a:lstStyle>
          <a:p/>
        </p:txBody>
      </p:sp>
      <p:sp>
        <p:nvSpPr>
          <p:cNvPr id="171" name="Google Shape;171;p3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rtl="0" algn="l">
              <a:lnSpc>
                <a:spcPct val="115000"/>
              </a:lnSpc>
              <a:spcBef>
                <a:spcPts val="0"/>
              </a:spcBef>
              <a:spcAft>
                <a:spcPts val="0"/>
              </a:spcAft>
              <a:buSzPts val="1300"/>
              <a:buChar char="●"/>
              <a:defRPr/>
            </a:lvl1pPr>
            <a:lvl2pPr indent="-298450" lvl="1" marL="914400" rtl="0" algn="l">
              <a:lnSpc>
                <a:spcPct val="115000"/>
              </a:lnSpc>
              <a:spcBef>
                <a:spcPts val="1600"/>
              </a:spcBef>
              <a:spcAft>
                <a:spcPts val="0"/>
              </a:spcAft>
              <a:buSzPts val="1100"/>
              <a:buChar char="○"/>
              <a:defRPr/>
            </a:lvl2pPr>
            <a:lvl3pPr indent="-298450" lvl="2" marL="1371600" rtl="0" algn="l">
              <a:lnSpc>
                <a:spcPct val="115000"/>
              </a:lnSpc>
              <a:spcBef>
                <a:spcPts val="1600"/>
              </a:spcBef>
              <a:spcAft>
                <a:spcPts val="0"/>
              </a:spcAft>
              <a:buSzPts val="1100"/>
              <a:buChar char="■"/>
              <a:defRPr/>
            </a:lvl3pPr>
            <a:lvl4pPr indent="-298450" lvl="3" marL="1828800" rtl="0" algn="l">
              <a:lnSpc>
                <a:spcPct val="115000"/>
              </a:lnSpc>
              <a:spcBef>
                <a:spcPts val="1600"/>
              </a:spcBef>
              <a:spcAft>
                <a:spcPts val="0"/>
              </a:spcAft>
              <a:buSzPts val="1100"/>
              <a:buChar char="●"/>
              <a:defRPr/>
            </a:lvl4pPr>
            <a:lvl5pPr indent="-298450" lvl="4" marL="2286000" rtl="0" algn="l">
              <a:lnSpc>
                <a:spcPct val="115000"/>
              </a:lnSpc>
              <a:spcBef>
                <a:spcPts val="1600"/>
              </a:spcBef>
              <a:spcAft>
                <a:spcPts val="0"/>
              </a:spcAft>
              <a:buSzPts val="1100"/>
              <a:buChar char="○"/>
              <a:defRPr/>
            </a:lvl5pPr>
            <a:lvl6pPr indent="-298450" lvl="5" marL="2743200" rtl="0" algn="l">
              <a:lnSpc>
                <a:spcPct val="115000"/>
              </a:lnSpc>
              <a:spcBef>
                <a:spcPts val="1600"/>
              </a:spcBef>
              <a:spcAft>
                <a:spcPts val="0"/>
              </a:spcAft>
              <a:buSzPts val="1100"/>
              <a:buChar char="■"/>
              <a:defRPr/>
            </a:lvl6pPr>
            <a:lvl7pPr indent="-298450" lvl="6" marL="3200400" rtl="0" algn="l">
              <a:lnSpc>
                <a:spcPct val="115000"/>
              </a:lnSpc>
              <a:spcBef>
                <a:spcPts val="1600"/>
              </a:spcBef>
              <a:spcAft>
                <a:spcPts val="0"/>
              </a:spcAft>
              <a:buSzPts val="1100"/>
              <a:buChar char="●"/>
              <a:defRPr/>
            </a:lvl7pPr>
            <a:lvl8pPr indent="-298450" lvl="7" marL="3657600" rtl="0" algn="l">
              <a:lnSpc>
                <a:spcPct val="115000"/>
              </a:lnSpc>
              <a:spcBef>
                <a:spcPts val="1600"/>
              </a:spcBef>
              <a:spcAft>
                <a:spcPts val="0"/>
              </a:spcAft>
              <a:buSzPts val="1100"/>
              <a:buChar char="○"/>
              <a:defRPr/>
            </a:lvl8pPr>
            <a:lvl9pPr indent="-298450" lvl="8" marL="4114800" rtl="0" algn="l">
              <a:lnSpc>
                <a:spcPct val="115000"/>
              </a:lnSpc>
              <a:spcBef>
                <a:spcPts val="1600"/>
              </a:spcBef>
              <a:spcAft>
                <a:spcPts val="1600"/>
              </a:spcAft>
              <a:buSzPts val="1100"/>
              <a:buChar char="■"/>
              <a:defRPr/>
            </a:lvl9pPr>
          </a:lstStyle>
          <a:p/>
        </p:txBody>
      </p:sp>
      <p:sp>
        <p:nvSpPr>
          <p:cNvPr id="172" name="Google Shape;172;p3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177" name="Shape 177"/>
        <p:cNvGrpSpPr/>
        <p:nvPr/>
      </p:nvGrpSpPr>
      <p:grpSpPr>
        <a:xfrm>
          <a:off x="0" y="0"/>
          <a:ext cx="0" cy="0"/>
          <a:chOff x="0" y="0"/>
          <a:chExt cx="0" cy="0"/>
        </a:xfrm>
      </p:grpSpPr>
      <p:sp>
        <p:nvSpPr>
          <p:cNvPr id="178" name="Google Shape;178;p33"/>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79" name="Google Shape;179;p33"/>
          <p:cNvSpPr txBox="1"/>
          <p:nvPr>
            <p:ph type="ctrTitle"/>
          </p:nvPr>
        </p:nvSpPr>
        <p:spPr>
          <a:xfrm>
            <a:off x="311700" y="539725"/>
            <a:ext cx="8520600" cy="12825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80" name="Google Shape;180;p33"/>
          <p:cNvSpPr txBox="1"/>
          <p:nvPr>
            <p:ph idx="1" type="subTitle"/>
          </p:nvPr>
        </p:nvSpPr>
        <p:spPr>
          <a:xfrm>
            <a:off x="311700" y="1878560"/>
            <a:ext cx="4242600" cy="7383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lt2"/>
              </a:buClr>
              <a:buSzPts val="1600"/>
              <a:buNone/>
              <a:defRPr sz="1600">
                <a:solidFill>
                  <a:schemeClr val="lt2"/>
                </a:solidFill>
              </a:defRPr>
            </a:lvl1pPr>
            <a:lvl2pPr lvl="1" rtl="0">
              <a:lnSpc>
                <a:spcPct val="100000"/>
              </a:lnSpc>
              <a:spcBef>
                <a:spcPts val="0"/>
              </a:spcBef>
              <a:spcAft>
                <a:spcPts val="0"/>
              </a:spcAft>
              <a:buClr>
                <a:schemeClr val="lt2"/>
              </a:buClr>
              <a:buSzPts val="1600"/>
              <a:buNone/>
              <a:defRPr sz="1600">
                <a:solidFill>
                  <a:schemeClr val="lt2"/>
                </a:solidFill>
              </a:defRPr>
            </a:lvl2pPr>
            <a:lvl3pPr lvl="2" rtl="0">
              <a:lnSpc>
                <a:spcPct val="100000"/>
              </a:lnSpc>
              <a:spcBef>
                <a:spcPts val="0"/>
              </a:spcBef>
              <a:spcAft>
                <a:spcPts val="0"/>
              </a:spcAft>
              <a:buClr>
                <a:schemeClr val="lt2"/>
              </a:buClr>
              <a:buSzPts val="1600"/>
              <a:buNone/>
              <a:defRPr sz="1600">
                <a:solidFill>
                  <a:schemeClr val="lt2"/>
                </a:solidFill>
              </a:defRPr>
            </a:lvl3pPr>
            <a:lvl4pPr lvl="3" rtl="0">
              <a:lnSpc>
                <a:spcPct val="100000"/>
              </a:lnSpc>
              <a:spcBef>
                <a:spcPts val="0"/>
              </a:spcBef>
              <a:spcAft>
                <a:spcPts val="0"/>
              </a:spcAft>
              <a:buClr>
                <a:schemeClr val="lt2"/>
              </a:buClr>
              <a:buSzPts val="1600"/>
              <a:buNone/>
              <a:defRPr sz="1600">
                <a:solidFill>
                  <a:schemeClr val="lt2"/>
                </a:solidFill>
              </a:defRPr>
            </a:lvl4pPr>
            <a:lvl5pPr lvl="4" rtl="0">
              <a:lnSpc>
                <a:spcPct val="100000"/>
              </a:lnSpc>
              <a:spcBef>
                <a:spcPts val="0"/>
              </a:spcBef>
              <a:spcAft>
                <a:spcPts val="0"/>
              </a:spcAft>
              <a:buClr>
                <a:schemeClr val="lt2"/>
              </a:buClr>
              <a:buSzPts val="1600"/>
              <a:buNone/>
              <a:defRPr sz="1600">
                <a:solidFill>
                  <a:schemeClr val="lt2"/>
                </a:solidFill>
              </a:defRPr>
            </a:lvl5pPr>
            <a:lvl6pPr lvl="5" rtl="0">
              <a:lnSpc>
                <a:spcPct val="100000"/>
              </a:lnSpc>
              <a:spcBef>
                <a:spcPts val="0"/>
              </a:spcBef>
              <a:spcAft>
                <a:spcPts val="0"/>
              </a:spcAft>
              <a:buClr>
                <a:schemeClr val="lt2"/>
              </a:buClr>
              <a:buSzPts val="1600"/>
              <a:buNone/>
              <a:defRPr sz="1600">
                <a:solidFill>
                  <a:schemeClr val="lt2"/>
                </a:solidFill>
              </a:defRPr>
            </a:lvl6pPr>
            <a:lvl7pPr lvl="6" rtl="0">
              <a:lnSpc>
                <a:spcPct val="100000"/>
              </a:lnSpc>
              <a:spcBef>
                <a:spcPts val="0"/>
              </a:spcBef>
              <a:spcAft>
                <a:spcPts val="0"/>
              </a:spcAft>
              <a:buClr>
                <a:schemeClr val="lt2"/>
              </a:buClr>
              <a:buSzPts val="1600"/>
              <a:buNone/>
              <a:defRPr sz="1600">
                <a:solidFill>
                  <a:schemeClr val="lt2"/>
                </a:solidFill>
              </a:defRPr>
            </a:lvl7pPr>
            <a:lvl8pPr lvl="7" rtl="0">
              <a:lnSpc>
                <a:spcPct val="100000"/>
              </a:lnSpc>
              <a:spcBef>
                <a:spcPts val="0"/>
              </a:spcBef>
              <a:spcAft>
                <a:spcPts val="0"/>
              </a:spcAft>
              <a:buClr>
                <a:schemeClr val="lt2"/>
              </a:buClr>
              <a:buSzPts val="1600"/>
              <a:buNone/>
              <a:defRPr sz="1600">
                <a:solidFill>
                  <a:schemeClr val="lt2"/>
                </a:solidFill>
              </a:defRPr>
            </a:lvl8pPr>
            <a:lvl9pPr lvl="8" rtl="0">
              <a:lnSpc>
                <a:spcPct val="100000"/>
              </a:lnSpc>
              <a:spcBef>
                <a:spcPts val="0"/>
              </a:spcBef>
              <a:spcAft>
                <a:spcPts val="0"/>
              </a:spcAft>
              <a:buClr>
                <a:schemeClr val="lt2"/>
              </a:buClr>
              <a:buSzPts val="1600"/>
              <a:buNone/>
              <a:defRPr sz="1600">
                <a:solidFill>
                  <a:schemeClr val="lt2"/>
                </a:solidFill>
              </a:defRPr>
            </a:lvl9pPr>
          </a:lstStyle>
          <a:p/>
        </p:txBody>
      </p:sp>
      <p:sp>
        <p:nvSpPr>
          <p:cNvPr id="181" name="Google Shape;181;p3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182" name="Shape 182"/>
        <p:cNvGrpSpPr/>
        <p:nvPr/>
      </p:nvGrpSpPr>
      <p:grpSpPr>
        <a:xfrm>
          <a:off x="0" y="0"/>
          <a:ext cx="0" cy="0"/>
          <a:chOff x="0" y="0"/>
          <a:chExt cx="0" cy="0"/>
        </a:xfrm>
      </p:grpSpPr>
      <p:sp>
        <p:nvSpPr>
          <p:cNvPr id="183" name="Google Shape;183;p34"/>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184" name="Google Shape;184;p34"/>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185" name="Google Shape;185;p34"/>
          <p:cNvSpPr txBox="1"/>
          <p:nvPr>
            <p:ph type="title"/>
          </p:nvPr>
        </p:nvSpPr>
        <p:spPr>
          <a:xfrm>
            <a:off x="311700" y="539725"/>
            <a:ext cx="8520600" cy="1282500"/>
          </a:xfrm>
          <a:prstGeom prst="rect">
            <a:avLst/>
          </a:prstGeom>
        </p:spPr>
        <p:txBody>
          <a:bodyPr anchorCtr="0" anchor="t"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186" name="Google Shape;186;p3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87" name="Shape 187"/>
        <p:cNvGrpSpPr/>
        <p:nvPr/>
      </p:nvGrpSpPr>
      <p:grpSpPr>
        <a:xfrm>
          <a:off x="0" y="0"/>
          <a:ext cx="0" cy="0"/>
          <a:chOff x="0" y="0"/>
          <a:chExt cx="0" cy="0"/>
        </a:xfrm>
      </p:grpSpPr>
      <p:sp>
        <p:nvSpPr>
          <p:cNvPr id="188" name="Google Shape;188;p35"/>
          <p:cNvSpPr/>
          <p:nvPr/>
        </p:nvSpPr>
        <p:spPr>
          <a:xfrm>
            <a:off x="-125"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189" name="Google Shape;189;p35"/>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0" name="Google Shape;190;p35"/>
          <p:cNvSpPr txBox="1"/>
          <p:nvPr>
            <p:ph type="title"/>
          </p:nvPr>
        </p:nvSpPr>
        <p:spPr>
          <a:xfrm>
            <a:off x="311725" y="500925"/>
            <a:ext cx="3706500" cy="638100"/>
          </a:xfrm>
          <a:prstGeom prst="rect">
            <a:avLst/>
          </a:prstGeom>
        </p:spPr>
        <p:txBody>
          <a:bodyPr anchorCtr="0" anchor="t" bIns="91425" lIns="91425" spcFirstLastPara="1" rIns="91425" wrap="square" tIns="91425">
            <a:sp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91" name="Google Shape;191;p35"/>
          <p:cNvSpPr txBox="1"/>
          <p:nvPr>
            <p:ph idx="1" type="body"/>
          </p:nvPr>
        </p:nvSpPr>
        <p:spPr>
          <a:xfrm>
            <a:off x="4644675" y="500925"/>
            <a:ext cx="4166400" cy="4432200"/>
          </a:xfrm>
          <a:prstGeom prst="rect">
            <a:avLst/>
          </a:prstGeom>
        </p:spPr>
        <p:txBody>
          <a:bodyPr anchorCtr="0" anchor="t" bIns="91425" lIns="91425" spcFirstLastPara="1" rIns="91425" wrap="square" tIns="91425">
            <a:sp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92" name="Google Shape;192;p3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193" name="Google Shape;193;p35"/>
          <p:cNvSpPr txBox="1"/>
          <p:nvPr>
            <p:ph idx="2" type="body"/>
          </p:nvPr>
        </p:nvSpPr>
        <p:spPr>
          <a:xfrm>
            <a:off x="315425" y="1286175"/>
            <a:ext cx="3706500" cy="2697300"/>
          </a:xfrm>
          <a:prstGeom prst="rect">
            <a:avLst/>
          </a:prstGeom>
        </p:spPr>
        <p:txBody>
          <a:bodyPr anchorCtr="0" anchor="t" bIns="91425" lIns="91425" spcFirstLastPara="1" rIns="91425" wrap="square" tIns="91425">
            <a:spAutoFit/>
          </a:bodyPr>
          <a:lstStyle>
            <a:lvl1pPr indent="-311150" lvl="0" marL="457200" rtl="0">
              <a:spcBef>
                <a:spcPts val="0"/>
              </a:spcBef>
              <a:spcAft>
                <a:spcPts val="0"/>
              </a:spcAft>
              <a:buClr>
                <a:srgbClr val="FFFFFF"/>
              </a:buClr>
              <a:buSzPts val="1300"/>
              <a:buChar char="●"/>
              <a:defRPr>
                <a:solidFill>
                  <a:srgbClr val="FFFFFF"/>
                </a:solidFill>
              </a:defRPr>
            </a:lvl1pPr>
            <a:lvl2pPr indent="-298450" lvl="1" marL="914400" rtl="0">
              <a:spcBef>
                <a:spcPts val="1600"/>
              </a:spcBef>
              <a:spcAft>
                <a:spcPts val="0"/>
              </a:spcAft>
              <a:buClr>
                <a:srgbClr val="FFFFFF"/>
              </a:buClr>
              <a:buSzPts val="1100"/>
              <a:buChar char="○"/>
              <a:defRPr>
                <a:solidFill>
                  <a:srgbClr val="FFFFFF"/>
                </a:solidFill>
              </a:defRPr>
            </a:lvl2pPr>
            <a:lvl3pPr indent="-298450" lvl="2" marL="1371600" rtl="0">
              <a:spcBef>
                <a:spcPts val="1600"/>
              </a:spcBef>
              <a:spcAft>
                <a:spcPts val="0"/>
              </a:spcAft>
              <a:buClr>
                <a:srgbClr val="FFFFFF"/>
              </a:buClr>
              <a:buSzPts val="1100"/>
              <a:buChar char="■"/>
              <a:defRPr>
                <a:solidFill>
                  <a:srgbClr val="FFFFFF"/>
                </a:solidFill>
              </a:defRPr>
            </a:lvl3pPr>
            <a:lvl4pPr indent="-298450" lvl="3" marL="1828800" rtl="0">
              <a:spcBef>
                <a:spcPts val="1600"/>
              </a:spcBef>
              <a:spcAft>
                <a:spcPts val="0"/>
              </a:spcAft>
              <a:buClr>
                <a:srgbClr val="FFFFFF"/>
              </a:buClr>
              <a:buSzPts val="1100"/>
              <a:buChar char="●"/>
              <a:defRPr>
                <a:solidFill>
                  <a:srgbClr val="FFFFFF"/>
                </a:solidFill>
              </a:defRPr>
            </a:lvl4pPr>
            <a:lvl5pPr indent="-298450" lvl="4" marL="2286000" rtl="0">
              <a:spcBef>
                <a:spcPts val="1600"/>
              </a:spcBef>
              <a:spcAft>
                <a:spcPts val="0"/>
              </a:spcAft>
              <a:buClr>
                <a:srgbClr val="FFFFFF"/>
              </a:buClr>
              <a:buSzPts val="1100"/>
              <a:buChar char="○"/>
              <a:defRPr>
                <a:solidFill>
                  <a:srgbClr val="FFFFFF"/>
                </a:solidFill>
              </a:defRPr>
            </a:lvl5pPr>
            <a:lvl6pPr indent="-298450" lvl="5" marL="2743200" rtl="0">
              <a:spcBef>
                <a:spcPts val="1600"/>
              </a:spcBef>
              <a:spcAft>
                <a:spcPts val="0"/>
              </a:spcAft>
              <a:buClr>
                <a:srgbClr val="FFFFFF"/>
              </a:buClr>
              <a:buSzPts val="1100"/>
              <a:buChar char="■"/>
              <a:defRPr>
                <a:solidFill>
                  <a:srgbClr val="FFFFFF"/>
                </a:solidFill>
              </a:defRPr>
            </a:lvl6pPr>
            <a:lvl7pPr indent="-298450" lvl="6" marL="3200400" rtl="0">
              <a:spcBef>
                <a:spcPts val="1600"/>
              </a:spcBef>
              <a:spcAft>
                <a:spcPts val="0"/>
              </a:spcAft>
              <a:buClr>
                <a:srgbClr val="FFFFFF"/>
              </a:buClr>
              <a:buSzPts val="1100"/>
              <a:buChar char="●"/>
              <a:defRPr>
                <a:solidFill>
                  <a:srgbClr val="FFFFFF"/>
                </a:solidFill>
              </a:defRPr>
            </a:lvl7pPr>
            <a:lvl8pPr indent="-298450" lvl="7" marL="3657600" rtl="0">
              <a:spcBef>
                <a:spcPts val="1600"/>
              </a:spcBef>
              <a:spcAft>
                <a:spcPts val="0"/>
              </a:spcAft>
              <a:buClr>
                <a:srgbClr val="FFFFFF"/>
              </a:buClr>
              <a:buSzPts val="1100"/>
              <a:buChar char="○"/>
              <a:defRPr>
                <a:solidFill>
                  <a:srgbClr val="FFFFFF"/>
                </a:solidFill>
              </a:defRPr>
            </a:lvl8pPr>
            <a:lvl9pPr indent="-298450" lvl="8" marL="4114800" rtl="0">
              <a:spcBef>
                <a:spcPts val="1600"/>
              </a:spcBef>
              <a:spcAft>
                <a:spcPts val="1600"/>
              </a:spcAft>
              <a:buClr>
                <a:srgbClr val="FFFFFF"/>
              </a:buClr>
              <a:buSzPts val="1100"/>
              <a:buChar char="■"/>
              <a:defRPr>
                <a:solidFill>
                  <a:srgbClr val="FFFFFF"/>
                </a:solidFill>
              </a:defRPr>
            </a:lvl9pPr>
          </a:lstStyle>
          <a:p/>
        </p:txBody>
      </p:sp>
      <p:sp>
        <p:nvSpPr>
          <p:cNvPr id="194" name="Google Shape;194;p35"/>
          <p:cNvSpPr txBox="1"/>
          <p:nvPr>
            <p:ph idx="3" type="body"/>
          </p:nvPr>
        </p:nvSpPr>
        <p:spPr>
          <a:xfrm>
            <a:off x="3154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lvl1pPr indent="-304800" lvl="0" marL="457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292100" lvl="1" marL="914400" rtl="0">
              <a:lnSpc>
                <a:spcPct val="100000"/>
              </a:lnSpc>
              <a:spcBef>
                <a:spcPts val="0"/>
              </a:spcBef>
              <a:spcAft>
                <a:spcPts val="0"/>
              </a:spcAft>
              <a:buClr>
                <a:srgbClr val="000000"/>
              </a:buClr>
              <a:buSzPts val="1000"/>
              <a:buFont typeface="Arial"/>
              <a:buChar char="○"/>
              <a:defRPr sz="1000">
                <a:solidFill>
                  <a:srgbClr val="000000"/>
                </a:solidFill>
                <a:latin typeface="Arial"/>
                <a:ea typeface="Arial"/>
                <a:cs typeface="Arial"/>
                <a:sym typeface="Arial"/>
              </a:defRPr>
            </a:lvl2pPr>
            <a:lvl3pPr indent="-292100" lvl="2" marL="1371600" rtl="0">
              <a:lnSpc>
                <a:spcPct val="100000"/>
              </a:lnSpc>
              <a:spcBef>
                <a:spcPts val="0"/>
              </a:spcBef>
              <a:spcAft>
                <a:spcPts val="0"/>
              </a:spcAft>
              <a:buClr>
                <a:srgbClr val="000000"/>
              </a:buClr>
              <a:buSzPts val="1000"/>
              <a:buFont typeface="Arial"/>
              <a:buChar char="■"/>
              <a:defRPr sz="1000">
                <a:solidFill>
                  <a:srgbClr val="000000"/>
                </a:solidFill>
                <a:latin typeface="Arial"/>
                <a:ea typeface="Arial"/>
                <a:cs typeface="Arial"/>
                <a:sym typeface="Arial"/>
              </a:defRPr>
            </a:lvl3pPr>
            <a:lvl4pPr indent="-292100" lvl="3" marL="1828800" rtl="0">
              <a:lnSpc>
                <a:spcPct val="100000"/>
              </a:lnSpc>
              <a:spcBef>
                <a:spcPts val="0"/>
              </a:spcBef>
              <a:spcAft>
                <a:spcPts val="0"/>
              </a:spcAft>
              <a:buClr>
                <a:srgbClr val="000000"/>
              </a:buClr>
              <a:buSzPts val="1000"/>
              <a:buFont typeface="Arial"/>
              <a:buChar char="●"/>
              <a:defRPr sz="1000">
                <a:solidFill>
                  <a:srgbClr val="000000"/>
                </a:solidFill>
                <a:latin typeface="Arial"/>
                <a:ea typeface="Arial"/>
                <a:cs typeface="Arial"/>
                <a:sym typeface="Arial"/>
              </a:defRPr>
            </a:lvl4pPr>
            <a:lvl5pPr indent="-292100" lvl="4" marL="2286000" rtl="0">
              <a:lnSpc>
                <a:spcPct val="100000"/>
              </a:lnSpc>
              <a:spcBef>
                <a:spcPts val="0"/>
              </a:spcBef>
              <a:spcAft>
                <a:spcPts val="0"/>
              </a:spcAft>
              <a:buClr>
                <a:srgbClr val="000000"/>
              </a:buClr>
              <a:buSzPts val="1000"/>
              <a:buFont typeface="Arial"/>
              <a:buChar char="○"/>
              <a:defRPr sz="1000">
                <a:solidFill>
                  <a:srgbClr val="000000"/>
                </a:solidFill>
                <a:latin typeface="Arial"/>
                <a:ea typeface="Arial"/>
                <a:cs typeface="Arial"/>
                <a:sym typeface="Arial"/>
              </a:defRPr>
            </a:lvl5pPr>
            <a:lvl6pPr indent="-292100" lvl="5" marL="2743200" rtl="0">
              <a:lnSpc>
                <a:spcPct val="100000"/>
              </a:lnSpc>
              <a:spcBef>
                <a:spcPts val="0"/>
              </a:spcBef>
              <a:spcAft>
                <a:spcPts val="0"/>
              </a:spcAft>
              <a:buClr>
                <a:srgbClr val="000000"/>
              </a:buClr>
              <a:buSzPts val="1000"/>
              <a:buFont typeface="Arial"/>
              <a:buChar char="■"/>
              <a:defRPr sz="1000">
                <a:solidFill>
                  <a:srgbClr val="000000"/>
                </a:solidFill>
                <a:latin typeface="Arial"/>
                <a:ea typeface="Arial"/>
                <a:cs typeface="Arial"/>
                <a:sym typeface="Arial"/>
              </a:defRPr>
            </a:lvl6pPr>
            <a:lvl7pPr indent="-292100" lvl="6" marL="3200400" rtl="0">
              <a:lnSpc>
                <a:spcPct val="100000"/>
              </a:lnSpc>
              <a:spcBef>
                <a:spcPts val="0"/>
              </a:spcBef>
              <a:spcAft>
                <a:spcPts val="0"/>
              </a:spcAft>
              <a:buClr>
                <a:srgbClr val="000000"/>
              </a:buClr>
              <a:buSzPts val="1000"/>
              <a:buFont typeface="Arial"/>
              <a:buChar char="●"/>
              <a:defRPr sz="1000">
                <a:solidFill>
                  <a:srgbClr val="000000"/>
                </a:solidFill>
                <a:latin typeface="Arial"/>
                <a:ea typeface="Arial"/>
                <a:cs typeface="Arial"/>
                <a:sym typeface="Arial"/>
              </a:defRPr>
            </a:lvl7pPr>
            <a:lvl8pPr indent="-292100" lvl="7" marL="3657600" rtl="0">
              <a:lnSpc>
                <a:spcPct val="100000"/>
              </a:lnSpc>
              <a:spcBef>
                <a:spcPts val="0"/>
              </a:spcBef>
              <a:spcAft>
                <a:spcPts val="0"/>
              </a:spcAft>
              <a:buClr>
                <a:srgbClr val="000000"/>
              </a:buClr>
              <a:buSzPts val="1000"/>
              <a:buFont typeface="Arial"/>
              <a:buChar char="○"/>
              <a:defRPr sz="1000">
                <a:solidFill>
                  <a:srgbClr val="000000"/>
                </a:solidFill>
                <a:latin typeface="Arial"/>
                <a:ea typeface="Arial"/>
                <a:cs typeface="Arial"/>
                <a:sym typeface="Arial"/>
              </a:defRPr>
            </a:lvl8pPr>
            <a:lvl9pPr indent="-292100" lvl="8" marL="4114800" rtl="0">
              <a:lnSpc>
                <a:spcPct val="100000"/>
              </a:lnSpc>
              <a:spcBef>
                <a:spcPts val="0"/>
              </a:spcBef>
              <a:spcAft>
                <a:spcPts val="0"/>
              </a:spcAft>
              <a:buClr>
                <a:srgbClr val="000000"/>
              </a:buClr>
              <a:buSzPts val="1000"/>
              <a:buFont typeface="Arial"/>
              <a:buChar char="■"/>
              <a:defRPr sz="1000">
                <a:solidFill>
                  <a:srgbClr val="000000"/>
                </a:solidFill>
                <a:latin typeface="Arial"/>
                <a:ea typeface="Arial"/>
                <a:cs typeface="Arial"/>
                <a:sym typeface="Arial"/>
              </a:defRPr>
            </a:lvl9pPr>
          </a:lstStyle>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195" name="Shape 195"/>
        <p:cNvGrpSpPr/>
        <p:nvPr/>
      </p:nvGrpSpPr>
      <p:grpSpPr>
        <a:xfrm>
          <a:off x="0" y="0"/>
          <a:ext cx="0" cy="0"/>
          <a:chOff x="0" y="0"/>
          <a:chExt cx="0" cy="0"/>
        </a:xfrm>
      </p:grpSpPr>
      <p:sp>
        <p:nvSpPr>
          <p:cNvPr id="196" name="Google Shape;196;p36"/>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97" name="Google Shape;197;p36"/>
          <p:cNvSpPr txBox="1"/>
          <p:nvPr>
            <p:ph type="title"/>
          </p:nvPr>
        </p:nvSpPr>
        <p:spPr>
          <a:xfrm>
            <a:off x="311725" y="500925"/>
            <a:ext cx="8520600" cy="623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198" name="Google Shape;198;p36"/>
          <p:cNvSpPr txBox="1"/>
          <p:nvPr>
            <p:ph idx="1" type="body"/>
          </p:nvPr>
        </p:nvSpPr>
        <p:spPr>
          <a:xfrm>
            <a:off x="311700" y="1505700"/>
            <a:ext cx="3999900" cy="3076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199" name="Google Shape;199;p36"/>
          <p:cNvSpPr txBox="1"/>
          <p:nvPr>
            <p:ph idx="2" type="body"/>
          </p:nvPr>
        </p:nvSpPr>
        <p:spPr>
          <a:xfrm>
            <a:off x="4832400" y="1505700"/>
            <a:ext cx="3999900" cy="30762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200" name="Google Shape;200;p3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01" name="Shape 201"/>
        <p:cNvGrpSpPr/>
        <p:nvPr/>
      </p:nvGrpSpPr>
      <p:grpSpPr>
        <a:xfrm>
          <a:off x="0" y="0"/>
          <a:ext cx="0" cy="0"/>
          <a:chOff x="0" y="0"/>
          <a:chExt cx="0" cy="0"/>
        </a:xfrm>
      </p:grpSpPr>
      <p:sp>
        <p:nvSpPr>
          <p:cNvPr id="202" name="Google Shape;202;p37"/>
          <p:cNvSpPr/>
          <p:nvPr/>
        </p:nvSpPr>
        <p:spPr>
          <a:xfrm>
            <a:off x="0" y="0"/>
            <a:ext cx="9144000" cy="6237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3" name="Google Shape;203;p37"/>
          <p:cNvSpPr txBox="1"/>
          <p:nvPr>
            <p:ph type="title"/>
          </p:nvPr>
        </p:nvSpPr>
        <p:spPr>
          <a:xfrm>
            <a:off x="311725" y="13576"/>
            <a:ext cx="8520600" cy="6237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204" name="Google Shape;204;p3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05" name="Shape 205"/>
        <p:cNvGrpSpPr/>
        <p:nvPr/>
      </p:nvGrpSpPr>
      <p:grpSpPr>
        <a:xfrm>
          <a:off x="0" y="0"/>
          <a:ext cx="0" cy="0"/>
          <a:chOff x="0" y="0"/>
          <a:chExt cx="0" cy="0"/>
        </a:xfrm>
      </p:grpSpPr>
      <p:sp>
        <p:nvSpPr>
          <p:cNvPr id="206" name="Google Shape;206;p38"/>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07" name="Google Shape;207;p38"/>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08" name="Google Shape;208;p38"/>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
        <p:nvSpPr>
          <p:cNvPr id="209" name="Google Shape;209;p38"/>
          <p:cNvSpPr txBox="1"/>
          <p:nvPr>
            <p:ph type="title"/>
          </p:nvPr>
        </p:nvSpPr>
        <p:spPr>
          <a:xfrm>
            <a:off x="5264725" y="500925"/>
            <a:ext cx="3706500" cy="638100"/>
          </a:xfrm>
          <a:prstGeom prst="rect">
            <a:avLst/>
          </a:prstGeom>
        </p:spPr>
        <p:txBody>
          <a:bodyPr anchorCtr="0" anchor="t" bIns="91425" lIns="91425" spcFirstLastPara="1" rIns="91425" wrap="square" tIns="91425">
            <a:sp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210" name="Google Shape;210;p38"/>
          <p:cNvSpPr txBox="1"/>
          <p:nvPr>
            <p:ph idx="1" type="body"/>
          </p:nvPr>
        </p:nvSpPr>
        <p:spPr>
          <a:xfrm>
            <a:off x="301275" y="500925"/>
            <a:ext cx="4166400" cy="4432200"/>
          </a:xfrm>
          <a:prstGeom prst="rect">
            <a:avLst/>
          </a:prstGeom>
        </p:spPr>
        <p:txBody>
          <a:bodyPr anchorCtr="0" anchor="t" bIns="91425" lIns="91425" spcFirstLastPara="1" rIns="91425" wrap="square" tIns="91425">
            <a:sp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211" name="Google Shape;211;p38"/>
          <p:cNvSpPr txBox="1"/>
          <p:nvPr>
            <p:ph idx="2" type="body"/>
          </p:nvPr>
        </p:nvSpPr>
        <p:spPr>
          <a:xfrm>
            <a:off x="5192225" y="1286175"/>
            <a:ext cx="3706500" cy="2697300"/>
          </a:xfrm>
          <a:prstGeom prst="rect">
            <a:avLst/>
          </a:prstGeom>
        </p:spPr>
        <p:txBody>
          <a:bodyPr anchorCtr="0" anchor="t" bIns="91425" lIns="91425" spcFirstLastPara="1" rIns="91425" wrap="square" tIns="91425">
            <a:spAutoFit/>
          </a:bodyPr>
          <a:lstStyle>
            <a:lvl1pPr indent="-311150" lvl="0" marL="457200" rtl="0">
              <a:lnSpc>
                <a:spcPct val="100000"/>
              </a:lnSpc>
              <a:spcBef>
                <a:spcPts val="0"/>
              </a:spcBef>
              <a:spcAft>
                <a:spcPts val="0"/>
              </a:spcAft>
              <a:buClr>
                <a:srgbClr val="FFFFFF"/>
              </a:buClr>
              <a:buSzPts val="1300"/>
              <a:buChar char="●"/>
              <a:defRPr>
                <a:solidFill>
                  <a:srgbClr val="FFFFFF"/>
                </a:solidFill>
              </a:defRPr>
            </a:lvl1pPr>
            <a:lvl2pPr indent="-298450" lvl="1" marL="914400" rtl="0">
              <a:spcBef>
                <a:spcPts val="1600"/>
              </a:spcBef>
              <a:spcAft>
                <a:spcPts val="0"/>
              </a:spcAft>
              <a:buClr>
                <a:srgbClr val="FFFFFF"/>
              </a:buClr>
              <a:buSzPts val="1100"/>
              <a:buChar char="○"/>
              <a:defRPr>
                <a:solidFill>
                  <a:srgbClr val="FFFFFF"/>
                </a:solidFill>
              </a:defRPr>
            </a:lvl2pPr>
            <a:lvl3pPr indent="-298450" lvl="2" marL="1371600" rtl="0">
              <a:spcBef>
                <a:spcPts val="1600"/>
              </a:spcBef>
              <a:spcAft>
                <a:spcPts val="0"/>
              </a:spcAft>
              <a:buClr>
                <a:srgbClr val="FFFFFF"/>
              </a:buClr>
              <a:buSzPts val="1100"/>
              <a:buChar char="■"/>
              <a:defRPr>
                <a:solidFill>
                  <a:srgbClr val="FFFFFF"/>
                </a:solidFill>
              </a:defRPr>
            </a:lvl3pPr>
            <a:lvl4pPr indent="-298450" lvl="3" marL="1828800" rtl="0">
              <a:spcBef>
                <a:spcPts val="1600"/>
              </a:spcBef>
              <a:spcAft>
                <a:spcPts val="0"/>
              </a:spcAft>
              <a:buClr>
                <a:srgbClr val="FFFFFF"/>
              </a:buClr>
              <a:buSzPts val="1100"/>
              <a:buChar char="●"/>
              <a:defRPr>
                <a:solidFill>
                  <a:srgbClr val="FFFFFF"/>
                </a:solidFill>
              </a:defRPr>
            </a:lvl4pPr>
            <a:lvl5pPr indent="-298450" lvl="4" marL="2286000" rtl="0">
              <a:spcBef>
                <a:spcPts val="1600"/>
              </a:spcBef>
              <a:spcAft>
                <a:spcPts val="0"/>
              </a:spcAft>
              <a:buClr>
                <a:srgbClr val="FFFFFF"/>
              </a:buClr>
              <a:buSzPts val="1100"/>
              <a:buChar char="○"/>
              <a:defRPr>
                <a:solidFill>
                  <a:srgbClr val="FFFFFF"/>
                </a:solidFill>
              </a:defRPr>
            </a:lvl5pPr>
            <a:lvl6pPr indent="-298450" lvl="5" marL="2743200" rtl="0">
              <a:spcBef>
                <a:spcPts val="1600"/>
              </a:spcBef>
              <a:spcAft>
                <a:spcPts val="0"/>
              </a:spcAft>
              <a:buClr>
                <a:srgbClr val="FFFFFF"/>
              </a:buClr>
              <a:buSzPts val="1100"/>
              <a:buChar char="■"/>
              <a:defRPr>
                <a:solidFill>
                  <a:srgbClr val="FFFFFF"/>
                </a:solidFill>
              </a:defRPr>
            </a:lvl6pPr>
            <a:lvl7pPr indent="-298450" lvl="6" marL="3200400" rtl="0">
              <a:spcBef>
                <a:spcPts val="1600"/>
              </a:spcBef>
              <a:spcAft>
                <a:spcPts val="0"/>
              </a:spcAft>
              <a:buClr>
                <a:srgbClr val="FFFFFF"/>
              </a:buClr>
              <a:buSzPts val="1100"/>
              <a:buChar char="●"/>
              <a:defRPr>
                <a:solidFill>
                  <a:srgbClr val="FFFFFF"/>
                </a:solidFill>
              </a:defRPr>
            </a:lvl7pPr>
            <a:lvl8pPr indent="-298450" lvl="7" marL="3657600" rtl="0">
              <a:spcBef>
                <a:spcPts val="1600"/>
              </a:spcBef>
              <a:spcAft>
                <a:spcPts val="0"/>
              </a:spcAft>
              <a:buClr>
                <a:srgbClr val="FFFFFF"/>
              </a:buClr>
              <a:buSzPts val="1100"/>
              <a:buChar char="○"/>
              <a:defRPr>
                <a:solidFill>
                  <a:srgbClr val="FFFFFF"/>
                </a:solidFill>
              </a:defRPr>
            </a:lvl8pPr>
            <a:lvl9pPr indent="-298450" lvl="8" marL="4114800" rtl="0">
              <a:spcBef>
                <a:spcPts val="1600"/>
              </a:spcBef>
              <a:spcAft>
                <a:spcPts val="1600"/>
              </a:spcAft>
              <a:buClr>
                <a:srgbClr val="FFFFFF"/>
              </a:buClr>
              <a:buSzPts val="1100"/>
              <a:buChar char="■"/>
              <a:defRPr>
                <a:solidFill>
                  <a:srgbClr val="FFFFFF"/>
                </a:solidFill>
              </a:defRPr>
            </a:lvl9pPr>
          </a:lstStyle>
          <a:p/>
        </p:txBody>
      </p:sp>
      <p:sp>
        <p:nvSpPr>
          <p:cNvPr id="212" name="Google Shape;212;p38"/>
          <p:cNvSpPr txBox="1"/>
          <p:nvPr>
            <p:ph idx="3"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lvl1pPr indent="-304800" lvl="0" marL="457200" rtl="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298450" lvl="1" marL="9144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2pPr>
            <a:lvl3pPr indent="-298450" lvl="2" marL="13716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3pPr>
            <a:lvl4pPr indent="-298450" lvl="3" marL="18288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4pPr>
            <a:lvl5pPr indent="-298450" lvl="4" marL="22860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5pPr>
            <a:lvl6pPr indent="-298450" lvl="5" marL="27432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6pPr>
            <a:lvl7pPr indent="-298450" lvl="6" marL="32004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7pPr>
            <a:lvl8pPr indent="-298450" lvl="7" marL="36576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8pPr>
            <a:lvl9pPr indent="-298450" lvl="8" marL="4114800" rtl="0">
              <a:spcBef>
                <a:spcPts val="0"/>
              </a:spcBef>
              <a:spcAft>
                <a:spcPts val="0"/>
              </a:spcAft>
              <a:buClr>
                <a:srgbClr val="000000"/>
              </a:buClr>
              <a:buSzPts val="1100"/>
              <a:buFont typeface="Arial"/>
              <a:buChar char="■"/>
              <a:defRPr>
                <a:solidFill>
                  <a:srgbClr val="000000"/>
                </a:solidFill>
                <a:latin typeface="Arial"/>
                <a:ea typeface="Arial"/>
                <a:cs typeface="Arial"/>
                <a:sym typeface="Arial"/>
              </a:defRPr>
            </a:lvl9pPr>
          </a:lstStyle>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213" name="Shape 213"/>
        <p:cNvGrpSpPr/>
        <p:nvPr/>
      </p:nvGrpSpPr>
      <p:grpSpPr>
        <a:xfrm>
          <a:off x="0" y="0"/>
          <a:ext cx="0" cy="0"/>
          <a:chOff x="0" y="0"/>
          <a:chExt cx="0" cy="0"/>
        </a:xfrm>
      </p:grpSpPr>
      <p:sp>
        <p:nvSpPr>
          <p:cNvPr id="214" name="Google Shape;214;p39"/>
          <p:cNvSpPr txBox="1"/>
          <p:nvPr>
            <p:ph type="title"/>
          </p:nvPr>
        </p:nvSpPr>
        <p:spPr>
          <a:xfrm>
            <a:off x="311675" y="798600"/>
            <a:ext cx="6247800" cy="3546300"/>
          </a:xfrm>
          <a:prstGeom prst="rect">
            <a:avLst/>
          </a:prstGeom>
        </p:spPr>
        <p:txBody>
          <a:bodyPr anchorCtr="0" anchor="ctr" bIns="91425" lIns="91425" spcFirstLastPara="1" rIns="91425" wrap="square" tIns="91425">
            <a:noAutofit/>
          </a:bodyPr>
          <a:lstStyle>
            <a:lvl1pPr lvl="0" rtl="0">
              <a:spcBef>
                <a:spcPts val="0"/>
              </a:spcBef>
              <a:spcAft>
                <a:spcPts val="0"/>
              </a:spcAft>
              <a:buSzPts val="3600"/>
              <a:buNone/>
              <a:defRPr sz="3600"/>
            </a:lvl1pPr>
            <a:lvl2pPr lvl="1" rtl="0">
              <a:spcBef>
                <a:spcPts val="0"/>
              </a:spcBef>
              <a:spcAft>
                <a:spcPts val="0"/>
              </a:spcAft>
              <a:buSzPts val="3600"/>
              <a:buNone/>
              <a:defRPr sz="3600"/>
            </a:lvl2pPr>
            <a:lvl3pPr lvl="2" rtl="0">
              <a:spcBef>
                <a:spcPts val="0"/>
              </a:spcBef>
              <a:spcAft>
                <a:spcPts val="0"/>
              </a:spcAft>
              <a:buSzPts val="3600"/>
              <a:buNone/>
              <a:defRPr sz="3600"/>
            </a:lvl3pPr>
            <a:lvl4pPr lvl="3" rtl="0">
              <a:spcBef>
                <a:spcPts val="0"/>
              </a:spcBef>
              <a:spcAft>
                <a:spcPts val="0"/>
              </a:spcAft>
              <a:buSzPts val="3600"/>
              <a:buNone/>
              <a:defRPr sz="3600"/>
            </a:lvl4pPr>
            <a:lvl5pPr lvl="4" rtl="0">
              <a:spcBef>
                <a:spcPts val="0"/>
              </a:spcBef>
              <a:spcAft>
                <a:spcPts val="0"/>
              </a:spcAft>
              <a:buSzPts val="3600"/>
              <a:buNone/>
              <a:defRPr sz="3600"/>
            </a:lvl5pPr>
            <a:lvl6pPr lvl="5" rtl="0">
              <a:spcBef>
                <a:spcPts val="0"/>
              </a:spcBef>
              <a:spcAft>
                <a:spcPts val="0"/>
              </a:spcAft>
              <a:buSzPts val="3600"/>
              <a:buNone/>
              <a:defRPr sz="3600"/>
            </a:lvl6pPr>
            <a:lvl7pPr lvl="6" rtl="0">
              <a:spcBef>
                <a:spcPts val="0"/>
              </a:spcBef>
              <a:spcAft>
                <a:spcPts val="0"/>
              </a:spcAft>
              <a:buSzPts val="3600"/>
              <a:buNone/>
              <a:defRPr sz="3600"/>
            </a:lvl7pPr>
            <a:lvl8pPr lvl="7" rtl="0">
              <a:spcBef>
                <a:spcPts val="0"/>
              </a:spcBef>
              <a:spcAft>
                <a:spcPts val="0"/>
              </a:spcAft>
              <a:buSzPts val="3600"/>
              <a:buNone/>
              <a:defRPr sz="3600"/>
            </a:lvl8pPr>
            <a:lvl9pPr lvl="8" rtl="0">
              <a:spcBef>
                <a:spcPts val="0"/>
              </a:spcBef>
              <a:spcAft>
                <a:spcPts val="0"/>
              </a:spcAft>
              <a:buSzPts val="3600"/>
              <a:buNone/>
              <a:defRPr sz="3600"/>
            </a:lvl9pPr>
          </a:lstStyle>
          <a:p/>
        </p:txBody>
      </p:sp>
      <p:sp>
        <p:nvSpPr>
          <p:cNvPr id="215" name="Google Shape;215;p3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accent1"/>
                </a:solidFill>
              </a:defRPr>
            </a:lvl1pPr>
            <a:lvl2pPr lvl="1" rtl="0">
              <a:buNone/>
              <a:defRPr>
                <a:solidFill>
                  <a:schemeClr val="accent1"/>
                </a:solidFill>
              </a:defRPr>
            </a:lvl2pPr>
            <a:lvl3pPr lvl="2" rtl="0">
              <a:buNone/>
              <a:defRPr>
                <a:solidFill>
                  <a:schemeClr val="accent1"/>
                </a:solidFill>
              </a:defRPr>
            </a:lvl3pPr>
            <a:lvl4pPr lvl="3" rtl="0">
              <a:buNone/>
              <a:defRPr>
                <a:solidFill>
                  <a:schemeClr val="accent1"/>
                </a:solidFill>
              </a:defRPr>
            </a:lvl4pPr>
            <a:lvl5pPr lvl="4" rtl="0">
              <a:buNone/>
              <a:defRPr>
                <a:solidFill>
                  <a:schemeClr val="accent1"/>
                </a:solidFill>
              </a:defRPr>
            </a:lvl5pPr>
            <a:lvl6pPr lvl="5" rtl="0">
              <a:buNone/>
              <a:defRPr>
                <a:solidFill>
                  <a:schemeClr val="accent1"/>
                </a:solidFill>
              </a:defRPr>
            </a:lvl6pPr>
            <a:lvl7pPr lvl="6" rtl="0">
              <a:buNone/>
              <a:defRPr>
                <a:solidFill>
                  <a:schemeClr val="accent1"/>
                </a:solidFill>
              </a:defRPr>
            </a:lvl7pPr>
            <a:lvl8pPr lvl="7" rtl="0">
              <a:buNone/>
              <a:defRPr>
                <a:solidFill>
                  <a:schemeClr val="accent1"/>
                </a:solidFill>
              </a:defRPr>
            </a:lvl8pPr>
            <a:lvl9pPr lvl="8" rtl="0">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16" name="Shape 216"/>
        <p:cNvGrpSpPr/>
        <p:nvPr/>
      </p:nvGrpSpPr>
      <p:grpSpPr>
        <a:xfrm>
          <a:off x="0" y="0"/>
          <a:ext cx="0" cy="0"/>
          <a:chOff x="0" y="0"/>
          <a:chExt cx="0" cy="0"/>
        </a:xfrm>
      </p:grpSpPr>
      <p:sp>
        <p:nvSpPr>
          <p:cNvPr id="217" name="Google Shape;217;p40"/>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18" name="Google Shape;218;p40"/>
          <p:cNvSpPr txBox="1"/>
          <p:nvPr>
            <p:ph type="title"/>
          </p:nvPr>
        </p:nvSpPr>
        <p:spPr>
          <a:xfrm>
            <a:off x="311300" y="500925"/>
            <a:ext cx="3704400" cy="2049600"/>
          </a:xfrm>
          <a:prstGeom prst="rect">
            <a:avLst/>
          </a:prstGeom>
        </p:spPr>
        <p:txBody>
          <a:bodyPr anchorCtr="0" anchor="t" bIns="91425" lIns="91425" spcFirstLastPara="1" rIns="91425" wrap="square" tIns="91425">
            <a:noAutofit/>
          </a:bodyPr>
          <a:lstStyle>
            <a:lvl1pPr lvl="0" rtl="0">
              <a:spcBef>
                <a:spcPts val="0"/>
              </a:spcBef>
              <a:spcAft>
                <a:spcPts val="0"/>
              </a:spcAft>
              <a:buClr>
                <a:schemeClr val="lt1"/>
              </a:buClr>
              <a:buSzPts val="2800"/>
              <a:buNone/>
              <a:defRPr>
                <a:solidFill>
                  <a:schemeClr val="lt1"/>
                </a:solidFill>
              </a:defRPr>
            </a:lvl1pPr>
            <a:lvl2pPr lvl="1" rtl="0">
              <a:spcBef>
                <a:spcPts val="0"/>
              </a:spcBef>
              <a:spcAft>
                <a:spcPts val="0"/>
              </a:spcAft>
              <a:buClr>
                <a:schemeClr val="lt1"/>
              </a:buClr>
              <a:buSzPts val="2800"/>
              <a:buNone/>
              <a:defRPr>
                <a:solidFill>
                  <a:schemeClr val="lt1"/>
                </a:solidFill>
              </a:defRPr>
            </a:lvl2pPr>
            <a:lvl3pPr lvl="2" rtl="0">
              <a:spcBef>
                <a:spcPts val="0"/>
              </a:spcBef>
              <a:spcAft>
                <a:spcPts val="0"/>
              </a:spcAft>
              <a:buClr>
                <a:schemeClr val="lt1"/>
              </a:buClr>
              <a:buSzPts val="2800"/>
              <a:buNone/>
              <a:defRPr>
                <a:solidFill>
                  <a:schemeClr val="lt1"/>
                </a:solidFill>
              </a:defRPr>
            </a:lvl3pPr>
            <a:lvl4pPr lvl="3" rtl="0">
              <a:spcBef>
                <a:spcPts val="0"/>
              </a:spcBef>
              <a:spcAft>
                <a:spcPts val="0"/>
              </a:spcAft>
              <a:buClr>
                <a:schemeClr val="lt1"/>
              </a:buClr>
              <a:buSzPts val="2800"/>
              <a:buNone/>
              <a:defRPr>
                <a:solidFill>
                  <a:schemeClr val="lt1"/>
                </a:solidFill>
              </a:defRPr>
            </a:lvl4pPr>
            <a:lvl5pPr lvl="4" rtl="0">
              <a:spcBef>
                <a:spcPts val="0"/>
              </a:spcBef>
              <a:spcAft>
                <a:spcPts val="0"/>
              </a:spcAft>
              <a:buClr>
                <a:schemeClr val="lt1"/>
              </a:buClr>
              <a:buSzPts val="2800"/>
              <a:buNone/>
              <a:defRPr>
                <a:solidFill>
                  <a:schemeClr val="lt1"/>
                </a:solidFill>
              </a:defRPr>
            </a:lvl5pPr>
            <a:lvl6pPr lvl="5" rtl="0">
              <a:spcBef>
                <a:spcPts val="0"/>
              </a:spcBef>
              <a:spcAft>
                <a:spcPts val="0"/>
              </a:spcAft>
              <a:buClr>
                <a:schemeClr val="lt1"/>
              </a:buClr>
              <a:buSzPts val="2800"/>
              <a:buNone/>
              <a:defRPr>
                <a:solidFill>
                  <a:schemeClr val="lt1"/>
                </a:solidFill>
              </a:defRPr>
            </a:lvl6pPr>
            <a:lvl7pPr lvl="6" rtl="0">
              <a:spcBef>
                <a:spcPts val="0"/>
              </a:spcBef>
              <a:spcAft>
                <a:spcPts val="0"/>
              </a:spcAft>
              <a:buClr>
                <a:schemeClr val="lt1"/>
              </a:buClr>
              <a:buSzPts val="2800"/>
              <a:buNone/>
              <a:defRPr>
                <a:solidFill>
                  <a:schemeClr val="lt1"/>
                </a:solidFill>
              </a:defRPr>
            </a:lvl7pPr>
            <a:lvl8pPr lvl="7" rtl="0">
              <a:spcBef>
                <a:spcPts val="0"/>
              </a:spcBef>
              <a:spcAft>
                <a:spcPts val="0"/>
              </a:spcAft>
              <a:buClr>
                <a:schemeClr val="lt1"/>
              </a:buClr>
              <a:buSzPts val="2800"/>
              <a:buNone/>
              <a:defRPr>
                <a:solidFill>
                  <a:schemeClr val="lt1"/>
                </a:solidFill>
              </a:defRPr>
            </a:lvl8pPr>
            <a:lvl9pPr lvl="8" rtl="0">
              <a:spcBef>
                <a:spcPts val="0"/>
              </a:spcBef>
              <a:spcAft>
                <a:spcPts val="0"/>
              </a:spcAft>
              <a:buClr>
                <a:schemeClr val="lt1"/>
              </a:buClr>
              <a:buSzPts val="2800"/>
              <a:buNone/>
              <a:defRPr>
                <a:solidFill>
                  <a:schemeClr val="lt1"/>
                </a:solidFill>
              </a:defRPr>
            </a:lvl9pPr>
          </a:lstStyle>
          <a:p/>
        </p:txBody>
      </p:sp>
      <p:sp>
        <p:nvSpPr>
          <p:cNvPr id="219" name="Google Shape;219;p40"/>
          <p:cNvSpPr txBox="1"/>
          <p:nvPr>
            <p:ph idx="1" type="subTitle"/>
          </p:nvPr>
        </p:nvSpPr>
        <p:spPr>
          <a:xfrm>
            <a:off x="304800" y="2626725"/>
            <a:ext cx="3704400" cy="926700"/>
          </a:xfrm>
          <a:prstGeom prst="rect">
            <a:avLst/>
          </a:prstGeom>
        </p:spPr>
        <p:txBody>
          <a:bodyPr anchorCtr="0" anchor="t" bIns="91425" lIns="91425" spcFirstLastPara="1" rIns="91425" wrap="square" tIns="91425">
            <a:noAutofit/>
          </a:bodyPr>
          <a:lstStyle>
            <a:lvl1pPr lvl="0" rtl="0">
              <a:lnSpc>
                <a:spcPct val="100000"/>
              </a:lnSpc>
              <a:spcBef>
                <a:spcPts val="0"/>
              </a:spcBef>
              <a:spcAft>
                <a:spcPts val="0"/>
              </a:spcAft>
              <a:buClr>
                <a:schemeClr val="accent2"/>
              </a:buClr>
              <a:buSzPts val="1600"/>
              <a:buNone/>
              <a:defRPr sz="1600">
                <a:solidFill>
                  <a:schemeClr val="accent2"/>
                </a:solidFill>
              </a:defRPr>
            </a:lvl1pPr>
            <a:lvl2pPr lvl="1" rtl="0">
              <a:lnSpc>
                <a:spcPct val="100000"/>
              </a:lnSpc>
              <a:spcBef>
                <a:spcPts val="0"/>
              </a:spcBef>
              <a:spcAft>
                <a:spcPts val="0"/>
              </a:spcAft>
              <a:buClr>
                <a:schemeClr val="accent2"/>
              </a:buClr>
              <a:buSzPts val="1600"/>
              <a:buNone/>
              <a:defRPr sz="1600">
                <a:solidFill>
                  <a:schemeClr val="accent2"/>
                </a:solidFill>
              </a:defRPr>
            </a:lvl2pPr>
            <a:lvl3pPr lvl="2" rtl="0">
              <a:lnSpc>
                <a:spcPct val="100000"/>
              </a:lnSpc>
              <a:spcBef>
                <a:spcPts val="0"/>
              </a:spcBef>
              <a:spcAft>
                <a:spcPts val="0"/>
              </a:spcAft>
              <a:buClr>
                <a:schemeClr val="accent2"/>
              </a:buClr>
              <a:buSzPts val="1600"/>
              <a:buNone/>
              <a:defRPr sz="1600">
                <a:solidFill>
                  <a:schemeClr val="accent2"/>
                </a:solidFill>
              </a:defRPr>
            </a:lvl3pPr>
            <a:lvl4pPr lvl="3" rtl="0">
              <a:lnSpc>
                <a:spcPct val="100000"/>
              </a:lnSpc>
              <a:spcBef>
                <a:spcPts val="0"/>
              </a:spcBef>
              <a:spcAft>
                <a:spcPts val="0"/>
              </a:spcAft>
              <a:buClr>
                <a:schemeClr val="accent2"/>
              </a:buClr>
              <a:buSzPts val="1600"/>
              <a:buNone/>
              <a:defRPr sz="1600">
                <a:solidFill>
                  <a:schemeClr val="accent2"/>
                </a:solidFill>
              </a:defRPr>
            </a:lvl4pPr>
            <a:lvl5pPr lvl="4" rtl="0">
              <a:lnSpc>
                <a:spcPct val="100000"/>
              </a:lnSpc>
              <a:spcBef>
                <a:spcPts val="0"/>
              </a:spcBef>
              <a:spcAft>
                <a:spcPts val="0"/>
              </a:spcAft>
              <a:buClr>
                <a:schemeClr val="accent2"/>
              </a:buClr>
              <a:buSzPts val="1600"/>
              <a:buNone/>
              <a:defRPr sz="1600">
                <a:solidFill>
                  <a:schemeClr val="accent2"/>
                </a:solidFill>
              </a:defRPr>
            </a:lvl5pPr>
            <a:lvl6pPr lvl="5" rtl="0">
              <a:lnSpc>
                <a:spcPct val="100000"/>
              </a:lnSpc>
              <a:spcBef>
                <a:spcPts val="0"/>
              </a:spcBef>
              <a:spcAft>
                <a:spcPts val="0"/>
              </a:spcAft>
              <a:buClr>
                <a:schemeClr val="accent2"/>
              </a:buClr>
              <a:buSzPts val="1600"/>
              <a:buNone/>
              <a:defRPr sz="1600">
                <a:solidFill>
                  <a:schemeClr val="accent2"/>
                </a:solidFill>
              </a:defRPr>
            </a:lvl6pPr>
            <a:lvl7pPr lvl="6" rtl="0">
              <a:lnSpc>
                <a:spcPct val="100000"/>
              </a:lnSpc>
              <a:spcBef>
                <a:spcPts val="0"/>
              </a:spcBef>
              <a:spcAft>
                <a:spcPts val="0"/>
              </a:spcAft>
              <a:buClr>
                <a:schemeClr val="accent2"/>
              </a:buClr>
              <a:buSzPts val="1600"/>
              <a:buNone/>
              <a:defRPr sz="1600">
                <a:solidFill>
                  <a:schemeClr val="accent2"/>
                </a:solidFill>
              </a:defRPr>
            </a:lvl7pPr>
            <a:lvl8pPr lvl="7" rtl="0">
              <a:lnSpc>
                <a:spcPct val="100000"/>
              </a:lnSpc>
              <a:spcBef>
                <a:spcPts val="0"/>
              </a:spcBef>
              <a:spcAft>
                <a:spcPts val="0"/>
              </a:spcAft>
              <a:buClr>
                <a:schemeClr val="accent2"/>
              </a:buClr>
              <a:buSzPts val="1600"/>
              <a:buNone/>
              <a:defRPr sz="1600">
                <a:solidFill>
                  <a:schemeClr val="accent2"/>
                </a:solidFill>
              </a:defRPr>
            </a:lvl8pPr>
            <a:lvl9pPr lvl="8" rtl="0">
              <a:lnSpc>
                <a:spcPct val="100000"/>
              </a:lnSpc>
              <a:spcBef>
                <a:spcPts val="0"/>
              </a:spcBef>
              <a:spcAft>
                <a:spcPts val="0"/>
              </a:spcAft>
              <a:buClr>
                <a:schemeClr val="accent2"/>
              </a:buClr>
              <a:buSzPts val="1600"/>
              <a:buNone/>
              <a:defRPr sz="1600">
                <a:solidFill>
                  <a:schemeClr val="accent2"/>
                </a:solidFill>
              </a:defRPr>
            </a:lvl9pPr>
          </a:lstStyle>
          <a:p/>
        </p:txBody>
      </p:sp>
      <p:sp>
        <p:nvSpPr>
          <p:cNvPr id="220" name="Google Shape;220;p40"/>
          <p:cNvSpPr txBox="1"/>
          <p:nvPr>
            <p:ph idx="2" type="body"/>
          </p:nvPr>
        </p:nvSpPr>
        <p:spPr>
          <a:xfrm>
            <a:off x="4879025" y="500925"/>
            <a:ext cx="3954000" cy="41115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SzPts val="1300"/>
              <a:buChar char="●"/>
              <a:defRPr/>
            </a:lvl1pPr>
            <a:lvl2pPr indent="-298450" lvl="1" marL="914400" rtl="0">
              <a:spcBef>
                <a:spcPts val="1600"/>
              </a:spcBef>
              <a:spcAft>
                <a:spcPts val="0"/>
              </a:spcAft>
              <a:buSzPts val="1100"/>
              <a:buChar char="○"/>
              <a:defRPr/>
            </a:lvl2pPr>
            <a:lvl3pPr indent="-298450" lvl="2" marL="1371600" rtl="0">
              <a:spcBef>
                <a:spcPts val="1600"/>
              </a:spcBef>
              <a:spcAft>
                <a:spcPts val="0"/>
              </a:spcAft>
              <a:buSzPts val="1100"/>
              <a:buChar char="■"/>
              <a:defRPr/>
            </a:lvl3pPr>
            <a:lvl4pPr indent="-298450" lvl="3" marL="1828800" rtl="0">
              <a:spcBef>
                <a:spcPts val="1600"/>
              </a:spcBef>
              <a:spcAft>
                <a:spcPts val="0"/>
              </a:spcAft>
              <a:buSzPts val="1100"/>
              <a:buChar char="●"/>
              <a:defRPr/>
            </a:lvl4pPr>
            <a:lvl5pPr indent="-298450" lvl="4" marL="2286000" rtl="0">
              <a:spcBef>
                <a:spcPts val="1600"/>
              </a:spcBef>
              <a:spcAft>
                <a:spcPts val="0"/>
              </a:spcAft>
              <a:buSzPts val="1100"/>
              <a:buChar char="○"/>
              <a:defRPr/>
            </a:lvl5pPr>
            <a:lvl6pPr indent="-298450" lvl="5" marL="2743200" rtl="0">
              <a:spcBef>
                <a:spcPts val="1600"/>
              </a:spcBef>
              <a:spcAft>
                <a:spcPts val="0"/>
              </a:spcAft>
              <a:buSzPts val="1100"/>
              <a:buChar char="■"/>
              <a:defRPr/>
            </a:lvl6pPr>
            <a:lvl7pPr indent="-298450" lvl="6" marL="3200400" rtl="0">
              <a:spcBef>
                <a:spcPts val="1600"/>
              </a:spcBef>
              <a:spcAft>
                <a:spcPts val="0"/>
              </a:spcAft>
              <a:buSzPts val="1100"/>
              <a:buChar char="●"/>
              <a:defRPr/>
            </a:lvl7pPr>
            <a:lvl8pPr indent="-298450" lvl="7" marL="3657600" rtl="0">
              <a:spcBef>
                <a:spcPts val="1600"/>
              </a:spcBef>
              <a:spcAft>
                <a:spcPts val="0"/>
              </a:spcAft>
              <a:buSzPts val="1100"/>
              <a:buChar char="○"/>
              <a:defRPr/>
            </a:lvl8pPr>
            <a:lvl9pPr indent="-298450" lvl="8" marL="4114800" rtl="0">
              <a:spcBef>
                <a:spcPts val="1600"/>
              </a:spcBef>
              <a:spcAft>
                <a:spcPts val="1600"/>
              </a:spcAft>
              <a:buSzPts val="1100"/>
              <a:buChar char="■"/>
              <a:defRPr/>
            </a:lvl9pPr>
          </a:lstStyle>
          <a:p/>
        </p:txBody>
      </p:sp>
      <p:sp>
        <p:nvSpPr>
          <p:cNvPr id="221" name="Google Shape;221;p4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22" name="Shape 222"/>
        <p:cNvGrpSpPr/>
        <p:nvPr/>
      </p:nvGrpSpPr>
      <p:grpSpPr>
        <a:xfrm>
          <a:off x="0" y="0"/>
          <a:ext cx="0" cy="0"/>
          <a:chOff x="0" y="0"/>
          <a:chExt cx="0" cy="0"/>
        </a:xfrm>
      </p:grpSpPr>
      <p:sp>
        <p:nvSpPr>
          <p:cNvPr id="223" name="Google Shape;223;p41"/>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24" name="Google Shape;224;p41"/>
          <p:cNvSpPr txBox="1"/>
          <p:nvPr>
            <p:ph idx="1" type="body"/>
          </p:nvPr>
        </p:nvSpPr>
        <p:spPr>
          <a:xfrm>
            <a:off x="311700" y="4521400"/>
            <a:ext cx="7979400" cy="460500"/>
          </a:xfrm>
          <a:prstGeom prst="rect">
            <a:avLst/>
          </a:prstGeom>
        </p:spPr>
        <p:txBody>
          <a:bodyPr anchorCtr="0" anchor="ctr" bIns="91425" lIns="91425" spcFirstLastPara="1" rIns="91425" wrap="square" tIns="91425">
            <a:noAutofit/>
          </a:bodyPr>
          <a:lstStyle>
            <a:lvl1pPr indent="-228600" lvl="0" marL="457200" rtl="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225" name="Google Shape;225;p4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226" name="Shape 226"/>
        <p:cNvGrpSpPr/>
        <p:nvPr/>
      </p:nvGrpSpPr>
      <p:grpSpPr>
        <a:xfrm>
          <a:off x="0" y="0"/>
          <a:ext cx="0" cy="0"/>
          <a:chOff x="0" y="0"/>
          <a:chExt cx="0" cy="0"/>
        </a:xfrm>
      </p:grpSpPr>
      <p:sp>
        <p:nvSpPr>
          <p:cNvPr id="227" name="Google Shape;227;p42"/>
          <p:cNvSpPr txBox="1"/>
          <p:nvPr>
            <p:ph hasCustomPrompt="1" type="title"/>
          </p:nvPr>
        </p:nvSpPr>
        <p:spPr>
          <a:xfrm>
            <a:off x="311750" y="831175"/>
            <a:ext cx="5334900" cy="1244700"/>
          </a:xfrm>
          <a:prstGeom prst="rect">
            <a:avLst/>
          </a:prstGeom>
        </p:spPr>
        <p:txBody>
          <a:bodyPr anchorCtr="0" anchor="b" bIns="91425" lIns="91425" spcFirstLastPara="1" rIns="91425" wrap="square" tIns="91425">
            <a:noAutofit/>
          </a:bodyPr>
          <a:lstStyle>
            <a:lvl1pPr lvl="0" rtl="0">
              <a:spcBef>
                <a:spcPts val="0"/>
              </a:spcBef>
              <a:spcAft>
                <a:spcPts val="0"/>
              </a:spcAft>
              <a:buClr>
                <a:schemeClr val="lt1"/>
              </a:buClr>
              <a:buSzPts val="10000"/>
              <a:buNone/>
              <a:defRPr sz="10000">
                <a:solidFill>
                  <a:schemeClr val="lt1"/>
                </a:solidFill>
              </a:defRPr>
            </a:lvl1pPr>
            <a:lvl2pPr lvl="1" rtl="0">
              <a:spcBef>
                <a:spcPts val="0"/>
              </a:spcBef>
              <a:spcAft>
                <a:spcPts val="0"/>
              </a:spcAft>
              <a:buClr>
                <a:schemeClr val="lt1"/>
              </a:buClr>
              <a:buSzPts val="10000"/>
              <a:buNone/>
              <a:defRPr sz="10000">
                <a:solidFill>
                  <a:schemeClr val="lt1"/>
                </a:solidFill>
              </a:defRPr>
            </a:lvl2pPr>
            <a:lvl3pPr lvl="2" rtl="0">
              <a:spcBef>
                <a:spcPts val="0"/>
              </a:spcBef>
              <a:spcAft>
                <a:spcPts val="0"/>
              </a:spcAft>
              <a:buClr>
                <a:schemeClr val="lt1"/>
              </a:buClr>
              <a:buSzPts val="10000"/>
              <a:buNone/>
              <a:defRPr sz="10000">
                <a:solidFill>
                  <a:schemeClr val="lt1"/>
                </a:solidFill>
              </a:defRPr>
            </a:lvl3pPr>
            <a:lvl4pPr lvl="3" rtl="0">
              <a:spcBef>
                <a:spcPts val="0"/>
              </a:spcBef>
              <a:spcAft>
                <a:spcPts val="0"/>
              </a:spcAft>
              <a:buClr>
                <a:schemeClr val="lt1"/>
              </a:buClr>
              <a:buSzPts val="10000"/>
              <a:buNone/>
              <a:defRPr sz="10000">
                <a:solidFill>
                  <a:schemeClr val="lt1"/>
                </a:solidFill>
              </a:defRPr>
            </a:lvl4pPr>
            <a:lvl5pPr lvl="4" rtl="0">
              <a:spcBef>
                <a:spcPts val="0"/>
              </a:spcBef>
              <a:spcAft>
                <a:spcPts val="0"/>
              </a:spcAft>
              <a:buClr>
                <a:schemeClr val="lt1"/>
              </a:buClr>
              <a:buSzPts val="10000"/>
              <a:buNone/>
              <a:defRPr sz="10000">
                <a:solidFill>
                  <a:schemeClr val="lt1"/>
                </a:solidFill>
              </a:defRPr>
            </a:lvl5pPr>
            <a:lvl6pPr lvl="5" rtl="0">
              <a:spcBef>
                <a:spcPts val="0"/>
              </a:spcBef>
              <a:spcAft>
                <a:spcPts val="0"/>
              </a:spcAft>
              <a:buClr>
                <a:schemeClr val="lt1"/>
              </a:buClr>
              <a:buSzPts val="10000"/>
              <a:buNone/>
              <a:defRPr sz="10000">
                <a:solidFill>
                  <a:schemeClr val="lt1"/>
                </a:solidFill>
              </a:defRPr>
            </a:lvl6pPr>
            <a:lvl7pPr lvl="6" rtl="0">
              <a:spcBef>
                <a:spcPts val="0"/>
              </a:spcBef>
              <a:spcAft>
                <a:spcPts val="0"/>
              </a:spcAft>
              <a:buClr>
                <a:schemeClr val="lt1"/>
              </a:buClr>
              <a:buSzPts val="10000"/>
              <a:buNone/>
              <a:defRPr sz="10000">
                <a:solidFill>
                  <a:schemeClr val="lt1"/>
                </a:solidFill>
              </a:defRPr>
            </a:lvl7pPr>
            <a:lvl8pPr lvl="7" rtl="0">
              <a:spcBef>
                <a:spcPts val="0"/>
              </a:spcBef>
              <a:spcAft>
                <a:spcPts val="0"/>
              </a:spcAft>
              <a:buClr>
                <a:schemeClr val="lt1"/>
              </a:buClr>
              <a:buSzPts val="10000"/>
              <a:buNone/>
              <a:defRPr sz="10000">
                <a:solidFill>
                  <a:schemeClr val="lt1"/>
                </a:solidFill>
              </a:defRPr>
            </a:lvl8pPr>
            <a:lvl9pPr lvl="8" rtl="0">
              <a:spcBef>
                <a:spcPts val="0"/>
              </a:spcBef>
              <a:spcAft>
                <a:spcPts val="0"/>
              </a:spcAft>
              <a:buClr>
                <a:schemeClr val="lt1"/>
              </a:buClr>
              <a:buSzPts val="10000"/>
              <a:buNone/>
              <a:defRPr sz="10000">
                <a:solidFill>
                  <a:schemeClr val="lt1"/>
                </a:solidFill>
              </a:defRPr>
            </a:lvl9pPr>
          </a:lstStyle>
          <a:p>
            <a:r>
              <a:t>xx%</a:t>
            </a:r>
          </a:p>
        </p:txBody>
      </p:sp>
      <p:sp>
        <p:nvSpPr>
          <p:cNvPr id="228" name="Google Shape;228;p42"/>
          <p:cNvSpPr txBox="1"/>
          <p:nvPr>
            <p:ph idx="1" type="body"/>
          </p:nvPr>
        </p:nvSpPr>
        <p:spPr>
          <a:xfrm>
            <a:off x="311700" y="2121425"/>
            <a:ext cx="5334900" cy="942600"/>
          </a:xfrm>
          <a:prstGeom prst="rect">
            <a:avLst/>
          </a:prstGeom>
        </p:spPr>
        <p:txBody>
          <a:bodyPr anchorCtr="0" anchor="t" bIns="91425" lIns="91425" spcFirstLastPara="1" rIns="91425" wrap="square" tIns="91425">
            <a:noAutofit/>
          </a:bodyPr>
          <a:lstStyle>
            <a:lvl1pPr indent="-311150" lvl="0" marL="457200" rtl="0">
              <a:spcBef>
                <a:spcPts val="0"/>
              </a:spcBef>
              <a:spcAft>
                <a:spcPts val="0"/>
              </a:spcAft>
              <a:buClr>
                <a:schemeClr val="accent2"/>
              </a:buClr>
              <a:buSzPts val="1300"/>
              <a:buChar char="●"/>
              <a:defRPr>
                <a:solidFill>
                  <a:schemeClr val="accent2"/>
                </a:solidFill>
              </a:defRPr>
            </a:lvl1pPr>
            <a:lvl2pPr indent="-298450" lvl="1" marL="914400" rtl="0">
              <a:spcBef>
                <a:spcPts val="1600"/>
              </a:spcBef>
              <a:spcAft>
                <a:spcPts val="0"/>
              </a:spcAft>
              <a:buClr>
                <a:schemeClr val="accent2"/>
              </a:buClr>
              <a:buSzPts val="1100"/>
              <a:buChar char="○"/>
              <a:defRPr>
                <a:solidFill>
                  <a:schemeClr val="accent2"/>
                </a:solidFill>
              </a:defRPr>
            </a:lvl2pPr>
            <a:lvl3pPr indent="-298450" lvl="2" marL="1371600" rtl="0">
              <a:spcBef>
                <a:spcPts val="1600"/>
              </a:spcBef>
              <a:spcAft>
                <a:spcPts val="0"/>
              </a:spcAft>
              <a:buClr>
                <a:schemeClr val="accent2"/>
              </a:buClr>
              <a:buSzPts val="1100"/>
              <a:buChar char="■"/>
              <a:defRPr>
                <a:solidFill>
                  <a:schemeClr val="accent2"/>
                </a:solidFill>
              </a:defRPr>
            </a:lvl3pPr>
            <a:lvl4pPr indent="-298450" lvl="3" marL="1828800" rtl="0">
              <a:spcBef>
                <a:spcPts val="1600"/>
              </a:spcBef>
              <a:spcAft>
                <a:spcPts val="0"/>
              </a:spcAft>
              <a:buClr>
                <a:schemeClr val="accent2"/>
              </a:buClr>
              <a:buSzPts val="1100"/>
              <a:buChar char="●"/>
              <a:defRPr>
                <a:solidFill>
                  <a:schemeClr val="accent2"/>
                </a:solidFill>
              </a:defRPr>
            </a:lvl4pPr>
            <a:lvl5pPr indent="-298450" lvl="4" marL="2286000" rtl="0">
              <a:spcBef>
                <a:spcPts val="1600"/>
              </a:spcBef>
              <a:spcAft>
                <a:spcPts val="0"/>
              </a:spcAft>
              <a:buClr>
                <a:schemeClr val="accent2"/>
              </a:buClr>
              <a:buSzPts val="1100"/>
              <a:buChar char="○"/>
              <a:defRPr>
                <a:solidFill>
                  <a:schemeClr val="accent2"/>
                </a:solidFill>
              </a:defRPr>
            </a:lvl5pPr>
            <a:lvl6pPr indent="-298450" lvl="5" marL="2743200" rtl="0">
              <a:spcBef>
                <a:spcPts val="1600"/>
              </a:spcBef>
              <a:spcAft>
                <a:spcPts val="0"/>
              </a:spcAft>
              <a:buClr>
                <a:schemeClr val="accent2"/>
              </a:buClr>
              <a:buSzPts val="1100"/>
              <a:buChar char="■"/>
              <a:defRPr>
                <a:solidFill>
                  <a:schemeClr val="accent2"/>
                </a:solidFill>
              </a:defRPr>
            </a:lvl6pPr>
            <a:lvl7pPr indent="-298450" lvl="6" marL="3200400" rtl="0">
              <a:spcBef>
                <a:spcPts val="1600"/>
              </a:spcBef>
              <a:spcAft>
                <a:spcPts val="0"/>
              </a:spcAft>
              <a:buClr>
                <a:schemeClr val="accent2"/>
              </a:buClr>
              <a:buSzPts val="1100"/>
              <a:buChar char="●"/>
              <a:defRPr>
                <a:solidFill>
                  <a:schemeClr val="accent2"/>
                </a:solidFill>
              </a:defRPr>
            </a:lvl7pPr>
            <a:lvl8pPr indent="-298450" lvl="7" marL="3657600" rtl="0">
              <a:spcBef>
                <a:spcPts val="1600"/>
              </a:spcBef>
              <a:spcAft>
                <a:spcPts val="0"/>
              </a:spcAft>
              <a:buClr>
                <a:schemeClr val="accent2"/>
              </a:buClr>
              <a:buSzPts val="1100"/>
              <a:buChar char="○"/>
              <a:defRPr>
                <a:solidFill>
                  <a:schemeClr val="accent2"/>
                </a:solidFill>
              </a:defRPr>
            </a:lvl8pPr>
            <a:lvl9pPr indent="-298450" lvl="8" marL="4114800" rtl="0">
              <a:spcBef>
                <a:spcPts val="1600"/>
              </a:spcBef>
              <a:spcAft>
                <a:spcPts val="1600"/>
              </a:spcAft>
              <a:buClr>
                <a:schemeClr val="accent2"/>
              </a:buClr>
              <a:buSzPts val="1100"/>
              <a:buChar char="■"/>
              <a:defRPr>
                <a:solidFill>
                  <a:schemeClr val="accent2"/>
                </a:solidFill>
              </a:defRPr>
            </a:lvl9pPr>
          </a:lstStyle>
          <a:p/>
        </p:txBody>
      </p:sp>
      <p:sp>
        <p:nvSpPr>
          <p:cNvPr id="229" name="Google Shape;229;p4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solidFill>
                  <a:schemeClr val="lt1"/>
                </a:solidFill>
              </a:defRPr>
            </a:lvl1pPr>
            <a:lvl2pPr lvl="1" rtl="0">
              <a:buNone/>
              <a:defRPr>
                <a:solidFill>
                  <a:schemeClr val="lt1"/>
                </a:solidFill>
              </a:defRPr>
            </a:lvl2pPr>
            <a:lvl3pPr lvl="2" rtl="0">
              <a:buNone/>
              <a:defRPr>
                <a:solidFill>
                  <a:schemeClr val="lt1"/>
                </a:solidFill>
              </a:defRPr>
            </a:lvl3pPr>
            <a:lvl4pPr lvl="3" rtl="0">
              <a:buNone/>
              <a:defRPr>
                <a:solidFill>
                  <a:schemeClr val="lt1"/>
                </a:solidFill>
              </a:defRPr>
            </a:lvl4pPr>
            <a:lvl5pPr lvl="4" rtl="0">
              <a:buNone/>
              <a:defRPr>
                <a:solidFill>
                  <a:schemeClr val="lt1"/>
                </a:solidFill>
              </a:defRPr>
            </a:lvl5pPr>
            <a:lvl6pPr lvl="5" rtl="0">
              <a:buNone/>
              <a:defRPr>
                <a:solidFill>
                  <a:schemeClr val="lt1"/>
                </a:solidFill>
              </a:defRPr>
            </a:lvl6pPr>
            <a:lvl7pPr lvl="6" rtl="0">
              <a:buNone/>
              <a:defRPr>
                <a:solidFill>
                  <a:schemeClr val="lt1"/>
                </a:solidFill>
              </a:defRPr>
            </a:lvl7pPr>
            <a:lvl8pPr lvl="7" rtl="0">
              <a:buNone/>
              <a:defRPr>
                <a:solidFill>
                  <a:schemeClr val="lt1"/>
                </a:solidFill>
              </a:defRPr>
            </a:lvl8pPr>
            <a:lvl9pPr lvl="8" rtl="0">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30" name="Shape 230"/>
        <p:cNvGrpSpPr/>
        <p:nvPr/>
      </p:nvGrpSpPr>
      <p:grpSpPr>
        <a:xfrm>
          <a:off x="0" y="0"/>
          <a:ext cx="0" cy="0"/>
          <a:chOff x="0" y="0"/>
          <a:chExt cx="0" cy="0"/>
        </a:xfrm>
      </p:grpSpPr>
      <p:sp>
        <p:nvSpPr>
          <p:cNvPr id="231" name="Google Shape;231;p4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bg>
      <p:bgPr>
        <a:solidFill>
          <a:schemeClr val="dk1"/>
        </a:solidFill>
      </p:bgPr>
    </p:bg>
    <p:spTree>
      <p:nvGrpSpPr>
        <p:cNvPr id="236" name="Shape 236"/>
        <p:cNvGrpSpPr/>
        <p:nvPr/>
      </p:nvGrpSpPr>
      <p:grpSpPr>
        <a:xfrm>
          <a:off x="0" y="0"/>
          <a:ext cx="0" cy="0"/>
          <a:chOff x="0" y="0"/>
          <a:chExt cx="0" cy="0"/>
        </a:xfrm>
      </p:grpSpPr>
      <p:sp>
        <p:nvSpPr>
          <p:cNvPr id="237" name="Google Shape;237;p45"/>
          <p:cNvSpPr/>
          <p:nvPr/>
        </p:nvSpPr>
        <p:spPr>
          <a:xfrm>
            <a:off x="-125" y="0"/>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238" name="Google Shape;238;p45"/>
          <p:cNvSpPr txBox="1"/>
          <p:nvPr>
            <p:ph type="ctrTitle"/>
          </p:nvPr>
        </p:nvSpPr>
        <p:spPr>
          <a:xfrm>
            <a:off x="311700" y="539725"/>
            <a:ext cx="8520600" cy="1282500"/>
          </a:xfrm>
          <a:prstGeom prst="rect">
            <a:avLst/>
          </a:prstGeom>
        </p:spPr>
        <p:txBody>
          <a:bodyPr anchorCtr="0" anchor="t" bIns="91425" lIns="91425" spcFirstLastPara="1" rIns="91425" wrap="square" tIns="91425">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39" name="Google Shape;239;p45"/>
          <p:cNvSpPr txBox="1"/>
          <p:nvPr>
            <p:ph idx="1" type="subTitle"/>
          </p:nvPr>
        </p:nvSpPr>
        <p:spPr>
          <a:xfrm>
            <a:off x="311700" y="1878560"/>
            <a:ext cx="4242600" cy="7383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lt2"/>
              </a:buClr>
              <a:buSzPts val="1600"/>
              <a:buNone/>
              <a:defRPr sz="1600">
                <a:solidFill>
                  <a:schemeClr val="lt2"/>
                </a:solidFill>
              </a:defRPr>
            </a:lvl1pPr>
            <a:lvl2pPr lvl="1">
              <a:lnSpc>
                <a:spcPct val="100000"/>
              </a:lnSpc>
              <a:spcBef>
                <a:spcPts val="0"/>
              </a:spcBef>
              <a:spcAft>
                <a:spcPts val="0"/>
              </a:spcAft>
              <a:buClr>
                <a:schemeClr val="lt2"/>
              </a:buClr>
              <a:buSzPts val="1600"/>
              <a:buNone/>
              <a:defRPr sz="1600">
                <a:solidFill>
                  <a:schemeClr val="lt2"/>
                </a:solidFill>
              </a:defRPr>
            </a:lvl2pPr>
            <a:lvl3pPr lvl="2">
              <a:lnSpc>
                <a:spcPct val="100000"/>
              </a:lnSpc>
              <a:spcBef>
                <a:spcPts val="0"/>
              </a:spcBef>
              <a:spcAft>
                <a:spcPts val="0"/>
              </a:spcAft>
              <a:buClr>
                <a:schemeClr val="lt2"/>
              </a:buClr>
              <a:buSzPts val="1600"/>
              <a:buNone/>
              <a:defRPr sz="1600">
                <a:solidFill>
                  <a:schemeClr val="lt2"/>
                </a:solidFill>
              </a:defRPr>
            </a:lvl3pPr>
            <a:lvl4pPr lvl="3">
              <a:lnSpc>
                <a:spcPct val="100000"/>
              </a:lnSpc>
              <a:spcBef>
                <a:spcPts val="0"/>
              </a:spcBef>
              <a:spcAft>
                <a:spcPts val="0"/>
              </a:spcAft>
              <a:buClr>
                <a:schemeClr val="lt2"/>
              </a:buClr>
              <a:buSzPts val="1600"/>
              <a:buNone/>
              <a:defRPr sz="1600">
                <a:solidFill>
                  <a:schemeClr val="lt2"/>
                </a:solidFill>
              </a:defRPr>
            </a:lvl4pPr>
            <a:lvl5pPr lvl="4">
              <a:lnSpc>
                <a:spcPct val="100000"/>
              </a:lnSpc>
              <a:spcBef>
                <a:spcPts val="0"/>
              </a:spcBef>
              <a:spcAft>
                <a:spcPts val="0"/>
              </a:spcAft>
              <a:buClr>
                <a:schemeClr val="lt2"/>
              </a:buClr>
              <a:buSzPts val="1600"/>
              <a:buNone/>
              <a:defRPr sz="1600">
                <a:solidFill>
                  <a:schemeClr val="lt2"/>
                </a:solidFill>
              </a:defRPr>
            </a:lvl5pPr>
            <a:lvl6pPr lvl="5">
              <a:lnSpc>
                <a:spcPct val="100000"/>
              </a:lnSpc>
              <a:spcBef>
                <a:spcPts val="0"/>
              </a:spcBef>
              <a:spcAft>
                <a:spcPts val="0"/>
              </a:spcAft>
              <a:buClr>
                <a:schemeClr val="lt2"/>
              </a:buClr>
              <a:buSzPts val="1600"/>
              <a:buNone/>
              <a:defRPr sz="1600">
                <a:solidFill>
                  <a:schemeClr val="lt2"/>
                </a:solidFill>
              </a:defRPr>
            </a:lvl6pPr>
            <a:lvl7pPr lvl="6">
              <a:lnSpc>
                <a:spcPct val="100000"/>
              </a:lnSpc>
              <a:spcBef>
                <a:spcPts val="0"/>
              </a:spcBef>
              <a:spcAft>
                <a:spcPts val="0"/>
              </a:spcAft>
              <a:buClr>
                <a:schemeClr val="lt2"/>
              </a:buClr>
              <a:buSzPts val="1600"/>
              <a:buNone/>
              <a:defRPr sz="1600">
                <a:solidFill>
                  <a:schemeClr val="lt2"/>
                </a:solidFill>
              </a:defRPr>
            </a:lvl7pPr>
            <a:lvl8pPr lvl="7">
              <a:lnSpc>
                <a:spcPct val="100000"/>
              </a:lnSpc>
              <a:spcBef>
                <a:spcPts val="0"/>
              </a:spcBef>
              <a:spcAft>
                <a:spcPts val="0"/>
              </a:spcAft>
              <a:buClr>
                <a:schemeClr val="lt2"/>
              </a:buClr>
              <a:buSzPts val="1600"/>
              <a:buNone/>
              <a:defRPr sz="1600">
                <a:solidFill>
                  <a:schemeClr val="lt2"/>
                </a:solidFill>
              </a:defRPr>
            </a:lvl8pPr>
            <a:lvl9pPr lvl="8">
              <a:lnSpc>
                <a:spcPct val="100000"/>
              </a:lnSpc>
              <a:spcBef>
                <a:spcPts val="0"/>
              </a:spcBef>
              <a:spcAft>
                <a:spcPts val="0"/>
              </a:spcAft>
              <a:buClr>
                <a:schemeClr val="lt2"/>
              </a:buClr>
              <a:buSzPts val="1600"/>
              <a:buNone/>
              <a:defRPr sz="1600">
                <a:solidFill>
                  <a:schemeClr val="lt2"/>
                </a:solidFill>
              </a:defRPr>
            </a:lvl9pPr>
          </a:lstStyle>
          <a:p/>
        </p:txBody>
      </p:sp>
      <p:sp>
        <p:nvSpPr>
          <p:cNvPr id="240" name="Google Shape;240;p45"/>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bg>
      <p:bgPr>
        <a:solidFill>
          <a:schemeClr val="accent3"/>
        </a:solidFill>
      </p:bgPr>
    </p:bg>
    <p:spTree>
      <p:nvGrpSpPr>
        <p:cNvPr id="241" name="Shape 241"/>
        <p:cNvGrpSpPr/>
        <p:nvPr/>
      </p:nvGrpSpPr>
      <p:grpSpPr>
        <a:xfrm>
          <a:off x="0" y="0"/>
          <a:ext cx="0" cy="0"/>
          <a:chOff x="0" y="0"/>
          <a:chExt cx="0" cy="0"/>
        </a:xfrm>
      </p:grpSpPr>
      <p:sp>
        <p:nvSpPr>
          <p:cNvPr id="242" name="Google Shape;242;p46"/>
          <p:cNvSpPr/>
          <p:nvPr/>
        </p:nvSpPr>
        <p:spPr>
          <a:xfrm>
            <a:off x="0" y="48099"/>
            <a:ext cx="9144250" cy="4398100"/>
          </a:xfrm>
          <a:custGeom>
            <a:rect b="b" l="l" r="r" t="t"/>
            <a:pathLst>
              <a:path extrusionOk="0" h="175924" w="365770">
                <a:moveTo>
                  <a:pt x="0" y="0"/>
                </a:moveTo>
                <a:lnTo>
                  <a:pt x="365770" y="0"/>
                </a:lnTo>
                <a:lnTo>
                  <a:pt x="365760" y="70914"/>
                </a:lnTo>
                <a:lnTo>
                  <a:pt x="0" y="175924"/>
                </a:lnTo>
                <a:close/>
              </a:path>
            </a:pathLst>
          </a:custGeom>
          <a:solidFill>
            <a:schemeClr val="lt1"/>
          </a:solidFill>
          <a:ln>
            <a:noFill/>
          </a:ln>
        </p:spPr>
      </p:sp>
      <p:sp>
        <p:nvSpPr>
          <p:cNvPr id="243" name="Google Shape;243;p46"/>
          <p:cNvSpPr/>
          <p:nvPr/>
        </p:nvSpPr>
        <p:spPr>
          <a:xfrm>
            <a:off x="0" y="0"/>
            <a:ext cx="9144250" cy="4398100"/>
          </a:xfrm>
          <a:custGeom>
            <a:rect b="b" l="l" r="r" t="t"/>
            <a:pathLst>
              <a:path extrusionOk="0" h="175924" w="365770">
                <a:moveTo>
                  <a:pt x="0" y="0"/>
                </a:moveTo>
                <a:lnTo>
                  <a:pt x="365770" y="0"/>
                </a:lnTo>
                <a:lnTo>
                  <a:pt x="365760" y="70914"/>
                </a:lnTo>
                <a:lnTo>
                  <a:pt x="0" y="175924"/>
                </a:lnTo>
                <a:close/>
              </a:path>
            </a:pathLst>
          </a:custGeom>
          <a:solidFill>
            <a:schemeClr val="accent3"/>
          </a:solidFill>
          <a:ln>
            <a:noFill/>
          </a:ln>
        </p:spPr>
      </p:sp>
      <p:sp>
        <p:nvSpPr>
          <p:cNvPr id="244" name="Google Shape;244;p46"/>
          <p:cNvSpPr txBox="1"/>
          <p:nvPr>
            <p:ph type="title"/>
          </p:nvPr>
        </p:nvSpPr>
        <p:spPr>
          <a:xfrm>
            <a:off x="311700" y="539725"/>
            <a:ext cx="8520600" cy="1282500"/>
          </a:xfrm>
          <a:prstGeom prst="rect">
            <a:avLst/>
          </a:prstGeom>
        </p:spPr>
        <p:txBody>
          <a:bodyPr anchorCtr="0" anchor="t" bIns="91425" lIns="91425" spcFirstLastPara="1" rIns="91425" wrap="square" tIns="91425">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45" name="Google Shape;245;p46"/>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246" name="Shape 246"/>
        <p:cNvGrpSpPr/>
        <p:nvPr/>
      </p:nvGrpSpPr>
      <p:grpSpPr>
        <a:xfrm>
          <a:off x="0" y="0"/>
          <a:ext cx="0" cy="0"/>
          <a:chOff x="0" y="0"/>
          <a:chExt cx="0" cy="0"/>
        </a:xfrm>
      </p:grpSpPr>
      <p:sp>
        <p:nvSpPr>
          <p:cNvPr id="247" name="Google Shape;247;p47"/>
          <p:cNvSpPr/>
          <p:nvPr/>
        </p:nvSpPr>
        <p:spPr>
          <a:xfrm>
            <a:off x="-125"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48" name="Google Shape;248;p47"/>
          <p:cNvSpPr/>
          <p:nvPr/>
        </p:nvSpPr>
        <p:spPr>
          <a:xfrm>
            <a:off x="0"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49" name="Google Shape;249;p47"/>
          <p:cNvSpPr txBox="1"/>
          <p:nvPr>
            <p:ph type="title"/>
          </p:nvPr>
        </p:nvSpPr>
        <p:spPr>
          <a:xfrm>
            <a:off x="311725" y="500925"/>
            <a:ext cx="3706500" cy="6381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50" name="Google Shape;250;p47"/>
          <p:cNvSpPr txBox="1"/>
          <p:nvPr>
            <p:ph idx="1" type="body"/>
          </p:nvPr>
        </p:nvSpPr>
        <p:spPr>
          <a:xfrm>
            <a:off x="4644675" y="500925"/>
            <a:ext cx="4166400" cy="44322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51" name="Google Shape;251;p47"/>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52" name="Google Shape;252;p47"/>
          <p:cNvSpPr txBox="1"/>
          <p:nvPr>
            <p:ph idx="2" type="body"/>
          </p:nvPr>
        </p:nvSpPr>
        <p:spPr>
          <a:xfrm>
            <a:off x="315425" y="1286175"/>
            <a:ext cx="3706500" cy="26973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Clr>
                <a:srgbClr val="FFFFFF"/>
              </a:buClr>
              <a:buSzPts val="1300"/>
              <a:buChar char="●"/>
              <a:defRPr>
                <a:solidFill>
                  <a:srgbClr val="FFFFFF"/>
                </a:solidFill>
              </a:defRPr>
            </a:lvl1pPr>
            <a:lvl2pPr indent="-298450" lvl="1" marL="914400">
              <a:spcBef>
                <a:spcPts val="1600"/>
              </a:spcBef>
              <a:spcAft>
                <a:spcPts val="0"/>
              </a:spcAft>
              <a:buClr>
                <a:srgbClr val="FFFFFF"/>
              </a:buClr>
              <a:buSzPts val="1100"/>
              <a:buChar char="○"/>
              <a:defRPr>
                <a:solidFill>
                  <a:srgbClr val="FFFFFF"/>
                </a:solidFill>
              </a:defRPr>
            </a:lvl2pPr>
            <a:lvl3pPr indent="-298450" lvl="2" marL="1371600">
              <a:spcBef>
                <a:spcPts val="1600"/>
              </a:spcBef>
              <a:spcAft>
                <a:spcPts val="0"/>
              </a:spcAft>
              <a:buClr>
                <a:srgbClr val="FFFFFF"/>
              </a:buClr>
              <a:buSzPts val="1100"/>
              <a:buChar char="■"/>
              <a:defRPr>
                <a:solidFill>
                  <a:srgbClr val="FFFFFF"/>
                </a:solidFill>
              </a:defRPr>
            </a:lvl3pPr>
            <a:lvl4pPr indent="-298450" lvl="3" marL="1828800">
              <a:spcBef>
                <a:spcPts val="1600"/>
              </a:spcBef>
              <a:spcAft>
                <a:spcPts val="0"/>
              </a:spcAft>
              <a:buClr>
                <a:srgbClr val="FFFFFF"/>
              </a:buClr>
              <a:buSzPts val="1100"/>
              <a:buChar char="●"/>
              <a:defRPr>
                <a:solidFill>
                  <a:srgbClr val="FFFFFF"/>
                </a:solidFill>
              </a:defRPr>
            </a:lvl4pPr>
            <a:lvl5pPr indent="-298450" lvl="4" marL="2286000">
              <a:spcBef>
                <a:spcPts val="1600"/>
              </a:spcBef>
              <a:spcAft>
                <a:spcPts val="0"/>
              </a:spcAft>
              <a:buClr>
                <a:srgbClr val="FFFFFF"/>
              </a:buClr>
              <a:buSzPts val="1100"/>
              <a:buChar char="○"/>
              <a:defRPr>
                <a:solidFill>
                  <a:srgbClr val="FFFFFF"/>
                </a:solidFill>
              </a:defRPr>
            </a:lvl5pPr>
            <a:lvl6pPr indent="-298450" lvl="5" marL="2743200">
              <a:spcBef>
                <a:spcPts val="1600"/>
              </a:spcBef>
              <a:spcAft>
                <a:spcPts val="0"/>
              </a:spcAft>
              <a:buClr>
                <a:srgbClr val="FFFFFF"/>
              </a:buClr>
              <a:buSzPts val="1100"/>
              <a:buChar char="■"/>
              <a:defRPr>
                <a:solidFill>
                  <a:srgbClr val="FFFFFF"/>
                </a:solidFill>
              </a:defRPr>
            </a:lvl6pPr>
            <a:lvl7pPr indent="-298450" lvl="6" marL="3200400">
              <a:spcBef>
                <a:spcPts val="1600"/>
              </a:spcBef>
              <a:spcAft>
                <a:spcPts val="0"/>
              </a:spcAft>
              <a:buClr>
                <a:srgbClr val="FFFFFF"/>
              </a:buClr>
              <a:buSzPts val="1100"/>
              <a:buChar char="●"/>
              <a:defRPr>
                <a:solidFill>
                  <a:srgbClr val="FFFFFF"/>
                </a:solidFill>
              </a:defRPr>
            </a:lvl7pPr>
            <a:lvl8pPr indent="-298450" lvl="7" marL="3657600">
              <a:spcBef>
                <a:spcPts val="1600"/>
              </a:spcBef>
              <a:spcAft>
                <a:spcPts val="0"/>
              </a:spcAft>
              <a:buClr>
                <a:srgbClr val="FFFFFF"/>
              </a:buClr>
              <a:buSzPts val="1100"/>
              <a:buChar char="○"/>
              <a:defRPr>
                <a:solidFill>
                  <a:srgbClr val="FFFFFF"/>
                </a:solidFill>
              </a:defRPr>
            </a:lvl8pPr>
            <a:lvl9pPr indent="-298450" lvl="8" marL="4114800">
              <a:spcBef>
                <a:spcPts val="1600"/>
              </a:spcBef>
              <a:spcAft>
                <a:spcPts val="1600"/>
              </a:spcAft>
              <a:buClr>
                <a:srgbClr val="FFFFFF"/>
              </a:buClr>
              <a:buSzPts val="1100"/>
              <a:buChar char="■"/>
              <a:defRPr>
                <a:solidFill>
                  <a:srgbClr val="FFFFFF"/>
                </a:solidFill>
              </a:defRPr>
            </a:lvl9pPr>
          </a:lstStyle>
          <a:p/>
        </p:txBody>
      </p:sp>
      <p:sp>
        <p:nvSpPr>
          <p:cNvPr id="253" name="Google Shape;253;p47"/>
          <p:cNvSpPr txBox="1"/>
          <p:nvPr>
            <p:ph idx="3" type="body"/>
          </p:nvPr>
        </p:nvSpPr>
        <p:spPr>
          <a:xfrm>
            <a:off x="3154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lvl1pPr indent="-304800" lvl="0" marL="4572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54" name="Shape 254"/>
        <p:cNvGrpSpPr/>
        <p:nvPr/>
      </p:nvGrpSpPr>
      <p:grpSpPr>
        <a:xfrm>
          <a:off x="0" y="0"/>
          <a:ext cx="0" cy="0"/>
          <a:chOff x="0" y="0"/>
          <a:chExt cx="0" cy="0"/>
        </a:xfrm>
      </p:grpSpPr>
      <p:sp>
        <p:nvSpPr>
          <p:cNvPr id="255" name="Google Shape;255;p48"/>
          <p:cNvSpPr/>
          <p:nvPr/>
        </p:nvSpPr>
        <p:spPr>
          <a:xfrm>
            <a:off x="0" y="0"/>
            <a:ext cx="9144000" cy="12771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56" name="Google Shape;256;p48"/>
          <p:cNvSpPr txBox="1"/>
          <p:nvPr>
            <p:ph type="title"/>
          </p:nvPr>
        </p:nvSpPr>
        <p:spPr>
          <a:xfrm>
            <a:off x="311725" y="500925"/>
            <a:ext cx="8520600" cy="6237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57" name="Google Shape;257;p48"/>
          <p:cNvSpPr txBox="1"/>
          <p:nvPr>
            <p:ph idx="1" type="body"/>
          </p:nvPr>
        </p:nvSpPr>
        <p:spPr>
          <a:xfrm>
            <a:off x="311700" y="1505700"/>
            <a:ext cx="3999900" cy="30762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58" name="Google Shape;258;p48"/>
          <p:cNvSpPr txBox="1"/>
          <p:nvPr>
            <p:ph idx="2" type="body"/>
          </p:nvPr>
        </p:nvSpPr>
        <p:spPr>
          <a:xfrm>
            <a:off x="4832400" y="1505700"/>
            <a:ext cx="3999900" cy="30762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59" name="Google Shape;259;p48"/>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60" name="Shape 260"/>
        <p:cNvGrpSpPr/>
        <p:nvPr/>
      </p:nvGrpSpPr>
      <p:grpSpPr>
        <a:xfrm>
          <a:off x="0" y="0"/>
          <a:ext cx="0" cy="0"/>
          <a:chOff x="0" y="0"/>
          <a:chExt cx="0" cy="0"/>
        </a:xfrm>
      </p:grpSpPr>
      <p:sp>
        <p:nvSpPr>
          <p:cNvPr id="261" name="Google Shape;261;p49"/>
          <p:cNvSpPr/>
          <p:nvPr/>
        </p:nvSpPr>
        <p:spPr>
          <a:xfrm>
            <a:off x="0" y="0"/>
            <a:ext cx="9144000" cy="7290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2" name="Google Shape;262;p49"/>
          <p:cNvSpPr txBox="1"/>
          <p:nvPr>
            <p:ph type="title"/>
          </p:nvPr>
        </p:nvSpPr>
        <p:spPr>
          <a:xfrm>
            <a:off x="311700" y="105275"/>
            <a:ext cx="8520600" cy="6237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63" name="Google Shape;263;p49"/>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64" name="Shape 264"/>
        <p:cNvGrpSpPr/>
        <p:nvPr/>
      </p:nvGrpSpPr>
      <p:grpSpPr>
        <a:xfrm>
          <a:off x="0" y="0"/>
          <a:ext cx="0" cy="0"/>
          <a:chOff x="0" y="0"/>
          <a:chExt cx="0" cy="0"/>
        </a:xfrm>
      </p:grpSpPr>
      <p:sp>
        <p:nvSpPr>
          <p:cNvPr id="265" name="Google Shape;265;p50"/>
          <p:cNvSpPr/>
          <p:nvPr/>
        </p:nvSpPr>
        <p:spPr>
          <a:xfrm>
            <a:off x="4840017" y="0"/>
            <a:ext cx="4314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6" name="Google Shape;266;p50"/>
          <p:cNvSpPr/>
          <p:nvPr/>
        </p:nvSpPr>
        <p:spPr>
          <a:xfrm>
            <a:off x="4839900" y="0"/>
            <a:ext cx="4316900" cy="4887028"/>
          </a:xfrm>
          <a:custGeom>
            <a:rect b="b" l="l" r="r" t="t"/>
            <a:pathLst>
              <a:path extrusionOk="0" h="175824" w="172676">
                <a:moveTo>
                  <a:pt x="0" y="6"/>
                </a:moveTo>
                <a:lnTo>
                  <a:pt x="172676" y="0"/>
                </a:lnTo>
                <a:lnTo>
                  <a:pt x="172562" y="126442"/>
                </a:lnTo>
                <a:lnTo>
                  <a:pt x="0" y="175824"/>
                </a:lnTo>
                <a:close/>
              </a:path>
            </a:pathLst>
          </a:custGeom>
          <a:solidFill>
            <a:schemeClr val="dk1"/>
          </a:solidFill>
          <a:ln>
            <a:noFill/>
          </a:ln>
        </p:spPr>
      </p:sp>
      <p:sp>
        <p:nvSpPr>
          <p:cNvPr id="267" name="Google Shape;267;p50"/>
          <p:cNvSpPr txBox="1"/>
          <p:nvPr>
            <p:ph idx="12" type="sldNum"/>
          </p:nvPr>
        </p:nvSpPr>
        <p:spPr>
          <a:xfrm>
            <a:off x="90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
        <p:nvSpPr>
          <p:cNvPr id="268" name="Google Shape;268;p50"/>
          <p:cNvSpPr txBox="1"/>
          <p:nvPr>
            <p:ph type="title"/>
          </p:nvPr>
        </p:nvSpPr>
        <p:spPr>
          <a:xfrm>
            <a:off x="5264725" y="500925"/>
            <a:ext cx="3706500" cy="6381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69" name="Google Shape;269;p50"/>
          <p:cNvSpPr txBox="1"/>
          <p:nvPr>
            <p:ph idx="1" type="body"/>
          </p:nvPr>
        </p:nvSpPr>
        <p:spPr>
          <a:xfrm>
            <a:off x="301275" y="500925"/>
            <a:ext cx="4166400" cy="44322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70" name="Google Shape;270;p50"/>
          <p:cNvSpPr txBox="1"/>
          <p:nvPr>
            <p:ph idx="2" type="body"/>
          </p:nvPr>
        </p:nvSpPr>
        <p:spPr>
          <a:xfrm>
            <a:off x="5192225" y="1286175"/>
            <a:ext cx="3706500" cy="26973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Clr>
                <a:srgbClr val="FFFFFF"/>
              </a:buClr>
              <a:buSzPts val="1300"/>
              <a:buChar char="●"/>
              <a:defRPr>
                <a:solidFill>
                  <a:srgbClr val="FFFFFF"/>
                </a:solidFill>
              </a:defRPr>
            </a:lvl1pPr>
            <a:lvl2pPr indent="-298450" lvl="1" marL="914400">
              <a:spcBef>
                <a:spcPts val="1600"/>
              </a:spcBef>
              <a:spcAft>
                <a:spcPts val="0"/>
              </a:spcAft>
              <a:buClr>
                <a:srgbClr val="FFFFFF"/>
              </a:buClr>
              <a:buSzPts val="1100"/>
              <a:buChar char="○"/>
              <a:defRPr>
                <a:solidFill>
                  <a:srgbClr val="FFFFFF"/>
                </a:solidFill>
              </a:defRPr>
            </a:lvl2pPr>
            <a:lvl3pPr indent="-298450" lvl="2" marL="1371600">
              <a:spcBef>
                <a:spcPts val="1600"/>
              </a:spcBef>
              <a:spcAft>
                <a:spcPts val="0"/>
              </a:spcAft>
              <a:buClr>
                <a:srgbClr val="FFFFFF"/>
              </a:buClr>
              <a:buSzPts val="1100"/>
              <a:buChar char="■"/>
              <a:defRPr>
                <a:solidFill>
                  <a:srgbClr val="FFFFFF"/>
                </a:solidFill>
              </a:defRPr>
            </a:lvl3pPr>
            <a:lvl4pPr indent="-298450" lvl="3" marL="1828800">
              <a:spcBef>
                <a:spcPts val="1600"/>
              </a:spcBef>
              <a:spcAft>
                <a:spcPts val="0"/>
              </a:spcAft>
              <a:buClr>
                <a:srgbClr val="FFFFFF"/>
              </a:buClr>
              <a:buSzPts val="1100"/>
              <a:buChar char="●"/>
              <a:defRPr>
                <a:solidFill>
                  <a:srgbClr val="FFFFFF"/>
                </a:solidFill>
              </a:defRPr>
            </a:lvl4pPr>
            <a:lvl5pPr indent="-298450" lvl="4" marL="2286000">
              <a:spcBef>
                <a:spcPts val="1600"/>
              </a:spcBef>
              <a:spcAft>
                <a:spcPts val="0"/>
              </a:spcAft>
              <a:buClr>
                <a:srgbClr val="FFFFFF"/>
              </a:buClr>
              <a:buSzPts val="1100"/>
              <a:buChar char="○"/>
              <a:defRPr>
                <a:solidFill>
                  <a:srgbClr val="FFFFFF"/>
                </a:solidFill>
              </a:defRPr>
            </a:lvl5pPr>
            <a:lvl6pPr indent="-298450" lvl="5" marL="2743200">
              <a:spcBef>
                <a:spcPts val="1600"/>
              </a:spcBef>
              <a:spcAft>
                <a:spcPts val="0"/>
              </a:spcAft>
              <a:buClr>
                <a:srgbClr val="FFFFFF"/>
              </a:buClr>
              <a:buSzPts val="1100"/>
              <a:buChar char="■"/>
              <a:defRPr>
                <a:solidFill>
                  <a:srgbClr val="FFFFFF"/>
                </a:solidFill>
              </a:defRPr>
            </a:lvl6pPr>
            <a:lvl7pPr indent="-298450" lvl="6" marL="3200400">
              <a:spcBef>
                <a:spcPts val="1600"/>
              </a:spcBef>
              <a:spcAft>
                <a:spcPts val="0"/>
              </a:spcAft>
              <a:buClr>
                <a:srgbClr val="FFFFFF"/>
              </a:buClr>
              <a:buSzPts val="1100"/>
              <a:buChar char="●"/>
              <a:defRPr>
                <a:solidFill>
                  <a:srgbClr val="FFFFFF"/>
                </a:solidFill>
              </a:defRPr>
            </a:lvl7pPr>
            <a:lvl8pPr indent="-298450" lvl="7" marL="3657600">
              <a:spcBef>
                <a:spcPts val="1600"/>
              </a:spcBef>
              <a:spcAft>
                <a:spcPts val="0"/>
              </a:spcAft>
              <a:buClr>
                <a:srgbClr val="FFFFFF"/>
              </a:buClr>
              <a:buSzPts val="1100"/>
              <a:buChar char="○"/>
              <a:defRPr>
                <a:solidFill>
                  <a:srgbClr val="FFFFFF"/>
                </a:solidFill>
              </a:defRPr>
            </a:lvl8pPr>
            <a:lvl9pPr indent="-298450" lvl="8" marL="4114800">
              <a:spcBef>
                <a:spcPts val="1600"/>
              </a:spcBef>
              <a:spcAft>
                <a:spcPts val="1600"/>
              </a:spcAft>
              <a:buClr>
                <a:srgbClr val="FFFFFF"/>
              </a:buClr>
              <a:buSzPts val="1100"/>
              <a:buChar char="■"/>
              <a:defRPr>
                <a:solidFill>
                  <a:srgbClr val="FFFFFF"/>
                </a:solidFill>
              </a:defRPr>
            </a:lvl9pPr>
          </a:lstStyle>
          <a:p/>
        </p:txBody>
      </p:sp>
      <p:sp>
        <p:nvSpPr>
          <p:cNvPr id="271" name="Google Shape;271;p50"/>
          <p:cNvSpPr txBox="1"/>
          <p:nvPr>
            <p:ph idx="3" type="body"/>
          </p:nvPr>
        </p:nvSpPr>
        <p:spPr>
          <a:xfrm>
            <a:off x="5192225" y="4089650"/>
            <a:ext cx="3706500" cy="808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spAutoFit/>
          </a:bodyPr>
          <a:lstStyle>
            <a:lvl1pPr indent="-304800" lvl="0" marL="4572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1pPr>
            <a:lvl2pPr indent="-304800" lvl="1" marL="9144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2pPr>
            <a:lvl3pPr indent="-304800" lvl="2" marL="13716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3pPr>
            <a:lvl4pPr indent="-304800" lvl="3" marL="1828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4pPr>
            <a:lvl5pPr indent="-304800" lvl="4" marL="22860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5pPr>
            <a:lvl6pPr indent="-304800" lvl="5" marL="27432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6pPr>
            <a:lvl7pPr indent="-304800" lvl="6" marL="32004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7pPr>
            <a:lvl8pPr indent="-304800" lvl="7" marL="36576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8pPr>
            <a:lvl9pPr indent="-304800" lvl="8" marL="4114800">
              <a:lnSpc>
                <a:spcPct val="100000"/>
              </a:lnSpc>
              <a:spcBef>
                <a:spcPts val="0"/>
              </a:spcBef>
              <a:spcAft>
                <a:spcPts val="0"/>
              </a:spcAft>
              <a:buClr>
                <a:srgbClr val="000000"/>
              </a:buClr>
              <a:buSzPts val="1200"/>
              <a:buFont typeface="Arial"/>
              <a:buChar char="■"/>
              <a:defRPr sz="1200">
                <a:solidFill>
                  <a:srgbClr val="000000"/>
                </a:solidFill>
                <a:latin typeface="Arial"/>
                <a:ea typeface="Arial"/>
                <a:cs typeface="Arial"/>
                <a:sym typeface="Arial"/>
              </a:defRPr>
            </a:lvl9pPr>
          </a:lstStyle>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bg>
      <p:bgPr>
        <a:solidFill>
          <a:schemeClr val="accent3"/>
        </a:solidFill>
      </p:bgPr>
    </p:bg>
    <p:spTree>
      <p:nvGrpSpPr>
        <p:cNvPr id="272" name="Shape 272"/>
        <p:cNvGrpSpPr/>
        <p:nvPr/>
      </p:nvGrpSpPr>
      <p:grpSpPr>
        <a:xfrm>
          <a:off x="0" y="0"/>
          <a:ext cx="0" cy="0"/>
          <a:chOff x="0" y="0"/>
          <a:chExt cx="0" cy="0"/>
        </a:xfrm>
      </p:grpSpPr>
      <p:sp>
        <p:nvSpPr>
          <p:cNvPr id="273" name="Google Shape;273;p51"/>
          <p:cNvSpPr txBox="1"/>
          <p:nvPr>
            <p:ph type="title"/>
          </p:nvPr>
        </p:nvSpPr>
        <p:spPr>
          <a:xfrm>
            <a:off x="311675" y="798600"/>
            <a:ext cx="6247800" cy="3546300"/>
          </a:xfrm>
          <a:prstGeom prst="rect">
            <a:avLst/>
          </a:prstGeom>
        </p:spPr>
        <p:txBody>
          <a:bodyPr anchorCtr="0" anchor="ctr" bIns="91425" lIns="91425" spcFirstLastPara="1" rIns="91425" wrap="square" tIns="91425">
            <a:spAutoFit/>
          </a:bodyPr>
          <a:lstStyle>
            <a:lvl1pPr lvl="0">
              <a:spcBef>
                <a:spcPts val="0"/>
              </a:spcBef>
              <a:spcAft>
                <a:spcPts val="0"/>
              </a:spcAft>
              <a:buSzPts val="3600"/>
              <a:buNone/>
              <a:defRPr sz="3600"/>
            </a:lvl1pPr>
            <a:lvl2pPr lvl="1">
              <a:spcBef>
                <a:spcPts val="0"/>
              </a:spcBef>
              <a:spcAft>
                <a:spcPts val="0"/>
              </a:spcAft>
              <a:buSzPts val="3600"/>
              <a:buNone/>
              <a:defRPr sz="3600"/>
            </a:lvl2pPr>
            <a:lvl3pPr lvl="2">
              <a:spcBef>
                <a:spcPts val="0"/>
              </a:spcBef>
              <a:spcAft>
                <a:spcPts val="0"/>
              </a:spcAft>
              <a:buSzPts val="3600"/>
              <a:buNone/>
              <a:defRPr sz="3600"/>
            </a:lvl3pPr>
            <a:lvl4pPr lvl="3">
              <a:spcBef>
                <a:spcPts val="0"/>
              </a:spcBef>
              <a:spcAft>
                <a:spcPts val="0"/>
              </a:spcAft>
              <a:buSzPts val="3600"/>
              <a:buNone/>
              <a:defRPr sz="3600"/>
            </a:lvl4pPr>
            <a:lvl5pPr lvl="4">
              <a:spcBef>
                <a:spcPts val="0"/>
              </a:spcBef>
              <a:spcAft>
                <a:spcPts val="0"/>
              </a:spcAft>
              <a:buSzPts val="3600"/>
              <a:buNone/>
              <a:defRPr sz="3600"/>
            </a:lvl5pPr>
            <a:lvl6pPr lvl="5">
              <a:spcBef>
                <a:spcPts val="0"/>
              </a:spcBef>
              <a:spcAft>
                <a:spcPts val="0"/>
              </a:spcAft>
              <a:buSzPts val="3600"/>
              <a:buNone/>
              <a:defRPr sz="3600"/>
            </a:lvl6pPr>
            <a:lvl7pPr lvl="6">
              <a:spcBef>
                <a:spcPts val="0"/>
              </a:spcBef>
              <a:spcAft>
                <a:spcPts val="0"/>
              </a:spcAft>
              <a:buSzPts val="3600"/>
              <a:buNone/>
              <a:defRPr sz="3600"/>
            </a:lvl7pPr>
            <a:lvl8pPr lvl="7">
              <a:spcBef>
                <a:spcPts val="0"/>
              </a:spcBef>
              <a:spcAft>
                <a:spcPts val="0"/>
              </a:spcAft>
              <a:buSzPts val="3600"/>
              <a:buNone/>
              <a:defRPr sz="3600"/>
            </a:lvl8pPr>
            <a:lvl9pPr lvl="8">
              <a:spcBef>
                <a:spcPts val="0"/>
              </a:spcBef>
              <a:spcAft>
                <a:spcPts val="0"/>
              </a:spcAft>
              <a:buSzPts val="3600"/>
              <a:buNone/>
              <a:defRPr sz="3600"/>
            </a:lvl9pPr>
          </a:lstStyle>
          <a:p/>
        </p:txBody>
      </p:sp>
      <p:sp>
        <p:nvSpPr>
          <p:cNvPr id="274" name="Google Shape;274;p51"/>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solidFill>
                  <a:schemeClr val="accent1"/>
                </a:solidFill>
              </a:defRPr>
            </a:lvl1pPr>
            <a:lvl2pPr lvl="1">
              <a:buNone/>
              <a:defRPr>
                <a:solidFill>
                  <a:schemeClr val="accent1"/>
                </a:solidFill>
              </a:defRPr>
            </a:lvl2pPr>
            <a:lvl3pPr lvl="2">
              <a:buNone/>
              <a:defRPr>
                <a:solidFill>
                  <a:schemeClr val="accent1"/>
                </a:solidFill>
              </a:defRPr>
            </a:lvl3pPr>
            <a:lvl4pPr lvl="3">
              <a:buNone/>
              <a:defRPr>
                <a:solidFill>
                  <a:schemeClr val="accent1"/>
                </a:solidFill>
              </a:defRPr>
            </a:lvl4pPr>
            <a:lvl5pPr lvl="4">
              <a:buNone/>
              <a:defRPr>
                <a:solidFill>
                  <a:schemeClr val="accent1"/>
                </a:solidFill>
              </a:defRPr>
            </a:lvl5pPr>
            <a:lvl6pPr lvl="5">
              <a:buNone/>
              <a:defRPr>
                <a:solidFill>
                  <a:schemeClr val="accent1"/>
                </a:solidFill>
              </a:defRPr>
            </a:lvl6pPr>
            <a:lvl7pPr lvl="6">
              <a:buNone/>
              <a:defRPr>
                <a:solidFill>
                  <a:schemeClr val="accent1"/>
                </a:solidFill>
              </a:defRPr>
            </a:lvl7pPr>
            <a:lvl8pPr lvl="7">
              <a:buNone/>
              <a:defRPr>
                <a:solidFill>
                  <a:schemeClr val="accent1"/>
                </a:solidFill>
              </a:defRPr>
            </a:lvl8pPr>
            <a:lvl9pPr lvl="8">
              <a:buNone/>
              <a:defRPr>
                <a:solidFill>
                  <a:schemeClr val="accen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275" name="Shape 275"/>
        <p:cNvGrpSpPr/>
        <p:nvPr/>
      </p:nvGrpSpPr>
      <p:grpSpPr>
        <a:xfrm>
          <a:off x="0" y="0"/>
          <a:ext cx="0" cy="0"/>
          <a:chOff x="0" y="0"/>
          <a:chExt cx="0" cy="0"/>
        </a:xfrm>
      </p:grpSpPr>
      <p:sp>
        <p:nvSpPr>
          <p:cNvPr id="276" name="Google Shape;276;p52"/>
          <p:cNvSpPr/>
          <p:nvPr/>
        </p:nvSpPr>
        <p:spPr>
          <a:xfrm>
            <a:off x="0" y="0"/>
            <a:ext cx="4572000" cy="51435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77" name="Google Shape;277;p52"/>
          <p:cNvSpPr txBox="1"/>
          <p:nvPr>
            <p:ph type="title"/>
          </p:nvPr>
        </p:nvSpPr>
        <p:spPr>
          <a:xfrm>
            <a:off x="311300" y="500925"/>
            <a:ext cx="3704400" cy="2049600"/>
          </a:xfrm>
          <a:prstGeom prst="rect">
            <a:avLst/>
          </a:prstGeom>
        </p:spPr>
        <p:txBody>
          <a:bodyPr anchorCtr="0" anchor="t" bIns="91425" lIns="91425" spcFirstLastPara="1" rIns="91425" wrap="square" tIns="91425">
            <a:spAutoFit/>
          </a:bodyPr>
          <a:lstStyle>
            <a:lvl1pPr lvl="0">
              <a:spcBef>
                <a:spcPts val="0"/>
              </a:spcBef>
              <a:spcAft>
                <a:spcPts val="0"/>
              </a:spcAft>
              <a:buClr>
                <a:schemeClr val="lt1"/>
              </a:buClr>
              <a:buSzPts val="2800"/>
              <a:buNone/>
              <a:defRPr>
                <a:solidFill>
                  <a:schemeClr val="lt1"/>
                </a:solidFill>
              </a:defRPr>
            </a:lvl1pPr>
            <a:lvl2pPr lvl="1">
              <a:spcBef>
                <a:spcPts val="0"/>
              </a:spcBef>
              <a:spcAft>
                <a:spcPts val="0"/>
              </a:spcAft>
              <a:buClr>
                <a:schemeClr val="lt1"/>
              </a:buClr>
              <a:buSzPts val="2800"/>
              <a:buNone/>
              <a:defRPr>
                <a:solidFill>
                  <a:schemeClr val="lt1"/>
                </a:solidFill>
              </a:defRPr>
            </a:lvl2pPr>
            <a:lvl3pPr lvl="2">
              <a:spcBef>
                <a:spcPts val="0"/>
              </a:spcBef>
              <a:spcAft>
                <a:spcPts val="0"/>
              </a:spcAft>
              <a:buClr>
                <a:schemeClr val="lt1"/>
              </a:buClr>
              <a:buSzPts val="2800"/>
              <a:buNone/>
              <a:defRPr>
                <a:solidFill>
                  <a:schemeClr val="lt1"/>
                </a:solidFill>
              </a:defRPr>
            </a:lvl3pPr>
            <a:lvl4pPr lvl="3">
              <a:spcBef>
                <a:spcPts val="0"/>
              </a:spcBef>
              <a:spcAft>
                <a:spcPts val="0"/>
              </a:spcAft>
              <a:buClr>
                <a:schemeClr val="lt1"/>
              </a:buClr>
              <a:buSzPts val="2800"/>
              <a:buNone/>
              <a:defRPr>
                <a:solidFill>
                  <a:schemeClr val="lt1"/>
                </a:solidFill>
              </a:defRPr>
            </a:lvl4pPr>
            <a:lvl5pPr lvl="4">
              <a:spcBef>
                <a:spcPts val="0"/>
              </a:spcBef>
              <a:spcAft>
                <a:spcPts val="0"/>
              </a:spcAft>
              <a:buClr>
                <a:schemeClr val="lt1"/>
              </a:buClr>
              <a:buSzPts val="2800"/>
              <a:buNone/>
              <a:defRPr>
                <a:solidFill>
                  <a:schemeClr val="lt1"/>
                </a:solidFill>
              </a:defRPr>
            </a:lvl5pPr>
            <a:lvl6pPr lvl="5">
              <a:spcBef>
                <a:spcPts val="0"/>
              </a:spcBef>
              <a:spcAft>
                <a:spcPts val="0"/>
              </a:spcAft>
              <a:buClr>
                <a:schemeClr val="lt1"/>
              </a:buClr>
              <a:buSzPts val="2800"/>
              <a:buNone/>
              <a:defRPr>
                <a:solidFill>
                  <a:schemeClr val="lt1"/>
                </a:solidFill>
              </a:defRPr>
            </a:lvl6pPr>
            <a:lvl7pPr lvl="6">
              <a:spcBef>
                <a:spcPts val="0"/>
              </a:spcBef>
              <a:spcAft>
                <a:spcPts val="0"/>
              </a:spcAft>
              <a:buClr>
                <a:schemeClr val="lt1"/>
              </a:buClr>
              <a:buSzPts val="2800"/>
              <a:buNone/>
              <a:defRPr>
                <a:solidFill>
                  <a:schemeClr val="lt1"/>
                </a:solidFill>
              </a:defRPr>
            </a:lvl7pPr>
            <a:lvl8pPr lvl="7">
              <a:spcBef>
                <a:spcPts val="0"/>
              </a:spcBef>
              <a:spcAft>
                <a:spcPts val="0"/>
              </a:spcAft>
              <a:buClr>
                <a:schemeClr val="lt1"/>
              </a:buClr>
              <a:buSzPts val="2800"/>
              <a:buNone/>
              <a:defRPr>
                <a:solidFill>
                  <a:schemeClr val="lt1"/>
                </a:solidFill>
              </a:defRPr>
            </a:lvl8pPr>
            <a:lvl9pPr lvl="8">
              <a:spcBef>
                <a:spcPts val="0"/>
              </a:spcBef>
              <a:spcAft>
                <a:spcPts val="0"/>
              </a:spcAft>
              <a:buClr>
                <a:schemeClr val="lt1"/>
              </a:buClr>
              <a:buSzPts val="2800"/>
              <a:buNone/>
              <a:defRPr>
                <a:solidFill>
                  <a:schemeClr val="lt1"/>
                </a:solidFill>
              </a:defRPr>
            </a:lvl9pPr>
          </a:lstStyle>
          <a:p/>
        </p:txBody>
      </p:sp>
      <p:sp>
        <p:nvSpPr>
          <p:cNvPr id="278" name="Google Shape;278;p52"/>
          <p:cNvSpPr txBox="1"/>
          <p:nvPr>
            <p:ph idx="1" type="subTitle"/>
          </p:nvPr>
        </p:nvSpPr>
        <p:spPr>
          <a:xfrm>
            <a:off x="304800" y="2626725"/>
            <a:ext cx="3704400" cy="926700"/>
          </a:xfrm>
          <a:prstGeom prst="rect">
            <a:avLst/>
          </a:prstGeom>
        </p:spPr>
        <p:txBody>
          <a:bodyPr anchorCtr="0" anchor="t" bIns="91425" lIns="91425" spcFirstLastPara="1" rIns="91425" wrap="square" tIns="91425">
            <a:spAutoFit/>
          </a:bodyPr>
          <a:lstStyle>
            <a:lvl1pPr lvl="0">
              <a:lnSpc>
                <a:spcPct val="100000"/>
              </a:lnSpc>
              <a:spcBef>
                <a:spcPts val="0"/>
              </a:spcBef>
              <a:spcAft>
                <a:spcPts val="0"/>
              </a:spcAft>
              <a:buClr>
                <a:schemeClr val="accent2"/>
              </a:buClr>
              <a:buSzPts val="1600"/>
              <a:buNone/>
              <a:defRPr sz="1600">
                <a:solidFill>
                  <a:schemeClr val="accent2"/>
                </a:solidFill>
              </a:defRPr>
            </a:lvl1pPr>
            <a:lvl2pPr lvl="1">
              <a:lnSpc>
                <a:spcPct val="100000"/>
              </a:lnSpc>
              <a:spcBef>
                <a:spcPts val="0"/>
              </a:spcBef>
              <a:spcAft>
                <a:spcPts val="0"/>
              </a:spcAft>
              <a:buClr>
                <a:schemeClr val="accent2"/>
              </a:buClr>
              <a:buSzPts val="1600"/>
              <a:buNone/>
              <a:defRPr sz="1600">
                <a:solidFill>
                  <a:schemeClr val="accent2"/>
                </a:solidFill>
              </a:defRPr>
            </a:lvl2pPr>
            <a:lvl3pPr lvl="2">
              <a:lnSpc>
                <a:spcPct val="100000"/>
              </a:lnSpc>
              <a:spcBef>
                <a:spcPts val="0"/>
              </a:spcBef>
              <a:spcAft>
                <a:spcPts val="0"/>
              </a:spcAft>
              <a:buClr>
                <a:schemeClr val="accent2"/>
              </a:buClr>
              <a:buSzPts val="1600"/>
              <a:buNone/>
              <a:defRPr sz="1600">
                <a:solidFill>
                  <a:schemeClr val="accent2"/>
                </a:solidFill>
              </a:defRPr>
            </a:lvl3pPr>
            <a:lvl4pPr lvl="3">
              <a:lnSpc>
                <a:spcPct val="100000"/>
              </a:lnSpc>
              <a:spcBef>
                <a:spcPts val="0"/>
              </a:spcBef>
              <a:spcAft>
                <a:spcPts val="0"/>
              </a:spcAft>
              <a:buClr>
                <a:schemeClr val="accent2"/>
              </a:buClr>
              <a:buSzPts val="1600"/>
              <a:buNone/>
              <a:defRPr sz="1600">
                <a:solidFill>
                  <a:schemeClr val="accent2"/>
                </a:solidFill>
              </a:defRPr>
            </a:lvl4pPr>
            <a:lvl5pPr lvl="4">
              <a:lnSpc>
                <a:spcPct val="100000"/>
              </a:lnSpc>
              <a:spcBef>
                <a:spcPts val="0"/>
              </a:spcBef>
              <a:spcAft>
                <a:spcPts val="0"/>
              </a:spcAft>
              <a:buClr>
                <a:schemeClr val="accent2"/>
              </a:buClr>
              <a:buSzPts val="1600"/>
              <a:buNone/>
              <a:defRPr sz="1600">
                <a:solidFill>
                  <a:schemeClr val="accent2"/>
                </a:solidFill>
              </a:defRPr>
            </a:lvl5pPr>
            <a:lvl6pPr lvl="5">
              <a:lnSpc>
                <a:spcPct val="100000"/>
              </a:lnSpc>
              <a:spcBef>
                <a:spcPts val="0"/>
              </a:spcBef>
              <a:spcAft>
                <a:spcPts val="0"/>
              </a:spcAft>
              <a:buClr>
                <a:schemeClr val="accent2"/>
              </a:buClr>
              <a:buSzPts val="1600"/>
              <a:buNone/>
              <a:defRPr sz="1600">
                <a:solidFill>
                  <a:schemeClr val="accent2"/>
                </a:solidFill>
              </a:defRPr>
            </a:lvl6pPr>
            <a:lvl7pPr lvl="6">
              <a:lnSpc>
                <a:spcPct val="100000"/>
              </a:lnSpc>
              <a:spcBef>
                <a:spcPts val="0"/>
              </a:spcBef>
              <a:spcAft>
                <a:spcPts val="0"/>
              </a:spcAft>
              <a:buClr>
                <a:schemeClr val="accent2"/>
              </a:buClr>
              <a:buSzPts val="1600"/>
              <a:buNone/>
              <a:defRPr sz="1600">
                <a:solidFill>
                  <a:schemeClr val="accent2"/>
                </a:solidFill>
              </a:defRPr>
            </a:lvl7pPr>
            <a:lvl8pPr lvl="7">
              <a:lnSpc>
                <a:spcPct val="100000"/>
              </a:lnSpc>
              <a:spcBef>
                <a:spcPts val="0"/>
              </a:spcBef>
              <a:spcAft>
                <a:spcPts val="0"/>
              </a:spcAft>
              <a:buClr>
                <a:schemeClr val="accent2"/>
              </a:buClr>
              <a:buSzPts val="1600"/>
              <a:buNone/>
              <a:defRPr sz="1600">
                <a:solidFill>
                  <a:schemeClr val="accent2"/>
                </a:solidFill>
              </a:defRPr>
            </a:lvl8pPr>
            <a:lvl9pPr lvl="8">
              <a:lnSpc>
                <a:spcPct val="100000"/>
              </a:lnSpc>
              <a:spcBef>
                <a:spcPts val="0"/>
              </a:spcBef>
              <a:spcAft>
                <a:spcPts val="0"/>
              </a:spcAft>
              <a:buClr>
                <a:schemeClr val="accent2"/>
              </a:buClr>
              <a:buSzPts val="1600"/>
              <a:buNone/>
              <a:defRPr sz="1600">
                <a:solidFill>
                  <a:schemeClr val="accent2"/>
                </a:solidFill>
              </a:defRPr>
            </a:lvl9pPr>
          </a:lstStyle>
          <a:p/>
        </p:txBody>
      </p:sp>
      <p:sp>
        <p:nvSpPr>
          <p:cNvPr id="279" name="Google Shape;279;p52"/>
          <p:cNvSpPr txBox="1"/>
          <p:nvPr>
            <p:ph idx="2" type="body"/>
          </p:nvPr>
        </p:nvSpPr>
        <p:spPr>
          <a:xfrm>
            <a:off x="4879025" y="500925"/>
            <a:ext cx="3954000" cy="41115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80" name="Google Shape;280;p52"/>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281" name="Shape 281"/>
        <p:cNvGrpSpPr/>
        <p:nvPr/>
      </p:nvGrpSpPr>
      <p:grpSpPr>
        <a:xfrm>
          <a:off x="0" y="0"/>
          <a:ext cx="0" cy="0"/>
          <a:chOff x="0" y="0"/>
          <a:chExt cx="0" cy="0"/>
        </a:xfrm>
      </p:grpSpPr>
      <p:sp>
        <p:nvSpPr>
          <p:cNvPr id="282" name="Google Shape;282;p53"/>
          <p:cNvSpPr/>
          <p:nvPr/>
        </p:nvSpPr>
        <p:spPr>
          <a:xfrm>
            <a:off x="0" y="4369000"/>
            <a:ext cx="9144000" cy="774300"/>
          </a:xfrm>
          <a:prstGeom prst="rect">
            <a:avLst/>
          </a:prstGeom>
          <a:solidFill>
            <a:schemeClr val="dk1"/>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p53"/>
          <p:cNvSpPr txBox="1"/>
          <p:nvPr>
            <p:ph idx="1" type="body"/>
          </p:nvPr>
        </p:nvSpPr>
        <p:spPr>
          <a:xfrm>
            <a:off x="311700" y="4521400"/>
            <a:ext cx="7979400" cy="460500"/>
          </a:xfrm>
          <a:prstGeom prst="rect">
            <a:avLst/>
          </a:prstGeom>
        </p:spPr>
        <p:txBody>
          <a:bodyPr anchorCtr="0" anchor="ctr" bIns="91425" lIns="91425" spcFirstLastPara="1" rIns="91425" wrap="square" tIns="91425">
            <a:spAutoFit/>
          </a:bodyPr>
          <a:lstStyle>
            <a:lvl1pPr indent="-228600" lvl="0" marL="457200">
              <a:lnSpc>
                <a:spcPct val="100000"/>
              </a:lnSpc>
              <a:spcBef>
                <a:spcPts val="0"/>
              </a:spcBef>
              <a:spcAft>
                <a:spcPts val="0"/>
              </a:spcAft>
              <a:buClr>
                <a:schemeClr val="lt1"/>
              </a:buClr>
              <a:buSzPts val="1300"/>
              <a:buFont typeface="Merriweather"/>
              <a:buNone/>
              <a:defRPr>
                <a:solidFill>
                  <a:schemeClr val="lt1"/>
                </a:solidFill>
                <a:latin typeface="Merriweather"/>
                <a:ea typeface="Merriweather"/>
                <a:cs typeface="Merriweather"/>
                <a:sym typeface="Merriweather"/>
              </a:defRPr>
            </a:lvl1pPr>
          </a:lstStyle>
          <a:p/>
        </p:txBody>
      </p:sp>
      <p:sp>
        <p:nvSpPr>
          <p:cNvPr id="284" name="Google Shape;284;p53"/>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bg>
      <p:bgPr>
        <a:solidFill>
          <a:schemeClr val="dk1"/>
        </a:solidFill>
      </p:bgPr>
    </p:bg>
    <p:spTree>
      <p:nvGrpSpPr>
        <p:cNvPr id="285" name="Shape 285"/>
        <p:cNvGrpSpPr/>
        <p:nvPr/>
      </p:nvGrpSpPr>
      <p:grpSpPr>
        <a:xfrm>
          <a:off x="0" y="0"/>
          <a:ext cx="0" cy="0"/>
          <a:chOff x="0" y="0"/>
          <a:chExt cx="0" cy="0"/>
        </a:xfrm>
      </p:grpSpPr>
      <p:sp>
        <p:nvSpPr>
          <p:cNvPr id="286" name="Google Shape;286;p54"/>
          <p:cNvSpPr txBox="1"/>
          <p:nvPr>
            <p:ph hasCustomPrompt="1" type="title"/>
          </p:nvPr>
        </p:nvSpPr>
        <p:spPr>
          <a:xfrm>
            <a:off x="311750" y="831175"/>
            <a:ext cx="5334900" cy="1244700"/>
          </a:xfrm>
          <a:prstGeom prst="rect">
            <a:avLst/>
          </a:prstGeom>
        </p:spPr>
        <p:txBody>
          <a:bodyPr anchorCtr="0" anchor="b" bIns="91425" lIns="91425" spcFirstLastPara="1" rIns="91425" wrap="square" tIns="91425">
            <a:spAutoFit/>
          </a:bodyPr>
          <a:lstStyle>
            <a:lvl1pPr lvl="0">
              <a:spcBef>
                <a:spcPts val="0"/>
              </a:spcBef>
              <a:spcAft>
                <a:spcPts val="0"/>
              </a:spcAft>
              <a:buClr>
                <a:schemeClr val="lt1"/>
              </a:buClr>
              <a:buSzPts val="10000"/>
              <a:buNone/>
              <a:defRPr sz="10000">
                <a:solidFill>
                  <a:schemeClr val="lt1"/>
                </a:solidFill>
              </a:defRPr>
            </a:lvl1pPr>
            <a:lvl2pPr lvl="1">
              <a:spcBef>
                <a:spcPts val="0"/>
              </a:spcBef>
              <a:spcAft>
                <a:spcPts val="0"/>
              </a:spcAft>
              <a:buClr>
                <a:schemeClr val="lt1"/>
              </a:buClr>
              <a:buSzPts val="10000"/>
              <a:buNone/>
              <a:defRPr sz="10000">
                <a:solidFill>
                  <a:schemeClr val="lt1"/>
                </a:solidFill>
              </a:defRPr>
            </a:lvl2pPr>
            <a:lvl3pPr lvl="2">
              <a:spcBef>
                <a:spcPts val="0"/>
              </a:spcBef>
              <a:spcAft>
                <a:spcPts val="0"/>
              </a:spcAft>
              <a:buClr>
                <a:schemeClr val="lt1"/>
              </a:buClr>
              <a:buSzPts val="10000"/>
              <a:buNone/>
              <a:defRPr sz="10000">
                <a:solidFill>
                  <a:schemeClr val="lt1"/>
                </a:solidFill>
              </a:defRPr>
            </a:lvl3pPr>
            <a:lvl4pPr lvl="3">
              <a:spcBef>
                <a:spcPts val="0"/>
              </a:spcBef>
              <a:spcAft>
                <a:spcPts val="0"/>
              </a:spcAft>
              <a:buClr>
                <a:schemeClr val="lt1"/>
              </a:buClr>
              <a:buSzPts val="10000"/>
              <a:buNone/>
              <a:defRPr sz="10000">
                <a:solidFill>
                  <a:schemeClr val="lt1"/>
                </a:solidFill>
              </a:defRPr>
            </a:lvl4pPr>
            <a:lvl5pPr lvl="4">
              <a:spcBef>
                <a:spcPts val="0"/>
              </a:spcBef>
              <a:spcAft>
                <a:spcPts val="0"/>
              </a:spcAft>
              <a:buClr>
                <a:schemeClr val="lt1"/>
              </a:buClr>
              <a:buSzPts val="10000"/>
              <a:buNone/>
              <a:defRPr sz="10000">
                <a:solidFill>
                  <a:schemeClr val="lt1"/>
                </a:solidFill>
              </a:defRPr>
            </a:lvl5pPr>
            <a:lvl6pPr lvl="5">
              <a:spcBef>
                <a:spcPts val="0"/>
              </a:spcBef>
              <a:spcAft>
                <a:spcPts val="0"/>
              </a:spcAft>
              <a:buClr>
                <a:schemeClr val="lt1"/>
              </a:buClr>
              <a:buSzPts val="10000"/>
              <a:buNone/>
              <a:defRPr sz="10000">
                <a:solidFill>
                  <a:schemeClr val="lt1"/>
                </a:solidFill>
              </a:defRPr>
            </a:lvl6pPr>
            <a:lvl7pPr lvl="6">
              <a:spcBef>
                <a:spcPts val="0"/>
              </a:spcBef>
              <a:spcAft>
                <a:spcPts val="0"/>
              </a:spcAft>
              <a:buClr>
                <a:schemeClr val="lt1"/>
              </a:buClr>
              <a:buSzPts val="10000"/>
              <a:buNone/>
              <a:defRPr sz="10000">
                <a:solidFill>
                  <a:schemeClr val="lt1"/>
                </a:solidFill>
              </a:defRPr>
            </a:lvl7pPr>
            <a:lvl8pPr lvl="7">
              <a:spcBef>
                <a:spcPts val="0"/>
              </a:spcBef>
              <a:spcAft>
                <a:spcPts val="0"/>
              </a:spcAft>
              <a:buClr>
                <a:schemeClr val="lt1"/>
              </a:buClr>
              <a:buSzPts val="10000"/>
              <a:buNone/>
              <a:defRPr sz="10000">
                <a:solidFill>
                  <a:schemeClr val="lt1"/>
                </a:solidFill>
              </a:defRPr>
            </a:lvl8pPr>
            <a:lvl9pPr lvl="8">
              <a:spcBef>
                <a:spcPts val="0"/>
              </a:spcBef>
              <a:spcAft>
                <a:spcPts val="0"/>
              </a:spcAft>
              <a:buClr>
                <a:schemeClr val="lt1"/>
              </a:buClr>
              <a:buSzPts val="10000"/>
              <a:buNone/>
              <a:defRPr sz="10000">
                <a:solidFill>
                  <a:schemeClr val="lt1"/>
                </a:solidFill>
              </a:defRPr>
            </a:lvl9pPr>
          </a:lstStyle>
          <a:p>
            <a:r>
              <a:t>xx%</a:t>
            </a:r>
          </a:p>
        </p:txBody>
      </p:sp>
      <p:sp>
        <p:nvSpPr>
          <p:cNvPr id="287" name="Google Shape;287;p54"/>
          <p:cNvSpPr txBox="1"/>
          <p:nvPr>
            <p:ph idx="1" type="body"/>
          </p:nvPr>
        </p:nvSpPr>
        <p:spPr>
          <a:xfrm>
            <a:off x="311700" y="2121425"/>
            <a:ext cx="5334900" cy="9426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Clr>
                <a:schemeClr val="accent2"/>
              </a:buClr>
              <a:buSzPts val="1300"/>
              <a:buChar char="●"/>
              <a:defRPr>
                <a:solidFill>
                  <a:schemeClr val="accent2"/>
                </a:solidFill>
              </a:defRPr>
            </a:lvl1pPr>
            <a:lvl2pPr indent="-298450" lvl="1" marL="914400">
              <a:spcBef>
                <a:spcPts val="1600"/>
              </a:spcBef>
              <a:spcAft>
                <a:spcPts val="0"/>
              </a:spcAft>
              <a:buClr>
                <a:schemeClr val="accent2"/>
              </a:buClr>
              <a:buSzPts val="1100"/>
              <a:buChar char="○"/>
              <a:defRPr>
                <a:solidFill>
                  <a:schemeClr val="accent2"/>
                </a:solidFill>
              </a:defRPr>
            </a:lvl2pPr>
            <a:lvl3pPr indent="-298450" lvl="2" marL="1371600">
              <a:spcBef>
                <a:spcPts val="1600"/>
              </a:spcBef>
              <a:spcAft>
                <a:spcPts val="0"/>
              </a:spcAft>
              <a:buClr>
                <a:schemeClr val="accent2"/>
              </a:buClr>
              <a:buSzPts val="1100"/>
              <a:buChar char="■"/>
              <a:defRPr>
                <a:solidFill>
                  <a:schemeClr val="accent2"/>
                </a:solidFill>
              </a:defRPr>
            </a:lvl3pPr>
            <a:lvl4pPr indent="-298450" lvl="3" marL="1828800">
              <a:spcBef>
                <a:spcPts val="1600"/>
              </a:spcBef>
              <a:spcAft>
                <a:spcPts val="0"/>
              </a:spcAft>
              <a:buClr>
                <a:schemeClr val="accent2"/>
              </a:buClr>
              <a:buSzPts val="1100"/>
              <a:buChar char="●"/>
              <a:defRPr>
                <a:solidFill>
                  <a:schemeClr val="accent2"/>
                </a:solidFill>
              </a:defRPr>
            </a:lvl4pPr>
            <a:lvl5pPr indent="-298450" lvl="4" marL="2286000">
              <a:spcBef>
                <a:spcPts val="1600"/>
              </a:spcBef>
              <a:spcAft>
                <a:spcPts val="0"/>
              </a:spcAft>
              <a:buClr>
                <a:schemeClr val="accent2"/>
              </a:buClr>
              <a:buSzPts val="1100"/>
              <a:buChar char="○"/>
              <a:defRPr>
                <a:solidFill>
                  <a:schemeClr val="accent2"/>
                </a:solidFill>
              </a:defRPr>
            </a:lvl5pPr>
            <a:lvl6pPr indent="-298450" lvl="5" marL="2743200">
              <a:spcBef>
                <a:spcPts val="1600"/>
              </a:spcBef>
              <a:spcAft>
                <a:spcPts val="0"/>
              </a:spcAft>
              <a:buClr>
                <a:schemeClr val="accent2"/>
              </a:buClr>
              <a:buSzPts val="1100"/>
              <a:buChar char="■"/>
              <a:defRPr>
                <a:solidFill>
                  <a:schemeClr val="accent2"/>
                </a:solidFill>
              </a:defRPr>
            </a:lvl6pPr>
            <a:lvl7pPr indent="-298450" lvl="6" marL="3200400">
              <a:spcBef>
                <a:spcPts val="1600"/>
              </a:spcBef>
              <a:spcAft>
                <a:spcPts val="0"/>
              </a:spcAft>
              <a:buClr>
                <a:schemeClr val="accent2"/>
              </a:buClr>
              <a:buSzPts val="1100"/>
              <a:buChar char="●"/>
              <a:defRPr>
                <a:solidFill>
                  <a:schemeClr val="accent2"/>
                </a:solidFill>
              </a:defRPr>
            </a:lvl7pPr>
            <a:lvl8pPr indent="-298450" lvl="7" marL="3657600">
              <a:spcBef>
                <a:spcPts val="1600"/>
              </a:spcBef>
              <a:spcAft>
                <a:spcPts val="0"/>
              </a:spcAft>
              <a:buClr>
                <a:schemeClr val="accent2"/>
              </a:buClr>
              <a:buSzPts val="1100"/>
              <a:buChar char="○"/>
              <a:defRPr>
                <a:solidFill>
                  <a:schemeClr val="accent2"/>
                </a:solidFill>
              </a:defRPr>
            </a:lvl8pPr>
            <a:lvl9pPr indent="-298450" lvl="8" marL="4114800">
              <a:spcBef>
                <a:spcPts val="1600"/>
              </a:spcBef>
              <a:spcAft>
                <a:spcPts val="1600"/>
              </a:spcAft>
              <a:buClr>
                <a:schemeClr val="accent2"/>
              </a:buClr>
              <a:buSzPts val="1100"/>
              <a:buChar char="■"/>
              <a:defRPr>
                <a:solidFill>
                  <a:schemeClr val="accent2"/>
                </a:solidFill>
              </a:defRPr>
            </a:lvl9pPr>
          </a:lstStyle>
          <a:p/>
        </p:txBody>
      </p:sp>
      <p:sp>
        <p:nvSpPr>
          <p:cNvPr id="288" name="Google Shape;288;p54"/>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solidFill>
                  <a:schemeClr val="lt1"/>
                </a:solidFill>
              </a:defRPr>
            </a:lvl1pPr>
            <a:lvl2pPr lvl="1">
              <a:buNone/>
              <a:defRPr>
                <a:solidFill>
                  <a:schemeClr val="lt1"/>
                </a:solidFill>
              </a:defRPr>
            </a:lvl2pPr>
            <a:lvl3pPr lvl="2">
              <a:buNone/>
              <a:defRPr>
                <a:solidFill>
                  <a:schemeClr val="lt1"/>
                </a:solidFill>
              </a:defRPr>
            </a:lvl3pPr>
            <a:lvl4pPr lvl="3">
              <a:buNone/>
              <a:defRPr>
                <a:solidFill>
                  <a:schemeClr val="lt1"/>
                </a:solidFill>
              </a:defRPr>
            </a:lvl4pPr>
            <a:lvl5pPr lvl="4">
              <a:buNone/>
              <a:defRPr>
                <a:solidFill>
                  <a:schemeClr val="lt1"/>
                </a:solidFill>
              </a:defRPr>
            </a:lvl5pPr>
            <a:lvl6pPr lvl="5">
              <a:buNone/>
              <a:defRPr>
                <a:solidFill>
                  <a:schemeClr val="lt1"/>
                </a:solidFill>
              </a:defRPr>
            </a:lvl6pPr>
            <a:lvl7pPr lvl="6">
              <a:buNone/>
              <a:defRPr>
                <a:solidFill>
                  <a:schemeClr val="lt1"/>
                </a:solidFill>
              </a:defRPr>
            </a:lvl7pPr>
            <a:lvl8pPr lvl="7">
              <a:buNone/>
              <a:defRPr>
                <a:solidFill>
                  <a:schemeClr val="lt1"/>
                </a:solidFill>
              </a:defRPr>
            </a:lvl8pPr>
            <a:lvl9pPr lvl="8">
              <a:buNone/>
              <a:defRPr>
                <a:solidFill>
                  <a:schemeClr val="lt1"/>
                </a:solidFill>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89" name="Shape 289"/>
        <p:cNvGrpSpPr/>
        <p:nvPr/>
      </p:nvGrpSpPr>
      <p:grpSpPr>
        <a:xfrm>
          <a:off x="0" y="0"/>
          <a:ext cx="0" cy="0"/>
          <a:chOff x="0" y="0"/>
          <a:chExt cx="0" cy="0"/>
        </a:xfrm>
      </p:grpSpPr>
      <p:sp>
        <p:nvSpPr>
          <p:cNvPr id="290" name="Google Shape;290;p55"/>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AND_BODY_1">
    <p:spTree>
      <p:nvGrpSpPr>
        <p:cNvPr id="291" name="Shape 291"/>
        <p:cNvGrpSpPr/>
        <p:nvPr/>
      </p:nvGrpSpPr>
      <p:grpSpPr>
        <a:xfrm>
          <a:off x="0" y="0"/>
          <a:ext cx="0" cy="0"/>
          <a:chOff x="0" y="0"/>
          <a:chExt cx="0" cy="0"/>
        </a:xfrm>
      </p:grpSpPr>
      <p:sp>
        <p:nvSpPr>
          <p:cNvPr id="292" name="Google Shape;292;p56"/>
          <p:cNvSpPr/>
          <p:nvPr/>
        </p:nvSpPr>
        <p:spPr>
          <a:xfrm>
            <a:off x="0" y="5045700"/>
            <a:ext cx="9144000" cy="978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3" name="Google Shape;293;p56"/>
          <p:cNvSpPr txBox="1"/>
          <p:nvPr>
            <p:ph type="title"/>
          </p:nvPr>
        </p:nvSpPr>
        <p:spPr>
          <a:xfrm>
            <a:off x="311700" y="315925"/>
            <a:ext cx="8520600" cy="8313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4" name="Google Shape;294;p56"/>
          <p:cNvSpPr txBox="1"/>
          <p:nvPr>
            <p:ph idx="1" type="body"/>
          </p:nvPr>
        </p:nvSpPr>
        <p:spPr>
          <a:xfrm>
            <a:off x="311700" y="1225225"/>
            <a:ext cx="8520600" cy="33540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95" name="Google Shape;295;p56"/>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2">
  <p:cSld name="TITLE_AND_BODY_2">
    <p:spTree>
      <p:nvGrpSpPr>
        <p:cNvPr id="296" name="Shape 296"/>
        <p:cNvGrpSpPr/>
        <p:nvPr/>
      </p:nvGrpSpPr>
      <p:grpSpPr>
        <a:xfrm>
          <a:off x="0" y="0"/>
          <a:ext cx="0" cy="0"/>
          <a:chOff x="0" y="0"/>
          <a:chExt cx="0" cy="0"/>
        </a:xfrm>
      </p:grpSpPr>
      <p:sp>
        <p:nvSpPr>
          <p:cNvPr id="297" name="Google Shape;297;p57"/>
          <p:cNvSpPr txBox="1"/>
          <p:nvPr>
            <p:ph type="title"/>
          </p:nvPr>
        </p:nvSpPr>
        <p:spPr>
          <a:xfrm>
            <a:off x="311700" y="445025"/>
            <a:ext cx="8520600" cy="572700"/>
          </a:xfrm>
          <a:prstGeom prst="rect">
            <a:avLst/>
          </a:prstGeom>
        </p:spPr>
        <p:txBody>
          <a:bodyPr anchorCtr="0" anchor="t" bIns="91425" lIns="91425" spcFirstLastPara="1" rIns="91425" wrap="square" tIns="91425">
            <a:sp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98" name="Google Shape;298;p57"/>
          <p:cNvSpPr txBox="1"/>
          <p:nvPr>
            <p:ph idx="1" type="body"/>
          </p:nvPr>
        </p:nvSpPr>
        <p:spPr>
          <a:xfrm>
            <a:off x="311700" y="1152475"/>
            <a:ext cx="8520600" cy="3416400"/>
          </a:xfrm>
          <a:prstGeom prst="rect">
            <a:avLst/>
          </a:prstGeom>
        </p:spPr>
        <p:txBody>
          <a:bodyPr anchorCtr="0" anchor="t" bIns="91425" lIns="91425" spcFirstLastPara="1" rIns="91425" wrap="square" tIns="91425">
            <a:spAutoFit/>
          </a:bodyPr>
          <a:lstStyle>
            <a:lvl1pPr indent="-311150" lvl="0" marL="457200">
              <a:spcBef>
                <a:spcPts val="0"/>
              </a:spcBef>
              <a:spcAft>
                <a:spcPts val="0"/>
              </a:spcAft>
              <a:buSzPts val="1300"/>
              <a:buChar char="●"/>
              <a:defRPr/>
            </a:lvl1pPr>
            <a:lvl2pPr indent="-298450" lvl="1" marL="914400">
              <a:spcBef>
                <a:spcPts val="1600"/>
              </a:spcBef>
              <a:spcAft>
                <a:spcPts val="0"/>
              </a:spcAft>
              <a:buSzPts val="1100"/>
              <a:buChar char="○"/>
              <a:defRPr/>
            </a:lvl2pPr>
            <a:lvl3pPr indent="-298450" lvl="2" marL="1371600">
              <a:spcBef>
                <a:spcPts val="1600"/>
              </a:spcBef>
              <a:spcAft>
                <a:spcPts val="0"/>
              </a:spcAft>
              <a:buSzPts val="1100"/>
              <a:buChar char="■"/>
              <a:defRPr/>
            </a:lvl3pPr>
            <a:lvl4pPr indent="-298450" lvl="3" marL="1828800">
              <a:spcBef>
                <a:spcPts val="1600"/>
              </a:spcBef>
              <a:spcAft>
                <a:spcPts val="0"/>
              </a:spcAft>
              <a:buSzPts val="1100"/>
              <a:buChar char="●"/>
              <a:defRPr/>
            </a:lvl4pPr>
            <a:lvl5pPr indent="-298450" lvl="4" marL="2286000">
              <a:spcBef>
                <a:spcPts val="1600"/>
              </a:spcBef>
              <a:spcAft>
                <a:spcPts val="0"/>
              </a:spcAft>
              <a:buSzPts val="1100"/>
              <a:buChar char="○"/>
              <a:defRPr/>
            </a:lvl5pPr>
            <a:lvl6pPr indent="-298450" lvl="5" marL="2743200">
              <a:spcBef>
                <a:spcPts val="1600"/>
              </a:spcBef>
              <a:spcAft>
                <a:spcPts val="0"/>
              </a:spcAft>
              <a:buSzPts val="1100"/>
              <a:buChar char="■"/>
              <a:defRPr/>
            </a:lvl6pPr>
            <a:lvl7pPr indent="-298450" lvl="6" marL="3200400">
              <a:spcBef>
                <a:spcPts val="1600"/>
              </a:spcBef>
              <a:spcAft>
                <a:spcPts val="0"/>
              </a:spcAft>
              <a:buSzPts val="1100"/>
              <a:buChar char="●"/>
              <a:defRPr/>
            </a:lvl7pPr>
            <a:lvl8pPr indent="-298450" lvl="7" marL="3657600">
              <a:spcBef>
                <a:spcPts val="1600"/>
              </a:spcBef>
              <a:spcAft>
                <a:spcPts val="0"/>
              </a:spcAft>
              <a:buSzPts val="1100"/>
              <a:buChar char="○"/>
              <a:defRPr/>
            </a:lvl8pPr>
            <a:lvl9pPr indent="-298450" lvl="8" marL="4114800">
              <a:spcBef>
                <a:spcPts val="1600"/>
              </a:spcBef>
              <a:spcAft>
                <a:spcPts val="1600"/>
              </a:spcAft>
              <a:buSzPts val="1100"/>
              <a:buChar char="■"/>
              <a:defRPr/>
            </a:lvl9pPr>
          </a:lstStyle>
          <a:p/>
        </p:txBody>
      </p:sp>
      <p:sp>
        <p:nvSpPr>
          <p:cNvPr id="299" name="Google Shape;299;p57"/>
          <p:cNvSpPr txBox="1"/>
          <p:nvPr>
            <p:ph idx="12" type="sldNum"/>
          </p:nvPr>
        </p:nvSpPr>
        <p:spPr>
          <a:xfrm>
            <a:off x="8472458" y="4663217"/>
            <a:ext cx="548700" cy="338700"/>
          </a:xfrm>
          <a:prstGeom prst="rect">
            <a:avLst/>
          </a:prstGeom>
        </p:spPr>
        <p:txBody>
          <a:bodyPr anchorCtr="0" anchor="ctr" bIns="91425" lIns="91425" spcFirstLastPara="1" rIns="91425" wrap="square" tIns="91425">
            <a:sp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6" Type="http://schemas.openxmlformats.org/officeDocument/2006/relationships/theme" Target="../theme/theme2.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1" Type="http://schemas.openxmlformats.org/officeDocument/2006/relationships/slideLayout" Target="../slideLayouts/slideLayout26.xml"/><Relationship Id="rId10" Type="http://schemas.openxmlformats.org/officeDocument/2006/relationships/slideLayout" Target="../slideLayouts/slideLayout25.xml"/><Relationship Id="rId13" Type="http://schemas.openxmlformats.org/officeDocument/2006/relationships/slideLayout" Target="../slideLayouts/slideLayout28.xml"/><Relationship Id="rId12" Type="http://schemas.openxmlformats.org/officeDocument/2006/relationships/slideLayout" Target="../slideLayouts/slideLayout27.xml"/><Relationship Id="rId1" Type="http://schemas.openxmlformats.org/officeDocument/2006/relationships/slideLayout" Target="../slideLayouts/slideLayout16.xml"/><Relationship Id="rId2" Type="http://schemas.openxmlformats.org/officeDocument/2006/relationships/slideLayout" Target="../slideLayouts/slideLayout17.xml"/><Relationship Id="rId3" Type="http://schemas.openxmlformats.org/officeDocument/2006/relationships/slideLayout" Target="../slideLayouts/slideLayout18.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5" Type="http://schemas.openxmlformats.org/officeDocument/2006/relationships/theme" Target="../theme/theme3.xml"/><Relationship Id="rId14" Type="http://schemas.openxmlformats.org/officeDocument/2006/relationships/slideLayout" Target="../slideLayouts/slideLayout29.xml"/><Relationship Id="rId5" Type="http://schemas.openxmlformats.org/officeDocument/2006/relationships/slideLayout" Target="../slideLayouts/slideLayout20.xml"/><Relationship Id="rId6" Type="http://schemas.openxmlformats.org/officeDocument/2006/relationships/slideLayout" Target="../slideLayouts/slideLayout21.xml"/><Relationship Id="rId7" Type="http://schemas.openxmlformats.org/officeDocument/2006/relationships/slideLayout" Target="../slideLayouts/slideLayout22.xml"/><Relationship Id="rId8"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11" Type="http://schemas.openxmlformats.org/officeDocument/2006/relationships/slideLayout" Target="../slideLayouts/slideLayout40.xml"/><Relationship Id="rId10" Type="http://schemas.openxmlformats.org/officeDocument/2006/relationships/slideLayout" Target="../slideLayouts/slideLayout39.xml"/><Relationship Id="rId12" Type="http://schemas.openxmlformats.org/officeDocument/2006/relationships/theme" Target="../theme/theme4.xml"/><Relationship Id="rId1" Type="http://schemas.openxmlformats.org/officeDocument/2006/relationships/slideLayout" Target="../slideLayouts/slideLayout30.xml"/><Relationship Id="rId2" Type="http://schemas.openxmlformats.org/officeDocument/2006/relationships/slideLayout" Target="../slideLayouts/slideLayout31.xml"/><Relationship Id="rId3" Type="http://schemas.openxmlformats.org/officeDocument/2006/relationships/slideLayout" Target="../slideLayouts/slideLayout32.xml"/><Relationship Id="rId4" Type="http://schemas.openxmlformats.org/officeDocument/2006/relationships/slideLayout" Target="../slideLayouts/slideLayout33.xml"/><Relationship Id="rId9" Type="http://schemas.openxmlformats.org/officeDocument/2006/relationships/slideLayout" Target="../slideLayouts/slideLayout38.xml"/><Relationship Id="rId5" Type="http://schemas.openxmlformats.org/officeDocument/2006/relationships/slideLayout" Target="../slideLayouts/slideLayout34.xml"/><Relationship Id="rId6" Type="http://schemas.openxmlformats.org/officeDocument/2006/relationships/slideLayout" Target="../slideLayouts/slideLayout35.xml"/><Relationship Id="rId7" Type="http://schemas.openxmlformats.org/officeDocument/2006/relationships/slideLayout" Target="../slideLayouts/slideLayout36.xml"/><Relationship Id="rId8" Type="http://schemas.openxmlformats.org/officeDocument/2006/relationships/slideLayout" Target="../slideLayouts/slideLayout37.xml"/></Relationships>
</file>

<file path=ppt/slideMasters/_rels/slideMaster4.xml.rels><?xml version="1.0" encoding="UTF-8" standalone="yes"?><Relationships xmlns="http://schemas.openxmlformats.org/package/2006/relationships"><Relationship Id="rId11" Type="http://schemas.openxmlformats.org/officeDocument/2006/relationships/slideLayout" Target="../slideLayouts/slideLayout51.xml"/><Relationship Id="rId10" Type="http://schemas.openxmlformats.org/officeDocument/2006/relationships/slideLayout" Target="../slideLayouts/slideLayout50.xml"/><Relationship Id="rId13" Type="http://schemas.openxmlformats.org/officeDocument/2006/relationships/slideLayout" Target="../slideLayouts/slideLayout53.xml"/><Relationship Id="rId12" Type="http://schemas.openxmlformats.org/officeDocument/2006/relationships/slideLayout" Target="../slideLayouts/slideLayout52.xml"/><Relationship Id="rId1" Type="http://schemas.openxmlformats.org/officeDocument/2006/relationships/slideLayout" Target="../slideLayouts/slideLayout41.xml"/><Relationship Id="rId2" Type="http://schemas.openxmlformats.org/officeDocument/2006/relationships/slideLayout" Target="../slideLayouts/slideLayout42.xml"/><Relationship Id="rId3" Type="http://schemas.openxmlformats.org/officeDocument/2006/relationships/slideLayout" Target="../slideLayouts/slideLayout43.xml"/><Relationship Id="rId4" Type="http://schemas.openxmlformats.org/officeDocument/2006/relationships/slideLayout" Target="../slideLayouts/slideLayout44.xml"/><Relationship Id="rId9" Type="http://schemas.openxmlformats.org/officeDocument/2006/relationships/slideLayout" Target="../slideLayouts/slideLayout49.xml"/><Relationship Id="rId14" Type="http://schemas.openxmlformats.org/officeDocument/2006/relationships/theme" Target="../theme/theme5.xml"/><Relationship Id="rId5" Type="http://schemas.openxmlformats.org/officeDocument/2006/relationships/slideLayout" Target="../slideLayouts/slideLayout45.xml"/><Relationship Id="rId6" Type="http://schemas.openxmlformats.org/officeDocument/2006/relationships/slideLayout" Target="../slideLayouts/slideLayout46.xml"/><Relationship Id="rId7" Type="http://schemas.openxmlformats.org/officeDocument/2006/relationships/slideLayout" Target="../slideLayouts/slideLayout47.xml"/><Relationship Id="rId8" Type="http://schemas.openxmlformats.org/officeDocument/2006/relationships/slideLayout" Target="../slideLayouts/slideLayout4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1pPr>
            <a:lvl2pPr lvl="1"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2pPr>
            <a:lvl3pPr lvl="2"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3pPr>
            <a:lvl4pPr lvl="3"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4pPr>
            <a:lvl5pPr lvl="4"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5pPr>
            <a:lvl6pPr lvl="5"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6pPr>
            <a:lvl7pPr lvl="6"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7pPr>
            <a:lvl8pPr lvl="7"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8pPr>
            <a:lvl9pPr lvl="8"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marR="0" rtl="0" algn="l">
              <a:lnSpc>
                <a:spcPct val="115000"/>
              </a:lnSpc>
              <a:spcBef>
                <a:spcPts val="0"/>
              </a:spcBef>
              <a:spcAft>
                <a:spcPts val="0"/>
              </a:spcAft>
              <a:buClr>
                <a:schemeClr val="dk2"/>
              </a:buClr>
              <a:buSzPts val="1300"/>
              <a:buFont typeface="Roboto"/>
              <a:buChar char="●"/>
              <a:defRPr b="0" i="0" sz="1300" u="none" cap="none" strike="noStrike">
                <a:solidFill>
                  <a:schemeClr val="dk2"/>
                </a:solidFill>
                <a:latin typeface="Roboto"/>
                <a:ea typeface="Roboto"/>
                <a:cs typeface="Roboto"/>
                <a:sym typeface="Roboto"/>
              </a:defRPr>
            </a:lvl1pPr>
            <a:lvl2pPr indent="-298450" lvl="1" marL="914400" marR="0" rtl="0" algn="l">
              <a:lnSpc>
                <a:spcPct val="115000"/>
              </a:lnSpc>
              <a:spcBef>
                <a:spcPts val="160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2pPr>
            <a:lvl3pPr indent="-298450" lvl="2" marL="1371600" marR="0" rtl="0" algn="l">
              <a:lnSpc>
                <a:spcPct val="115000"/>
              </a:lnSpc>
              <a:spcBef>
                <a:spcPts val="160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3pPr>
            <a:lvl4pPr indent="-298450" lvl="3" marL="1828800" marR="0" rtl="0" algn="l">
              <a:lnSpc>
                <a:spcPct val="115000"/>
              </a:lnSpc>
              <a:spcBef>
                <a:spcPts val="160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4pPr>
            <a:lvl5pPr indent="-298450" lvl="4" marL="2286000" marR="0" rtl="0" algn="l">
              <a:lnSpc>
                <a:spcPct val="115000"/>
              </a:lnSpc>
              <a:spcBef>
                <a:spcPts val="160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5pPr>
            <a:lvl6pPr indent="-298450" lvl="5" marL="2743200" marR="0" rtl="0" algn="l">
              <a:lnSpc>
                <a:spcPct val="115000"/>
              </a:lnSpc>
              <a:spcBef>
                <a:spcPts val="160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6pPr>
            <a:lvl7pPr indent="-298450" lvl="6" marL="3200400" marR="0" rtl="0" algn="l">
              <a:lnSpc>
                <a:spcPct val="115000"/>
              </a:lnSpc>
              <a:spcBef>
                <a:spcPts val="160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7pPr>
            <a:lvl8pPr indent="-298450" lvl="7" marL="3657600" marR="0" rtl="0" algn="l">
              <a:lnSpc>
                <a:spcPct val="115000"/>
              </a:lnSpc>
              <a:spcBef>
                <a:spcPts val="160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8pPr>
            <a:lvl9pPr indent="-298450" lvl="8" marL="4114800" marR="0" rtl="0" algn="l">
              <a:lnSpc>
                <a:spcPct val="115000"/>
              </a:lnSpc>
              <a:spcBef>
                <a:spcPts val="1600"/>
              </a:spcBef>
              <a:spcAft>
                <a:spcPts val="1600"/>
              </a:spcAft>
              <a:buClr>
                <a:schemeClr val="dk2"/>
              </a:buClr>
              <a:buSzPts val="1100"/>
              <a:buFont typeface="Roboto"/>
              <a:buChar char="■"/>
              <a:defRPr b="0" i="0" sz="1100" u="none" cap="none" strike="noStrike">
                <a:solidFill>
                  <a:schemeClr val="dk2"/>
                </a:solidFill>
                <a:latin typeface="Roboto"/>
                <a:ea typeface="Roboto"/>
                <a:cs typeface="Roboto"/>
                <a:sym typeface="Roboto"/>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94" name="Shape 94"/>
        <p:cNvGrpSpPr/>
        <p:nvPr/>
      </p:nvGrpSpPr>
      <p:grpSpPr>
        <a:xfrm>
          <a:off x="0" y="0"/>
          <a:ext cx="0" cy="0"/>
          <a:chOff x="0" y="0"/>
          <a:chExt cx="0" cy="0"/>
        </a:xfrm>
      </p:grpSpPr>
      <p:sp>
        <p:nvSpPr>
          <p:cNvPr id="95" name="Google Shape;95;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1pPr>
            <a:lvl2pPr lvl="1"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2pPr>
            <a:lvl3pPr lvl="2"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3pPr>
            <a:lvl4pPr lvl="3"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4pPr>
            <a:lvl5pPr lvl="4"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5pPr>
            <a:lvl6pPr lvl="5"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6pPr>
            <a:lvl7pPr lvl="6"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7pPr>
            <a:lvl8pPr lvl="7"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8pPr>
            <a:lvl9pPr lvl="8" marR="0" rtl="0" algn="l">
              <a:lnSpc>
                <a:spcPct val="100000"/>
              </a:lnSpc>
              <a:spcBef>
                <a:spcPts val="0"/>
              </a:spcBef>
              <a:spcAft>
                <a:spcPts val="0"/>
              </a:spcAft>
              <a:buClr>
                <a:schemeClr val="accent1"/>
              </a:buClr>
              <a:buSzPts val="2800"/>
              <a:buFont typeface="Merriweather"/>
              <a:buNone/>
              <a:defRPr b="0" i="0" sz="2800" u="none" cap="none" strike="noStrike">
                <a:solidFill>
                  <a:schemeClr val="accent1"/>
                </a:solidFill>
                <a:latin typeface="Merriweather"/>
                <a:ea typeface="Merriweather"/>
                <a:cs typeface="Merriweather"/>
                <a:sym typeface="Merriweather"/>
              </a:defRPr>
            </a:lvl9pPr>
          </a:lstStyle>
          <a:p/>
        </p:txBody>
      </p:sp>
      <p:sp>
        <p:nvSpPr>
          <p:cNvPr id="96" name="Google Shape;96;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marR="0" rtl="0" algn="l">
              <a:lnSpc>
                <a:spcPct val="115000"/>
              </a:lnSpc>
              <a:spcBef>
                <a:spcPts val="0"/>
              </a:spcBef>
              <a:spcAft>
                <a:spcPts val="0"/>
              </a:spcAft>
              <a:buClr>
                <a:schemeClr val="dk2"/>
              </a:buClr>
              <a:buSzPts val="1300"/>
              <a:buFont typeface="Roboto"/>
              <a:buChar char="●"/>
              <a:defRPr b="0" i="0" sz="1300" u="none" cap="none" strike="noStrike">
                <a:solidFill>
                  <a:schemeClr val="dk2"/>
                </a:solidFill>
                <a:latin typeface="Roboto"/>
                <a:ea typeface="Roboto"/>
                <a:cs typeface="Roboto"/>
                <a:sym typeface="Roboto"/>
              </a:defRPr>
            </a:lvl1pPr>
            <a:lvl2pPr indent="-298450" lvl="1" marL="914400" marR="0" rtl="0" algn="l">
              <a:lnSpc>
                <a:spcPct val="115000"/>
              </a:lnSpc>
              <a:spcBef>
                <a:spcPts val="160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2pPr>
            <a:lvl3pPr indent="-298450" lvl="2" marL="1371600" marR="0" rtl="0" algn="l">
              <a:lnSpc>
                <a:spcPct val="115000"/>
              </a:lnSpc>
              <a:spcBef>
                <a:spcPts val="160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3pPr>
            <a:lvl4pPr indent="-298450" lvl="3" marL="1828800" marR="0" rtl="0" algn="l">
              <a:lnSpc>
                <a:spcPct val="115000"/>
              </a:lnSpc>
              <a:spcBef>
                <a:spcPts val="160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4pPr>
            <a:lvl5pPr indent="-298450" lvl="4" marL="2286000" marR="0" rtl="0" algn="l">
              <a:lnSpc>
                <a:spcPct val="115000"/>
              </a:lnSpc>
              <a:spcBef>
                <a:spcPts val="160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5pPr>
            <a:lvl6pPr indent="-298450" lvl="5" marL="2743200" marR="0" rtl="0" algn="l">
              <a:lnSpc>
                <a:spcPct val="115000"/>
              </a:lnSpc>
              <a:spcBef>
                <a:spcPts val="160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6pPr>
            <a:lvl7pPr indent="-298450" lvl="6" marL="3200400" marR="0" rtl="0" algn="l">
              <a:lnSpc>
                <a:spcPct val="115000"/>
              </a:lnSpc>
              <a:spcBef>
                <a:spcPts val="160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7pPr>
            <a:lvl8pPr indent="-298450" lvl="7" marL="3657600" marR="0" rtl="0" algn="l">
              <a:lnSpc>
                <a:spcPct val="115000"/>
              </a:lnSpc>
              <a:spcBef>
                <a:spcPts val="1600"/>
              </a:spcBef>
              <a:spcAft>
                <a:spcPts val="0"/>
              </a:spcAft>
              <a:buClr>
                <a:schemeClr val="dk2"/>
              </a:buClr>
              <a:buSzPts val="1100"/>
              <a:buFont typeface="Roboto"/>
              <a:buChar char="○"/>
              <a:defRPr b="0" i="0" sz="1100" u="none" cap="none" strike="noStrike">
                <a:solidFill>
                  <a:schemeClr val="dk2"/>
                </a:solidFill>
                <a:latin typeface="Roboto"/>
                <a:ea typeface="Roboto"/>
                <a:cs typeface="Roboto"/>
                <a:sym typeface="Roboto"/>
              </a:defRPr>
            </a:lvl8pPr>
            <a:lvl9pPr indent="-298450" lvl="8" marL="4114800" marR="0" rtl="0" algn="l">
              <a:lnSpc>
                <a:spcPct val="115000"/>
              </a:lnSpc>
              <a:spcBef>
                <a:spcPts val="1600"/>
              </a:spcBef>
              <a:spcAft>
                <a:spcPts val="1600"/>
              </a:spcAft>
              <a:buClr>
                <a:schemeClr val="dk2"/>
              </a:buClr>
              <a:buSzPts val="1100"/>
              <a:buFont typeface="Roboto"/>
              <a:buChar char="■"/>
              <a:defRPr b="0" i="0" sz="1100" u="none" cap="none" strike="noStrike">
                <a:solidFill>
                  <a:schemeClr val="dk2"/>
                </a:solidFill>
                <a:latin typeface="Roboto"/>
                <a:ea typeface="Roboto"/>
                <a:cs typeface="Roboto"/>
                <a:sym typeface="Roboto"/>
              </a:defRPr>
            </a:lvl9pPr>
          </a:lstStyle>
          <a:p/>
        </p:txBody>
      </p:sp>
      <p:sp>
        <p:nvSpPr>
          <p:cNvPr id="97" name="Google Shape;97;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63" r:id="rId1"/>
    <p:sldLayoutId id="2147483664" r:id="rId2"/>
    <p:sldLayoutId id="2147483665" r:id="rId3"/>
    <p:sldLayoutId id="2147483666" r:id="rId4"/>
    <p:sldLayoutId id="2147483667" r:id="rId5"/>
    <p:sldLayoutId id="2147483668" r:id="rId6"/>
    <p:sldLayoutId id="2147483669" r:id="rId7"/>
    <p:sldLayoutId id="2147483670" r:id="rId8"/>
    <p:sldLayoutId id="2147483671" r:id="rId9"/>
    <p:sldLayoutId id="2147483672" r:id="rId10"/>
    <p:sldLayoutId id="2147483673" r:id="rId11"/>
    <p:sldLayoutId id="2147483674" r:id="rId12"/>
    <p:sldLayoutId id="2147483675" r:id="rId13"/>
    <p:sldLayoutId id="2147483676" r:id="rId14"/>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173" name="Shape 173"/>
        <p:cNvGrpSpPr/>
        <p:nvPr/>
      </p:nvGrpSpPr>
      <p:grpSpPr>
        <a:xfrm>
          <a:off x="0" y="0"/>
          <a:ext cx="0" cy="0"/>
          <a:chOff x="0" y="0"/>
          <a:chExt cx="0" cy="0"/>
        </a:xfrm>
      </p:grpSpPr>
      <p:sp>
        <p:nvSpPr>
          <p:cNvPr id="174" name="Google Shape;174;p32"/>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rt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175" name="Google Shape;175;p32"/>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Autofit/>
          </a:bodyPr>
          <a:lstStyle>
            <a:lvl1pPr indent="-311150" lvl="0" marL="457200" rtl="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rtl="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rtl="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176" name="Google Shape;176;p3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lvl1pPr lvl="0" rtl="0" algn="r">
              <a:buNone/>
              <a:defRPr sz="1000">
                <a:solidFill>
                  <a:schemeClr val="dk2"/>
                </a:solidFill>
                <a:latin typeface="Roboto"/>
                <a:ea typeface="Roboto"/>
                <a:cs typeface="Roboto"/>
                <a:sym typeface="Roboto"/>
              </a:defRPr>
            </a:lvl1pPr>
            <a:lvl2pPr lvl="1" rtl="0" algn="r">
              <a:buNone/>
              <a:defRPr sz="1000">
                <a:solidFill>
                  <a:schemeClr val="dk2"/>
                </a:solidFill>
                <a:latin typeface="Roboto"/>
                <a:ea typeface="Roboto"/>
                <a:cs typeface="Roboto"/>
                <a:sym typeface="Roboto"/>
              </a:defRPr>
            </a:lvl2pPr>
            <a:lvl3pPr lvl="2" rtl="0" algn="r">
              <a:buNone/>
              <a:defRPr sz="1000">
                <a:solidFill>
                  <a:schemeClr val="dk2"/>
                </a:solidFill>
                <a:latin typeface="Roboto"/>
                <a:ea typeface="Roboto"/>
                <a:cs typeface="Roboto"/>
                <a:sym typeface="Roboto"/>
              </a:defRPr>
            </a:lvl3pPr>
            <a:lvl4pPr lvl="3" rtl="0" algn="r">
              <a:buNone/>
              <a:defRPr sz="1000">
                <a:solidFill>
                  <a:schemeClr val="dk2"/>
                </a:solidFill>
                <a:latin typeface="Roboto"/>
                <a:ea typeface="Roboto"/>
                <a:cs typeface="Roboto"/>
                <a:sym typeface="Roboto"/>
              </a:defRPr>
            </a:lvl4pPr>
            <a:lvl5pPr lvl="4" rtl="0" algn="r">
              <a:buNone/>
              <a:defRPr sz="1000">
                <a:solidFill>
                  <a:schemeClr val="dk2"/>
                </a:solidFill>
                <a:latin typeface="Roboto"/>
                <a:ea typeface="Roboto"/>
                <a:cs typeface="Roboto"/>
                <a:sym typeface="Roboto"/>
              </a:defRPr>
            </a:lvl5pPr>
            <a:lvl6pPr lvl="5" rtl="0" algn="r">
              <a:buNone/>
              <a:defRPr sz="1000">
                <a:solidFill>
                  <a:schemeClr val="dk2"/>
                </a:solidFill>
                <a:latin typeface="Roboto"/>
                <a:ea typeface="Roboto"/>
                <a:cs typeface="Roboto"/>
                <a:sym typeface="Roboto"/>
              </a:defRPr>
            </a:lvl6pPr>
            <a:lvl7pPr lvl="6" rtl="0" algn="r">
              <a:buNone/>
              <a:defRPr sz="1000">
                <a:solidFill>
                  <a:schemeClr val="dk2"/>
                </a:solidFill>
                <a:latin typeface="Roboto"/>
                <a:ea typeface="Roboto"/>
                <a:cs typeface="Roboto"/>
                <a:sym typeface="Roboto"/>
              </a:defRPr>
            </a:lvl7pPr>
            <a:lvl8pPr lvl="7" rtl="0" algn="r">
              <a:buNone/>
              <a:defRPr sz="1000">
                <a:solidFill>
                  <a:schemeClr val="dk2"/>
                </a:solidFill>
                <a:latin typeface="Roboto"/>
                <a:ea typeface="Roboto"/>
                <a:cs typeface="Roboto"/>
                <a:sym typeface="Roboto"/>
              </a:defRPr>
            </a:lvl8pPr>
            <a:lvl9pPr lvl="8" rtl="0"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paradigm">
    <p:bg>
      <p:bgPr>
        <a:solidFill>
          <a:schemeClr val="lt1"/>
        </a:solidFill>
      </p:bgPr>
    </p:bg>
    <p:spTree>
      <p:nvGrpSpPr>
        <p:cNvPr id="232" name="Shape 232"/>
        <p:cNvGrpSpPr/>
        <p:nvPr/>
      </p:nvGrpSpPr>
      <p:grpSpPr>
        <a:xfrm>
          <a:off x="0" y="0"/>
          <a:ext cx="0" cy="0"/>
          <a:chOff x="0" y="0"/>
          <a:chExt cx="0" cy="0"/>
        </a:xfrm>
      </p:grpSpPr>
      <p:sp>
        <p:nvSpPr>
          <p:cNvPr id="233" name="Google Shape;233;p44"/>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spAutoFit/>
          </a:bodyPr>
          <a:lstStyle>
            <a:lvl1pPr lvl="0">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1pPr>
            <a:lvl2pPr lvl="1">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2pPr>
            <a:lvl3pPr lvl="2">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3pPr>
            <a:lvl4pPr lvl="3">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4pPr>
            <a:lvl5pPr lvl="4">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5pPr>
            <a:lvl6pPr lvl="5">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6pPr>
            <a:lvl7pPr lvl="6">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7pPr>
            <a:lvl8pPr lvl="7">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8pPr>
            <a:lvl9pPr lvl="8">
              <a:spcBef>
                <a:spcPts val="0"/>
              </a:spcBef>
              <a:spcAft>
                <a:spcPts val="0"/>
              </a:spcAft>
              <a:buClr>
                <a:schemeClr val="accent1"/>
              </a:buClr>
              <a:buSzPts val="2800"/>
              <a:buFont typeface="Merriweather"/>
              <a:buNone/>
              <a:defRPr sz="2800">
                <a:solidFill>
                  <a:schemeClr val="accent1"/>
                </a:solidFill>
                <a:latin typeface="Merriweather"/>
                <a:ea typeface="Merriweather"/>
                <a:cs typeface="Merriweather"/>
                <a:sym typeface="Merriweather"/>
              </a:defRPr>
            </a:lvl9pPr>
          </a:lstStyle>
          <a:p/>
        </p:txBody>
      </p:sp>
      <p:sp>
        <p:nvSpPr>
          <p:cNvPr id="234" name="Google Shape;234;p44"/>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spAutoFit/>
          </a:bodyPr>
          <a:lstStyle>
            <a:lvl1pPr indent="-311150" lvl="0" marL="457200">
              <a:lnSpc>
                <a:spcPct val="115000"/>
              </a:lnSpc>
              <a:spcBef>
                <a:spcPts val="0"/>
              </a:spcBef>
              <a:spcAft>
                <a:spcPts val="0"/>
              </a:spcAft>
              <a:buClr>
                <a:schemeClr val="dk2"/>
              </a:buClr>
              <a:buSzPts val="1300"/>
              <a:buFont typeface="Roboto"/>
              <a:buChar char="●"/>
              <a:defRPr sz="1300">
                <a:solidFill>
                  <a:schemeClr val="dk2"/>
                </a:solidFill>
                <a:latin typeface="Roboto"/>
                <a:ea typeface="Roboto"/>
                <a:cs typeface="Roboto"/>
                <a:sym typeface="Roboto"/>
              </a:defRPr>
            </a:lvl1pPr>
            <a:lvl2pPr indent="-298450" lvl="1" marL="914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2pPr>
            <a:lvl3pPr indent="-298450" lvl="2" marL="1371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3pPr>
            <a:lvl4pPr indent="-298450" lvl="3" marL="18288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4pPr>
            <a:lvl5pPr indent="-298450" lvl="4" marL="22860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5pPr>
            <a:lvl6pPr indent="-298450" lvl="5" marL="27432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6pPr>
            <a:lvl7pPr indent="-298450" lvl="6" marL="32004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7pPr>
            <a:lvl8pPr indent="-298450" lvl="7" marL="3657600">
              <a:lnSpc>
                <a:spcPct val="115000"/>
              </a:lnSpc>
              <a:spcBef>
                <a:spcPts val="1600"/>
              </a:spcBef>
              <a:spcAft>
                <a:spcPts val="0"/>
              </a:spcAft>
              <a:buClr>
                <a:schemeClr val="dk2"/>
              </a:buClr>
              <a:buSzPts val="1100"/>
              <a:buFont typeface="Roboto"/>
              <a:buChar char="○"/>
              <a:defRPr sz="1100">
                <a:solidFill>
                  <a:schemeClr val="dk2"/>
                </a:solidFill>
                <a:latin typeface="Roboto"/>
                <a:ea typeface="Roboto"/>
                <a:cs typeface="Roboto"/>
                <a:sym typeface="Roboto"/>
              </a:defRPr>
            </a:lvl8pPr>
            <a:lvl9pPr indent="-298450" lvl="8" marL="4114800">
              <a:lnSpc>
                <a:spcPct val="115000"/>
              </a:lnSpc>
              <a:spcBef>
                <a:spcPts val="1600"/>
              </a:spcBef>
              <a:spcAft>
                <a:spcPts val="1600"/>
              </a:spcAft>
              <a:buClr>
                <a:schemeClr val="dk2"/>
              </a:buClr>
              <a:buSzPts val="1100"/>
              <a:buFont typeface="Roboto"/>
              <a:buChar char="■"/>
              <a:defRPr sz="1100">
                <a:solidFill>
                  <a:schemeClr val="dk2"/>
                </a:solidFill>
                <a:latin typeface="Roboto"/>
                <a:ea typeface="Roboto"/>
                <a:cs typeface="Roboto"/>
                <a:sym typeface="Roboto"/>
              </a:defRPr>
            </a:lvl9pPr>
          </a:lstStyle>
          <a:p/>
        </p:txBody>
      </p:sp>
      <p:sp>
        <p:nvSpPr>
          <p:cNvPr id="235" name="Google Shape;235;p44"/>
          <p:cNvSpPr txBox="1"/>
          <p:nvPr>
            <p:ph idx="12" type="sldNum"/>
          </p:nvPr>
        </p:nvSpPr>
        <p:spPr>
          <a:xfrm>
            <a:off x="8472458" y="4663217"/>
            <a:ext cx="548700" cy="338700"/>
          </a:xfrm>
          <a:prstGeom prst="rect">
            <a:avLst/>
          </a:prstGeom>
          <a:noFill/>
          <a:ln>
            <a:noFill/>
          </a:ln>
        </p:spPr>
        <p:txBody>
          <a:bodyPr anchorCtr="0" anchor="ctr" bIns="91425" lIns="91425" spcFirstLastPara="1" rIns="91425" wrap="square" tIns="91425">
            <a:spAutoFit/>
          </a:bodyPr>
          <a:lstStyle>
            <a:lvl1pPr lvl="0" algn="r">
              <a:buNone/>
              <a:defRPr sz="1000">
                <a:solidFill>
                  <a:schemeClr val="dk2"/>
                </a:solidFill>
                <a:latin typeface="Roboto"/>
                <a:ea typeface="Roboto"/>
                <a:cs typeface="Roboto"/>
                <a:sym typeface="Roboto"/>
              </a:defRPr>
            </a:lvl1pPr>
            <a:lvl2pPr lvl="1" algn="r">
              <a:buNone/>
              <a:defRPr sz="1000">
                <a:solidFill>
                  <a:schemeClr val="dk2"/>
                </a:solidFill>
                <a:latin typeface="Roboto"/>
                <a:ea typeface="Roboto"/>
                <a:cs typeface="Roboto"/>
                <a:sym typeface="Roboto"/>
              </a:defRPr>
            </a:lvl2pPr>
            <a:lvl3pPr lvl="2" algn="r">
              <a:buNone/>
              <a:defRPr sz="1000">
                <a:solidFill>
                  <a:schemeClr val="dk2"/>
                </a:solidFill>
                <a:latin typeface="Roboto"/>
                <a:ea typeface="Roboto"/>
                <a:cs typeface="Roboto"/>
                <a:sym typeface="Roboto"/>
              </a:defRPr>
            </a:lvl3pPr>
            <a:lvl4pPr lvl="3" algn="r">
              <a:buNone/>
              <a:defRPr sz="1000">
                <a:solidFill>
                  <a:schemeClr val="dk2"/>
                </a:solidFill>
                <a:latin typeface="Roboto"/>
                <a:ea typeface="Roboto"/>
                <a:cs typeface="Roboto"/>
                <a:sym typeface="Roboto"/>
              </a:defRPr>
            </a:lvl4pPr>
            <a:lvl5pPr lvl="4" algn="r">
              <a:buNone/>
              <a:defRPr sz="1000">
                <a:solidFill>
                  <a:schemeClr val="dk2"/>
                </a:solidFill>
                <a:latin typeface="Roboto"/>
                <a:ea typeface="Roboto"/>
                <a:cs typeface="Roboto"/>
                <a:sym typeface="Roboto"/>
              </a:defRPr>
            </a:lvl5pPr>
            <a:lvl6pPr lvl="5" algn="r">
              <a:buNone/>
              <a:defRPr sz="1000">
                <a:solidFill>
                  <a:schemeClr val="dk2"/>
                </a:solidFill>
                <a:latin typeface="Roboto"/>
                <a:ea typeface="Roboto"/>
                <a:cs typeface="Roboto"/>
                <a:sym typeface="Roboto"/>
              </a:defRPr>
            </a:lvl6pPr>
            <a:lvl7pPr lvl="6" algn="r">
              <a:buNone/>
              <a:defRPr sz="1000">
                <a:solidFill>
                  <a:schemeClr val="dk2"/>
                </a:solidFill>
                <a:latin typeface="Roboto"/>
                <a:ea typeface="Roboto"/>
                <a:cs typeface="Roboto"/>
                <a:sym typeface="Roboto"/>
              </a:defRPr>
            </a:lvl7pPr>
            <a:lvl8pPr lvl="7" algn="r">
              <a:buNone/>
              <a:defRPr sz="1000">
                <a:solidFill>
                  <a:schemeClr val="dk2"/>
                </a:solidFill>
                <a:latin typeface="Roboto"/>
                <a:ea typeface="Roboto"/>
                <a:cs typeface="Roboto"/>
                <a:sym typeface="Roboto"/>
              </a:defRPr>
            </a:lvl8pPr>
            <a:lvl9pPr lvl="8" algn="r">
              <a:buNone/>
              <a:defRPr sz="1000">
                <a:solidFill>
                  <a:schemeClr val="dk2"/>
                </a:solidFill>
                <a:latin typeface="Roboto"/>
                <a:ea typeface="Roboto"/>
                <a:cs typeface="Roboto"/>
                <a:sym typeface="Roboto"/>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88" r:id="rId1"/>
    <p:sldLayoutId id="2147483689" r:id="rId2"/>
    <p:sldLayoutId id="2147483690" r:id="rId3"/>
    <p:sldLayoutId id="2147483691" r:id="rId4"/>
    <p:sldLayoutId id="2147483692" r:id="rId5"/>
    <p:sldLayoutId id="2147483693" r:id="rId6"/>
    <p:sldLayoutId id="2147483694" r:id="rId7"/>
    <p:sldLayoutId id="2147483695" r:id="rId8"/>
    <p:sldLayoutId id="2147483696" r:id="rId9"/>
    <p:sldLayoutId id="2147483697" r:id="rId10"/>
    <p:sldLayoutId id="2147483698" r:id="rId11"/>
    <p:sldLayoutId id="2147483699" r:id="rId12"/>
    <p:sldLayoutId id="2147483700" r:id="rId13"/>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xml"/><Relationship Id="rId3" Type="http://schemas.openxmlformats.org/officeDocument/2006/relationships/image" Target="../media/image7.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image" Target="../media/image10.png"/><Relationship Id="rId6" Type="http://schemas.openxmlformats.org/officeDocument/2006/relationships/image" Target="../media/image12.png"/><Relationship Id="rId7" Type="http://schemas.openxmlformats.org/officeDocument/2006/relationships/image" Target="../media/image5.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4.xml"/><Relationship Id="rId3" Type="http://schemas.openxmlformats.org/officeDocument/2006/relationships/image" Target="../media/image28.jpg"/><Relationship Id="rId4" Type="http://schemas.openxmlformats.org/officeDocument/2006/relationships/image" Target="../media/image6.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 Id="rId3" Type="http://schemas.openxmlformats.org/officeDocument/2006/relationships/image" Target="../media/image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1.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5.xml"/><Relationship Id="rId2" Type="http://schemas.openxmlformats.org/officeDocument/2006/relationships/notesSlide" Target="../notesSlides/notesSlide7.xml"/><Relationship Id="rId3" Type="http://schemas.openxmlformats.org/officeDocument/2006/relationships/image" Target="../media/image17.png"/><Relationship Id="rId4" Type="http://schemas.openxmlformats.org/officeDocument/2006/relationships/image" Target="../media/image32.png"/><Relationship Id="rId5" Type="http://schemas.openxmlformats.org/officeDocument/2006/relationships/image" Target="../media/image2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4.xml"/><Relationship Id="rId2" Type="http://schemas.openxmlformats.org/officeDocument/2006/relationships/notesSlide" Target="../notesSlides/notesSlide8.xml"/><Relationship Id="rId3" Type="http://schemas.openxmlformats.org/officeDocument/2006/relationships/image" Target="../media/image32.png"/><Relationship Id="rId4" Type="http://schemas.openxmlformats.org/officeDocument/2006/relationships/image" Target="../media/image23.png"/><Relationship Id="rId5" Type="http://schemas.openxmlformats.org/officeDocument/2006/relationships/image" Target="../media/image16.png"/><Relationship Id="rId6" Type="http://schemas.openxmlformats.org/officeDocument/2006/relationships/image" Target="../media/image20.png"/><Relationship Id="rId7" Type="http://schemas.openxmlformats.org/officeDocument/2006/relationships/image" Target="../media/image17.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11.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 Id="rId3" Type="http://schemas.openxmlformats.org/officeDocument/2006/relationships/image" Target="../media/image3.png"/><Relationship Id="rId4" Type="http://schemas.openxmlformats.org/officeDocument/2006/relationships/image" Target="../media/image15.png"/><Relationship Id="rId5" Type="http://schemas.openxmlformats.org/officeDocument/2006/relationships/image" Target="../media/image10.png"/><Relationship Id="rId6" Type="http://schemas.openxmlformats.org/officeDocument/2006/relationships/image" Target="../media/image12.png"/><Relationship Id="rId7"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21.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 Id="rId3" Type="http://schemas.openxmlformats.org/officeDocument/2006/relationships/image" Target="../media/image25.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 Id="rId3" Type="http://schemas.openxmlformats.org/officeDocument/2006/relationships/image" Target="../media/image2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22.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6.xml"/><Relationship Id="rId3" Type="http://schemas.openxmlformats.org/officeDocument/2006/relationships/image" Target="../media/image37.png"/></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 Id="rId3" Type="http://schemas.openxmlformats.org/officeDocument/2006/relationships/image" Target="../media/image26.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4.xml"/><Relationship Id="rId3" Type="http://schemas.openxmlformats.org/officeDocument/2006/relationships/image" Target="../media/image31.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 Id="rId3" Type="http://schemas.openxmlformats.org/officeDocument/2006/relationships/image" Target="../media/image27.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7.xml"/><Relationship Id="rId3" Type="http://schemas.openxmlformats.org/officeDocument/2006/relationships/image" Target="../media/image3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9.xml"/><Relationship Id="rId3" Type="http://schemas.openxmlformats.org/officeDocument/2006/relationships/image" Target="../media/image33.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1.xml"/><Relationship Id="rId3" Type="http://schemas.openxmlformats.org/officeDocument/2006/relationships/image" Target="../media/image29.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2.xml"/><Relationship Id="rId3" Type="http://schemas.openxmlformats.org/officeDocument/2006/relationships/image" Target="../media/image34.png"/><Relationship Id="rId4" Type="http://schemas.openxmlformats.org/officeDocument/2006/relationships/image" Target="../media/image35.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4.xml"/><Relationship Id="rId3" Type="http://schemas.openxmlformats.org/officeDocument/2006/relationships/image" Target="../media/image36.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48.xml"/><Relationship Id="rId3" Type="http://schemas.openxmlformats.org/officeDocument/2006/relationships/image" Target="../media/image42.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1.xml"/><Relationship Id="rId3" Type="http://schemas.openxmlformats.org/officeDocument/2006/relationships/image" Target="../media/image39.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2.xml"/><Relationship Id="rId3" Type="http://schemas.openxmlformats.org/officeDocument/2006/relationships/image" Target="../media/image46.png"/><Relationship Id="rId4" Type="http://schemas.openxmlformats.org/officeDocument/2006/relationships/image" Target="../media/image30.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3.xml"/><Relationship Id="rId3" Type="http://schemas.openxmlformats.org/officeDocument/2006/relationships/image" Target="../media/image46.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4.xml"/><Relationship Id="rId3" Type="http://schemas.openxmlformats.org/officeDocument/2006/relationships/image" Target="../media/image48.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5.xml"/><Relationship Id="rId3" Type="http://schemas.openxmlformats.org/officeDocument/2006/relationships/image" Target="../media/image41.png"/><Relationship Id="rId4" Type="http://schemas.openxmlformats.org/officeDocument/2006/relationships/image" Target="../media/image30.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6.xml"/><Relationship Id="rId3" Type="http://schemas.openxmlformats.org/officeDocument/2006/relationships/image" Target="../media/image41.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7.xml"/><Relationship Id="rId3" Type="http://schemas.openxmlformats.org/officeDocument/2006/relationships/image" Target="../media/image46.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9.xml"/><Relationship Id="rId2" Type="http://schemas.openxmlformats.org/officeDocument/2006/relationships/notesSlide" Target="../notesSlides/notesSlide58.xml"/><Relationship Id="rId3" Type="http://schemas.openxmlformats.org/officeDocument/2006/relationships/image" Target="../media/image40.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1.xml"/><Relationship Id="rId2" Type="http://schemas.openxmlformats.org/officeDocument/2006/relationships/notesSlide" Target="../notesSlides/notesSlide59.xml"/><Relationship Id="rId3" Type="http://schemas.openxmlformats.org/officeDocument/2006/relationships/hyperlink" Target="https://docs.oracle.com/en/java/javase/15/docs/api/java.base/java/util/List.html" TargetMode="External"/><Relationship Id="rId4" Type="http://schemas.openxmlformats.org/officeDocument/2006/relationships/hyperlink" Target="https://docs.oracle.com/en/java/javase/15/docs/api/java.base/java/util/ArrayList.html" TargetMode="External"/><Relationship Id="rId5" Type="http://schemas.openxmlformats.org/officeDocument/2006/relationships/hyperlink" Target="https://docs.oracle.com/en/java/javase/15/docs/api/java.base/java/util/LinkedList.html" TargetMode="External"/><Relationship Id="rId6" Type="http://schemas.openxmlformats.org/officeDocument/2006/relationships/hyperlink" Target="https://docs.oracle.com/en/java/javase/15/docs/api/java.base/java/util/Queue.html" TargetMode="External"/><Relationship Id="rId7" Type="http://schemas.openxmlformats.org/officeDocument/2006/relationships/hyperlink" Target="https://docs.oracle.com/en/java/javase/15/docs/api/java.base/java/util/Stack.html" TargetMode="External"/><Relationship Id="rId8" Type="http://schemas.openxmlformats.org/officeDocument/2006/relationships/image" Target="../media/image40.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7.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0" Type="http://schemas.openxmlformats.org/officeDocument/2006/relationships/hyperlink" Target="https://docs.google.com/presentation/d/1MqTl9-z9tgfBPi5ulJd6QJSR-lbnt6A09pmA2VlgRX8/edit#slide=id.g207526de7e9_0_358" TargetMode="External"/><Relationship Id="rId1" Type="http://schemas.openxmlformats.org/officeDocument/2006/relationships/slideLayout" Target="../slideLayouts/slideLayout51.xml"/><Relationship Id="rId2" Type="http://schemas.openxmlformats.org/officeDocument/2006/relationships/notesSlide" Target="../notesSlides/notesSlide61.xml"/><Relationship Id="rId3" Type="http://schemas.openxmlformats.org/officeDocument/2006/relationships/hyperlink" Target="https://docs.google.com/presentation/d/1MqTl9-z9tgfBPi5ulJd6QJSR-lbnt6A09pmA2VlgRX8/edit#slide=id.g20679942d72_0_27" TargetMode="External"/><Relationship Id="rId4" Type="http://schemas.openxmlformats.org/officeDocument/2006/relationships/hyperlink" Target="https://docs.google.com/presentation/d/1MqTl9-z9tgfBPi5ulJd6QJSR-lbnt6A09pmA2VlgRX8/edit#slide=id.g20679942d72_0_83" TargetMode="External"/><Relationship Id="rId9" Type="http://schemas.openxmlformats.org/officeDocument/2006/relationships/hyperlink" Target="https://docs.google.com/presentation/d/1MqTl9-z9tgfBPi5ulJd6QJSR-lbnt6A09pmA2VlgRX8/edit#slide=id.g207526de7e9_0_344" TargetMode="External"/><Relationship Id="rId5" Type="http://schemas.openxmlformats.org/officeDocument/2006/relationships/hyperlink" Target="https://docs.google.com/presentation/d/1MqTl9-z9tgfBPi5ulJd6QJSR-lbnt6A09pmA2VlgRX8/edit#slide=id.g20679942d72_0_104" TargetMode="External"/><Relationship Id="rId6" Type="http://schemas.openxmlformats.org/officeDocument/2006/relationships/hyperlink" Target="https://docs.google.com/presentation/d/1MqTl9-z9tgfBPi5ulJd6QJSR-lbnt6A09pmA2VlgRX8/edit#slide=id.g207526de7e9_0_308" TargetMode="External"/><Relationship Id="rId7" Type="http://schemas.openxmlformats.org/officeDocument/2006/relationships/hyperlink" Target="https://docs.google.com/presentation/d/1MqTl9-z9tgfBPi5ulJd6QJSR-lbnt6A09pmA2VlgRX8/edit#slide=id.g207526de7e9_0_308" TargetMode="External"/><Relationship Id="rId8" Type="http://schemas.openxmlformats.org/officeDocument/2006/relationships/hyperlink" Target="https://docs.google.com/presentation/d/1MqTl9-z9tgfBPi5ulJd6QJSR-lbnt6A09pmA2VlgRX8/edit#slide=id.g207526de7e9_0_308" TargetMode="Externa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51.xml"/><Relationship Id="rId2" Type="http://schemas.openxmlformats.org/officeDocument/2006/relationships/notesSlide" Target="../notesSlides/notesSlide62.xml"/><Relationship Id="rId3" Type="http://schemas.openxmlformats.org/officeDocument/2006/relationships/hyperlink" Target="https://docs.google.com/presentation/d/1MqTl9-z9tgfBPi5ulJd6QJSR-lbnt6A09pmA2VlgRX8/edit#slide=id.g207526de7e9_0_370" TargetMode="External"/><Relationship Id="rId4" Type="http://schemas.openxmlformats.org/officeDocument/2006/relationships/hyperlink" Target="https://docs.google.com/presentation/d/1MqTl9-z9tgfBPi5ulJd6QJSR-lbnt6A09pmA2VlgRX8/edit#slide=id.g207526de7e9_0_446" TargetMode="Externa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63.xml"/><Relationship Id="rId3" Type="http://schemas.openxmlformats.org/officeDocument/2006/relationships/image" Target="../media/image45.png"/><Relationship Id="rId4" Type="http://schemas.openxmlformats.org/officeDocument/2006/relationships/image" Target="../media/image4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3" name="Shape 303"/>
        <p:cNvGrpSpPr/>
        <p:nvPr/>
      </p:nvGrpSpPr>
      <p:grpSpPr>
        <a:xfrm>
          <a:off x="0" y="0"/>
          <a:ext cx="0" cy="0"/>
          <a:chOff x="0" y="0"/>
          <a:chExt cx="0" cy="0"/>
        </a:xfrm>
      </p:grpSpPr>
      <p:sp>
        <p:nvSpPr>
          <p:cNvPr id="304" name="Google Shape;304;p58"/>
          <p:cNvSpPr txBox="1"/>
          <p:nvPr>
            <p:ph type="ctrTitle"/>
          </p:nvPr>
        </p:nvSpPr>
        <p:spPr>
          <a:xfrm>
            <a:off x="311700" y="539725"/>
            <a:ext cx="8520600" cy="12825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3600"/>
              <a:buNone/>
            </a:pPr>
            <a:r>
              <a:rPr lang="en"/>
              <a:t>GCIS-124</a:t>
            </a:r>
            <a:endParaRPr/>
          </a:p>
          <a:p>
            <a:pPr indent="0" lvl="0" marL="0" rtl="0" algn="l">
              <a:lnSpc>
                <a:spcPct val="100000"/>
              </a:lnSpc>
              <a:spcBef>
                <a:spcPts val="0"/>
              </a:spcBef>
              <a:spcAft>
                <a:spcPts val="0"/>
              </a:spcAft>
              <a:buSzPts val="3600"/>
              <a:buNone/>
            </a:pPr>
            <a:r>
              <a:rPr lang="en" sz="3100"/>
              <a:t>Software Development &amp; Problem Solving</a:t>
            </a:r>
            <a:endParaRPr sz="3100"/>
          </a:p>
        </p:txBody>
      </p:sp>
      <p:sp>
        <p:nvSpPr>
          <p:cNvPr id="305" name="Google Shape;305;p58"/>
          <p:cNvSpPr txBox="1"/>
          <p:nvPr>
            <p:ph idx="1" type="subTitle"/>
          </p:nvPr>
        </p:nvSpPr>
        <p:spPr>
          <a:xfrm>
            <a:off x="311700" y="1878550"/>
            <a:ext cx="4491300" cy="7383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600"/>
              <a:buNone/>
            </a:pPr>
            <a:r>
              <a:rPr i="1" lang="en" sz="2600"/>
              <a:t>5: Data Structures I</a:t>
            </a:r>
            <a:endParaRPr i="1" sz="2600"/>
          </a:p>
        </p:txBody>
      </p:sp>
      <p:grpSp>
        <p:nvGrpSpPr>
          <p:cNvPr id="306" name="Google Shape;306;p58"/>
          <p:cNvGrpSpPr/>
          <p:nvPr/>
        </p:nvGrpSpPr>
        <p:grpSpPr>
          <a:xfrm>
            <a:off x="5001999" y="4264475"/>
            <a:ext cx="3908400" cy="738300"/>
            <a:chOff x="5001999" y="4264475"/>
            <a:chExt cx="3908400" cy="738300"/>
          </a:xfrm>
        </p:grpSpPr>
        <p:sp>
          <p:nvSpPr>
            <p:cNvPr id="307" name="Google Shape;307;p58"/>
            <p:cNvSpPr/>
            <p:nvPr/>
          </p:nvSpPr>
          <p:spPr>
            <a:xfrm>
              <a:off x="5001999" y="4264475"/>
              <a:ext cx="3908400" cy="738300"/>
            </a:xfrm>
            <a:prstGeom prst="rect">
              <a:avLst/>
            </a:prstGeom>
            <a:solidFill>
              <a:srgbClr val="FFFFFF"/>
            </a:solidFill>
            <a:ln cap="flat" cmpd="sng" w="9525">
              <a:solidFill>
                <a:srgbClr val="626B7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pic>
          <p:nvPicPr>
            <p:cNvPr id="308" name="Google Shape;308;p58"/>
            <p:cNvPicPr preferRelativeResize="0"/>
            <p:nvPr/>
          </p:nvPicPr>
          <p:blipFill rotWithShape="1">
            <a:blip r:embed="rId3">
              <a:alphaModFix/>
            </a:blip>
            <a:srcRect b="0" l="0" r="0" t="0"/>
            <a:stretch/>
          </p:blipFill>
          <p:spPr>
            <a:xfrm>
              <a:off x="5088600" y="4363853"/>
              <a:ext cx="3725223" cy="544845"/>
            </a:xfrm>
            <a:prstGeom prst="rect">
              <a:avLst/>
            </a:prstGeom>
            <a:noFill/>
            <a:ln>
              <a:noFill/>
            </a:ln>
          </p:spPr>
        </p:pic>
      </p:gr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5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pic>
        <p:nvPicPr>
          <p:cNvPr id="314" name="Google Shape;314;p59"/>
          <p:cNvPicPr preferRelativeResize="0"/>
          <p:nvPr/>
        </p:nvPicPr>
        <p:blipFill rotWithShape="1">
          <a:blip r:embed="rId3">
            <a:alphaModFix/>
          </a:blip>
          <a:srcRect b="0" l="0" r="0" t="0"/>
          <a:stretch/>
        </p:blipFill>
        <p:spPr>
          <a:xfrm>
            <a:off x="152400" y="0"/>
            <a:ext cx="8832578" cy="5143500"/>
          </a:xfrm>
          <a:prstGeom prst="rect">
            <a:avLst/>
          </a:prstGeom>
          <a:noFill/>
          <a:ln>
            <a:noFill/>
          </a:ln>
        </p:spPr>
      </p:pic>
      <p:sp>
        <p:nvSpPr>
          <p:cNvPr id="315" name="Google Shape;315;p59"/>
          <p:cNvSpPr/>
          <p:nvPr/>
        </p:nvSpPr>
        <p:spPr>
          <a:xfrm>
            <a:off x="501375" y="364250"/>
            <a:ext cx="4134000" cy="1229100"/>
          </a:xfrm>
          <a:prstGeom prst="roundRect">
            <a:avLst>
              <a:gd fmla="val 16667" name="adj"/>
            </a:avLst>
          </a:prstGeom>
          <a:solidFill>
            <a:srgbClr val="FFFFFF"/>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Much of the content we are going to talk about today is </a:t>
            </a:r>
            <a:r>
              <a:rPr b="1" i="1" lang="en" sz="2000" u="none" cap="none" strike="noStrike">
                <a:solidFill>
                  <a:srgbClr val="FF0000"/>
                </a:solidFill>
                <a:latin typeface="Arial"/>
                <a:ea typeface="Arial"/>
                <a:cs typeface="Arial"/>
                <a:sym typeface="Arial"/>
              </a:rPr>
              <a:t>review</a:t>
            </a:r>
            <a:r>
              <a:rPr b="0" i="0" lang="en" sz="2000" u="none" cap="none" strike="noStrike">
                <a:solidFill>
                  <a:srgbClr val="FF0000"/>
                </a:solidFill>
                <a:latin typeface="Arial"/>
                <a:ea typeface="Arial"/>
                <a:cs typeface="Arial"/>
                <a:sym typeface="Arial"/>
              </a:rPr>
              <a:t> </a:t>
            </a:r>
            <a:r>
              <a:rPr b="0" i="0" lang="en" sz="2000" u="none" cap="none" strike="noStrike">
                <a:solidFill>
                  <a:srgbClr val="000000"/>
                </a:solidFill>
                <a:latin typeface="Arial"/>
                <a:ea typeface="Arial"/>
                <a:cs typeface="Arial"/>
                <a:sym typeface="Arial"/>
              </a:rPr>
              <a:t>from the first course in this sequence.</a:t>
            </a:r>
            <a:endParaRPr b="0" i="0" sz="2000" u="none" cap="none" strike="noStrike">
              <a:solidFill>
                <a:srgbClr val="000000"/>
              </a:solidFill>
              <a:latin typeface="Arial"/>
              <a:ea typeface="Arial"/>
              <a:cs typeface="Arial"/>
              <a:sym typeface="Arial"/>
            </a:endParaRPr>
          </a:p>
        </p:txBody>
      </p:sp>
      <p:sp>
        <p:nvSpPr>
          <p:cNvPr id="316" name="Google Shape;316;p59"/>
          <p:cNvSpPr/>
          <p:nvPr/>
        </p:nvSpPr>
        <p:spPr>
          <a:xfrm>
            <a:off x="4037975" y="3578100"/>
            <a:ext cx="4403100" cy="1229100"/>
          </a:xfrm>
          <a:prstGeom prst="roundRect">
            <a:avLst>
              <a:gd fmla="val 16667" name="adj"/>
            </a:avLst>
          </a:prstGeom>
          <a:solidFill>
            <a:srgbClr val="FFFFFF"/>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2000"/>
              <a:buFont typeface="Arial"/>
              <a:buNone/>
            </a:pPr>
            <a:r>
              <a:rPr b="0" i="0" lang="en" sz="2000" u="none" cap="none" strike="noStrike">
                <a:solidFill>
                  <a:srgbClr val="000000"/>
                </a:solidFill>
                <a:latin typeface="Arial"/>
                <a:ea typeface="Arial"/>
                <a:cs typeface="Arial"/>
                <a:sym typeface="Arial"/>
              </a:rPr>
              <a:t>Some of it will be discussed</a:t>
            </a:r>
            <a:r>
              <a:rPr b="0" i="0" lang="en" sz="2000" u="none" cap="none" strike="noStrike">
                <a:solidFill>
                  <a:srgbClr val="FF0000"/>
                </a:solidFill>
                <a:latin typeface="Arial"/>
                <a:ea typeface="Arial"/>
                <a:cs typeface="Arial"/>
                <a:sym typeface="Arial"/>
              </a:rPr>
              <a:t> </a:t>
            </a:r>
            <a:r>
              <a:rPr b="1" i="1" lang="en" sz="2000" u="none" cap="none" strike="noStrike">
                <a:solidFill>
                  <a:srgbClr val="FF0000"/>
                </a:solidFill>
                <a:latin typeface="Arial"/>
                <a:ea typeface="Arial"/>
                <a:cs typeface="Arial"/>
                <a:sym typeface="Arial"/>
              </a:rPr>
              <a:t>very quickly</a:t>
            </a:r>
            <a:r>
              <a:rPr b="0" i="0" lang="en" sz="2000" u="none" cap="none" strike="noStrike">
                <a:solidFill>
                  <a:srgbClr val="000000"/>
                </a:solidFill>
                <a:latin typeface="Arial"/>
                <a:ea typeface="Arial"/>
                <a:cs typeface="Arial"/>
                <a:sym typeface="Arial"/>
              </a:rPr>
              <a:t> unless there are questions. If you have a question, </a:t>
            </a:r>
            <a:r>
              <a:rPr b="1" i="1" lang="en" sz="2000" u="none" cap="none" strike="noStrike">
                <a:solidFill>
                  <a:srgbClr val="FF0000"/>
                </a:solidFill>
                <a:latin typeface="Arial"/>
                <a:ea typeface="Arial"/>
                <a:cs typeface="Arial"/>
                <a:sym typeface="Arial"/>
              </a:rPr>
              <a:t>please ask!</a:t>
            </a:r>
            <a:endParaRPr b="1" i="1" sz="2000" u="none" cap="none" strike="noStrike">
              <a:solidFill>
                <a:srgbClr val="FF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5"/>
                                        </p:tgtEl>
                                        <p:attrNameLst>
                                          <p:attrName>style.visibility</p:attrName>
                                        </p:attrNameLst>
                                      </p:cBhvr>
                                      <p:to>
                                        <p:strVal val="visible"/>
                                      </p:to>
                                    </p:set>
                                    <p:animEffect filter="fade" transition="in">
                                      <p:cBhvr>
                                        <p:cTn dur="1000"/>
                                        <p:tgtEl>
                                          <p:spTgt spid="31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16"/>
                                        </p:tgtEl>
                                        <p:attrNameLst>
                                          <p:attrName>style.visibility</p:attrName>
                                        </p:attrNameLst>
                                      </p:cBhvr>
                                      <p:to>
                                        <p:strVal val="visible"/>
                                      </p:to>
                                    </p:set>
                                    <p:animEffect filter="fade" transition="in">
                                      <p:cBhvr>
                                        <p:cTn dur="1000"/>
                                        <p:tgtEl>
                                          <p:spTgt spid="31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0" name="Shape 320"/>
        <p:cNvGrpSpPr/>
        <p:nvPr/>
      </p:nvGrpSpPr>
      <p:grpSpPr>
        <a:xfrm>
          <a:off x="0" y="0"/>
          <a:ext cx="0" cy="0"/>
          <a:chOff x="0" y="0"/>
          <a:chExt cx="0" cy="0"/>
        </a:xfrm>
      </p:grpSpPr>
      <p:sp>
        <p:nvSpPr>
          <p:cNvPr id="321" name="Google Shape;321;p60"/>
          <p:cNvSpPr txBox="1"/>
          <p:nvPr>
            <p:ph type="title"/>
          </p:nvPr>
        </p:nvSpPr>
        <p:spPr>
          <a:xfrm>
            <a:off x="311725" y="2723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Data Structures</a:t>
            </a:r>
            <a:endParaRPr/>
          </a:p>
        </p:txBody>
      </p:sp>
      <p:sp>
        <p:nvSpPr>
          <p:cNvPr id="322" name="Google Shape;322;p60"/>
          <p:cNvSpPr txBox="1"/>
          <p:nvPr>
            <p:ph idx="1" type="body"/>
          </p:nvPr>
        </p:nvSpPr>
        <p:spPr>
          <a:xfrm>
            <a:off x="4568475" y="119925"/>
            <a:ext cx="4166400" cy="47835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0"/>
              </a:spcBef>
              <a:spcAft>
                <a:spcPts val="0"/>
              </a:spcAft>
              <a:buSzPts val="1300"/>
              <a:buChar char="●"/>
            </a:pPr>
            <a:r>
              <a:rPr lang="en"/>
              <a:t>In this unit we will begin exploring </a:t>
            </a:r>
            <a:r>
              <a:rPr b="1" i="1" lang="en">
                <a:solidFill>
                  <a:srgbClr val="FF0000"/>
                </a:solidFill>
              </a:rPr>
              <a:t>abstract data types</a:t>
            </a:r>
            <a:r>
              <a:rPr lang="en"/>
              <a:t>.</a:t>
            </a:r>
            <a:endParaRPr/>
          </a:p>
          <a:p>
            <a:pPr indent="-298450" lvl="1" marL="914400" rtl="0" algn="l">
              <a:lnSpc>
                <a:spcPct val="115000"/>
              </a:lnSpc>
              <a:spcBef>
                <a:spcPts val="0"/>
              </a:spcBef>
              <a:spcAft>
                <a:spcPts val="0"/>
              </a:spcAft>
              <a:buSzPts val="1100"/>
              <a:buChar char="○"/>
            </a:pPr>
            <a:r>
              <a:rPr lang="en"/>
              <a:t>An abstract data type describes the behavior of a data structure from the perspective of its user without providing any implementation details.</a:t>
            </a:r>
            <a:endParaRPr/>
          </a:p>
          <a:p>
            <a:pPr indent="-298450" lvl="1" marL="914400" rtl="0" algn="l">
              <a:lnSpc>
                <a:spcPct val="115000"/>
              </a:lnSpc>
              <a:spcBef>
                <a:spcPts val="0"/>
              </a:spcBef>
              <a:spcAft>
                <a:spcPts val="0"/>
              </a:spcAft>
              <a:buSzPts val="1100"/>
              <a:buChar char="○"/>
            </a:pPr>
            <a:r>
              <a:rPr lang="en"/>
              <a:t>Every abstract data type (ADT) may be implemented in more than one way.</a:t>
            </a:r>
            <a:endParaRPr/>
          </a:p>
          <a:p>
            <a:pPr indent="-298450" lvl="1" marL="914400" rtl="0" algn="l">
              <a:lnSpc>
                <a:spcPct val="115000"/>
              </a:lnSpc>
              <a:spcBef>
                <a:spcPts val="0"/>
              </a:spcBef>
              <a:spcAft>
                <a:spcPts val="0"/>
              </a:spcAft>
              <a:buSzPts val="1100"/>
              <a:buChar char="○"/>
            </a:pPr>
            <a:r>
              <a:rPr lang="en"/>
              <a:t>When solving a new problem, choosing the most efficient implementation is just as important as choosing the correct data structure.</a:t>
            </a:r>
            <a:endParaRPr/>
          </a:p>
          <a:p>
            <a:pPr indent="-311150" lvl="0" marL="457200" rtl="0" algn="l">
              <a:lnSpc>
                <a:spcPct val="115000"/>
              </a:lnSpc>
              <a:spcBef>
                <a:spcPts val="1000"/>
              </a:spcBef>
              <a:spcAft>
                <a:spcPts val="0"/>
              </a:spcAft>
              <a:buSzPts val="1300"/>
              <a:buChar char="●"/>
            </a:pPr>
            <a:r>
              <a:rPr lang="en"/>
              <a:t>We will examine several different abstract data types, and implement each in multiple ways. Topics will include:</a:t>
            </a:r>
            <a:endParaRPr/>
          </a:p>
          <a:p>
            <a:pPr indent="-298450" lvl="1" marL="914400" rtl="0" algn="l">
              <a:lnSpc>
                <a:spcPct val="115000"/>
              </a:lnSpc>
              <a:spcBef>
                <a:spcPts val="0"/>
              </a:spcBef>
              <a:spcAft>
                <a:spcPts val="0"/>
              </a:spcAft>
              <a:buSzPts val="1100"/>
              <a:buChar char="○"/>
            </a:pPr>
            <a:r>
              <a:rPr lang="en"/>
              <a:t>Queues</a:t>
            </a:r>
            <a:endParaRPr/>
          </a:p>
          <a:p>
            <a:pPr indent="-298450" lvl="1" marL="914400" rtl="0" algn="l">
              <a:lnSpc>
                <a:spcPct val="115000"/>
              </a:lnSpc>
              <a:spcBef>
                <a:spcPts val="0"/>
              </a:spcBef>
              <a:spcAft>
                <a:spcPts val="0"/>
              </a:spcAft>
              <a:buSzPts val="1100"/>
              <a:buChar char="○"/>
            </a:pPr>
            <a:r>
              <a:rPr lang="en"/>
              <a:t>Generics</a:t>
            </a:r>
            <a:endParaRPr/>
          </a:p>
          <a:p>
            <a:pPr indent="-298450" lvl="1" marL="914400" rtl="0" algn="l">
              <a:lnSpc>
                <a:spcPct val="115000"/>
              </a:lnSpc>
              <a:spcBef>
                <a:spcPts val="0"/>
              </a:spcBef>
              <a:spcAft>
                <a:spcPts val="0"/>
              </a:spcAft>
              <a:buSzPts val="1100"/>
              <a:buChar char="○"/>
            </a:pPr>
            <a:r>
              <a:rPr lang="en"/>
              <a:t>Lists</a:t>
            </a:r>
            <a:endParaRPr/>
          </a:p>
          <a:p>
            <a:pPr indent="-298450" lvl="1" marL="914400" rtl="0" algn="l">
              <a:lnSpc>
                <a:spcPct val="115000"/>
              </a:lnSpc>
              <a:spcBef>
                <a:spcPts val="0"/>
              </a:spcBef>
              <a:spcAft>
                <a:spcPts val="0"/>
              </a:spcAft>
              <a:buSzPts val="1100"/>
              <a:buChar char="○"/>
            </a:pPr>
            <a:r>
              <a:rPr lang="en"/>
              <a:t>Iterators</a:t>
            </a:r>
            <a:endParaRPr/>
          </a:p>
          <a:p>
            <a:pPr indent="-298450" lvl="1" marL="914400" rtl="0" algn="l">
              <a:lnSpc>
                <a:spcPct val="115000"/>
              </a:lnSpc>
              <a:spcBef>
                <a:spcPts val="0"/>
              </a:spcBef>
              <a:spcAft>
                <a:spcPts val="0"/>
              </a:spcAft>
              <a:buSzPts val="1100"/>
              <a:buChar char="○"/>
            </a:pPr>
            <a:r>
              <a:rPr lang="en"/>
              <a:t>The Java Collections Framework (JCF)</a:t>
            </a:r>
            <a:endParaRPr/>
          </a:p>
          <a:p>
            <a:pPr indent="-311150" lvl="0" marL="457200" rtl="0" algn="l">
              <a:lnSpc>
                <a:spcPct val="115000"/>
              </a:lnSpc>
              <a:spcBef>
                <a:spcPts val="1000"/>
              </a:spcBef>
              <a:spcAft>
                <a:spcPts val="0"/>
              </a:spcAft>
              <a:buSzPts val="1300"/>
              <a:buChar char="●"/>
            </a:pPr>
            <a:r>
              <a:rPr lang="en"/>
              <a:t>Today we will specifically focus on a data structure with which you are already familiar: the </a:t>
            </a:r>
            <a:r>
              <a:rPr b="1" i="1" lang="en">
                <a:solidFill>
                  <a:srgbClr val="FF0000"/>
                </a:solidFill>
              </a:rPr>
              <a:t>queue</a:t>
            </a:r>
            <a:r>
              <a:rPr lang="en"/>
              <a:t>.</a:t>
            </a:r>
            <a:endParaRPr/>
          </a:p>
        </p:txBody>
      </p:sp>
      <p:sp>
        <p:nvSpPr>
          <p:cNvPr id="323" name="Google Shape;323;p6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324" name="Google Shape;324;p60"/>
          <p:cNvSpPr txBox="1"/>
          <p:nvPr>
            <p:ph idx="3" type="body"/>
          </p:nvPr>
        </p:nvSpPr>
        <p:spPr>
          <a:xfrm>
            <a:off x="260425" y="2420675"/>
            <a:ext cx="3706500" cy="714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You are already familiar with many data structures </a:t>
            </a:r>
            <a:r>
              <a:rPr b="1" i="1" lang="en" sz="1200">
                <a:solidFill>
                  <a:srgbClr val="FF0000"/>
                </a:solidFill>
              </a:rPr>
              <a:t>from the perspective of a user</a:t>
            </a:r>
            <a:r>
              <a:rPr lang="en" sz="1200"/>
              <a:t> including arrays, queues, stacks, lists, sets, and dictionaries.</a:t>
            </a:r>
            <a:endParaRPr sz="1200"/>
          </a:p>
        </p:txBody>
      </p:sp>
      <p:grpSp>
        <p:nvGrpSpPr>
          <p:cNvPr id="325" name="Google Shape;325;p60"/>
          <p:cNvGrpSpPr/>
          <p:nvPr/>
        </p:nvGrpSpPr>
        <p:grpSpPr>
          <a:xfrm>
            <a:off x="206414" y="1108047"/>
            <a:ext cx="3814500" cy="1197789"/>
            <a:chOff x="260414" y="1960022"/>
            <a:chExt cx="3814500" cy="1197789"/>
          </a:xfrm>
        </p:grpSpPr>
        <p:cxnSp>
          <p:nvCxnSpPr>
            <p:cNvPr id="326" name="Google Shape;326;p60"/>
            <p:cNvCxnSpPr/>
            <p:nvPr/>
          </p:nvCxnSpPr>
          <p:spPr>
            <a:xfrm rot="10800000">
              <a:off x="260414" y="2581000"/>
              <a:ext cx="3814500" cy="0"/>
            </a:xfrm>
            <a:prstGeom prst="straightConnector1">
              <a:avLst/>
            </a:prstGeom>
            <a:noFill/>
            <a:ln cap="flat" cmpd="sng" w="76200">
              <a:solidFill>
                <a:srgbClr val="FF9900"/>
              </a:solidFill>
              <a:prstDash val="solid"/>
              <a:round/>
              <a:headEnd len="sm" w="sm" type="none"/>
              <a:tailEnd len="med" w="med" type="triangle"/>
            </a:ln>
          </p:spPr>
        </p:cxnSp>
        <p:pic>
          <p:nvPicPr>
            <p:cNvPr id="327" name="Google Shape;327;p60"/>
            <p:cNvPicPr preferRelativeResize="0"/>
            <p:nvPr/>
          </p:nvPicPr>
          <p:blipFill rotWithShape="1">
            <a:blip r:embed="rId3">
              <a:alphaModFix/>
            </a:blip>
            <a:srcRect b="0" l="0" r="0" t="0"/>
            <a:stretch/>
          </p:blipFill>
          <p:spPr>
            <a:xfrm>
              <a:off x="3261013" y="1960036"/>
              <a:ext cx="685875" cy="1197764"/>
            </a:xfrm>
            <a:prstGeom prst="rect">
              <a:avLst/>
            </a:prstGeom>
            <a:noFill/>
            <a:ln>
              <a:noFill/>
            </a:ln>
          </p:spPr>
        </p:pic>
        <p:pic>
          <p:nvPicPr>
            <p:cNvPr id="328" name="Google Shape;328;p60"/>
            <p:cNvPicPr preferRelativeResize="0"/>
            <p:nvPr/>
          </p:nvPicPr>
          <p:blipFill rotWithShape="1">
            <a:blip r:embed="rId4">
              <a:alphaModFix/>
            </a:blip>
            <a:srcRect b="0" l="0" r="0" t="0"/>
            <a:stretch/>
          </p:blipFill>
          <p:spPr>
            <a:xfrm>
              <a:off x="1020294" y="1960028"/>
              <a:ext cx="685878" cy="1197775"/>
            </a:xfrm>
            <a:prstGeom prst="rect">
              <a:avLst/>
            </a:prstGeom>
            <a:noFill/>
            <a:ln>
              <a:noFill/>
            </a:ln>
          </p:spPr>
        </p:pic>
        <p:pic>
          <p:nvPicPr>
            <p:cNvPr id="329" name="Google Shape;329;p60"/>
            <p:cNvPicPr preferRelativeResize="0"/>
            <p:nvPr/>
          </p:nvPicPr>
          <p:blipFill rotWithShape="1">
            <a:blip r:embed="rId5">
              <a:alphaModFix/>
            </a:blip>
            <a:srcRect b="0" l="0" r="0" t="0"/>
            <a:stretch/>
          </p:blipFill>
          <p:spPr>
            <a:xfrm>
              <a:off x="443331" y="1960037"/>
              <a:ext cx="456704" cy="1197774"/>
            </a:xfrm>
            <a:prstGeom prst="rect">
              <a:avLst/>
            </a:prstGeom>
            <a:noFill/>
            <a:ln>
              <a:noFill/>
            </a:ln>
          </p:spPr>
        </p:pic>
        <p:pic>
          <p:nvPicPr>
            <p:cNvPr id="330" name="Google Shape;330;p60"/>
            <p:cNvPicPr preferRelativeResize="0"/>
            <p:nvPr/>
          </p:nvPicPr>
          <p:blipFill rotWithShape="1">
            <a:blip r:embed="rId6">
              <a:alphaModFix/>
            </a:blip>
            <a:srcRect b="0" l="0" r="0" t="0"/>
            <a:stretch/>
          </p:blipFill>
          <p:spPr>
            <a:xfrm>
              <a:off x="1805777" y="1960025"/>
              <a:ext cx="570161" cy="1197774"/>
            </a:xfrm>
            <a:prstGeom prst="rect">
              <a:avLst/>
            </a:prstGeom>
            <a:noFill/>
            <a:ln>
              <a:noFill/>
            </a:ln>
          </p:spPr>
        </p:pic>
        <p:pic>
          <p:nvPicPr>
            <p:cNvPr id="331" name="Google Shape;331;p60"/>
            <p:cNvPicPr preferRelativeResize="0"/>
            <p:nvPr/>
          </p:nvPicPr>
          <p:blipFill rotWithShape="1">
            <a:blip r:embed="rId7">
              <a:alphaModFix/>
            </a:blip>
            <a:srcRect b="0" l="0" r="0" t="0"/>
            <a:stretch/>
          </p:blipFill>
          <p:spPr>
            <a:xfrm>
              <a:off x="2418495" y="1960022"/>
              <a:ext cx="799949" cy="1197774"/>
            </a:xfrm>
            <a:prstGeom prst="rect">
              <a:avLst/>
            </a:prstGeom>
            <a:noFill/>
            <a:ln>
              <a:noFill/>
            </a:ln>
          </p:spPr>
        </p:pic>
      </p:grpSp>
      <p:sp>
        <p:nvSpPr>
          <p:cNvPr id="332" name="Google Shape;332;p60"/>
          <p:cNvSpPr txBox="1"/>
          <p:nvPr>
            <p:ph idx="3" type="body"/>
          </p:nvPr>
        </p:nvSpPr>
        <p:spPr>
          <a:xfrm>
            <a:off x="260425" y="3245104"/>
            <a:ext cx="3706500" cy="714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In this unit we will learn how </a:t>
            </a:r>
            <a:r>
              <a:rPr b="1" i="1" lang="en" sz="1200">
                <a:solidFill>
                  <a:srgbClr val="FF0000"/>
                </a:solidFill>
              </a:rPr>
              <a:t>different implementations</a:t>
            </a:r>
            <a:r>
              <a:rPr lang="en" sz="1200"/>
              <a:t> of many of these data structures work.</a:t>
            </a:r>
            <a:endParaRPr sz="1200"/>
          </a:p>
        </p:txBody>
      </p:sp>
      <p:sp>
        <p:nvSpPr>
          <p:cNvPr id="333" name="Google Shape;333;p60"/>
          <p:cNvSpPr txBox="1"/>
          <p:nvPr>
            <p:ph idx="3" type="body"/>
          </p:nvPr>
        </p:nvSpPr>
        <p:spPr>
          <a:xfrm>
            <a:off x="260425" y="4069533"/>
            <a:ext cx="3706500" cy="714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We will also examine the situational </a:t>
            </a:r>
            <a:r>
              <a:rPr b="1" i="1" lang="en" sz="1200">
                <a:solidFill>
                  <a:srgbClr val="FF0000"/>
                </a:solidFill>
              </a:rPr>
              <a:t>strengths and weaknesses</a:t>
            </a:r>
            <a:r>
              <a:rPr lang="en" sz="1200"/>
              <a:t> of each implementation in terms of </a:t>
            </a:r>
            <a:r>
              <a:rPr b="1" i="1" lang="en" sz="1200">
                <a:solidFill>
                  <a:srgbClr val="FF0000"/>
                </a:solidFill>
              </a:rPr>
              <a:t>complexity</a:t>
            </a:r>
            <a:r>
              <a:rPr lang="en" sz="1200">
                <a:solidFill>
                  <a:srgbClr val="FF0000"/>
                </a:solidFill>
              </a:rPr>
              <a:t> </a:t>
            </a:r>
            <a:r>
              <a:rPr lang="en" sz="1200"/>
              <a:t>(both space and time).</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0" st="0"/>
                                            </p:txEl>
                                          </p:spTgt>
                                        </p:tgtEl>
                                        <p:attrNameLst>
                                          <p:attrName>style.visibility</p:attrName>
                                        </p:attrNameLst>
                                      </p:cBhvr>
                                      <p:to>
                                        <p:strVal val="visible"/>
                                      </p:to>
                                    </p:set>
                                    <p:animEffect filter="fade" transition="in">
                                      <p:cBhvr>
                                        <p:cTn dur="1000"/>
                                        <p:tgtEl>
                                          <p:spTgt spid="322">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1" st="1"/>
                                            </p:txEl>
                                          </p:spTgt>
                                        </p:tgtEl>
                                        <p:attrNameLst>
                                          <p:attrName>style.visibility</p:attrName>
                                        </p:attrNameLst>
                                      </p:cBhvr>
                                      <p:to>
                                        <p:strVal val="visible"/>
                                      </p:to>
                                    </p:set>
                                    <p:animEffect filter="fade" transition="in">
                                      <p:cBhvr>
                                        <p:cTn dur="1000"/>
                                        <p:tgtEl>
                                          <p:spTgt spid="322">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2" st="2"/>
                                            </p:txEl>
                                          </p:spTgt>
                                        </p:tgtEl>
                                        <p:attrNameLst>
                                          <p:attrName>style.visibility</p:attrName>
                                        </p:attrNameLst>
                                      </p:cBhvr>
                                      <p:to>
                                        <p:strVal val="visible"/>
                                      </p:to>
                                    </p:set>
                                    <p:animEffect filter="fade" transition="in">
                                      <p:cBhvr>
                                        <p:cTn dur="1000"/>
                                        <p:tgtEl>
                                          <p:spTgt spid="322">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3" st="3"/>
                                            </p:txEl>
                                          </p:spTgt>
                                        </p:tgtEl>
                                        <p:attrNameLst>
                                          <p:attrName>style.visibility</p:attrName>
                                        </p:attrNameLst>
                                      </p:cBhvr>
                                      <p:to>
                                        <p:strVal val="visible"/>
                                      </p:to>
                                    </p:set>
                                    <p:animEffect filter="fade" transition="in">
                                      <p:cBhvr>
                                        <p:cTn dur="1000"/>
                                        <p:tgtEl>
                                          <p:spTgt spid="322">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4" st="4"/>
                                            </p:txEl>
                                          </p:spTgt>
                                        </p:tgtEl>
                                        <p:attrNameLst>
                                          <p:attrName>style.visibility</p:attrName>
                                        </p:attrNameLst>
                                      </p:cBhvr>
                                      <p:to>
                                        <p:strVal val="visible"/>
                                      </p:to>
                                    </p:set>
                                    <p:animEffect filter="fade" transition="in">
                                      <p:cBhvr>
                                        <p:cTn dur="1000"/>
                                        <p:tgtEl>
                                          <p:spTgt spid="322">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5" st="5"/>
                                            </p:txEl>
                                          </p:spTgt>
                                        </p:tgtEl>
                                        <p:attrNameLst>
                                          <p:attrName>style.visibility</p:attrName>
                                        </p:attrNameLst>
                                      </p:cBhvr>
                                      <p:to>
                                        <p:strVal val="visible"/>
                                      </p:to>
                                    </p:set>
                                    <p:animEffect filter="fade" transition="in">
                                      <p:cBhvr>
                                        <p:cTn dur="1000"/>
                                        <p:tgtEl>
                                          <p:spTgt spid="322">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6" st="6"/>
                                            </p:txEl>
                                          </p:spTgt>
                                        </p:tgtEl>
                                        <p:attrNameLst>
                                          <p:attrName>style.visibility</p:attrName>
                                        </p:attrNameLst>
                                      </p:cBhvr>
                                      <p:to>
                                        <p:strVal val="visible"/>
                                      </p:to>
                                    </p:set>
                                    <p:animEffect filter="fade" transition="in">
                                      <p:cBhvr>
                                        <p:cTn dur="1000"/>
                                        <p:tgtEl>
                                          <p:spTgt spid="322">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7" st="7"/>
                                            </p:txEl>
                                          </p:spTgt>
                                        </p:tgtEl>
                                        <p:attrNameLst>
                                          <p:attrName>style.visibility</p:attrName>
                                        </p:attrNameLst>
                                      </p:cBhvr>
                                      <p:to>
                                        <p:strVal val="visible"/>
                                      </p:to>
                                    </p:set>
                                    <p:animEffect filter="fade" transition="in">
                                      <p:cBhvr>
                                        <p:cTn dur="1000"/>
                                        <p:tgtEl>
                                          <p:spTgt spid="322">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8" st="8"/>
                                            </p:txEl>
                                          </p:spTgt>
                                        </p:tgtEl>
                                        <p:attrNameLst>
                                          <p:attrName>style.visibility</p:attrName>
                                        </p:attrNameLst>
                                      </p:cBhvr>
                                      <p:to>
                                        <p:strVal val="visible"/>
                                      </p:to>
                                    </p:set>
                                    <p:animEffect filter="fade" transition="in">
                                      <p:cBhvr>
                                        <p:cTn dur="1000"/>
                                        <p:tgtEl>
                                          <p:spTgt spid="322">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9" st="9"/>
                                            </p:txEl>
                                          </p:spTgt>
                                        </p:tgtEl>
                                        <p:attrNameLst>
                                          <p:attrName>style.visibility</p:attrName>
                                        </p:attrNameLst>
                                      </p:cBhvr>
                                      <p:to>
                                        <p:strVal val="visible"/>
                                      </p:to>
                                    </p:set>
                                    <p:animEffect filter="fade" transition="in">
                                      <p:cBhvr>
                                        <p:cTn dur="1000"/>
                                        <p:tgtEl>
                                          <p:spTgt spid="322">
                                            <p:txEl>
                                              <p:pRg end="9" st="9"/>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2">
                                            <p:txEl>
                                              <p:pRg end="10" st="10"/>
                                            </p:txEl>
                                          </p:spTgt>
                                        </p:tgtEl>
                                        <p:attrNameLst>
                                          <p:attrName>style.visibility</p:attrName>
                                        </p:attrNameLst>
                                      </p:cBhvr>
                                      <p:to>
                                        <p:strVal val="visible"/>
                                      </p:to>
                                    </p:set>
                                    <p:animEffect filter="fade" transition="in">
                                      <p:cBhvr>
                                        <p:cTn dur="1000"/>
                                        <p:tgtEl>
                                          <p:spTgt spid="322">
                                            <p:txEl>
                                              <p:pRg end="10" st="1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24"/>
                                        </p:tgtEl>
                                        <p:attrNameLst>
                                          <p:attrName>style.visibility</p:attrName>
                                        </p:attrNameLst>
                                      </p:cBhvr>
                                      <p:to>
                                        <p:strVal val="visible"/>
                                      </p:to>
                                    </p:set>
                                    <p:animEffect filter="fade" transition="in">
                                      <p:cBhvr>
                                        <p:cTn dur="1000"/>
                                        <p:tgtEl>
                                          <p:spTgt spid="3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2"/>
                                        </p:tgtEl>
                                        <p:attrNameLst>
                                          <p:attrName>style.visibility</p:attrName>
                                        </p:attrNameLst>
                                      </p:cBhvr>
                                      <p:to>
                                        <p:strVal val="visible"/>
                                      </p:to>
                                    </p:set>
                                    <p:animEffect filter="fade" transition="in">
                                      <p:cBhvr>
                                        <p:cTn dur="1000"/>
                                        <p:tgtEl>
                                          <p:spTgt spid="3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3"/>
                                        </p:tgtEl>
                                        <p:attrNameLst>
                                          <p:attrName>style.visibility</p:attrName>
                                        </p:attrNameLst>
                                      </p:cBhvr>
                                      <p:to>
                                        <p:strVal val="visible"/>
                                      </p:to>
                                    </p:set>
                                    <p:animEffect filter="fade" transition="in">
                                      <p:cBhvr>
                                        <p:cTn dur="1000"/>
                                        <p:tgtEl>
                                          <p:spTgt spid="33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7" name="Shape 337"/>
        <p:cNvGrpSpPr/>
        <p:nvPr/>
      </p:nvGrpSpPr>
      <p:grpSpPr>
        <a:xfrm>
          <a:off x="0" y="0"/>
          <a:ext cx="0" cy="0"/>
          <a:chOff x="0" y="0"/>
          <a:chExt cx="0" cy="0"/>
        </a:xfrm>
      </p:grpSpPr>
      <p:sp>
        <p:nvSpPr>
          <p:cNvPr id="338" name="Google Shape;338;p61"/>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Abstract Data Types</a:t>
            </a:r>
            <a:endParaRPr/>
          </a:p>
        </p:txBody>
      </p:sp>
      <p:sp>
        <p:nvSpPr>
          <p:cNvPr id="339" name="Google Shape;339;p61"/>
          <p:cNvSpPr txBox="1"/>
          <p:nvPr>
            <p:ph idx="1" type="body"/>
          </p:nvPr>
        </p:nvSpPr>
        <p:spPr>
          <a:xfrm>
            <a:off x="118275" y="1429500"/>
            <a:ext cx="4369800" cy="3524700"/>
          </a:xfrm>
          <a:prstGeom prst="rect">
            <a:avLst/>
          </a:prstGeom>
          <a:noFill/>
          <a:ln>
            <a:noFill/>
          </a:ln>
        </p:spPr>
        <p:txBody>
          <a:bodyPr anchorCtr="0" anchor="ctr" bIns="91425" lIns="91425" spcFirstLastPara="1" rIns="91425" wrap="square" tIns="91425">
            <a:spAutoFit/>
          </a:bodyPr>
          <a:lstStyle/>
          <a:p>
            <a:pPr indent="-311150" lvl="0" marL="457200" rtl="0" algn="l">
              <a:lnSpc>
                <a:spcPct val="100000"/>
              </a:lnSpc>
              <a:spcBef>
                <a:spcPts val="0"/>
              </a:spcBef>
              <a:spcAft>
                <a:spcPts val="0"/>
              </a:spcAft>
              <a:buSzPts val="1300"/>
              <a:buChar char="●"/>
            </a:pPr>
            <a:r>
              <a:rPr lang="en"/>
              <a:t>A </a:t>
            </a:r>
            <a:r>
              <a:rPr b="1" i="1" lang="en">
                <a:solidFill>
                  <a:srgbClr val="FF0000"/>
                </a:solidFill>
              </a:rPr>
              <a:t>data structure </a:t>
            </a:r>
            <a:r>
              <a:rPr lang="en"/>
              <a:t>is a grouping of related data.</a:t>
            </a:r>
            <a:endParaRPr/>
          </a:p>
          <a:p>
            <a:pPr indent="-298450" lvl="1" marL="914400" rtl="0" algn="l">
              <a:lnSpc>
                <a:spcPct val="100000"/>
              </a:lnSpc>
              <a:spcBef>
                <a:spcPts val="0"/>
              </a:spcBef>
              <a:spcAft>
                <a:spcPts val="0"/>
              </a:spcAft>
              <a:buSzPts val="1100"/>
              <a:buChar char="○"/>
            </a:pPr>
            <a:r>
              <a:rPr lang="en"/>
              <a:t>We refer to the data as </a:t>
            </a:r>
            <a:r>
              <a:rPr b="1" i="1" lang="en">
                <a:solidFill>
                  <a:srgbClr val="FF0000"/>
                </a:solidFill>
              </a:rPr>
              <a:t>elements</a:t>
            </a:r>
            <a:r>
              <a:rPr lang="en"/>
              <a:t>.</a:t>
            </a:r>
            <a:endParaRPr/>
          </a:p>
          <a:p>
            <a:pPr indent="-311150" lvl="0" marL="457200" rtl="0" algn="l">
              <a:lnSpc>
                <a:spcPct val="100000"/>
              </a:lnSpc>
              <a:spcBef>
                <a:spcPts val="1000"/>
              </a:spcBef>
              <a:spcAft>
                <a:spcPts val="0"/>
              </a:spcAft>
              <a:buSzPts val="1300"/>
              <a:buChar char="●"/>
            </a:pPr>
            <a:r>
              <a:rPr lang="en"/>
              <a:t>Most data structures provide some common operations including </a:t>
            </a:r>
            <a:r>
              <a:rPr b="1" i="1" lang="en">
                <a:solidFill>
                  <a:srgbClr val="FF0000"/>
                </a:solidFill>
              </a:rPr>
              <a:t>store</a:t>
            </a:r>
            <a:r>
              <a:rPr lang="en"/>
              <a:t>, </a:t>
            </a:r>
            <a:r>
              <a:rPr b="1" i="1" lang="en">
                <a:solidFill>
                  <a:srgbClr val="FF0000"/>
                </a:solidFill>
              </a:rPr>
              <a:t>retrieve</a:t>
            </a:r>
            <a:r>
              <a:rPr lang="en"/>
              <a:t>, </a:t>
            </a:r>
            <a:r>
              <a:rPr b="1" i="1" lang="en">
                <a:solidFill>
                  <a:srgbClr val="FF0000"/>
                </a:solidFill>
              </a:rPr>
              <a:t>remove</a:t>
            </a:r>
            <a:r>
              <a:rPr lang="en"/>
              <a:t>, and </a:t>
            </a:r>
            <a:r>
              <a:rPr b="1" i="1" lang="en">
                <a:solidFill>
                  <a:srgbClr val="FF0000"/>
                </a:solidFill>
              </a:rPr>
              <a:t>size</a:t>
            </a:r>
            <a:r>
              <a:rPr lang="en"/>
              <a:t>.</a:t>
            </a:r>
            <a:endParaRPr/>
          </a:p>
          <a:p>
            <a:pPr indent="-311150" lvl="0" marL="457200" rtl="0" algn="l">
              <a:lnSpc>
                <a:spcPct val="100000"/>
              </a:lnSpc>
              <a:spcBef>
                <a:spcPts val="1000"/>
              </a:spcBef>
              <a:spcAft>
                <a:spcPts val="0"/>
              </a:spcAft>
              <a:buSzPts val="1300"/>
              <a:buChar char="●"/>
            </a:pPr>
            <a:r>
              <a:rPr lang="en"/>
              <a:t>An </a:t>
            </a:r>
            <a:r>
              <a:rPr b="1" i="1" lang="en">
                <a:solidFill>
                  <a:srgbClr val="FF0000"/>
                </a:solidFill>
              </a:rPr>
              <a:t>abstract data type</a:t>
            </a:r>
            <a:r>
              <a:rPr lang="en"/>
              <a:t> (</a:t>
            </a:r>
            <a:r>
              <a:rPr b="1" i="1" lang="en">
                <a:solidFill>
                  <a:srgbClr val="FF0000"/>
                </a:solidFill>
              </a:rPr>
              <a:t>ADT</a:t>
            </a:r>
            <a:r>
              <a:rPr lang="en"/>
              <a:t>) defines the behavior of a data structure from the point of view of its </a:t>
            </a:r>
            <a:r>
              <a:rPr b="1" i="1" lang="en">
                <a:solidFill>
                  <a:srgbClr val="FF0000"/>
                </a:solidFill>
              </a:rPr>
              <a:t>user</a:t>
            </a:r>
            <a:r>
              <a:rPr lang="en"/>
              <a:t>.</a:t>
            </a:r>
            <a:endParaRPr/>
          </a:p>
          <a:p>
            <a:pPr indent="-298450" lvl="1" marL="914400" rtl="0" algn="l">
              <a:lnSpc>
                <a:spcPct val="100000"/>
              </a:lnSpc>
              <a:spcBef>
                <a:spcPts val="0"/>
              </a:spcBef>
              <a:spcAft>
                <a:spcPts val="0"/>
              </a:spcAft>
              <a:buSzPts val="1100"/>
              <a:buChar char="○"/>
            </a:pPr>
            <a:r>
              <a:rPr lang="en"/>
              <a:t>This includes the possible values and the operations available.</a:t>
            </a:r>
            <a:endParaRPr/>
          </a:p>
          <a:p>
            <a:pPr indent="-311150" lvl="0" marL="457200" rtl="0" algn="l">
              <a:lnSpc>
                <a:spcPct val="100000"/>
              </a:lnSpc>
              <a:spcBef>
                <a:spcPts val="1000"/>
              </a:spcBef>
              <a:spcAft>
                <a:spcPts val="0"/>
              </a:spcAft>
              <a:buSzPts val="1300"/>
              <a:buChar char="●"/>
            </a:pPr>
            <a:r>
              <a:rPr lang="en"/>
              <a:t>Choosing the ADT that provides operations suitable for solving a problem usually isn't enough.</a:t>
            </a:r>
            <a:endParaRPr/>
          </a:p>
          <a:p>
            <a:pPr indent="-298450" lvl="1" marL="914400" rtl="0" algn="l">
              <a:lnSpc>
                <a:spcPct val="100000"/>
              </a:lnSpc>
              <a:spcBef>
                <a:spcPts val="0"/>
              </a:spcBef>
              <a:spcAft>
                <a:spcPts val="0"/>
              </a:spcAft>
              <a:buSzPts val="1100"/>
              <a:buChar char="○"/>
            </a:pPr>
            <a:r>
              <a:rPr lang="en"/>
              <a:t>Each ADT may be implemented in </a:t>
            </a:r>
            <a:r>
              <a:rPr b="1" i="1" lang="en">
                <a:solidFill>
                  <a:srgbClr val="FF0000"/>
                </a:solidFill>
              </a:rPr>
              <a:t>multiple ways</a:t>
            </a:r>
            <a:r>
              <a:rPr lang="en"/>
              <a:t>.</a:t>
            </a:r>
            <a:endParaRPr/>
          </a:p>
          <a:p>
            <a:pPr indent="-298450" lvl="1" marL="914400" rtl="0" algn="l">
              <a:lnSpc>
                <a:spcPct val="100000"/>
              </a:lnSpc>
              <a:spcBef>
                <a:spcPts val="0"/>
              </a:spcBef>
              <a:spcAft>
                <a:spcPts val="0"/>
              </a:spcAft>
              <a:buSzPts val="1100"/>
              <a:buChar char="○"/>
            </a:pPr>
            <a:r>
              <a:rPr lang="en"/>
              <a:t>Choosing the </a:t>
            </a:r>
            <a:r>
              <a:rPr b="1" i="1" lang="en">
                <a:solidFill>
                  <a:srgbClr val="FF0000"/>
                </a:solidFill>
              </a:rPr>
              <a:t>correct implementation</a:t>
            </a:r>
            <a:r>
              <a:rPr lang="en"/>
              <a:t> is also important.</a:t>
            </a:r>
            <a:endParaRPr/>
          </a:p>
          <a:p>
            <a:pPr indent="-298450" lvl="1" marL="914400" rtl="0" algn="l">
              <a:lnSpc>
                <a:spcPct val="100000"/>
              </a:lnSpc>
              <a:spcBef>
                <a:spcPts val="0"/>
              </a:spcBef>
              <a:spcAft>
                <a:spcPts val="0"/>
              </a:spcAft>
              <a:buSzPts val="1100"/>
              <a:buChar char="○"/>
            </a:pPr>
            <a:r>
              <a:rPr lang="en"/>
              <a:t>This requires understanding the </a:t>
            </a:r>
            <a:r>
              <a:rPr b="1" i="1" lang="en">
                <a:solidFill>
                  <a:srgbClr val="FF0000"/>
                </a:solidFill>
              </a:rPr>
              <a:t>complexity</a:t>
            </a:r>
            <a:r>
              <a:rPr lang="en">
                <a:solidFill>
                  <a:srgbClr val="FF0000"/>
                </a:solidFill>
              </a:rPr>
              <a:t> </a:t>
            </a:r>
            <a:r>
              <a:rPr lang="en"/>
              <a:t>of each operation under different circumstances. </a:t>
            </a:r>
            <a:endParaRPr/>
          </a:p>
        </p:txBody>
      </p:sp>
      <p:sp>
        <p:nvSpPr>
          <p:cNvPr id="340" name="Google Shape;340;p6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341" name="Google Shape;341;p61"/>
          <p:cNvSpPr txBox="1"/>
          <p:nvPr>
            <p:ph idx="2" type="body"/>
          </p:nvPr>
        </p:nvSpPr>
        <p:spPr>
          <a:xfrm>
            <a:off x="4680000" y="3372124"/>
            <a:ext cx="3999900" cy="660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Choosing the correct </a:t>
            </a:r>
            <a:r>
              <a:rPr b="1" i="1" lang="en" sz="1200">
                <a:solidFill>
                  <a:srgbClr val="FF0000"/>
                </a:solidFill>
                <a:latin typeface="Arial"/>
                <a:ea typeface="Arial"/>
                <a:cs typeface="Arial"/>
                <a:sym typeface="Arial"/>
              </a:rPr>
              <a:t>abstract data type</a:t>
            </a:r>
            <a:r>
              <a:rPr lang="en" sz="1200">
                <a:solidFill>
                  <a:srgbClr val="000000"/>
                </a:solidFill>
                <a:latin typeface="Arial"/>
                <a:ea typeface="Arial"/>
                <a:cs typeface="Arial"/>
                <a:sym typeface="Arial"/>
              </a:rPr>
              <a:t> involves understanding the nature and constraints of the problem being solved.</a:t>
            </a:r>
            <a:endParaRPr sz="1200">
              <a:solidFill>
                <a:srgbClr val="000000"/>
              </a:solidFill>
              <a:latin typeface="Arial"/>
              <a:ea typeface="Arial"/>
              <a:cs typeface="Arial"/>
              <a:sym typeface="Arial"/>
            </a:endParaRPr>
          </a:p>
        </p:txBody>
      </p:sp>
      <p:sp>
        <p:nvSpPr>
          <p:cNvPr id="342" name="Google Shape;342;p61"/>
          <p:cNvSpPr txBox="1"/>
          <p:nvPr>
            <p:ph idx="2" type="body"/>
          </p:nvPr>
        </p:nvSpPr>
        <p:spPr>
          <a:xfrm>
            <a:off x="4680000" y="4119000"/>
            <a:ext cx="3999900" cy="861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Choosing the correct </a:t>
            </a:r>
            <a:r>
              <a:rPr b="1" i="1" lang="en" sz="1200">
                <a:solidFill>
                  <a:srgbClr val="FF0000"/>
                </a:solidFill>
                <a:latin typeface="Arial"/>
                <a:ea typeface="Arial"/>
                <a:cs typeface="Arial"/>
                <a:sym typeface="Arial"/>
              </a:rPr>
              <a:t>implementation</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involves understanding which </a:t>
            </a:r>
            <a:r>
              <a:rPr b="1" i="1" lang="en" sz="1200">
                <a:solidFill>
                  <a:srgbClr val="FF0000"/>
                </a:solidFill>
                <a:latin typeface="Arial"/>
                <a:ea typeface="Arial"/>
                <a:cs typeface="Arial"/>
                <a:sym typeface="Arial"/>
              </a:rPr>
              <a:t>operations </a:t>
            </a:r>
            <a:r>
              <a:rPr lang="en" sz="1200">
                <a:solidFill>
                  <a:srgbClr val="000000"/>
                </a:solidFill>
                <a:latin typeface="Arial"/>
                <a:ea typeface="Arial"/>
                <a:cs typeface="Arial"/>
                <a:sym typeface="Arial"/>
              </a:rPr>
              <a:t>will be used the most, and which of the available options provides the</a:t>
            </a:r>
            <a:r>
              <a:rPr lang="en" sz="1200">
                <a:solidFill>
                  <a:srgbClr val="FF0000"/>
                </a:solidFill>
                <a:latin typeface="Arial"/>
                <a:ea typeface="Arial"/>
                <a:cs typeface="Arial"/>
                <a:sym typeface="Arial"/>
              </a:rPr>
              <a:t> </a:t>
            </a:r>
            <a:r>
              <a:rPr b="1" i="1" lang="en" sz="1200">
                <a:solidFill>
                  <a:srgbClr val="FF0000"/>
                </a:solidFill>
                <a:latin typeface="Arial"/>
                <a:ea typeface="Arial"/>
                <a:cs typeface="Arial"/>
                <a:sym typeface="Arial"/>
              </a:rPr>
              <a:t>most efficient implementation</a:t>
            </a:r>
            <a:r>
              <a:rPr lang="en" sz="1200">
                <a:solidFill>
                  <a:srgbClr val="000000"/>
                </a:solidFill>
                <a:latin typeface="Arial"/>
                <a:ea typeface="Arial"/>
                <a:cs typeface="Arial"/>
                <a:sym typeface="Arial"/>
              </a:rPr>
              <a:t> of those operations. </a:t>
            </a:r>
            <a:endParaRPr sz="1200">
              <a:solidFill>
                <a:srgbClr val="000000"/>
              </a:solidFill>
              <a:latin typeface="Arial"/>
              <a:ea typeface="Arial"/>
              <a:cs typeface="Arial"/>
              <a:sym typeface="Arial"/>
            </a:endParaRPr>
          </a:p>
        </p:txBody>
      </p:sp>
      <p:pic>
        <p:nvPicPr>
          <p:cNvPr descr="queue.jpg" id="343" name="Google Shape;343;p61"/>
          <p:cNvPicPr preferRelativeResize="0"/>
          <p:nvPr/>
        </p:nvPicPr>
        <p:blipFill rotWithShape="1">
          <a:blip r:embed="rId3">
            <a:alphaModFix/>
          </a:blip>
          <a:srcRect b="0" l="0" r="0" t="0"/>
          <a:stretch/>
        </p:blipFill>
        <p:spPr>
          <a:xfrm>
            <a:off x="6542443" y="1356875"/>
            <a:ext cx="1985057" cy="1928375"/>
          </a:xfrm>
          <a:prstGeom prst="rect">
            <a:avLst/>
          </a:prstGeom>
          <a:noFill/>
          <a:ln>
            <a:noFill/>
          </a:ln>
        </p:spPr>
      </p:pic>
      <p:pic>
        <p:nvPicPr>
          <p:cNvPr id="344" name="Google Shape;344;p61"/>
          <p:cNvPicPr preferRelativeResize="0"/>
          <p:nvPr/>
        </p:nvPicPr>
        <p:blipFill rotWithShape="1">
          <a:blip r:embed="rId4">
            <a:alphaModFix/>
          </a:blip>
          <a:srcRect b="7413" l="0" r="0" t="6379"/>
          <a:stretch/>
        </p:blipFill>
        <p:spPr>
          <a:xfrm>
            <a:off x="4832400" y="1356875"/>
            <a:ext cx="1865175" cy="1966875"/>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0" st="0"/>
                                            </p:txEl>
                                          </p:spTgt>
                                        </p:tgtEl>
                                        <p:attrNameLst>
                                          <p:attrName>style.visibility</p:attrName>
                                        </p:attrNameLst>
                                      </p:cBhvr>
                                      <p:to>
                                        <p:strVal val="visible"/>
                                      </p:to>
                                    </p:set>
                                    <p:animEffect filter="fade" transition="in">
                                      <p:cBhvr>
                                        <p:cTn dur="1000"/>
                                        <p:tgtEl>
                                          <p:spTgt spid="33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1" st="1"/>
                                            </p:txEl>
                                          </p:spTgt>
                                        </p:tgtEl>
                                        <p:attrNameLst>
                                          <p:attrName>style.visibility</p:attrName>
                                        </p:attrNameLst>
                                      </p:cBhvr>
                                      <p:to>
                                        <p:strVal val="visible"/>
                                      </p:to>
                                    </p:set>
                                    <p:animEffect filter="fade" transition="in">
                                      <p:cBhvr>
                                        <p:cTn dur="1000"/>
                                        <p:tgtEl>
                                          <p:spTgt spid="33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2" st="2"/>
                                            </p:txEl>
                                          </p:spTgt>
                                        </p:tgtEl>
                                        <p:attrNameLst>
                                          <p:attrName>style.visibility</p:attrName>
                                        </p:attrNameLst>
                                      </p:cBhvr>
                                      <p:to>
                                        <p:strVal val="visible"/>
                                      </p:to>
                                    </p:set>
                                    <p:animEffect filter="fade" transition="in">
                                      <p:cBhvr>
                                        <p:cTn dur="1000"/>
                                        <p:tgtEl>
                                          <p:spTgt spid="33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3" st="3"/>
                                            </p:txEl>
                                          </p:spTgt>
                                        </p:tgtEl>
                                        <p:attrNameLst>
                                          <p:attrName>style.visibility</p:attrName>
                                        </p:attrNameLst>
                                      </p:cBhvr>
                                      <p:to>
                                        <p:strVal val="visible"/>
                                      </p:to>
                                    </p:set>
                                    <p:animEffect filter="fade" transition="in">
                                      <p:cBhvr>
                                        <p:cTn dur="1000"/>
                                        <p:tgtEl>
                                          <p:spTgt spid="339">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4" st="4"/>
                                            </p:txEl>
                                          </p:spTgt>
                                        </p:tgtEl>
                                        <p:attrNameLst>
                                          <p:attrName>style.visibility</p:attrName>
                                        </p:attrNameLst>
                                      </p:cBhvr>
                                      <p:to>
                                        <p:strVal val="visible"/>
                                      </p:to>
                                    </p:set>
                                    <p:animEffect filter="fade" transition="in">
                                      <p:cBhvr>
                                        <p:cTn dur="1000"/>
                                        <p:tgtEl>
                                          <p:spTgt spid="339">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5" st="5"/>
                                            </p:txEl>
                                          </p:spTgt>
                                        </p:tgtEl>
                                        <p:attrNameLst>
                                          <p:attrName>style.visibility</p:attrName>
                                        </p:attrNameLst>
                                      </p:cBhvr>
                                      <p:to>
                                        <p:strVal val="visible"/>
                                      </p:to>
                                    </p:set>
                                    <p:animEffect filter="fade" transition="in">
                                      <p:cBhvr>
                                        <p:cTn dur="1000"/>
                                        <p:tgtEl>
                                          <p:spTgt spid="339">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6" st="6"/>
                                            </p:txEl>
                                          </p:spTgt>
                                        </p:tgtEl>
                                        <p:attrNameLst>
                                          <p:attrName>style.visibility</p:attrName>
                                        </p:attrNameLst>
                                      </p:cBhvr>
                                      <p:to>
                                        <p:strVal val="visible"/>
                                      </p:to>
                                    </p:set>
                                    <p:animEffect filter="fade" transition="in">
                                      <p:cBhvr>
                                        <p:cTn dur="1000"/>
                                        <p:tgtEl>
                                          <p:spTgt spid="339">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7" st="7"/>
                                            </p:txEl>
                                          </p:spTgt>
                                        </p:tgtEl>
                                        <p:attrNameLst>
                                          <p:attrName>style.visibility</p:attrName>
                                        </p:attrNameLst>
                                      </p:cBhvr>
                                      <p:to>
                                        <p:strVal val="visible"/>
                                      </p:to>
                                    </p:set>
                                    <p:animEffect filter="fade" transition="in">
                                      <p:cBhvr>
                                        <p:cTn dur="1000"/>
                                        <p:tgtEl>
                                          <p:spTgt spid="339">
                                            <p:txEl>
                                              <p:pRg end="7" st="7"/>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39">
                                            <p:txEl>
                                              <p:pRg end="8" st="8"/>
                                            </p:txEl>
                                          </p:spTgt>
                                        </p:tgtEl>
                                        <p:attrNameLst>
                                          <p:attrName>style.visibility</p:attrName>
                                        </p:attrNameLst>
                                      </p:cBhvr>
                                      <p:to>
                                        <p:strVal val="visible"/>
                                      </p:to>
                                    </p:set>
                                    <p:animEffect filter="fade" transition="in">
                                      <p:cBhvr>
                                        <p:cTn dur="1000"/>
                                        <p:tgtEl>
                                          <p:spTgt spid="339">
                                            <p:txEl>
                                              <p:pRg end="8" st="8"/>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1"/>
                                        </p:tgtEl>
                                        <p:attrNameLst>
                                          <p:attrName>style.visibility</p:attrName>
                                        </p:attrNameLst>
                                      </p:cBhvr>
                                      <p:to>
                                        <p:strVal val="visible"/>
                                      </p:to>
                                    </p:set>
                                    <p:animEffect filter="fade" transition="in">
                                      <p:cBhvr>
                                        <p:cTn dur="1000"/>
                                        <p:tgtEl>
                                          <p:spTgt spid="34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42"/>
                                        </p:tgtEl>
                                        <p:attrNameLst>
                                          <p:attrName>style.visibility</p:attrName>
                                        </p:attrNameLst>
                                      </p:cBhvr>
                                      <p:to>
                                        <p:strVal val="visible"/>
                                      </p:to>
                                    </p:set>
                                    <p:animEffect filter="fade" transition="in">
                                      <p:cBhvr>
                                        <p:cTn dur="1000"/>
                                        <p:tgtEl>
                                          <p:spTgt spid="34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62"/>
          <p:cNvSpPr txBox="1"/>
          <p:nvPr>
            <p:ph idx="1" type="body"/>
          </p:nvPr>
        </p:nvSpPr>
        <p:spPr>
          <a:xfrm>
            <a:off x="65250" y="731625"/>
            <a:ext cx="8955900" cy="9234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1600"/>
              </a:spcAft>
              <a:buNone/>
            </a:pPr>
            <a:r>
              <a:rPr lang="en"/>
              <a:t>An </a:t>
            </a:r>
            <a:r>
              <a:rPr b="1" i="1" lang="en">
                <a:solidFill>
                  <a:srgbClr val="FF0000"/>
                </a:solidFill>
              </a:rPr>
              <a:t>abstract data type</a:t>
            </a:r>
            <a:r>
              <a:rPr lang="en"/>
              <a:t> describes the </a:t>
            </a:r>
            <a:r>
              <a:rPr lang="en"/>
              <a:t>capabilities</a:t>
            </a:r>
            <a:r>
              <a:rPr lang="en"/>
              <a:t> of a data structure from the perspective of its user without revealing any implementation details. Read each description and write the name of the abstract data type that best fits the description.</a:t>
            </a:r>
            <a:endParaRPr/>
          </a:p>
        </p:txBody>
      </p:sp>
      <p:sp>
        <p:nvSpPr>
          <p:cNvPr id="350" name="Google Shape;350;p6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51" name="Google Shape;351;p62"/>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Identify Abstract Data Types</a:t>
            </a:r>
            <a:endParaRPr/>
          </a:p>
        </p:txBody>
      </p:sp>
      <p:sp>
        <p:nvSpPr>
          <p:cNvPr id="352" name="Google Shape;352;p62"/>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5.1</a:t>
            </a:r>
            <a:endParaRPr/>
          </a:p>
        </p:txBody>
      </p:sp>
      <p:graphicFrame>
        <p:nvGraphicFramePr>
          <p:cNvPr id="353" name="Google Shape;353;p62"/>
          <p:cNvGraphicFramePr/>
          <p:nvPr/>
        </p:nvGraphicFramePr>
        <p:xfrm>
          <a:off x="1614725" y="1733550"/>
          <a:ext cx="3000000" cy="3000000"/>
        </p:xfrm>
        <a:graphic>
          <a:graphicData uri="http://schemas.openxmlformats.org/drawingml/2006/table">
            <a:tbl>
              <a:tblPr>
                <a:noFill/>
                <a:tableStyleId>{5D16334A-BD30-4DCF-A821-F696FD12572A}</a:tableStyleId>
              </a:tblPr>
              <a:tblGrid>
                <a:gridCol w="1447800"/>
                <a:gridCol w="1447800"/>
                <a:gridCol w="1447800"/>
                <a:gridCol w="1447800"/>
                <a:gridCol w="1447800"/>
              </a:tblGrid>
              <a:tr h="250687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A </a:t>
                      </a:r>
                      <a:r>
                        <a:rPr b="1" i="1" lang="en" sz="1100" u="none" cap="none" strike="noStrike">
                          <a:solidFill>
                            <a:srgbClr val="FF0000"/>
                          </a:solidFill>
                        </a:rPr>
                        <a:t>first-in, first-out</a:t>
                      </a:r>
                      <a:r>
                        <a:rPr lang="en" sz="1100" u="none" cap="none" strike="noStrike"/>
                        <a:t> (</a:t>
                      </a:r>
                      <a:r>
                        <a:rPr b="1" i="1" lang="en" sz="1100" u="none" cap="none" strike="noStrike">
                          <a:solidFill>
                            <a:srgbClr val="FF0000"/>
                          </a:solidFill>
                        </a:rPr>
                        <a:t>FIFO</a:t>
                      </a:r>
                      <a:r>
                        <a:rPr lang="en" sz="1100" u="none" cap="none" strike="noStrike"/>
                        <a:t>) data structure; elements are removed in the same order that they were added. Does not provide random access.</a:t>
                      </a:r>
                      <a:endParaRPr sz="11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Stores </a:t>
                      </a:r>
                      <a:r>
                        <a:rPr b="1" i="1" lang="en" sz="1100" u="none" cap="none" strike="noStrike">
                          <a:solidFill>
                            <a:srgbClr val="FF0000"/>
                          </a:solidFill>
                        </a:rPr>
                        <a:t>key/value pairs</a:t>
                      </a:r>
                      <a:r>
                        <a:rPr lang="en" sz="1100" u="none" cap="none" strike="noStrike"/>
                        <a:t>. Once added, a key can be used to retrieve its corresponding value. Keys are unique; if the same key is used more than once, the previous value is </a:t>
                      </a:r>
                      <a:r>
                        <a:rPr b="1" i="1" lang="en" sz="1100" u="none" cap="none" strike="noStrike">
                          <a:solidFill>
                            <a:srgbClr val="FF0000"/>
                          </a:solidFill>
                        </a:rPr>
                        <a:t>replaced</a:t>
                      </a:r>
                      <a:r>
                        <a:rPr lang="en" sz="1100" u="none" cap="none" strike="noStrike"/>
                        <a:t>. Keys are not maintained in any particular order.</a:t>
                      </a:r>
                      <a:endParaRPr sz="11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A </a:t>
                      </a:r>
                      <a:r>
                        <a:rPr b="1" i="1" lang="en" sz="1100" u="none" cap="none" strike="noStrike">
                          <a:solidFill>
                            <a:srgbClr val="FF0000"/>
                          </a:solidFill>
                        </a:rPr>
                        <a:t>last-in, first out</a:t>
                      </a:r>
                      <a:r>
                        <a:rPr lang="en" sz="1100" u="none" cap="none" strike="noStrike"/>
                        <a:t> (</a:t>
                      </a:r>
                      <a:r>
                        <a:rPr b="1" i="1" lang="en" sz="1100" u="none" cap="none" strike="noStrike">
                          <a:solidFill>
                            <a:srgbClr val="FF0000"/>
                          </a:solidFill>
                        </a:rPr>
                        <a:t>LIFO</a:t>
                      </a:r>
                      <a:r>
                        <a:rPr lang="en" sz="1100" u="none" cap="none" strike="noStrike"/>
                        <a:t>) data structure. Elements are removed in the opposite order that they were added. Does not provide random access.</a:t>
                      </a:r>
                      <a:endParaRPr sz="11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Stores </a:t>
                      </a:r>
                      <a:r>
                        <a:rPr b="1" i="1" lang="en" sz="1100" u="none" cap="none" strike="noStrike">
                          <a:solidFill>
                            <a:srgbClr val="FF0000"/>
                          </a:solidFill>
                        </a:rPr>
                        <a:t>unique</a:t>
                      </a:r>
                      <a:r>
                        <a:rPr lang="en" sz="1100" u="none" cap="none" strike="noStrike">
                          <a:solidFill>
                            <a:srgbClr val="FF0000"/>
                          </a:solidFill>
                        </a:rPr>
                        <a:t> </a:t>
                      </a:r>
                      <a:r>
                        <a:rPr lang="en" sz="1100" u="none" cap="none" strike="noStrike"/>
                        <a:t>elements, meaning that duplicates are </a:t>
                      </a:r>
                      <a:r>
                        <a:rPr b="1" i="1" lang="en" sz="1100" u="none" cap="none" strike="noStrike">
                          <a:solidFill>
                            <a:srgbClr val="FF0000"/>
                          </a:solidFill>
                        </a:rPr>
                        <a:t>ignored</a:t>
                      </a:r>
                      <a:r>
                        <a:rPr lang="en" sz="1100" u="none" cap="none" strike="noStrike"/>
                        <a:t>. Elements are not maintained in any particular order.</a:t>
                      </a:r>
                      <a:endParaRPr sz="11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A </a:t>
                      </a:r>
                      <a:r>
                        <a:rPr b="1" i="1" lang="en" sz="1100" u="none" cap="none" strike="noStrike">
                          <a:solidFill>
                            <a:srgbClr val="FF0000"/>
                          </a:solidFill>
                        </a:rPr>
                        <a:t>variable length</a:t>
                      </a:r>
                      <a:r>
                        <a:rPr lang="en" sz="1100" u="none" cap="none" strike="noStrike"/>
                        <a:t> data structure that grows in size as elements are added, and shrinks as they are removed. Elements are maintained in the order that they are added, and can be accessed using an index.</a:t>
                      </a:r>
                      <a:endParaRPr sz="11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623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pic>
        <p:nvPicPr>
          <p:cNvPr id="354" name="Google Shape;354;p62"/>
          <p:cNvPicPr preferRelativeResize="0"/>
          <p:nvPr/>
        </p:nvPicPr>
        <p:blipFill rotWithShape="1">
          <a:blip r:embed="rId3">
            <a:alphaModFix/>
          </a:blip>
          <a:srcRect b="0" l="10187" r="18623" t="0"/>
          <a:stretch/>
        </p:blipFill>
        <p:spPr>
          <a:xfrm>
            <a:off x="129526" y="1745433"/>
            <a:ext cx="1381450" cy="1844050"/>
          </a:xfrm>
          <a:prstGeom prst="rect">
            <a:avLst/>
          </a:prstGeom>
          <a:noFill/>
          <a:ln cap="flat" cmpd="sng" w="19050">
            <a:solidFill>
              <a:schemeClr val="dk2"/>
            </a:solidFill>
            <a:prstDash val="solid"/>
            <a:round/>
            <a:headEnd len="sm" w="sm" type="none"/>
            <a:tailEnd len="sm" w="sm" type="none"/>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8" name="Shape 358"/>
        <p:cNvGrpSpPr/>
        <p:nvPr/>
      </p:nvGrpSpPr>
      <p:grpSpPr>
        <a:xfrm>
          <a:off x="0" y="0"/>
          <a:ext cx="0" cy="0"/>
          <a:chOff x="0" y="0"/>
          <a:chExt cx="0" cy="0"/>
        </a:xfrm>
      </p:grpSpPr>
      <p:sp>
        <p:nvSpPr>
          <p:cNvPr id="359" name="Google Shape;359;p63"/>
          <p:cNvSpPr txBox="1"/>
          <p:nvPr>
            <p:ph idx="1" type="body"/>
          </p:nvPr>
        </p:nvSpPr>
        <p:spPr>
          <a:xfrm>
            <a:off x="65250" y="731625"/>
            <a:ext cx="8955900" cy="9234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1600"/>
              </a:spcAft>
              <a:buNone/>
            </a:pPr>
            <a:r>
              <a:rPr lang="en"/>
              <a:t>An </a:t>
            </a:r>
            <a:r>
              <a:rPr b="1" i="1" lang="en">
                <a:solidFill>
                  <a:srgbClr val="FF0000"/>
                </a:solidFill>
              </a:rPr>
              <a:t>abstract data type</a:t>
            </a:r>
            <a:r>
              <a:rPr lang="en"/>
              <a:t> describes the capabilities of a data structure from the perspective of its user without revealing any implementation details. Read each description and write the name of the abstract data type that best fits the description.</a:t>
            </a:r>
            <a:endParaRPr/>
          </a:p>
        </p:txBody>
      </p:sp>
      <p:sp>
        <p:nvSpPr>
          <p:cNvPr id="360" name="Google Shape;360;p6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361" name="Google Shape;361;p63"/>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Identify Abstract Data Types</a:t>
            </a:r>
            <a:endParaRPr/>
          </a:p>
        </p:txBody>
      </p:sp>
      <p:sp>
        <p:nvSpPr>
          <p:cNvPr id="362" name="Google Shape;362;p63"/>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5.1</a:t>
            </a:r>
            <a:endParaRPr/>
          </a:p>
        </p:txBody>
      </p:sp>
      <p:graphicFrame>
        <p:nvGraphicFramePr>
          <p:cNvPr id="363" name="Google Shape;363;p63"/>
          <p:cNvGraphicFramePr/>
          <p:nvPr/>
        </p:nvGraphicFramePr>
        <p:xfrm>
          <a:off x="1614725" y="1733550"/>
          <a:ext cx="3000000" cy="3000000"/>
        </p:xfrm>
        <a:graphic>
          <a:graphicData uri="http://schemas.openxmlformats.org/drawingml/2006/table">
            <a:tbl>
              <a:tblPr>
                <a:noFill/>
                <a:tableStyleId>{5D16334A-BD30-4DCF-A821-F696FD12572A}</a:tableStyleId>
              </a:tblPr>
              <a:tblGrid>
                <a:gridCol w="1447800"/>
                <a:gridCol w="1447800"/>
                <a:gridCol w="1447800"/>
                <a:gridCol w="1447800"/>
                <a:gridCol w="1447800"/>
              </a:tblGrid>
              <a:tr h="2506875">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A </a:t>
                      </a:r>
                      <a:r>
                        <a:rPr b="1" i="1" lang="en" sz="1100" u="none" cap="none" strike="noStrike">
                          <a:solidFill>
                            <a:srgbClr val="FF0000"/>
                          </a:solidFill>
                        </a:rPr>
                        <a:t>first-in, first-out</a:t>
                      </a:r>
                      <a:r>
                        <a:rPr lang="en" sz="1100" u="none" cap="none" strike="noStrike"/>
                        <a:t> (</a:t>
                      </a:r>
                      <a:r>
                        <a:rPr b="1" i="1" lang="en" sz="1100" u="none" cap="none" strike="noStrike">
                          <a:solidFill>
                            <a:srgbClr val="FF0000"/>
                          </a:solidFill>
                        </a:rPr>
                        <a:t>FIFO</a:t>
                      </a:r>
                      <a:r>
                        <a:rPr lang="en" sz="1100" u="none" cap="none" strike="noStrike"/>
                        <a:t>) data structure; elements are removed in the same order that they were added. Does not provide random access.</a:t>
                      </a:r>
                      <a:endParaRPr sz="11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Stores </a:t>
                      </a:r>
                      <a:r>
                        <a:rPr b="1" i="1" lang="en" sz="1100" u="none" cap="none" strike="noStrike">
                          <a:solidFill>
                            <a:srgbClr val="FF0000"/>
                          </a:solidFill>
                        </a:rPr>
                        <a:t>key/value pairs</a:t>
                      </a:r>
                      <a:r>
                        <a:rPr lang="en" sz="1100" u="none" cap="none" strike="noStrike"/>
                        <a:t>. Once added, a key can be used to retrieve its corresponding value. Keys are unique; if the same key is used more than once, the previous value is </a:t>
                      </a:r>
                      <a:r>
                        <a:rPr b="1" i="1" lang="en" sz="1100" u="none" cap="none" strike="noStrike">
                          <a:solidFill>
                            <a:srgbClr val="FF0000"/>
                          </a:solidFill>
                        </a:rPr>
                        <a:t>replaced</a:t>
                      </a:r>
                      <a:r>
                        <a:rPr lang="en" sz="1100" u="none" cap="none" strike="noStrike"/>
                        <a:t>. Keys are not maintained in any particular order.</a:t>
                      </a:r>
                      <a:endParaRPr sz="11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A </a:t>
                      </a:r>
                      <a:r>
                        <a:rPr b="1" i="1" lang="en" sz="1100" u="none" cap="none" strike="noStrike">
                          <a:solidFill>
                            <a:srgbClr val="FF0000"/>
                          </a:solidFill>
                        </a:rPr>
                        <a:t>last-in, first out</a:t>
                      </a:r>
                      <a:r>
                        <a:rPr lang="en" sz="1100" u="none" cap="none" strike="noStrike"/>
                        <a:t> (</a:t>
                      </a:r>
                      <a:r>
                        <a:rPr b="1" i="1" lang="en" sz="1100" u="none" cap="none" strike="noStrike">
                          <a:solidFill>
                            <a:srgbClr val="FF0000"/>
                          </a:solidFill>
                        </a:rPr>
                        <a:t>LIFO</a:t>
                      </a:r>
                      <a:r>
                        <a:rPr lang="en" sz="1100" u="none" cap="none" strike="noStrike"/>
                        <a:t>) data structure. Elements are removed in the opposite order that they were added. Does not provide random access.</a:t>
                      </a:r>
                      <a:endParaRPr sz="11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Stores </a:t>
                      </a:r>
                      <a:r>
                        <a:rPr b="1" i="1" lang="en" sz="1100" u="none" cap="none" strike="noStrike">
                          <a:solidFill>
                            <a:srgbClr val="FF0000"/>
                          </a:solidFill>
                        </a:rPr>
                        <a:t>unique</a:t>
                      </a:r>
                      <a:r>
                        <a:rPr lang="en" sz="1100" u="none" cap="none" strike="noStrike">
                          <a:solidFill>
                            <a:srgbClr val="FF0000"/>
                          </a:solidFill>
                        </a:rPr>
                        <a:t> </a:t>
                      </a:r>
                      <a:r>
                        <a:rPr lang="en" sz="1100" u="none" cap="none" strike="noStrike"/>
                        <a:t>elements, meaning that duplicates are </a:t>
                      </a:r>
                      <a:r>
                        <a:rPr b="1" i="1" lang="en" sz="1100" u="none" cap="none" strike="noStrike">
                          <a:solidFill>
                            <a:srgbClr val="FF0000"/>
                          </a:solidFill>
                        </a:rPr>
                        <a:t>ignored</a:t>
                      </a:r>
                      <a:r>
                        <a:rPr lang="en" sz="1100" u="none" cap="none" strike="noStrike"/>
                        <a:t>. Elements are not maintained in any particular order.</a:t>
                      </a:r>
                      <a:endParaRPr sz="11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100"/>
                        <a:buFont typeface="Arial"/>
                        <a:buNone/>
                      </a:pPr>
                      <a:r>
                        <a:rPr lang="en" sz="1100" u="none" cap="none" strike="noStrike"/>
                        <a:t>A </a:t>
                      </a:r>
                      <a:r>
                        <a:rPr b="1" i="1" lang="en" sz="1100" u="none" cap="none" strike="noStrike">
                          <a:solidFill>
                            <a:srgbClr val="FF0000"/>
                          </a:solidFill>
                        </a:rPr>
                        <a:t>variable length</a:t>
                      </a:r>
                      <a:r>
                        <a:rPr lang="en" sz="1100" u="none" cap="none" strike="noStrike"/>
                        <a:t> data structure that grows in size as elements are added, and shrinks as they are removed. Elements are maintained in the order that they are added, and can be accessed using an index.</a:t>
                      </a:r>
                      <a:endParaRPr sz="11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462325">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400"/>
                        <a:buFont typeface="Arial"/>
                        <a:buNone/>
                      </a:pPr>
                      <a:r>
                        <a:t/>
                      </a:r>
                      <a:endParaRPr sz="14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pic>
        <p:nvPicPr>
          <p:cNvPr id="364" name="Google Shape;364;p63"/>
          <p:cNvPicPr preferRelativeResize="0"/>
          <p:nvPr/>
        </p:nvPicPr>
        <p:blipFill rotWithShape="1">
          <a:blip r:embed="rId3">
            <a:alphaModFix/>
          </a:blip>
          <a:srcRect b="0" l="10187" r="18623" t="0"/>
          <a:stretch/>
        </p:blipFill>
        <p:spPr>
          <a:xfrm>
            <a:off x="129526" y="1745433"/>
            <a:ext cx="1381450" cy="1844050"/>
          </a:xfrm>
          <a:prstGeom prst="rect">
            <a:avLst/>
          </a:prstGeom>
          <a:noFill/>
          <a:ln cap="flat" cmpd="sng" w="19050">
            <a:solidFill>
              <a:schemeClr val="dk2"/>
            </a:solidFill>
            <a:prstDash val="solid"/>
            <a:round/>
            <a:headEnd len="sm" w="sm" type="none"/>
            <a:tailEnd len="sm" w="sm" type="none"/>
          </a:ln>
        </p:spPr>
      </p:pic>
      <p:sp>
        <p:nvSpPr>
          <p:cNvPr id="365" name="Google Shape;365;p63"/>
          <p:cNvSpPr txBox="1"/>
          <p:nvPr/>
        </p:nvSpPr>
        <p:spPr>
          <a:xfrm>
            <a:off x="1652425" y="4270325"/>
            <a:ext cx="13815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QUEUE</a:t>
            </a:r>
            <a:endParaRPr b="0" i="0" sz="1800" u="none" cap="none" strike="noStrike">
              <a:solidFill>
                <a:srgbClr val="FF0000"/>
              </a:solidFill>
              <a:latin typeface="Shadows Into Light"/>
              <a:ea typeface="Shadows Into Light"/>
              <a:cs typeface="Shadows Into Light"/>
              <a:sym typeface="Shadows Into Light"/>
            </a:endParaRPr>
          </a:p>
        </p:txBody>
      </p:sp>
      <p:sp>
        <p:nvSpPr>
          <p:cNvPr id="366" name="Google Shape;366;p63"/>
          <p:cNvSpPr txBox="1"/>
          <p:nvPr/>
        </p:nvSpPr>
        <p:spPr>
          <a:xfrm>
            <a:off x="3093796" y="4270325"/>
            <a:ext cx="13815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DICTIONARY</a:t>
            </a:r>
            <a:endParaRPr b="0" i="0" sz="1800" u="none" cap="none" strike="noStrike">
              <a:solidFill>
                <a:srgbClr val="FF0000"/>
              </a:solidFill>
              <a:latin typeface="Shadows Into Light"/>
              <a:ea typeface="Shadows Into Light"/>
              <a:cs typeface="Shadows Into Light"/>
              <a:sym typeface="Shadows Into Light"/>
            </a:endParaRPr>
          </a:p>
        </p:txBody>
      </p:sp>
      <p:sp>
        <p:nvSpPr>
          <p:cNvPr id="367" name="Google Shape;367;p63"/>
          <p:cNvSpPr txBox="1"/>
          <p:nvPr/>
        </p:nvSpPr>
        <p:spPr>
          <a:xfrm>
            <a:off x="4541596" y="4270325"/>
            <a:ext cx="13815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STACK</a:t>
            </a:r>
            <a:endParaRPr b="0" i="0" sz="1800" u="none" cap="none" strike="noStrike">
              <a:solidFill>
                <a:srgbClr val="FF0000"/>
              </a:solidFill>
              <a:latin typeface="Shadows Into Light"/>
              <a:ea typeface="Shadows Into Light"/>
              <a:cs typeface="Shadows Into Light"/>
              <a:sym typeface="Shadows Into Light"/>
            </a:endParaRPr>
          </a:p>
        </p:txBody>
      </p:sp>
      <p:sp>
        <p:nvSpPr>
          <p:cNvPr id="368" name="Google Shape;368;p63"/>
          <p:cNvSpPr txBox="1"/>
          <p:nvPr/>
        </p:nvSpPr>
        <p:spPr>
          <a:xfrm>
            <a:off x="5989396" y="4270325"/>
            <a:ext cx="13815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SET</a:t>
            </a:r>
            <a:endParaRPr b="0" i="0" sz="1800" u="none" cap="none" strike="noStrike">
              <a:solidFill>
                <a:srgbClr val="FF0000"/>
              </a:solidFill>
              <a:latin typeface="Shadows Into Light"/>
              <a:ea typeface="Shadows Into Light"/>
              <a:cs typeface="Shadows Into Light"/>
              <a:sym typeface="Shadows Into Light"/>
            </a:endParaRPr>
          </a:p>
        </p:txBody>
      </p:sp>
      <p:sp>
        <p:nvSpPr>
          <p:cNvPr id="369" name="Google Shape;369;p63"/>
          <p:cNvSpPr txBox="1"/>
          <p:nvPr/>
        </p:nvSpPr>
        <p:spPr>
          <a:xfrm>
            <a:off x="7437196" y="4270325"/>
            <a:ext cx="13815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800"/>
              <a:buFont typeface="Arial"/>
              <a:buNone/>
            </a:pPr>
            <a:r>
              <a:rPr b="0" i="0" lang="en" sz="1800" u="none" cap="none" strike="noStrike">
                <a:solidFill>
                  <a:srgbClr val="FF0000"/>
                </a:solidFill>
                <a:latin typeface="Shadows Into Light"/>
                <a:ea typeface="Shadows Into Light"/>
                <a:cs typeface="Shadows Into Light"/>
                <a:sym typeface="Shadows Into Light"/>
              </a:rPr>
              <a:t>LIST</a:t>
            </a:r>
            <a:endParaRPr b="0" i="0" sz="1800" u="none" cap="none" strike="noStrike">
              <a:solidFill>
                <a:srgbClr val="FF0000"/>
              </a:solidFill>
              <a:latin typeface="Shadows Into Light"/>
              <a:ea typeface="Shadows Into Light"/>
              <a:cs typeface="Shadows Into Light"/>
              <a:sym typeface="Shadows Into Light"/>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afterEffect" presetClass="entr" presetID="10" presetSubtype="0">
                                  <p:stCondLst>
                                    <p:cond delay="0"/>
                                  </p:stCondLst>
                                  <p:childTnLst>
                                    <p:set>
                                      <p:cBhvr>
                                        <p:cTn dur="1" fill="hold">
                                          <p:stCondLst>
                                            <p:cond delay="0"/>
                                          </p:stCondLst>
                                        </p:cTn>
                                        <p:tgtEl>
                                          <p:spTgt spid="365"/>
                                        </p:tgtEl>
                                        <p:attrNameLst>
                                          <p:attrName>style.visibility</p:attrName>
                                        </p:attrNameLst>
                                      </p:cBhvr>
                                      <p:to>
                                        <p:strVal val="visible"/>
                                      </p:to>
                                    </p:set>
                                    <p:animEffect filter="fade" transition="in">
                                      <p:cBhvr>
                                        <p:cTn dur="1000"/>
                                        <p:tgtEl>
                                          <p:spTgt spid="36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6"/>
                                        </p:tgtEl>
                                        <p:attrNameLst>
                                          <p:attrName>style.visibility</p:attrName>
                                        </p:attrNameLst>
                                      </p:cBhvr>
                                      <p:to>
                                        <p:strVal val="visible"/>
                                      </p:to>
                                    </p:set>
                                    <p:animEffect filter="fade" transition="in">
                                      <p:cBhvr>
                                        <p:cTn dur="1000"/>
                                        <p:tgtEl>
                                          <p:spTgt spid="3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7"/>
                                        </p:tgtEl>
                                        <p:attrNameLst>
                                          <p:attrName>style.visibility</p:attrName>
                                        </p:attrNameLst>
                                      </p:cBhvr>
                                      <p:to>
                                        <p:strVal val="visible"/>
                                      </p:to>
                                    </p:set>
                                    <p:animEffect filter="fade" transition="in">
                                      <p:cBhvr>
                                        <p:cTn dur="1000"/>
                                        <p:tgtEl>
                                          <p:spTgt spid="3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8"/>
                                        </p:tgtEl>
                                        <p:attrNameLst>
                                          <p:attrName>style.visibility</p:attrName>
                                        </p:attrNameLst>
                                      </p:cBhvr>
                                      <p:to>
                                        <p:strVal val="visible"/>
                                      </p:to>
                                    </p:set>
                                    <p:animEffect filter="fade" transition="in">
                                      <p:cBhvr>
                                        <p:cTn dur="1000"/>
                                        <p:tgtEl>
                                          <p:spTgt spid="36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69"/>
                                        </p:tgtEl>
                                        <p:attrNameLst>
                                          <p:attrName>style.visibility</p:attrName>
                                        </p:attrNameLst>
                                      </p:cBhvr>
                                      <p:to>
                                        <p:strVal val="visible"/>
                                      </p:to>
                                    </p:set>
                                    <p:animEffect filter="fade" transition="in">
                                      <p:cBhvr>
                                        <p:cTn dur="1000"/>
                                        <p:tgtEl>
                                          <p:spTgt spid="36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3" name="Shape 373"/>
        <p:cNvGrpSpPr/>
        <p:nvPr/>
      </p:nvGrpSpPr>
      <p:grpSpPr>
        <a:xfrm>
          <a:off x="0" y="0"/>
          <a:ext cx="0" cy="0"/>
          <a:chOff x="0" y="0"/>
          <a:chExt cx="0" cy="0"/>
        </a:xfrm>
      </p:grpSpPr>
      <p:pic>
        <p:nvPicPr>
          <p:cNvPr id="374" name="Google Shape;374;p64"/>
          <p:cNvPicPr preferRelativeResize="0"/>
          <p:nvPr/>
        </p:nvPicPr>
        <p:blipFill>
          <a:blip r:embed="rId3">
            <a:alphaModFix/>
          </a:blip>
          <a:stretch>
            <a:fillRect/>
          </a:stretch>
        </p:blipFill>
        <p:spPr>
          <a:xfrm>
            <a:off x="6986274" y="2128137"/>
            <a:ext cx="1886826" cy="923801"/>
          </a:xfrm>
          <a:prstGeom prst="rect">
            <a:avLst/>
          </a:prstGeom>
          <a:noFill/>
          <a:ln>
            <a:noFill/>
          </a:ln>
        </p:spPr>
      </p:pic>
      <p:sp>
        <p:nvSpPr>
          <p:cNvPr id="375" name="Google Shape;375;p64"/>
          <p:cNvSpPr txBox="1"/>
          <p:nvPr>
            <p:ph type="title"/>
          </p:nvPr>
        </p:nvSpPr>
        <p:spPr>
          <a:xfrm>
            <a:off x="5188525" y="196125"/>
            <a:ext cx="3706500" cy="10467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Recursive Data Structures</a:t>
            </a:r>
            <a:endParaRPr/>
          </a:p>
        </p:txBody>
      </p:sp>
      <p:sp>
        <p:nvSpPr>
          <p:cNvPr id="376" name="Google Shape;376;p64"/>
          <p:cNvSpPr txBox="1"/>
          <p:nvPr>
            <p:ph idx="1" type="body"/>
          </p:nvPr>
        </p:nvSpPr>
        <p:spPr>
          <a:xfrm>
            <a:off x="453675" y="119925"/>
            <a:ext cx="4166400" cy="47925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By now, you all know that a </a:t>
            </a:r>
            <a:r>
              <a:rPr b="1" i="1" lang="en">
                <a:solidFill>
                  <a:srgbClr val="FF0000"/>
                </a:solidFill>
              </a:rPr>
              <a:t>recursive function</a:t>
            </a:r>
            <a:r>
              <a:rPr lang="en"/>
              <a:t> is one that calls itself.</a:t>
            </a:r>
            <a:endParaRPr/>
          </a:p>
          <a:p>
            <a:pPr indent="-311150" lvl="0" marL="457200" rtl="0" algn="l">
              <a:spcBef>
                <a:spcPts val="1000"/>
              </a:spcBef>
              <a:spcAft>
                <a:spcPts val="0"/>
              </a:spcAft>
              <a:buSzPts val="1300"/>
              <a:buChar char="●"/>
            </a:pPr>
            <a:r>
              <a:rPr lang="en"/>
              <a:t>Similarly, a </a:t>
            </a:r>
            <a:r>
              <a:rPr b="1" i="1" lang="en">
                <a:solidFill>
                  <a:srgbClr val="FF0000"/>
                </a:solidFill>
              </a:rPr>
              <a:t>recursive data structure</a:t>
            </a:r>
            <a:r>
              <a:rPr lang="en"/>
              <a:t> is one that comprises a class (or classes) that has at least one field </a:t>
            </a:r>
            <a:r>
              <a:rPr b="1" i="1" lang="en">
                <a:solidFill>
                  <a:srgbClr val="FF0000"/>
                </a:solidFill>
              </a:rPr>
              <a:t>of its own type</a:t>
            </a:r>
            <a:r>
              <a:rPr lang="en"/>
              <a:t>.</a:t>
            </a:r>
            <a:endParaRPr/>
          </a:p>
          <a:p>
            <a:pPr indent="-298450" lvl="1" marL="914400" rtl="0" algn="l">
              <a:spcBef>
                <a:spcPts val="0"/>
              </a:spcBef>
              <a:spcAft>
                <a:spcPts val="0"/>
              </a:spcAft>
              <a:buSzPts val="1100"/>
              <a:buChar char="○"/>
            </a:pPr>
            <a:r>
              <a:rPr lang="en"/>
              <a:t>These kinds of data structures can be used to build </a:t>
            </a:r>
            <a:r>
              <a:rPr b="1" i="1" lang="en">
                <a:solidFill>
                  <a:srgbClr val="FF0000"/>
                </a:solidFill>
              </a:rPr>
              <a:t>linked sequences</a:t>
            </a:r>
            <a:r>
              <a:rPr lang="en"/>
              <a:t>.</a:t>
            </a:r>
            <a:endParaRPr/>
          </a:p>
          <a:p>
            <a:pPr indent="-298450" lvl="1" marL="914400" rtl="0" algn="l">
              <a:spcBef>
                <a:spcPts val="0"/>
              </a:spcBef>
              <a:spcAft>
                <a:spcPts val="0"/>
              </a:spcAft>
              <a:buSzPts val="1100"/>
              <a:buChar char="○"/>
            </a:pPr>
            <a:r>
              <a:rPr lang="en"/>
              <a:t>A linked sequence can be used as the basis for implementing many different data structures.</a:t>
            </a:r>
            <a:endParaRPr/>
          </a:p>
          <a:p>
            <a:pPr indent="-311150" lvl="0" marL="457200" rtl="0" algn="l">
              <a:spcBef>
                <a:spcPts val="1000"/>
              </a:spcBef>
              <a:spcAft>
                <a:spcPts val="0"/>
              </a:spcAft>
              <a:buSzPts val="1300"/>
              <a:buChar char="●"/>
            </a:pPr>
            <a:r>
              <a:rPr lang="en"/>
              <a:t>The simplest kind of recursive data structure is the </a:t>
            </a:r>
            <a:r>
              <a:rPr b="1" i="1" lang="en">
                <a:solidFill>
                  <a:srgbClr val="FF0000"/>
                </a:solidFill>
              </a:rPr>
              <a:t>node</a:t>
            </a:r>
            <a:r>
              <a:rPr lang="en"/>
              <a:t>, which typically has two fields:</a:t>
            </a:r>
            <a:endParaRPr/>
          </a:p>
          <a:p>
            <a:pPr indent="-298450" lvl="1" marL="914400" rtl="0" algn="l">
              <a:spcBef>
                <a:spcPts val="0"/>
              </a:spcBef>
              <a:spcAft>
                <a:spcPts val="0"/>
              </a:spcAft>
              <a:buSzPts val="1100"/>
              <a:buChar char="○"/>
            </a:pPr>
            <a:r>
              <a:rPr lang="en"/>
              <a:t>A value of some type, e.g. an </a:t>
            </a:r>
            <a:r>
              <a:rPr lang="en">
                <a:latin typeface="Courier New"/>
                <a:ea typeface="Courier New"/>
                <a:cs typeface="Courier New"/>
                <a:sym typeface="Courier New"/>
              </a:rPr>
              <a:t>int</a:t>
            </a:r>
            <a:r>
              <a:rPr lang="en"/>
              <a:t>.</a:t>
            </a:r>
            <a:endParaRPr/>
          </a:p>
          <a:p>
            <a:pPr indent="-298450" lvl="1" marL="914400" rtl="0" algn="l">
              <a:spcBef>
                <a:spcPts val="0"/>
              </a:spcBef>
              <a:spcAft>
                <a:spcPts val="0"/>
              </a:spcAft>
              <a:buSzPts val="1100"/>
              <a:buChar char="○"/>
            </a:pPr>
            <a:r>
              <a:rPr lang="en"/>
              <a:t>A reference to the next node in the sequence (which may be </a:t>
            </a:r>
            <a:r>
              <a:rPr lang="en">
                <a:latin typeface="Courier New"/>
                <a:ea typeface="Courier New"/>
                <a:cs typeface="Courier New"/>
                <a:sym typeface="Courier New"/>
              </a:rPr>
              <a:t>null</a:t>
            </a:r>
            <a:r>
              <a:rPr lang="en"/>
              <a:t>).</a:t>
            </a:r>
            <a:endParaRPr/>
          </a:p>
          <a:p>
            <a:pPr indent="-311150" lvl="0" marL="457200" rtl="0" algn="l">
              <a:spcBef>
                <a:spcPts val="1000"/>
              </a:spcBef>
              <a:spcAft>
                <a:spcPts val="0"/>
              </a:spcAft>
              <a:buSzPts val="1300"/>
              <a:buChar char="●"/>
            </a:pPr>
            <a:r>
              <a:rPr lang="en"/>
              <a:t>A sequence of nodes can be created by joining the nodes together - each of which refers to the next node in the sequence.</a:t>
            </a:r>
            <a:endParaRPr/>
          </a:p>
          <a:p>
            <a:pPr indent="-298450" lvl="1" marL="914400" rtl="0" algn="l">
              <a:spcBef>
                <a:spcPts val="0"/>
              </a:spcBef>
              <a:spcAft>
                <a:spcPts val="0"/>
              </a:spcAft>
              <a:buSzPts val="1100"/>
              <a:buChar char="○"/>
            </a:pPr>
            <a:r>
              <a:rPr lang="en"/>
              <a:t>The first node is referred to as the </a:t>
            </a:r>
            <a:r>
              <a:rPr b="1" i="1" lang="en">
                <a:solidFill>
                  <a:srgbClr val="FF0000"/>
                </a:solidFill>
              </a:rPr>
              <a:t>head</a:t>
            </a:r>
            <a:r>
              <a:rPr lang="en"/>
              <a:t>.</a:t>
            </a:r>
            <a:endParaRPr/>
          </a:p>
          <a:p>
            <a:pPr indent="-298450" lvl="1" marL="914400" rtl="0" algn="l">
              <a:spcBef>
                <a:spcPts val="0"/>
              </a:spcBef>
              <a:spcAft>
                <a:spcPts val="0"/>
              </a:spcAft>
              <a:buSzPts val="1100"/>
              <a:buChar char="○"/>
            </a:pPr>
            <a:r>
              <a:rPr lang="en"/>
              <a:t>The last node is referred to as the </a:t>
            </a:r>
            <a:r>
              <a:rPr b="1" i="1" lang="en">
                <a:solidFill>
                  <a:srgbClr val="FF0000"/>
                </a:solidFill>
              </a:rPr>
              <a:t>tail</a:t>
            </a:r>
            <a:r>
              <a:rPr lang="en">
                <a:solidFill>
                  <a:srgbClr val="FF0000"/>
                </a:solidFill>
              </a:rPr>
              <a:t> </a:t>
            </a:r>
            <a:r>
              <a:rPr lang="en"/>
              <a:t>- the tail's next node is </a:t>
            </a:r>
            <a:r>
              <a:rPr lang="en">
                <a:latin typeface="Courier New"/>
                <a:ea typeface="Courier New"/>
                <a:cs typeface="Courier New"/>
                <a:sym typeface="Courier New"/>
              </a:rPr>
              <a:t>null</a:t>
            </a:r>
            <a:r>
              <a:rPr lang="en"/>
              <a:t>.</a:t>
            </a:r>
            <a:endParaRPr/>
          </a:p>
        </p:txBody>
      </p:sp>
      <p:sp>
        <p:nvSpPr>
          <p:cNvPr id="377" name="Google Shape;377;p64"/>
          <p:cNvSpPr txBox="1"/>
          <p:nvPr>
            <p:ph idx="12" type="sldNum"/>
          </p:nvPr>
        </p:nvSpPr>
        <p:spPr>
          <a:xfrm>
            <a:off x="90458" y="4663217"/>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378" name="Google Shape;378;p64"/>
          <p:cNvSpPr txBox="1"/>
          <p:nvPr>
            <p:ph idx="3" type="body"/>
          </p:nvPr>
        </p:nvSpPr>
        <p:spPr>
          <a:xfrm>
            <a:off x="5192225" y="4089650"/>
            <a:ext cx="3706500" cy="7389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Let's examine how nodes work by using an analogy that most of you should intuitively understand: </a:t>
            </a:r>
            <a:r>
              <a:rPr b="1" i="1" lang="en">
                <a:solidFill>
                  <a:srgbClr val="FF0000"/>
                </a:solidFill>
              </a:rPr>
              <a:t>train cars</a:t>
            </a:r>
            <a:r>
              <a:rPr lang="en"/>
              <a:t>.</a:t>
            </a:r>
            <a:endParaRPr/>
          </a:p>
        </p:txBody>
      </p:sp>
      <p:pic>
        <p:nvPicPr>
          <p:cNvPr id="379" name="Google Shape;379;p64"/>
          <p:cNvPicPr preferRelativeResize="0"/>
          <p:nvPr/>
        </p:nvPicPr>
        <p:blipFill>
          <a:blip r:embed="rId4">
            <a:alphaModFix/>
          </a:blip>
          <a:stretch>
            <a:fillRect/>
          </a:stretch>
        </p:blipFill>
        <p:spPr>
          <a:xfrm>
            <a:off x="5192225" y="1308150"/>
            <a:ext cx="1829175" cy="786650"/>
          </a:xfrm>
          <a:prstGeom prst="rect">
            <a:avLst/>
          </a:prstGeom>
          <a:noFill/>
          <a:ln>
            <a:noFill/>
          </a:ln>
        </p:spPr>
      </p:pic>
      <p:pic>
        <p:nvPicPr>
          <p:cNvPr id="380" name="Google Shape;380;p64"/>
          <p:cNvPicPr preferRelativeResize="0"/>
          <p:nvPr/>
        </p:nvPicPr>
        <p:blipFill>
          <a:blip r:embed="rId5">
            <a:alphaModFix/>
          </a:blip>
          <a:stretch>
            <a:fillRect/>
          </a:stretch>
        </p:blipFill>
        <p:spPr>
          <a:xfrm>
            <a:off x="5188525" y="3128141"/>
            <a:ext cx="2013475" cy="8790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78"/>
                                        </p:tgtEl>
                                        <p:attrNameLst>
                                          <p:attrName>style.visibility</p:attrName>
                                        </p:attrNameLst>
                                      </p:cBhvr>
                                      <p:to>
                                        <p:strVal val="visible"/>
                                      </p:to>
                                    </p:set>
                                    <p:animEffect filter="fade" transition="in">
                                      <p:cBhvr>
                                        <p:cTn dur="1000"/>
                                        <p:tgtEl>
                                          <p:spTgt spid="37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79"/>
                                        </p:tgtEl>
                                        <p:attrNameLst>
                                          <p:attrName>style.visibility</p:attrName>
                                        </p:attrNameLst>
                                      </p:cBhvr>
                                      <p:to>
                                        <p:strVal val="visible"/>
                                      </p:to>
                                    </p:set>
                                    <p:animEffect filter="fade" transition="in">
                                      <p:cBhvr>
                                        <p:cTn dur="1000"/>
                                        <p:tgtEl>
                                          <p:spTgt spid="37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74"/>
                                        </p:tgtEl>
                                        <p:attrNameLst>
                                          <p:attrName>style.visibility</p:attrName>
                                        </p:attrNameLst>
                                      </p:cBhvr>
                                      <p:to>
                                        <p:strVal val="visible"/>
                                      </p:to>
                                    </p:set>
                                    <p:animEffect filter="fade" transition="in">
                                      <p:cBhvr>
                                        <p:cTn dur="1000"/>
                                        <p:tgtEl>
                                          <p:spTgt spid="374"/>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380"/>
                                        </p:tgtEl>
                                        <p:attrNameLst>
                                          <p:attrName>style.visibility</p:attrName>
                                        </p:attrNameLst>
                                      </p:cBhvr>
                                      <p:to>
                                        <p:strVal val="visible"/>
                                      </p:to>
                                    </p:set>
                                    <p:animEffect filter="fade" transition="in">
                                      <p:cBhvr>
                                        <p:cTn dur="1000"/>
                                        <p:tgtEl>
                                          <p:spTgt spid="38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4" name="Shape 384"/>
        <p:cNvGrpSpPr/>
        <p:nvPr/>
      </p:nvGrpSpPr>
      <p:grpSpPr>
        <a:xfrm>
          <a:off x="0" y="0"/>
          <a:ext cx="0" cy="0"/>
          <a:chOff x="0" y="0"/>
          <a:chExt cx="0" cy="0"/>
        </a:xfrm>
      </p:grpSpPr>
      <p:sp>
        <p:nvSpPr>
          <p:cNvPr id="385" name="Google Shape;385;p65"/>
          <p:cNvSpPr txBox="1"/>
          <p:nvPr>
            <p:ph idx="4294967295" type="body"/>
          </p:nvPr>
        </p:nvSpPr>
        <p:spPr>
          <a:xfrm>
            <a:off x="6809926" y="4111225"/>
            <a:ext cx="2093100" cy="861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1600"/>
              </a:spcAft>
              <a:buNone/>
            </a:pPr>
            <a:r>
              <a:rPr lang="en" sz="1100">
                <a:solidFill>
                  <a:srgbClr val="000000"/>
                </a:solidFill>
                <a:latin typeface="Arial"/>
                <a:ea typeface="Arial"/>
                <a:cs typeface="Arial"/>
                <a:sym typeface="Arial"/>
              </a:rPr>
              <a:t>The first node is the </a:t>
            </a:r>
            <a:r>
              <a:rPr b="1" i="1" lang="en" sz="1100">
                <a:solidFill>
                  <a:srgbClr val="FF0000"/>
                </a:solidFill>
                <a:latin typeface="Arial"/>
                <a:ea typeface="Arial"/>
                <a:cs typeface="Arial"/>
                <a:sym typeface="Arial"/>
              </a:rPr>
              <a:t>head</a:t>
            </a:r>
            <a:r>
              <a:rPr lang="en" sz="1100">
                <a:solidFill>
                  <a:srgbClr val="FF0000"/>
                </a:solidFill>
                <a:latin typeface="Arial"/>
                <a:ea typeface="Arial"/>
                <a:cs typeface="Arial"/>
                <a:sym typeface="Arial"/>
              </a:rPr>
              <a:t> </a:t>
            </a:r>
            <a:r>
              <a:rPr lang="en" sz="1100">
                <a:solidFill>
                  <a:srgbClr val="000000"/>
                </a:solidFill>
                <a:latin typeface="Arial"/>
                <a:ea typeface="Arial"/>
                <a:cs typeface="Arial"/>
                <a:sym typeface="Arial"/>
              </a:rPr>
              <a:t>and the last node is the </a:t>
            </a:r>
            <a:r>
              <a:rPr b="1" i="1" lang="en" sz="1100">
                <a:solidFill>
                  <a:srgbClr val="FF0000"/>
                </a:solidFill>
                <a:latin typeface="Arial"/>
                <a:ea typeface="Arial"/>
                <a:cs typeface="Arial"/>
                <a:sym typeface="Arial"/>
              </a:rPr>
              <a:t>tail</a:t>
            </a:r>
            <a:r>
              <a:rPr lang="en" sz="1100">
                <a:solidFill>
                  <a:srgbClr val="FF0000"/>
                </a:solidFill>
                <a:latin typeface="Arial"/>
                <a:ea typeface="Arial"/>
                <a:cs typeface="Arial"/>
                <a:sym typeface="Arial"/>
              </a:rPr>
              <a:t> </a:t>
            </a:r>
            <a:r>
              <a:rPr lang="en" sz="1100">
                <a:solidFill>
                  <a:srgbClr val="000000"/>
                </a:solidFill>
                <a:latin typeface="Arial"/>
                <a:ea typeface="Arial"/>
                <a:cs typeface="Arial"/>
                <a:sym typeface="Arial"/>
              </a:rPr>
              <a:t>of the sequence. The tail has no next node.</a:t>
            </a:r>
            <a:endParaRPr sz="1100">
              <a:solidFill>
                <a:srgbClr val="000000"/>
              </a:solidFill>
              <a:latin typeface="Arial"/>
              <a:ea typeface="Arial"/>
              <a:cs typeface="Arial"/>
              <a:sym typeface="Arial"/>
            </a:endParaRPr>
          </a:p>
        </p:txBody>
      </p:sp>
      <p:sp>
        <p:nvSpPr>
          <p:cNvPr id="386" name="Google Shape;386;p65"/>
          <p:cNvSpPr txBox="1"/>
          <p:nvPr>
            <p:ph idx="12" type="sldNum"/>
          </p:nvPr>
        </p:nvSpPr>
        <p:spPr>
          <a:xfrm>
            <a:off x="9627" y="4749892"/>
            <a:ext cx="548700" cy="393600"/>
          </a:xfrm>
          <a:prstGeom prst="rect">
            <a:avLst/>
          </a:prstGeom>
        </p:spPr>
        <p:txBody>
          <a:bodyPr anchorCtr="0" anchor="ctr" bIns="91425" lIns="91425" spcFirstLastPara="1" rIns="91425" wrap="square" tIns="91425">
            <a:noAutofit/>
          </a:bodyPr>
          <a:lstStyle/>
          <a:p>
            <a:pPr indent="0" lvl="0" marL="0" rtl="0" algn="l">
              <a:spcBef>
                <a:spcPts val="0"/>
              </a:spcBef>
              <a:spcAft>
                <a:spcPts val="0"/>
              </a:spcAft>
              <a:buNone/>
            </a:pPr>
            <a:fld id="{00000000-1234-1234-1234-123412341234}" type="slidenum">
              <a:rPr lang="en"/>
              <a:t>‹#›</a:t>
            </a:fld>
            <a:endParaRPr/>
          </a:p>
        </p:txBody>
      </p:sp>
      <p:sp>
        <p:nvSpPr>
          <p:cNvPr id="387" name="Google Shape;387;p65"/>
          <p:cNvSpPr txBox="1"/>
          <p:nvPr>
            <p:ph type="title"/>
          </p:nvPr>
        </p:nvSpPr>
        <p:spPr>
          <a:xfrm>
            <a:off x="311725" y="13576"/>
            <a:ext cx="8520600" cy="623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Visualizing a Linked-Sequence of Nodes</a:t>
            </a:r>
            <a:endParaRPr/>
          </a:p>
        </p:txBody>
      </p:sp>
      <p:pic>
        <p:nvPicPr>
          <p:cNvPr id="388" name="Google Shape;388;p65"/>
          <p:cNvPicPr preferRelativeResize="0"/>
          <p:nvPr/>
        </p:nvPicPr>
        <p:blipFill>
          <a:blip r:embed="rId3">
            <a:alphaModFix/>
          </a:blip>
          <a:stretch>
            <a:fillRect/>
          </a:stretch>
        </p:blipFill>
        <p:spPr>
          <a:xfrm>
            <a:off x="565363" y="1688113"/>
            <a:ext cx="1829175" cy="786650"/>
          </a:xfrm>
          <a:prstGeom prst="rect">
            <a:avLst/>
          </a:prstGeom>
          <a:noFill/>
          <a:ln>
            <a:noFill/>
          </a:ln>
        </p:spPr>
      </p:pic>
      <p:sp>
        <p:nvSpPr>
          <p:cNvPr id="389" name="Google Shape;389;p65"/>
          <p:cNvSpPr txBox="1"/>
          <p:nvPr>
            <p:ph idx="4294967295" type="body"/>
          </p:nvPr>
        </p:nvSpPr>
        <p:spPr>
          <a:xfrm>
            <a:off x="264783" y="701325"/>
            <a:ext cx="2093100" cy="861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1600"/>
              </a:spcAft>
              <a:buNone/>
            </a:pPr>
            <a:r>
              <a:rPr lang="en" sz="1100">
                <a:solidFill>
                  <a:srgbClr val="000000"/>
                </a:solidFill>
                <a:latin typeface="Arial"/>
                <a:ea typeface="Arial"/>
                <a:cs typeface="Arial"/>
                <a:sym typeface="Arial"/>
              </a:rPr>
              <a:t>Every train car carries something of </a:t>
            </a:r>
            <a:r>
              <a:rPr b="1" i="1" lang="en" sz="1100">
                <a:solidFill>
                  <a:srgbClr val="FF0000"/>
                </a:solidFill>
                <a:latin typeface="Arial"/>
                <a:ea typeface="Arial"/>
                <a:cs typeface="Arial"/>
                <a:sym typeface="Arial"/>
              </a:rPr>
              <a:t>value</a:t>
            </a:r>
            <a:r>
              <a:rPr lang="en" sz="1100">
                <a:solidFill>
                  <a:srgbClr val="FF0000"/>
                </a:solidFill>
                <a:latin typeface="Arial"/>
                <a:ea typeface="Arial"/>
                <a:cs typeface="Arial"/>
                <a:sym typeface="Arial"/>
              </a:rPr>
              <a:t> </a:t>
            </a:r>
            <a:r>
              <a:rPr lang="en" sz="1100">
                <a:solidFill>
                  <a:srgbClr val="000000"/>
                </a:solidFill>
                <a:latin typeface="Arial"/>
                <a:ea typeface="Arial"/>
                <a:cs typeface="Arial"/>
                <a:sym typeface="Arial"/>
              </a:rPr>
              <a:t>inside of it, e.g. cargo, passengers, or the engineer.</a:t>
            </a:r>
            <a:endParaRPr sz="1100">
              <a:solidFill>
                <a:srgbClr val="000000"/>
              </a:solidFill>
              <a:latin typeface="Arial"/>
              <a:ea typeface="Arial"/>
              <a:cs typeface="Arial"/>
              <a:sym typeface="Arial"/>
            </a:endParaRPr>
          </a:p>
        </p:txBody>
      </p:sp>
      <p:sp>
        <p:nvSpPr>
          <p:cNvPr id="390" name="Google Shape;390;p65"/>
          <p:cNvSpPr txBox="1"/>
          <p:nvPr>
            <p:ph idx="4294967295" type="body"/>
          </p:nvPr>
        </p:nvSpPr>
        <p:spPr>
          <a:xfrm>
            <a:off x="2446497" y="701325"/>
            <a:ext cx="2093100" cy="523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1600"/>
              </a:spcAft>
              <a:buNone/>
            </a:pPr>
            <a:r>
              <a:rPr lang="en" sz="1100">
                <a:solidFill>
                  <a:srgbClr val="000000"/>
                </a:solidFill>
                <a:latin typeface="Arial"/>
                <a:ea typeface="Arial"/>
                <a:cs typeface="Arial"/>
                <a:sym typeface="Arial"/>
              </a:rPr>
              <a:t>Each train car is connected to the </a:t>
            </a:r>
            <a:r>
              <a:rPr b="1" i="1" lang="en" sz="1100">
                <a:solidFill>
                  <a:srgbClr val="FF0000"/>
                </a:solidFill>
                <a:latin typeface="Arial"/>
                <a:ea typeface="Arial"/>
                <a:cs typeface="Arial"/>
                <a:sym typeface="Arial"/>
              </a:rPr>
              <a:t>next</a:t>
            </a:r>
            <a:r>
              <a:rPr lang="en" sz="1100">
                <a:solidFill>
                  <a:srgbClr val="FF0000"/>
                </a:solidFill>
                <a:latin typeface="Arial"/>
                <a:ea typeface="Arial"/>
                <a:cs typeface="Arial"/>
                <a:sym typeface="Arial"/>
              </a:rPr>
              <a:t> </a:t>
            </a:r>
            <a:r>
              <a:rPr lang="en" sz="1100">
                <a:solidFill>
                  <a:srgbClr val="000000"/>
                </a:solidFill>
                <a:latin typeface="Arial"/>
                <a:ea typeface="Arial"/>
                <a:cs typeface="Arial"/>
                <a:sym typeface="Arial"/>
              </a:rPr>
              <a:t>car in the train.</a:t>
            </a:r>
            <a:endParaRPr sz="1100">
              <a:solidFill>
                <a:srgbClr val="000000"/>
              </a:solidFill>
              <a:latin typeface="Arial"/>
              <a:ea typeface="Arial"/>
              <a:cs typeface="Arial"/>
              <a:sym typeface="Arial"/>
            </a:endParaRPr>
          </a:p>
        </p:txBody>
      </p:sp>
      <p:graphicFrame>
        <p:nvGraphicFramePr>
          <p:cNvPr id="391" name="Google Shape;391;p65"/>
          <p:cNvGraphicFramePr/>
          <p:nvPr/>
        </p:nvGraphicFramePr>
        <p:xfrm>
          <a:off x="702650" y="2842175"/>
          <a:ext cx="3000000" cy="3000000"/>
        </p:xfrm>
        <a:graphic>
          <a:graphicData uri="http://schemas.openxmlformats.org/drawingml/2006/table">
            <a:tbl>
              <a:tblPr>
                <a:noFill/>
                <a:tableStyleId>{F4E8245F-B79C-49AF-8BD8-D9F0F8A7D024}</a:tableStyleId>
              </a:tblPr>
              <a:tblGrid>
                <a:gridCol w="701100"/>
                <a:gridCol w="701100"/>
              </a:tblGrid>
              <a:tr h="142150">
                <a:tc gridSpan="2">
                  <a:txBody>
                    <a:bodyPr/>
                    <a:lstStyle/>
                    <a:p>
                      <a:pPr indent="0" lvl="0" marL="0" rtl="0" algn="ctr">
                        <a:spcBef>
                          <a:spcPts val="0"/>
                        </a:spcBef>
                        <a:spcAft>
                          <a:spcPts val="0"/>
                        </a:spcAft>
                        <a:buNone/>
                      </a:pPr>
                      <a:r>
                        <a:rPr lang="en" sz="1100">
                          <a:latin typeface="Courier New"/>
                          <a:ea typeface="Courier New"/>
                          <a:cs typeface="Courier New"/>
                          <a:sym typeface="Courier New"/>
                        </a:rPr>
                        <a:t>Node</a:t>
                      </a:r>
                      <a:endParaRPr sz="11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hMerge="1"/>
              </a:tr>
              <a:tr h="142150">
                <a:tc>
                  <a:txBody>
                    <a:bodyPr/>
                    <a:lstStyle/>
                    <a:p>
                      <a:pPr indent="0" lvl="0" marL="0" rtl="0" algn="ctr">
                        <a:spcBef>
                          <a:spcPts val="0"/>
                        </a:spcBef>
                        <a:spcAft>
                          <a:spcPts val="0"/>
                        </a:spcAft>
                        <a:buNone/>
                      </a:pPr>
                      <a:r>
                        <a:rPr lang="en" sz="1100">
                          <a:latin typeface="Courier New"/>
                          <a:ea typeface="Courier New"/>
                          <a:cs typeface="Courier New"/>
                          <a:sym typeface="Courier New"/>
                        </a:rPr>
                        <a:t>value</a:t>
                      </a:r>
                      <a:endParaRPr sz="11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11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142150">
                <a:tc>
                  <a:txBody>
                    <a:bodyPr/>
                    <a:lstStyle/>
                    <a:p>
                      <a:pPr indent="0" lvl="0" marL="0" rtl="0" algn="ctr">
                        <a:spcBef>
                          <a:spcPts val="0"/>
                        </a:spcBef>
                        <a:spcAft>
                          <a:spcPts val="0"/>
                        </a:spcAft>
                        <a:buNone/>
                      </a:pPr>
                      <a:r>
                        <a:rPr lang="en" sz="1100">
                          <a:latin typeface="Courier New"/>
                          <a:ea typeface="Courier New"/>
                          <a:cs typeface="Courier New"/>
                          <a:sym typeface="Courier New"/>
                        </a:rPr>
                        <a:t>5</a:t>
                      </a:r>
                      <a:endParaRPr sz="11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11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392" name="Google Shape;392;p65"/>
          <p:cNvSpPr txBox="1"/>
          <p:nvPr>
            <p:ph idx="4294967295" type="body"/>
          </p:nvPr>
        </p:nvSpPr>
        <p:spPr>
          <a:xfrm>
            <a:off x="264775" y="4111225"/>
            <a:ext cx="2093100" cy="523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1600"/>
              </a:spcAft>
              <a:buNone/>
            </a:pPr>
            <a:r>
              <a:rPr lang="en" sz="1100">
                <a:solidFill>
                  <a:srgbClr val="000000"/>
                </a:solidFill>
                <a:latin typeface="Arial"/>
                <a:ea typeface="Arial"/>
                <a:cs typeface="Arial"/>
                <a:sym typeface="Arial"/>
              </a:rPr>
              <a:t>Every node has a </a:t>
            </a:r>
            <a:r>
              <a:rPr b="1" i="1" lang="en" sz="1100">
                <a:solidFill>
                  <a:srgbClr val="FF0000"/>
                </a:solidFill>
                <a:latin typeface="Arial"/>
                <a:ea typeface="Arial"/>
                <a:cs typeface="Arial"/>
                <a:sym typeface="Arial"/>
              </a:rPr>
              <a:t>value</a:t>
            </a:r>
            <a:r>
              <a:rPr lang="en" sz="1100">
                <a:solidFill>
                  <a:srgbClr val="FF0000"/>
                </a:solidFill>
                <a:latin typeface="Arial"/>
                <a:ea typeface="Arial"/>
                <a:cs typeface="Arial"/>
                <a:sym typeface="Arial"/>
              </a:rPr>
              <a:t> </a:t>
            </a:r>
            <a:r>
              <a:rPr lang="en" sz="1100">
                <a:solidFill>
                  <a:srgbClr val="000000"/>
                </a:solidFill>
                <a:latin typeface="Arial"/>
                <a:ea typeface="Arial"/>
                <a:cs typeface="Arial"/>
                <a:sym typeface="Arial"/>
              </a:rPr>
              <a:t>as well, e.g. an </a:t>
            </a:r>
            <a:r>
              <a:rPr lang="en" sz="1100">
                <a:solidFill>
                  <a:srgbClr val="000000"/>
                </a:solidFill>
                <a:latin typeface="Courier New"/>
                <a:ea typeface="Courier New"/>
                <a:cs typeface="Courier New"/>
                <a:sym typeface="Courier New"/>
              </a:rPr>
              <a:t>int</a:t>
            </a:r>
            <a:r>
              <a:rPr lang="en" sz="1100">
                <a:solidFill>
                  <a:srgbClr val="000000"/>
                </a:solidFill>
                <a:latin typeface="Arial"/>
                <a:ea typeface="Arial"/>
                <a:cs typeface="Arial"/>
                <a:sym typeface="Arial"/>
              </a:rPr>
              <a:t> or a </a:t>
            </a:r>
            <a:r>
              <a:rPr lang="en" sz="1100">
                <a:solidFill>
                  <a:srgbClr val="000000"/>
                </a:solidFill>
                <a:latin typeface="Courier New"/>
                <a:ea typeface="Courier New"/>
                <a:cs typeface="Courier New"/>
                <a:sym typeface="Courier New"/>
              </a:rPr>
              <a:t>String</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p:txBody>
      </p:sp>
      <p:sp>
        <p:nvSpPr>
          <p:cNvPr id="393" name="Google Shape;393;p65"/>
          <p:cNvSpPr txBox="1"/>
          <p:nvPr>
            <p:ph idx="4294967295" type="body"/>
          </p:nvPr>
        </p:nvSpPr>
        <p:spPr>
          <a:xfrm>
            <a:off x="4628211" y="701325"/>
            <a:ext cx="2093100" cy="523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1600"/>
              </a:spcAft>
              <a:buNone/>
            </a:pPr>
            <a:r>
              <a:rPr lang="en" sz="1100">
                <a:solidFill>
                  <a:srgbClr val="000000"/>
                </a:solidFill>
                <a:latin typeface="Arial"/>
                <a:ea typeface="Arial"/>
                <a:cs typeface="Arial"/>
                <a:sym typeface="Arial"/>
              </a:rPr>
              <a:t>Together, the </a:t>
            </a:r>
            <a:r>
              <a:rPr b="1" i="1" lang="en" sz="1100">
                <a:solidFill>
                  <a:srgbClr val="FF0000"/>
                </a:solidFill>
                <a:latin typeface="Arial"/>
                <a:ea typeface="Arial"/>
                <a:cs typeface="Arial"/>
                <a:sym typeface="Arial"/>
              </a:rPr>
              <a:t>sequence</a:t>
            </a:r>
            <a:r>
              <a:rPr lang="en" sz="1100">
                <a:solidFill>
                  <a:srgbClr val="FF0000"/>
                </a:solidFill>
                <a:latin typeface="Arial"/>
                <a:ea typeface="Arial"/>
                <a:cs typeface="Arial"/>
                <a:sym typeface="Arial"/>
              </a:rPr>
              <a:t> </a:t>
            </a:r>
            <a:r>
              <a:rPr lang="en" sz="1100">
                <a:solidFill>
                  <a:srgbClr val="000000"/>
                </a:solidFill>
                <a:latin typeface="Arial"/>
                <a:ea typeface="Arial"/>
                <a:cs typeface="Arial"/>
                <a:sym typeface="Arial"/>
              </a:rPr>
              <a:t>of cars form the train.</a:t>
            </a:r>
            <a:endParaRPr sz="1100">
              <a:solidFill>
                <a:srgbClr val="000000"/>
              </a:solidFill>
              <a:latin typeface="Arial"/>
              <a:ea typeface="Arial"/>
              <a:cs typeface="Arial"/>
              <a:sym typeface="Arial"/>
            </a:endParaRPr>
          </a:p>
        </p:txBody>
      </p:sp>
      <p:sp>
        <p:nvSpPr>
          <p:cNvPr id="394" name="Google Shape;394;p65"/>
          <p:cNvSpPr txBox="1"/>
          <p:nvPr>
            <p:ph idx="4294967295" type="body"/>
          </p:nvPr>
        </p:nvSpPr>
        <p:spPr>
          <a:xfrm>
            <a:off x="6809926" y="701325"/>
            <a:ext cx="2093100" cy="861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1600"/>
              </a:spcAft>
              <a:buNone/>
            </a:pPr>
            <a:r>
              <a:rPr lang="en" sz="1100">
                <a:solidFill>
                  <a:srgbClr val="000000"/>
                </a:solidFill>
                <a:latin typeface="Arial"/>
                <a:ea typeface="Arial"/>
                <a:cs typeface="Arial"/>
                <a:sym typeface="Arial"/>
              </a:rPr>
              <a:t>The first car is the </a:t>
            </a:r>
            <a:r>
              <a:rPr b="1" i="1" lang="en" sz="1100">
                <a:solidFill>
                  <a:srgbClr val="FF0000"/>
                </a:solidFill>
                <a:latin typeface="Arial"/>
                <a:ea typeface="Arial"/>
                <a:cs typeface="Arial"/>
                <a:sym typeface="Arial"/>
              </a:rPr>
              <a:t>head</a:t>
            </a:r>
            <a:r>
              <a:rPr lang="en" sz="1100">
                <a:solidFill>
                  <a:srgbClr val="FF0000"/>
                </a:solidFill>
                <a:latin typeface="Arial"/>
                <a:ea typeface="Arial"/>
                <a:cs typeface="Arial"/>
                <a:sym typeface="Arial"/>
              </a:rPr>
              <a:t> </a:t>
            </a:r>
            <a:r>
              <a:rPr lang="en" sz="1100">
                <a:solidFill>
                  <a:srgbClr val="000000"/>
                </a:solidFill>
                <a:latin typeface="Arial"/>
                <a:ea typeface="Arial"/>
                <a:cs typeface="Arial"/>
                <a:sym typeface="Arial"/>
              </a:rPr>
              <a:t>and the last car is the </a:t>
            </a:r>
            <a:r>
              <a:rPr b="1" i="1" lang="en" sz="1100">
                <a:solidFill>
                  <a:srgbClr val="FF0000"/>
                </a:solidFill>
                <a:latin typeface="Arial"/>
                <a:ea typeface="Arial"/>
                <a:cs typeface="Arial"/>
                <a:sym typeface="Arial"/>
              </a:rPr>
              <a:t>tail</a:t>
            </a:r>
            <a:r>
              <a:rPr lang="en" sz="1100">
                <a:solidFill>
                  <a:srgbClr val="FF0000"/>
                </a:solidFill>
                <a:latin typeface="Arial"/>
                <a:ea typeface="Arial"/>
                <a:cs typeface="Arial"/>
                <a:sym typeface="Arial"/>
              </a:rPr>
              <a:t> </a:t>
            </a:r>
            <a:r>
              <a:rPr lang="en" sz="1100">
                <a:solidFill>
                  <a:srgbClr val="000000"/>
                </a:solidFill>
                <a:latin typeface="Arial"/>
                <a:ea typeface="Arial"/>
                <a:cs typeface="Arial"/>
                <a:sym typeface="Arial"/>
              </a:rPr>
              <a:t>of the sequence. The tail has no next car.</a:t>
            </a:r>
            <a:endParaRPr sz="1100">
              <a:solidFill>
                <a:srgbClr val="000000"/>
              </a:solidFill>
              <a:latin typeface="Arial"/>
              <a:ea typeface="Arial"/>
              <a:cs typeface="Arial"/>
              <a:sym typeface="Arial"/>
            </a:endParaRPr>
          </a:p>
        </p:txBody>
      </p:sp>
      <p:pic>
        <p:nvPicPr>
          <p:cNvPr id="395" name="Google Shape;395;p65"/>
          <p:cNvPicPr preferRelativeResize="0"/>
          <p:nvPr/>
        </p:nvPicPr>
        <p:blipFill>
          <a:blip r:embed="rId4">
            <a:alphaModFix/>
          </a:blip>
          <a:stretch>
            <a:fillRect/>
          </a:stretch>
        </p:blipFill>
        <p:spPr>
          <a:xfrm>
            <a:off x="2203850" y="1730673"/>
            <a:ext cx="1829149" cy="748501"/>
          </a:xfrm>
          <a:prstGeom prst="rect">
            <a:avLst/>
          </a:prstGeom>
          <a:noFill/>
          <a:ln>
            <a:noFill/>
          </a:ln>
        </p:spPr>
      </p:pic>
      <p:pic>
        <p:nvPicPr>
          <p:cNvPr id="396" name="Google Shape;396;p65"/>
          <p:cNvPicPr preferRelativeResize="0"/>
          <p:nvPr/>
        </p:nvPicPr>
        <p:blipFill>
          <a:blip r:embed="rId5">
            <a:alphaModFix/>
          </a:blip>
          <a:stretch>
            <a:fillRect/>
          </a:stretch>
        </p:blipFill>
        <p:spPr>
          <a:xfrm>
            <a:off x="5000019" y="1698130"/>
            <a:ext cx="1829149" cy="748520"/>
          </a:xfrm>
          <a:prstGeom prst="rect">
            <a:avLst/>
          </a:prstGeom>
          <a:noFill/>
          <a:ln>
            <a:noFill/>
          </a:ln>
        </p:spPr>
      </p:pic>
      <p:pic>
        <p:nvPicPr>
          <p:cNvPr id="397" name="Google Shape;397;p65"/>
          <p:cNvPicPr preferRelativeResize="0"/>
          <p:nvPr/>
        </p:nvPicPr>
        <p:blipFill>
          <a:blip r:embed="rId6">
            <a:alphaModFix/>
          </a:blip>
          <a:stretch>
            <a:fillRect/>
          </a:stretch>
        </p:blipFill>
        <p:spPr>
          <a:xfrm>
            <a:off x="3806525" y="1919550"/>
            <a:ext cx="1312200" cy="572875"/>
          </a:xfrm>
          <a:prstGeom prst="rect">
            <a:avLst/>
          </a:prstGeom>
          <a:noFill/>
          <a:ln>
            <a:noFill/>
          </a:ln>
        </p:spPr>
      </p:pic>
      <p:pic>
        <p:nvPicPr>
          <p:cNvPr id="398" name="Google Shape;398;p65"/>
          <p:cNvPicPr preferRelativeResize="0"/>
          <p:nvPr/>
        </p:nvPicPr>
        <p:blipFill>
          <a:blip r:embed="rId7">
            <a:alphaModFix/>
          </a:blip>
          <a:stretch>
            <a:fillRect/>
          </a:stretch>
        </p:blipFill>
        <p:spPr>
          <a:xfrm>
            <a:off x="6735250" y="1660850"/>
            <a:ext cx="1593825" cy="780325"/>
          </a:xfrm>
          <a:prstGeom prst="rect">
            <a:avLst/>
          </a:prstGeom>
          <a:noFill/>
          <a:ln>
            <a:noFill/>
          </a:ln>
        </p:spPr>
      </p:pic>
      <p:sp>
        <p:nvSpPr>
          <p:cNvPr id="399" name="Google Shape;399;p65"/>
          <p:cNvSpPr txBox="1"/>
          <p:nvPr>
            <p:ph idx="4294967295" type="body"/>
          </p:nvPr>
        </p:nvSpPr>
        <p:spPr>
          <a:xfrm>
            <a:off x="2446497" y="4111225"/>
            <a:ext cx="2093100" cy="692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1600"/>
              </a:spcAft>
              <a:buNone/>
            </a:pPr>
            <a:r>
              <a:rPr lang="en" sz="1100">
                <a:solidFill>
                  <a:srgbClr val="000000"/>
                </a:solidFill>
                <a:latin typeface="Arial"/>
                <a:ea typeface="Arial"/>
                <a:cs typeface="Arial"/>
                <a:sym typeface="Arial"/>
              </a:rPr>
              <a:t>Each node has a </a:t>
            </a:r>
            <a:r>
              <a:rPr b="1" i="1" lang="en" sz="1100">
                <a:solidFill>
                  <a:srgbClr val="FF0000"/>
                </a:solidFill>
                <a:latin typeface="Arial"/>
                <a:ea typeface="Arial"/>
                <a:cs typeface="Arial"/>
                <a:sym typeface="Arial"/>
              </a:rPr>
              <a:t>reference</a:t>
            </a:r>
            <a:r>
              <a:rPr lang="en" sz="1100">
                <a:solidFill>
                  <a:srgbClr val="FF0000"/>
                </a:solidFill>
                <a:latin typeface="Arial"/>
                <a:ea typeface="Arial"/>
                <a:cs typeface="Arial"/>
                <a:sym typeface="Arial"/>
              </a:rPr>
              <a:t> </a:t>
            </a:r>
            <a:r>
              <a:rPr lang="en" sz="1100">
                <a:solidFill>
                  <a:srgbClr val="000000"/>
                </a:solidFill>
                <a:latin typeface="Arial"/>
                <a:ea typeface="Arial"/>
                <a:cs typeface="Arial"/>
                <a:sym typeface="Arial"/>
              </a:rPr>
              <a:t>to the next node in the sequence that connects them together.</a:t>
            </a:r>
            <a:endParaRPr sz="1100">
              <a:solidFill>
                <a:srgbClr val="000000"/>
              </a:solidFill>
              <a:latin typeface="Arial"/>
              <a:ea typeface="Arial"/>
              <a:cs typeface="Arial"/>
              <a:sym typeface="Arial"/>
            </a:endParaRPr>
          </a:p>
        </p:txBody>
      </p:sp>
      <p:graphicFrame>
        <p:nvGraphicFramePr>
          <p:cNvPr id="400" name="Google Shape;400;p65"/>
          <p:cNvGraphicFramePr/>
          <p:nvPr/>
        </p:nvGraphicFramePr>
        <p:xfrm>
          <a:off x="2760050" y="2842175"/>
          <a:ext cx="3000000" cy="3000000"/>
        </p:xfrm>
        <a:graphic>
          <a:graphicData uri="http://schemas.openxmlformats.org/drawingml/2006/table">
            <a:tbl>
              <a:tblPr>
                <a:noFill/>
                <a:tableStyleId>{F4E8245F-B79C-49AF-8BD8-D9F0F8A7D024}</a:tableStyleId>
              </a:tblPr>
              <a:tblGrid>
                <a:gridCol w="701100"/>
                <a:gridCol w="701100"/>
              </a:tblGrid>
              <a:tr h="142150">
                <a:tc gridSpan="2">
                  <a:txBody>
                    <a:bodyPr/>
                    <a:lstStyle/>
                    <a:p>
                      <a:pPr indent="0" lvl="0" marL="0" rtl="0" algn="ctr">
                        <a:spcBef>
                          <a:spcPts val="0"/>
                        </a:spcBef>
                        <a:spcAft>
                          <a:spcPts val="0"/>
                        </a:spcAft>
                        <a:buNone/>
                      </a:pPr>
                      <a:r>
                        <a:rPr lang="en" sz="1100">
                          <a:latin typeface="Courier New"/>
                          <a:ea typeface="Courier New"/>
                          <a:cs typeface="Courier New"/>
                          <a:sym typeface="Courier New"/>
                        </a:rPr>
                        <a:t>Node</a:t>
                      </a:r>
                      <a:endParaRPr sz="11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hMerge="1"/>
              </a:tr>
              <a:tr h="142150">
                <a:tc>
                  <a:txBody>
                    <a:bodyPr/>
                    <a:lstStyle/>
                    <a:p>
                      <a:pPr indent="0" lvl="0" marL="0" rtl="0" algn="ctr">
                        <a:spcBef>
                          <a:spcPts val="0"/>
                        </a:spcBef>
                        <a:spcAft>
                          <a:spcPts val="0"/>
                        </a:spcAft>
                        <a:buNone/>
                      </a:pPr>
                      <a:r>
                        <a:rPr lang="en" sz="1100">
                          <a:latin typeface="Courier New"/>
                          <a:ea typeface="Courier New"/>
                          <a:cs typeface="Courier New"/>
                          <a:sym typeface="Courier New"/>
                        </a:rPr>
                        <a:t>value</a:t>
                      </a:r>
                      <a:endParaRPr sz="11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Courier New"/>
                          <a:ea typeface="Courier New"/>
                          <a:cs typeface="Courier New"/>
                          <a:sym typeface="Courier New"/>
                        </a:rPr>
                        <a:t>next</a:t>
                      </a:r>
                      <a:endParaRPr sz="11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142150">
                <a:tc>
                  <a:txBody>
                    <a:bodyPr/>
                    <a:lstStyle/>
                    <a:p>
                      <a:pPr indent="0" lvl="0" marL="0" rtl="0" algn="ctr">
                        <a:spcBef>
                          <a:spcPts val="0"/>
                        </a:spcBef>
                        <a:spcAft>
                          <a:spcPts val="0"/>
                        </a:spcAft>
                        <a:buNone/>
                      </a:pPr>
                      <a:r>
                        <a:rPr lang="en" sz="1100">
                          <a:latin typeface="Courier New"/>
                          <a:ea typeface="Courier New"/>
                          <a:cs typeface="Courier New"/>
                          <a:sym typeface="Courier New"/>
                        </a:rPr>
                        <a:t>6</a:t>
                      </a:r>
                      <a:endParaRPr sz="11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11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pSp>
        <p:nvGrpSpPr>
          <p:cNvPr id="401" name="Google Shape;401;p65"/>
          <p:cNvGrpSpPr/>
          <p:nvPr/>
        </p:nvGrpSpPr>
        <p:grpSpPr>
          <a:xfrm>
            <a:off x="1449081" y="3190913"/>
            <a:ext cx="1309769" cy="520313"/>
            <a:chOff x="1449081" y="3190913"/>
            <a:chExt cx="1309769" cy="520313"/>
          </a:xfrm>
        </p:grpSpPr>
        <p:cxnSp>
          <p:nvCxnSpPr>
            <p:cNvPr id="402" name="Google Shape;402;p65"/>
            <p:cNvCxnSpPr/>
            <p:nvPr/>
          </p:nvCxnSpPr>
          <p:spPr>
            <a:xfrm>
              <a:off x="1770950" y="3711225"/>
              <a:ext cx="987900" cy="0"/>
            </a:xfrm>
            <a:prstGeom prst="straightConnector1">
              <a:avLst/>
            </a:prstGeom>
            <a:noFill/>
            <a:ln cap="flat" cmpd="sng" w="19050">
              <a:solidFill>
                <a:srgbClr val="FF0000"/>
              </a:solidFill>
              <a:prstDash val="solid"/>
              <a:round/>
              <a:headEnd len="med" w="med" type="none"/>
              <a:tailEnd len="med" w="med" type="triangle"/>
            </a:ln>
          </p:spPr>
        </p:cxnSp>
        <p:sp>
          <p:nvSpPr>
            <p:cNvPr id="403" name="Google Shape;403;p65"/>
            <p:cNvSpPr txBox="1"/>
            <p:nvPr/>
          </p:nvSpPr>
          <p:spPr>
            <a:xfrm>
              <a:off x="1449081" y="3190913"/>
              <a:ext cx="6054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latin typeface="Courier New"/>
                  <a:ea typeface="Courier New"/>
                  <a:cs typeface="Courier New"/>
                  <a:sym typeface="Courier New"/>
                </a:rPr>
                <a:t>next</a:t>
              </a:r>
              <a:endParaRPr/>
            </a:p>
          </p:txBody>
        </p:sp>
      </p:grpSp>
      <p:graphicFrame>
        <p:nvGraphicFramePr>
          <p:cNvPr id="404" name="Google Shape;404;p65"/>
          <p:cNvGraphicFramePr/>
          <p:nvPr/>
        </p:nvGraphicFramePr>
        <p:xfrm>
          <a:off x="4817450" y="2842175"/>
          <a:ext cx="3000000" cy="3000000"/>
        </p:xfrm>
        <a:graphic>
          <a:graphicData uri="http://schemas.openxmlformats.org/drawingml/2006/table">
            <a:tbl>
              <a:tblPr>
                <a:noFill/>
                <a:tableStyleId>{F4E8245F-B79C-49AF-8BD8-D9F0F8A7D024}</a:tableStyleId>
              </a:tblPr>
              <a:tblGrid>
                <a:gridCol w="701100"/>
                <a:gridCol w="701100"/>
              </a:tblGrid>
              <a:tr h="142150">
                <a:tc gridSpan="2">
                  <a:txBody>
                    <a:bodyPr/>
                    <a:lstStyle/>
                    <a:p>
                      <a:pPr indent="0" lvl="0" marL="0" rtl="0" algn="ctr">
                        <a:spcBef>
                          <a:spcPts val="0"/>
                        </a:spcBef>
                        <a:spcAft>
                          <a:spcPts val="0"/>
                        </a:spcAft>
                        <a:buNone/>
                      </a:pPr>
                      <a:r>
                        <a:rPr lang="en" sz="1100">
                          <a:latin typeface="Courier New"/>
                          <a:ea typeface="Courier New"/>
                          <a:cs typeface="Courier New"/>
                          <a:sym typeface="Courier New"/>
                        </a:rPr>
                        <a:t>Node</a:t>
                      </a:r>
                      <a:endParaRPr sz="11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hMerge="1"/>
              </a:tr>
              <a:tr h="142150">
                <a:tc>
                  <a:txBody>
                    <a:bodyPr/>
                    <a:lstStyle/>
                    <a:p>
                      <a:pPr indent="0" lvl="0" marL="0" rtl="0" algn="ctr">
                        <a:spcBef>
                          <a:spcPts val="0"/>
                        </a:spcBef>
                        <a:spcAft>
                          <a:spcPts val="0"/>
                        </a:spcAft>
                        <a:buNone/>
                      </a:pPr>
                      <a:r>
                        <a:rPr lang="en" sz="1100">
                          <a:latin typeface="Courier New"/>
                          <a:ea typeface="Courier New"/>
                          <a:cs typeface="Courier New"/>
                          <a:sym typeface="Courier New"/>
                        </a:rPr>
                        <a:t>value</a:t>
                      </a:r>
                      <a:endParaRPr sz="11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Courier New"/>
                          <a:ea typeface="Courier New"/>
                          <a:cs typeface="Courier New"/>
                          <a:sym typeface="Courier New"/>
                        </a:rPr>
                        <a:t>next</a:t>
                      </a:r>
                      <a:endParaRPr sz="11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142150">
                <a:tc>
                  <a:txBody>
                    <a:bodyPr/>
                    <a:lstStyle/>
                    <a:p>
                      <a:pPr indent="0" lvl="0" marL="0" rtl="0" algn="ctr">
                        <a:spcBef>
                          <a:spcPts val="0"/>
                        </a:spcBef>
                        <a:spcAft>
                          <a:spcPts val="0"/>
                        </a:spcAft>
                        <a:buNone/>
                      </a:pPr>
                      <a:r>
                        <a:rPr lang="en" sz="1100">
                          <a:latin typeface="Courier New"/>
                          <a:ea typeface="Courier New"/>
                          <a:cs typeface="Courier New"/>
                          <a:sym typeface="Courier New"/>
                        </a:rPr>
                        <a:t>2</a:t>
                      </a:r>
                      <a:endParaRPr sz="11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11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cxnSp>
        <p:nvCxnSpPr>
          <p:cNvPr id="405" name="Google Shape;405;p65"/>
          <p:cNvCxnSpPr/>
          <p:nvPr/>
        </p:nvCxnSpPr>
        <p:spPr>
          <a:xfrm>
            <a:off x="3828350" y="3711225"/>
            <a:ext cx="987900" cy="0"/>
          </a:xfrm>
          <a:prstGeom prst="straightConnector1">
            <a:avLst/>
          </a:prstGeom>
          <a:noFill/>
          <a:ln cap="flat" cmpd="sng" w="19050">
            <a:solidFill>
              <a:srgbClr val="FF0000"/>
            </a:solidFill>
            <a:prstDash val="solid"/>
            <a:round/>
            <a:headEnd len="med" w="med" type="none"/>
            <a:tailEnd len="med" w="med" type="triangle"/>
          </a:ln>
        </p:spPr>
      </p:cxnSp>
      <p:graphicFrame>
        <p:nvGraphicFramePr>
          <p:cNvPr id="406" name="Google Shape;406;p65"/>
          <p:cNvGraphicFramePr/>
          <p:nvPr/>
        </p:nvGraphicFramePr>
        <p:xfrm>
          <a:off x="6874850" y="2842175"/>
          <a:ext cx="3000000" cy="3000000"/>
        </p:xfrm>
        <a:graphic>
          <a:graphicData uri="http://schemas.openxmlformats.org/drawingml/2006/table">
            <a:tbl>
              <a:tblPr>
                <a:noFill/>
                <a:tableStyleId>{F4E8245F-B79C-49AF-8BD8-D9F0F8A7D024}</a:tableStyleId>
              </a:tblPr>
              <a:tblGrid>
                <a:gridCol w="701100"/>
                <a:gridCol w="701100"/>
              </a:tblGrid>
              <a:tr h="142150">
                <a:tc gridSpan="2">
                  <a:txBody>
                    <a:bodyPr/>
                    <a:lstStyle/>
                    <a:p>
                      <a:pPr indent="0" lvl="0" marL="0" rtl="0" algn="ctr">
                        <a:spcBef>
                          <a:spcPts val="0"/>
                        </a:spcBef>
                        <a:spcAft>
                          <a:spcPts val="0"/>
                        </a:spcAft>
                        <a:buNone/>
                      </a:pPr>
                      <a:r>
                        <a:rPr lang="en" sz="1100">
                          <a:latin typeface="Courier New"/>
                          <a:ea typeface="Courier New"/>
                          <a:cs typeface="Courier New"/>
                          <a:sym typeface="Courier New"/>
                        </a:rPr>
                        <a:t>Node</a:t>
                      </a:r>
                      <a:endParaRPr sz="11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hMerge="1"/>
              </a:tr>
              <a:tr h="142150">
                <a:tc>
                  <a:txBody>
                    <a:bodyPr/>
                    <a:lstStyle/>
                    <a:p>
                      <a:pPr indent="0" lvl="0" marL="0" rtl="0" algn="ctr">
                        <a:spcBef>
                          <a:spcPts val="0"/>
                        </a:spcBef>
                        <a:spcAft>
                          <a:spcPts val="0"/>
                        </a:spcAft>
                        <a:buNone/>
                      </a:pPr>
                      <a:r>
                        <a:rPr lang="en" sz="1100">
                          <a:latin typeface="Courier New"/>
                          <a:ea typeface="Courier New"/>
                          <a:cs typeface="Courier New"/>
                          <a:sym typeface="Courier New"/>
                        </a:rPr>
                        <a:t>value</a:t>
                      </a:r>
                      <a:endParaRPr sz="11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rPr lang="en" sz="1100">
                          <a:latin typeface="Courier New"/>
                          <a:ea typeface="Courier New"/>
                          <a:cs typeface="Courier New"/>
                          <a:sym typeface="Courier New"/>
                        </a:rPr>
                        <a:t>next</a:t>
                      </a:r>
                      <a:endParaRPr sz="11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142150">
                <a:tc>
                  <a:txBody>
                    <a:bodyPr/>
                    <a:lstStyle/>
                    <a:p>
                      <a:pPr indent="0" lvl="0" marL="0" rtl="0" algn="ctr">
                        <a:spcBef>
                          <a:spcPts val="0"/>
                        </a:spcBef>
                        <a:spcAft>
                          <a:spcPts val="0"/>
                        </a:spcAft>
                        <a:buNone/>
                      </a:pPr>
                      <a:r>
                        <a:rPr lang="en" sz="1100">
                          <a:latin typeface="Courier New"/>
                          <a:ea typeface="Courier New"/>
                          <a:cs typeface="Courier New"/>
                          <a:sym typeface="Courier New"/>
                        </a:rPr>
                        <a:t>1</a:t>
                      </a:r>
                      <a:endParaRPr sz="11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ctr">
                        <a:spcBef>
                          <a:spcPts val="0"/>
                        </a:spcBef>
                        <a:spcAft>
                          <a:spcPts val="0"/>
                        </a:spcAft>
                        <a:buNone/>
                      </a:pPr>
                      <a:r>
                        <a:t/>
                      </a:r>
                      <a:endParaRPr sz="11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cxnSp>
        <p:nvCxnSpPr>
          <p:cNvPr id="407" name="Google Shape;407;p65"/>
          <p:cNvCxnSpPr/>
          <p:nvPr/>
        </p:nvCxnSpPr>
        <p:spPr>
          <a:xfrm>
            <a:off x="5885750" y="3711225"/>
            <a:ext cx="987900" cy="0"/>
          </a:xfrm>
          <a:prstGeom prst="straightConnector1">
            <a:avLst/>
          </a:prstGeom>
          <a:noFill/>
          <a:ln cap="flat" cmpd="sng" w="19050">
            <a:solidFill>
              <a:srgbClr val="FF0000"/>
            </a:solidFill>
            <a:prstDash val="solid"/>
            <a:round/>
            <a:headEnd len="med" w="med" type="none"/>
            <a:tailEnd len="med" w="med" type="triangle"/>
          </a:ln>
        </p:spPr>
      </p:cxnSp>
      <p:sp>
        <p:nvSpPr>
          <p:cNvPr id="408" name="Google Shape;408;p65"/>
          <p:cNvSpPr txBox="1"/>
          <p:nvPr>
            <p:ph idx="4294967295" type="body"/>
          </p:nvPr>
        </p:nvSpPr>
        <p:spPr>
          <a:xfrm>
            <a:off x="4628222" y="4111225"/>
            <a:ext cx="2093100" cy="523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t" bIns="91425" lIns="91425" spcFirstLastPara="1" rIns="91425" wrap="square" tIns="91425">
            <a:spAutoFit/>
          </a:bodyPr>
          <a:lstStyle/>
          <a:p>
            <a:pPr indent="0" lvl="0" marL="0" rtl="0" algn="l">
              <a:lnSpc>
                <a:spcPct val="100000"/>
              </a:lnSpc>
              <a:spcBef>
                <a:spcPts val="0"/>
              </a:spcBef>
              <a:spcAft>
                <a:spcPts val="1600"/>
              </a:spcAft>
              <a:buNone/>
            </a:pPr>
            <a:r>
              <a:rPr lang="en" sz="1100">
                <a:solidFill>
                  <a:srgbClr val="000000"/>
                </a:solidFill>
                <a:latin typeface="Arial"/>
                <a:ea typeface="Arial"/>
                <a:cs typeface="Arial"/>
                <a:sym typeface="Arial"/>
              </a:rPr>
              <a:t>Together the nodes form a </a:t>
            </a:r>
            <a:r>
              <a:rPr b="1" i="1" lang="en" sz="1100">
                <a:solidFill>
                  <a:srgbClr val="FF0000"/>
                </a:solidFill>
                <a:latin typeface="Arial"/>
                <a:ea typeface="Arial"/>
                <a:cs typeface="Arial"/>
                <a:sym typeface="Arial"/>
              </a:rPr>
              <a:t>sequence of nodes</a:t>
            </a:r>
            <a:r>
              <a:rPr lang="en" sz="1100">
                <a:solidFill>
                  <a:srgbClr val="000000"/>
                </a:solidFill>
                <a:latin typeface="Arial"/>
                <a:ea typeface="Arial"/>
                <a:cs typeface="Arial"/>
                <a:sym typeface="Arial"/>
              </a:rPr>
              <a:t>.</a:t>
            </a:r>
            <a:endParaRPr sz="1100">
              <a:solidFill>
                <a:srgbClr val="000000"/>
              </a:solidFill>
              <a:latin typeface="Arial"/>
              <a:ea typeface="Arial"/>
              <a:cs typeface="Arial"/>
              <a:sym typeface="Arial"/>
            </a:endParaRPr>
          </a:p>
        </p:txBody>
      </p:sp>
      <p:sp>
        <p:nvSpPr>
          <p:cNvPr id="409" name="Google Shape;409;p65"/>
          <p:cNvSpPr txBox="1"/>
          <p:nvPr/>
        </p:nvSpPr>
        <p:spPr>
          <a:xfrm>
            <a:off x="7621281" y="3538046"/>
            <a:ext cx="605400" cy="3540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100">
                <a:solidFill>
                  <a:srgbClr val="FF0000"/>
                </a:solidFill>
                <a:latin typeface="Courier New"/>
                <a:ea typeface="Courier New"/>
                <a:cs typeface="Courier New"/>
                <a:sym typeface="Courier New"/>
              </a:rPr>
              <a:t>null</a:t>
            </a:r>
            <a:endParaRPr>
              <a:solidFill>
                <a:srgbClr val="FF0000"/>
              </a:solidFill>
            </a:endParaRPr>
          </a:p>
        </p:txBody>
      </p:sp>
      <p:sp>
        <p:nvSpPr>
          <p:cNvPr id="410" name="Google Shape;410;p65"/>
          <p:cNvSpPr txBox="1"/>
          <p:nvPr/>
        </p:nvSpPr>
        <p:spPr>
          <a:xfrm>
            <a:off x="1093600" y="2458158"/>
            <a:ext cx="6054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rgbClr val="FF0000"/>
                </a:solidFill>
                <a:latin typeface="Roboto"/>
                <a:ea typeface="Roboto"/>
                <a:cs typeface="Roboto"/>
                <a:sym typeface="Roboto"/>
              </a:rPr>
              <a:t>head</a:t>
            </a:r>
            <a:endParaRPr b="1" sz="1200">
              <a:solidFill>
                <a:srgbClr val="FF0000"/>
              </a:solidFill>
              <a:latin typeface="Roboto"/>
              <a:ea typeface="Roboto"/>
              <a:cs typeface="Roboto"/>
              <a:sym typeface="Roboto"/>
            </a:endParaRPr>
          </a:p>
        </p:txBody>
      </p:sp>
      <p:sp>
        <p:nvSpPr>
          <p:cNvPr id="411" name="Google Shape;411;p65"/>
          <p:cNvSpPr txBox="1"/>
          <p:nvPr/>
        </p:nvSpPr>
        <p:spPr>
          <a:xfrm>
            <a:off x="7258744" y="2458158"/>
            <a:ext cx="605400" cy="3693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b="1" lang="en" sz="1200">
                <a:solidFill>
                  <a:srgbClr val="FF0000"/>
                </a:solidFill>
                <a:latin typeface="Roboto"/>
                <a:ea typeface="Roboto"/>
                <a:cs typeface="Roboto"/>
                <a:sym typeface="Roboto"/>
              </a:rPr>
              <a:t>tail</a:t>
            </a:r>
            <a:endParaRPr b="1" sz="1200">
              <a:solidFill>
                <a:srgbClr val="FF0000"/>
              </a:solidFill>
              <a:latin typeface="Roboto"/>
              <a:ea typeface="Roboto"/>
              <a:cs typeface="Roboto"/>
              <a:sym typeface="Roboto"/>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9"/>
                                        </p:tgtEl>
                                        <p:attrNameLst>
                                          <p:attrName>style.visibility</p:attrName>
                                        </p:attrNameLst>
                                      </p:cBhvr>
                                      <p:to>
                                        <p:strVal val="visible"/>
                                      </p:to>
                                    </p:set>
                                    <p:animEffect filter="fade" transition="in">
                                      <p:cBhvr>
                                        <p:cTn dur="1000"/>
                                        <p:tgtEl>
                                          <p:spTgt spid="389"/>
                                        </p:tgtEl>
                                      </p:cBhvr>
                                    </p:animEffect>
                                  </p:childTnLst>
                                </p:cTn>
                              </p:par>
                              <p:par>
                                <p:cTn fill="hold" nodeType="withEffect" presetClass="entr" presetID="10" presetSubtype="0">
                                  <p:stCondLst>
                                    <p:cond delay="0"/>
                                  </p:stCondLst>
                                  <p:childTnLst>
                                    <p:set>
                                      <p:cBhvr>
                                        <p:cTn dur="1" fill="hold">
                                          <p:stCondLst>
                                            <p:cond delay="0"/>
                                          </p:stCondLst>
                                        </p:cTn>
                                        <p:tgtEl>
                                          <p:spTgt spid="388"/>
                                        </p:tgtEl>
                                        <p:attrNameLst>
                                          <p:attrName>style.visibility</p:attrName>
                                        </p:attrNameLst>
                                      </p:cBhvr>
                                      <p:to>
                                        <p:strVal val="visible"/>
                                      </p:to>
                                    </p:set>
                                    <p:animEffect filter="fade" transition="in">
                                      <p:cBhvr>
                                        <p:cTn dur="1000"/>
                                        <p:tgtEl>
                                          <p:spTgt spid="3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2"/>
                                        </p:tgtEl>
                                        <p:attrNameLst>
                                          <p:attrName>style.visibility</p:attrName>
                                        </p:attrNameLst>
                                      </p:cBhvr>
                                      <p:to>
                                        <p:strVal val="visible"/>
                                      </p:to>
                                    </p:set>
                                    <p:animEffect filter="fade" transition="in">
                                      <p:cBhvr>
                                        <p:cTn dur="1000"/>
                                        <p:tgtEl>
                                          <p:spTgt spid="392"/>
                                        </p:tgtEl>
                                      </p:cBhvr>
                                    </p:animEffect>
                                  </p:childTnLst>
                                </p:cTn>
                              </p:par>
                              <p:par>
                                <p:cTn fill="hold" nodeType="withEffect" presetClass="entr" presetID="10" presetSubtype="0">
                                  <p:stCondLst>
                                    <p:cond delay="0"/>
                                  </p:stCondLst>
                                  <p:childTnLst>
                                    <p:set>
                                      <p:cBhvr>
                                        <p:cTn dur="1" fill="hold">
                                          <p:stCondLst>
                                            <p:cond delay="0"/>
                                          </p:stCondLst>
                                        </p:cTn>
                                        <p:tgtEl>
                                          <p:spTgt spid="391"/>
                                        </p:tgtEl>
                                        <p:attrNameLst>
                                          <p:attrName>style.visibility</p:attrName>
                                        </p:attrNameLst>
                                      </p:cBhvr>
                                      <p:to>
                                        <p:strVal val="visible"/>
                                      </p:to>
                                    </p:set>
                                    <p:animEffect filter="fade" transition="in">
                                      <p:cBhvr>
                                        <p:cTn dur="1000"/>
                                        <p:tgtEl>
                                          <p:spTgt spid="39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0"/>
                                        </p:tgtEl>
                                        <p:attrNameLst>
                                          <p:attrName>style.visibility</p:attrName>
                                        </p:attrNameLst>
                                      </p:cBhvr>
                                      <p:to>
                                        <p:strVal val="visible"/>
                                      </p:to>
                                    </p:set>
                                    <p:animEffect filter="fade" transition="in">
                                      <p:cBhvr>
                                        <p:cTn dur="1000"/>
                                        <p:tgtEl>
                                          <p:spTgt spid="39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95"/>
                                        </p:tgtEl>
                                        <p:attrNameLst>
                                          <p:attrName>style.visibility</p:attrName>
                                        </p:attrNameLst>
                                      </p:cBhvr>
                                      <p:to>
                                        <p:strVal val="visible"/>
                                      </p:to>
                                    </p:set>
                                    <p:animEffect filter="fade" transition="in">
                                      <p:cBhvr>
                                        <p:cTn dur="1000"/>
                                        <p:tgtEl>
                                          <p:spTgt spid="3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9"/>
                                        </p:tgtEl>
                                        <p:attrNameLst>
                                          <p:attrName>style.visibility</p:attrName>
                                        </p:attrNameLst>
                                      </p:cBhvr>
                                      <p:to>
                                        <p:strVal val="visible"/>
                                      </p:to>
                                    </p:set>
                                    <p:animEffect filter="fade" transition="in">
                                      <p:cBhvr>
                                        <p:cTn dur="1000"/>
                                        <p:tgtEl>
                                          <p:spTgt spid="39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01"/>
                                        </p:tgtEl>
                                        <p:attrNameLst>
                                          <p:attrName>style.visibility</p:attrName>
                                        </p:attrNameLst>
                                      </p:cBhvr>
                                      <p:to>
                                        <p:strVal val="visible"/>
                                      </p:to>
                                    </p:set>
                                    <p:animEffect filter="fade" transition="in">
                                      <p:cBhvr>
                                        <p:cTn dur="1000"/>
                                        <p:tgtEl>
                                          <p:spTgt spid="401"/>
                                        </p:tgtEl>
                                      </p:cBhvr>
                                    </p:animEffect>
                                  </p:childTnLst>
                                </p:cTn>
                              </p:par>
                              <p:par>
                                <p:cTn fill="hold" nodeType="withEffect" presetClass="entr" presetID="10" presetSubtype="0">
                                  <p:stCondLst>
                                    <p:cond delay="0"/>
                                  </p:stCondLst>
                                  <p:childTnLst>
                                    <p:set>
                                      <p:cBhvr>
                                        <p:cTn dur="1" fill="hold">
                                          <p:stCondLst>
                                            <p:cond delay="0"/>
                                          </p:stCondLst>
                                        </p:cTn>
                                        <p:tgtEl>
                                          <p:spTgt spid="400"/>
                                        </p:tgtEl>
                                        <p:attrNameLst>
                                          <p:attrName>style.visibility</p:attrName>
                                        </p:attrNameLst>
                                      </p:cBhvr>
                                      <p:to>
                                        <p:strVal val="visible"/>
                                      </p:to>
                                    </p:set>
                                    <p:animEffect filter="fade" transition="in">
                                      <p:cBhvr>
                                        <p:cTn dur="1000"/>
                                        <p:tgtEl>
                                          <p:spTgt spid="4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3"/>
                                        </p:tgtEl>
                                        <p:attrNameLst>
                                          <p:attrName>style.visibility</p:attrName>
                                        </p:attrNameLst>
                                      </p:cBhvr>
                                      <p:to>
                                        <p:strVal val="visible"/>
                                      </p:to>
                                    </p:set>
                                    <p:animEffect filter="fade" transition="in">
                                      <p:cBhvr>
                                        <p:cTn dur="1000"/>
                                        <p:tgtEl>
                                          <p:spTgt spid="39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397"/>
                                        </p:tgtEl>
                                        <p:attrNameLst>
                                          <p:attrName>style.visibility</p:attrName>
                                        </p:attrNameLst>
                                      </p:cBhvr>
                                      <p:to>
                                        <p:strVal val="visible"/>
                                      </p:to>
                                    </p:set>
                                    <p:animEffect filter="fade" transition="in">
                                      <p:cBhvr>
                                        <p:cTn dur="1000"/>
                                        <p:tgtEl>
                                          <p:spTgt spid="39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396"/>
                                        </p:tgtEl>
                                        <p:attrNameLst>
                                          <p:attrName>style.visibility</p:attrName>
                                        </p:attrNameLst>
                                      </p:cBhvr>
                                      <p:to>
                                        <p:strVal val="visible"/>
                                      </p:to>
                                    </p:set>
                                    <p:animEffect filter="fade" transition="in">
                                      <p:cBhvr>
                                        <p:cTn dur="1100"/>
                                        <p:tgtEl>
                                          <p:spTgt spid="396"/>
                                        </p:tgtEl>
                                      </p:cBhvr>
                                    </p:animEffect>
                                  </p:childTnLst>
                                </p:cTn>
                              </p:par>
                            </p:childTnLst>
                          </p:cTn>
                        </p:par>
                        <p:par>
                          <p:cTn fill="hold">
                            <p:stCondLst>
                              <p:cond delay="3100"/>
                            </p:stCondLst>
                            <p:childTnLst>
                              <p:par>
                                <p:cTn fill="hold" nodeType="afterEffect" presetClass="entr" presetID="10" presetSubtype="0">
                                  <p:stCondLst>
                                    <p:cond delay="0"/>
                                  </p:stCondLst>
                                  <p:childTnLst>
                                    <p:set>
                                      <p:cBhvr>
                                        <p:cTn dur="1" fill="hold">
                                          <p:stCondLst>
                                            <p:cond delay="0"/>
                                          </p:stCondLst>
                                        </p:cTn>
                                        <p:tgtEl>
                                          <p:spTgt spid="398"/>
                                        </p:tgtEl>
                                        <p:attrNameLst>
                                          <p:attrName>style.visibility</p:attrName>
                                        </p:attrNameLst>
                                      </p:cBhvr>
                                      <p:to>
                                        <p:strVal val="visible"/>
                                      </p:to>
                                    </p:set>
                                    <p:animEffect filter="fade" transition="in">
                                      <p:cBhvr>
                                        <p:cTn dur="1000"/>
                                        <p:tgtEl>
                                          <p:spTgt spid="3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08"/>
                                        </p:tgtEl>
                                        <p:attrNameLst>
                                          <p:attrName>style.visibility</p:attrName>
                                        </p:attrNameLst>
                                      </p:cBhvr>
                                      <p:to>
                                        <p:strVal val="visible"/>
                                      </p:to>
                                    </p:set>
                                    <p:animEffect filter="fade" transition="in">
                                      <p:cBhvr>
                                        <p:cTn dur="1000"/>
                                        <p:tgtEl>
                                          <p:spTgt spid="40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05"/>
                                        </p:tgtEl>
                                        <p:attrNameLst>
                                          <p:attrName>style.visibility</p:attrName>
                                        </p:attrNameLst>
                                      </p:cBhvr>
                                      <p:to>
                                        <p:strVal val="visible"/>
                                      </p:to>
                                    </p:set>
                                    <p:animEffect filter="fade" transition="in">
                                      <p:cBhvr>
                                        <p:cTn dur="1000"/>
                                        <p:tgtEl>
                                          <p:spTgt spid="405"/>
                                        </p:tgtEl>
                                      </p:cBhvr>
                                    </p:animEffect>
                                  </p:childTnLst>
                                </p:cTn>
                              </p:par>
                              <p:par>
                                <p:cTn fill="hold" nodeType="withEffect" presetClass="entr" presetID="10" presetSubtype="0">
                                  <p:stCondLst>
                                    <p:cond delay="0"/>
                                  </p:stCondLst>
                                  <p:childTnLst>
                                    <p:set>
                                      <p:cBhvr>
                                        <p:cTn dur="1" fill="hold">
                                          <p:stCondLst>
                                            <p:cond delay="0"/>
                                          </p:stCondLst>
                                        </p:cTn>
                                        <p:tgtEl>
                                          <p:spTgt spid="404"/>
                                        </p:tgtEl>
                                        <p:attrNameLst>
                                          <p:attrName>style.visibility</p:attrName>
                                        </p:attrNameLst>
                                      </p:cBhvr>
                                      <p:to>
                                        <p:strVal val="visible"/>
                                      </p:to>
                                    </p:set>
                                    <p:animEffect filter="fade" transition="in">
                                      <p:cBhvr>
                                        <p:cTn dur="1000"/>
                                        <p:tgtEl>
                                          <p:spTgt spid="40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407"/>
                                        </p:tgtEl>
                                        <p:attrNameLst>
                                          <p:attrName>style.visibility</p:attrName>
                                        </p:attrNameLst>
                                      </p:cBhvr>
                                      <p:to>
                                        <p:strVal val="visible"/>
                                      </p:to>
                                    </p:set>
                                    <p:animEffect filter="fade" transition="in">
                                      <p:cBhvr>
                                        <p:cTn dur="1000"/>
                                        <p:tgtEl>
                                          <p:spTgt spid="407"/>
                                        </p:tgtEl>
                                      </p:cBhvr>
                                    </p:animEffect>
                                  </p:childTnLst>
                                </p:cTn>
                              </p:par>
                              <p:par>
                                <p:cTn fill="hold" nodeType="withEffect" presetClass="entr" presetID="10" presetSubtype="0">
                                  <p:stCondLst>
                                    <p:cond delay="0"/>
                                  </p:stCondLst>
                                  <p:childTnLst>
                                    <p:set>
                                      <p:cBhvr>
                                        <p:cTn dur="1" fill="hold">
                                          <p:stCondLst>
                                            <p:cond delay="0"/>
                                          </p:stCondLst>
                                        </p:cTn>
                                        <p:tgtEl>
                                          <p:spTgt spid="406"/>
                                        </p:tgtEl>
                                        <p:attrNameLst>
                                          <p:attrName>style.visibility</p:attrName>
                                        </p:attrNameLst>
                                      </p:cBhvr>
                                      <p:to>
                                        <p:strVal val="visible"/>
                                      </p:to>
                                    </p:set>
                                    <p:animEffect filter="fade" transition="in">
                                      <p:cBhvr>
                                        <p:cTn dur="1000"/>
                                        <p:tgtEl>
                                          <p:spTgt spid="4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94"/>
                                        </p:tgtEl>
                                        <p:attrNameLst>
                                          <p:attrName>style.visibility</p:attrName>
                                        </p:attrNameLst>
                                      </p:cBhvr>
                                      <p:to>
                                        <p:strVal val="visible"/>
                                      </p:to>
                                    </p:set>
                                    <p:animEffect filter="fade" transition="in">
                                      <p:cBhvr>
                                        <p:cTn dur="1000"/>
                                        <p:tgtEl>
                                          <p:spTgt spid="39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10"/>
                                        </p:tgtEl>
                                        <p:attrNameLst>
                                          <p:attrName>style.visibility</p:attrName>
                                        </p:attrNameLst>
                                      </p:cBhvr>
                                      <p:to>
                                        <p:strVal val="visible"/>
                                      </p:to>
                                    </p:set>
                                    <p:animEffect filter="fade" transition="in">
                                      <p:cBhvr>
                                        <p:cTn dur="1000"/>
                                        <p:tgtEl>
                                          <p:spTgt spid="410"/>
                                        </p:tgtEl>
                                      </p:cBhvr>
                                    </p:animEffect>
                                  </p:childTnLst>
                                </p:cTn>
                              </p:par>
                              <p:par>
                                <p:cTn fill="hold" nodeType="withEffect" presetClass="entr" presetID="10" presetSubtype="0">
                                  <p:stCondLst>
                                    <p:cond delay="0"/>
                                  </p:stCondLst>
                                  <p:childTnLst>
                                    <p:set>
                                      <p:cBhvr>
                                        <p:cTn dur="1" fill="hold">
                                          <p:stCondLst>
                                            <p:cond delay="0"/>
                                          </p:stCondLst>
                                        </p:cTn>
                                        <p:tgtEl>
                                          <p:spTgt spid="411"/>
                                        </p:tgtEl>
                                        <p:attrNameLst>
                                          <p:attrName>style.visibility</p:attrName>
                                        </p:attrNameLst>
                                      </p:cBhvr>
                                      <p:to>
                                        <p:strVal val="visible"/>
                                      </p:to>
                                    </p:set>
                                    <p:animEffect filter="fade" transition="in">
                                      <p:cBhvr>
                                        <p:cTn dur="1000"/>
                                        <p:tgtEl>
                                          <p:spTgt spid="4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385"/>
                                        </p:tgtEl>
                                        <p:attrNameLst>
                                          <p:attrName>style.visibility</p:attrName>
                                        </p:attrNameLst>
                                      </p:cBhvr>
                                      <p:to>
                                        <p:strVal val="visible"/>
                                      </p:to>
                                    </p:set>
                                    <p:animEffect filter="fade" transition="in">
                                      <p:cBhvr>
                                        <p:cTn dur="1000"/>
                                        <p:tgtEl>
                                          <p:spTgt spid="38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09"/>
                                        </p:tgtEl>
                                        <p:attrNameLst>
                                          <p:attrName>style.visibility</p:attrName>
                                        </p:attrNameLst>
                                      </p:cBhvr>
                                      <p:to>
                                        <p:strVal val="visible"/>
                                      </p:to>
                                    </p:set>
                                    <p:animEffect filter="fade" transition="in">
                                      <p:cBhvr>
                                        <p:cTn dur="1000"/>
                                        <p:tgtEl>
                                          <p:spTgt spid="4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5" name="Shape 415"/>
        <p:cNvGrpSpPr/>
        <p:nvPr/>
      </p:nvGrpSpPr>
      <p:grpSpPr>
        <a:xfrm>
          <a:off x="0" y="0"/>
          <a:ext cx="0" cy="0"/>
          <a:chOff x="0" y="0"/>
          <a:chExt cx="0" cy="0"/>
        </a:xfrm>
      </p:grpSpPr>
      <p:sp>
        <p:nvSpPr>
          <p:cNvPr id="416" name="Google Shape;416;p66"/>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000"/>
              </a:spcAft>
              <a:buNone/>
            </a:pPr>
            <a:r>
              <a:rPr lang="en"/>
              <a:t>The diagram below is an example of a "box-and-pointer" visualization of the sequence of nodes containing the values </a:t>
            </a:r>
            <a:r>
              <a:rPr lang="en">
                <a:latin typeface="Courier New"/>
                <a:ea typeface="Courier New"/>
                <a:cs typeface="Courier New"/>
                <a:sym typeface="Courier New"/>
              </a:rPr>
              <a:t>5</a:t>
            </a:r>
            <a:r>
              <a:rPr lang="en"/>
              <a:t>, </a:t>
            </a:r>
            <a:r>
              <a:rPr lang="en">
                <a:latin typeface="Courier New"/>
                <a:ea typeface="Courier New"/>
                <a:cs typeface="Courier New"/>
                <a:sym typeface="Courier New"/>
              </a:rPr>
              <a:t>6</a:t>
            </a:r>
            <a:r>
              <a:rPr lang="en"/>
              <a:t>, </a:t>
            </a:r>
            <a:r>
              <a:rPr lang="en">
                <a:latin typeface="Courier New"/>
                <a:ea typeface="Courier New"/>
                <a:cs typeface="Courier New"/>
                <a:sym typeface="Courier New"/>
              </a:rPr>
              <a:t>2</a:t>
            </a:r>
            <a:r>
              <a:rPr lang="en"/>
              <a:t>, and </a:t>
            </a:r>
            <a:r>
              <a:rPr lang="en">
                <a:latin typeface="Courier New"/>
                <a:ea typeface="Courier New"/>
                <a:cs typeface="Courier New"/>
                <a:sym typeface="Courier New"/>
              </a:rPr>
              <a:t>1</a:t>
            </a:r>
            <a:r>
              <a:rPr lang="en"/>
              <a:t>. Drawing diagrams like this can help to understand how the objects in a sequence work and are connected together. Try it now!</a:t>
            </a:r>
            <a:endParaRPr/>
          </a:p>
        </p:txBody>
      </p:sp>
      <p:sp>
        <p:nvSpPr>
          <p:cNvPr id="417" name="Google Shape;417;p6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18" name="Google Shape;418;p66"/>
          <p:cNvSpPr txBox="1"/>
          <p:nvPr>
            <p:ph idx="2" type="body"/>
          </p:nvPr>
        </p:nvSpPr>
        <p:spPr>
          <a:xfrm>
            <a:off x="362525" y="3248475"/>
            <a:ext cx="8030400" cy="15354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Using a sheet of paper and a pen or pencil (or a whiteboard!), draw a separate "box-and-pointer" diagram for-each of the following sequences. Be sure to label the head and the tail of each sequence:</a:t>
            </a:r>
            <a:endParaRPr/>
          </a:p>
          <a:p>
            <a:pPr indent="-311150" lvl="1" marL="914400" rtl="0" algn="l">
              <a:spcBef>
                <a:spcPts val="0"/>
              </a:spcBef>
              <a:spcAft>
                <a:spcPts val="0"/>
              </a:spcAft>
              <a:buSzPts val="1300"/>
              <a:buFont typeface="Courier New"/>
              <a:buChar char="○"/>
            </a:pPr>
            <a:r>
              <a:rPr lang="en" sz="1300">
                <a:latin typeface="Courier New"/>
                <a:ea typeface="Courier New"/>
                <a:cs typeface="Courier New"/>
                <a:sym typeface="Courier New"/>
              </a:rPr>
              <a:t>1</a:t>
            </a:r>
            <a:endParaRPr sz="1300">
              <a:latin typeface="Courier New"/>
              <a:ea typeface="Courier New"/>
              <a:cs typeface="Courier New"/>
              <a:sym typeface="Courier New"/>
            </a:endParaRPr>
          </a:p>
          <a:p>
            <a:pPr indent="-311150" lvl="1" marL="914400" rtl="0" algn="l">
              <a:spcBef>
                <a:spcPts val="0"/>
              </a:spcBef>
              <a:spcAft>
                <a:spcPts val="0"/>
              </a:spcAft>
              <a:buSzPts val="1300"/>
              <a:buChar char="○"/>
            </a:pPr>
            <a:r>
              <a:rPr lang="en" sz="1300">
                <a:latin typeface="Courier New"/>
                <a:ea typeface="Courier New"/>
                <a:cs typeface="Courier New"/>
                <a:sym typeface="Courier New"/>
              </a:rPr>
              <a:t>2</a:t>
            </a:r>
            <a:r>
              <a:rPr lang="en" sz="1300"/>
              <a:t>, </a:t>
            </a:r>
            <a:r>
              <a:rPr lang="en" sz="1300">
                <a:latin typeface="Courier New"/>
                <a:ea typeface="Courier New"/>
                <a:cs typeface="Courier New"/>
                <a:sym typeface="Courier New"/>
              </a:rPr>
              <a:t>3</a:t>
            </a:r>
            <a:endParaRPr sz="1300">
              <a:latin typeface="Courier New"/>
              <a:ea typeface="Courier New"/>
              <a:cs typeface="Courier New"/>
              <a:sym typeface="Courier New"/>
            </a:endParaRPr>
          </a:p>
          <a:p>
            <a:pPr indent="-311150" lvl="1" marL="914400" rtl="0" algn="l">
              <a:spcBef>
                <a:spcPts val="0"/>
              </a:spcBef>
              <a:spcAft>
                <a:spcPts val="0"/>
              </a:spcAft>
              <a:buSzPts val="1300"/>
              <a:buChar char="○"/>
            </a:pPr>
            <a:r>
              <a:rPr lang="en" sz="1300">
                <a:latin typeface="Courier New"/>
                <a:ea typeface="Courier New"/>
                <a:cs typeface="Courier New"/>
                <a:sym typeface="Courier New"/>
              </a:rPr>
              <a:t>5</a:t>
            </a:r>
            <a:r>
              <a:rPr lang="en" sz="1300"/>
              <a:t>, </a:t>
            </a:r>
            <a:r>
              <a:rPr lang="en" sz="1300">
                <a:latin typeface="Courier New"/>
                <a:ea typeface="Courier New"/>
                <a:cs typeface="Courier New"/>
                <a:sym typeface="Courier New"/>
              </a:rPr>
              <a:t>7</a:t>
            </a:r>
            <a:r>
              <a:rPr lang="en" sz="1300"/>
              <a:t>, </a:t>
            </a:r>
            <a:r>
              <a:rPr lang="en" sz="1300">
                <a:latin typeface="Courier New"/>
                <a:ea typeface="Courier New"/>
                <a:cs typeface="Courier New"/>
                <a:sym typeface="Courier New"/>
              </a:rPr>
              <a:t>11</a:t>
            </a:r>
            <a:r>
              <a:rPr lang="en" sz="1300"/>
              <a:t>, </a:t>
            </a:r>
            <a:r>
              <a:rPr lang="en" sz="1300">
                <a:latin typeface="Courier New"/>
                <a:ea typeface="Courier New"/>
                <a:cs typeface="Courier New"/>
                <a:sym typeface="Courier New"/>
              </a:rPr>
              <a:t>13</a:t>
            </a:r>
            <a:endParaRPr sz="1300">
              <a:latin typeface="Courier New"/>
              <a:ea typeface="Courier New"/>
              <a:cs typeface="Courier New"/>
              <a:sym typeface="Courier New"/>
            </a:endParaRPr>
          </a:p>
          <a:p>
            <a:pPr indent="-311150" lvl="0" marL="457200" rtl="0" algn="l">
              <a:spcBef>
                <a:spcPts val="0"/>
              </a:spcBef>
              <a:spcAft>
                <a:spcPts val="0"/>
              </a:spcAft>
              <a:buSzPts val="1300"/>
              <a:buChar char="●"/>
            </a:pPr>
            <a:r>
              <a:rPr lang="en"/>
              <a:t>Now add a new value to the end of each sequence. How does the "tail" in each sequence change?</a:t>
            </a:r>
            <a:endParaRPr/>
          </a:p>
        </p:txBody>
      </p:sp>
      <p:sp>
        <p:nvSpPr>
          <p:cNvPr id="419" name="Google Shape;419;p66"/>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Visualizing a Sequence of Nodes</a:t>
            </a:r>
            <a:endParaRPr/>
          </a:p>
        </p:txBody>
      </p:sp>
      <p:sp>
        <p:nvSpPr>
          <p:cNvPr id="420" name="Google Shape;420;p66"/>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5.2</a:t>
            </a:r>
            <a:endParaRPr/>
          </a:p>
        </p:txBody>
      </p:sp>
      <p:pic>
        <p:nvPicPr>
          <p:cNvPr id="421" name="Google Shape;421;p66"/>
          <p:cNvPicPr preferRelativeResize="0"/>
          <p:nvPr/>
        </p:nvPicPr>
        <p:blipFill>
          <a:blip r:embed="rId3">
            <a:alphaModFix/>
          </a:blip>
          <a:stretch>
            <a:fillRect/>
          </a:stretch>
        </p:blipFill>
        <p:spPr>
          <a:xfrm>
            <a:off x="1131050" y="1749113"/>
            <a:ext cx="6997924" cy="1305275"/>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5" name="Shape 425"/>
        <p:cNvGrpSpPr/>
        <p:nvPr/>
      </p:nvGrpSpPr>
      <p:grpSpPr>
        <a:xfrm>
          <a:off x="0" y="0"/>
          <a:ext cx="0" cy="0"/>
          <a:chOff x="0" y="0"/>
          <a:chExt cx="0" cy="0"/>
        </a:xfrm>
      </p:grpSpPr>
      <p:sp>
        <p:nvSpPr>
          <p:cNvPr id="426" name="Google Shape;426;p67"/>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Clr>
                <a:srgbClr val="000000"/>
              </a:buClr>
              <a:buSzPts val="1600"/>
              <a:buFont typeface="Arial"/>
              <a:buNone/>
            </a:pPr>
            <a:r>
              <a:rPr lang="en"/>
              <a:t>We will be using </a:t>
            </a:r>
            <a:r>
              <a:rPr b="1" i="1" lang="en">
                <a:solidFill>
                  <a:srgbClr val="FF0000"/>
                </a:solidFill>
              </a:rPr>
              <a:t>nodes</a:t>
            </a:r>
            <a:r>
              <a:rPr lang="en">
                <a:solidFill>
                  <a:srgbClr val="FF0000"/>
                </a:solidFill>
              </a:rPr>
              <a:t> </a:t>
            </a:r>
            <a:r>
              <a:rPr lang="en"/>
              <a:t>to implement some of the abstract data types that we talk about in this unit. </a:t>
            </a:r>
            <a:r>
              <a:rPr lang="en"/>
              <a:t>The first step to creating any node-based data structure is to create a </a:t>
            </a:r>
            <a:r>
              <a:rPr lang="en">
                <a:latin typeface="Courier New"/>
                <a:ea typeface="Courier New"/>
                <a:cs typeface="Courier New"/>
                <a:sym typeface="Courier New"/>
              </a:rPr>
              <a:t>Node</a:t>
            </a:r>
            <a:r>
              <a:rPr lang="en"/>
              <a:t> class.</a:t>
            </a:r>
            <a:endParaRPr/>
          </a:p>
        </p:txBody>
      </p:sp>
      <p:sp>
        <p:nvSpPr>
          <p:cNvPr id="427" name="Google Shape;427;p6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28" name="Google Shape;428;p67"/>
          <p:cNvSpPr txBox="1"/>
          <p:nvPr>
            <p:ph idx="2" type="body"/>
          </p:nvPr>
        </p:nvSpPr>
        <p:spPr>
          <a:xfrm>
            <a:off x="3414025" y="1555925"/>
            <a:ext cx="5527200" cy="2807400"/>
          </a:xfrm>
          <a:prstGeom prst="rect">
            <a:avLst/>
          </a:prstGeom>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sz="1400"/>
              <a:t>Create a new package named "</a:t>
            </a:r>
            <a:r>
              <a:rPr lang="en" sz="1400">
                <a:solidFill>
                  <a:srgbClr val="FF0000"/>
                </a:solidFill>
                <a:latin typeface="Courier New"/>
                <a:ea typeface="Courier New"/>
                <a:cs typeface="Courier New"/>
                <a:sym typeface="Courier New"/>
              </a:rPr>
              <a:t>unit05.mcf</a:t>
            </a:r>
            <a:r>
              <a:rPr lang="en" sz="1400"/>
              <a:t>" (short for "my collections framework") and use it for all of the code that you write in this unit unless otherwise instructed.</a:t>
            </a:r>
            <a:endParaRPr sz="1400"/>
          </a:p>
          <a:p>
            <a:pPr indent="-317500" lvl="0" marL="457200" rtl="0" algn="l">
              <a:spcBef>
                <a:spcPts val="0"/>
              </a:spcBef>
              <a:spcAft>
                <a:spcPts val="0"/>
              </a:spcAft>
              <a:buSzPts val="1400"/>
              <a:buChar char="●"/>
            </a:pPr>
            <a:r>
              <a:rPr lang="en" sz="1400"/>
              <a:t>C</a:t>
            </a:r>
            <a:r>
              <a:rPr lang="en" sz="1400"/>
              <a:t>reate a new Java class named "</a:t>
            </a:r>
            <a:r>
              <a:rPr lang="en" sz="1400">
                <a:solidFill>
                  <a:srgbClr val="FF0000"/>
                </a:solidFill>
                <a:latin typeface="Courier New"/>
                <a:ea typeface="Courier New"/>
                <a:cs typeface="Courier New"/>
                <a:sym typeface="Courier New"/>
              </a:rPr>
              <a:t>Node</a:t>
            </a:r>
            <a:r>
              <a:rPr lang="en" sz="1400"/>
              <a:t>".</a:t>
            </a:r>
            <a:endParaRPr sz="1400"/>
          </a:p>
          <a:p>
            <a:pPr indent="-304800" lvl="1" marL="914400" rtl="0" algn="l">
              <a:spcBef>
                <a:spcPts val="0"/>
              </a:spcBef>
              <a:spcAft>
                <a:spcPts val="0"/>
              </a:spcAft>
              <a:buSzPts val="1200"/>
              <a:buChar char="○"/>
            </a:pPr>
            <a:r>
              <a:rPr lang="en" sz="1200"/>
              <a:t>Use the UML diagram to the left as a guide to implementing your </a:t>
            </a:r>
            <a:r>
              <a:rPr lang="en" sz="1200">
                <a:latin typeface="Courier New"/>
                <a:ea typeface="Courier New"/>
                <a:cs typeface="Courier New"/>
                <a:sym typeface="Courier New"/>
              </a:rPr>
              <a:t>Node</a:t>
            </a:r>
            <a:r>
              <a:rPr lang="en" sz="1200"/>
              <a:t> class.</a:t>
            </a:r>
            <a:endParaRPr sz="1200"/>
          </a:p>
          <a:p>
            <a:pPr indent="-317500" lvl="0" marL="457200" rtl="0" algn="l">
              <a:spcBef>
                <a:spcPts val="0"/>
              </a:spcBef>
              <a:spcAft>
                <a:spcPts val="0"/>
              </a:spcAft>
              <a:buSzPts val="1400"/>
              <a:buChar char="●"/>
            </a:pPr>
            <a:r>
              <a:rPr lang="en" sz="1400"/>
              <a:t>The string representation of a node should match the following format: </a:t>
            </a:r>
            <a:r>
              <a:rPr lang="en" sz="1400">
                <a:latin typeface="Courier New"/>
                <a:ea typeface="Courier New"/>
                <a:cs typeface="Courier New"/>
                <a:sym typeface="Courier New"/>
              </a:rPr>
              <a:t>"&lt;value&gt; -&gt; &lt;next&gt;"</a:t>
            </a:r>
            <a:endParaRPr sz="1400">
              <a:latin typeface="Courier New"/>
              <a:ea typeface="Courier New"/>
              <a:cs typeface="Courier New"/>
              <a:sym typeface="Courier New"/>
            </a:endParaRPr>
          </a:p>
          <a:p>
            <a:pPr indent="-317500" lvl="1" marL="914400" rtl="0" algn="l">
              <a:spcBef>
                <a:spcPts val="0"/>
              </a:spcBef>
              <a:spcAft>
                <a:spcPts val="0"/>
              </a:spcAft>
              <a:buSzPts val="1400"/>
              <a:buChar char="○"/>
            </a:pPr>
            <a:r>
              <a:rPr lang="en" sz="1400"/>
              <a:t>e.g. </a:t>
            </a:r>
            <a:r>
              <a:rPr lang="en" sz="1400">
                <a:latin typeface="Courier New"/>
                <a:ea typeface="Courier New"/>
                <a:cs typeface="Courier New"/>
                <a:sym typeface="Courier New"/>
              </a:rPr>
              <a:t>"5 -&gt; 4 -&gt; null"</a:t>
            </a:r>
            <a:endParaRPr sz="1400">
              <a:latin typeface="Courier New"/>
              <a:ea typeface="Courier New"/>
              <a:cs typeface="Courier New"/>
              <a:sym typeface="Courier New"/>
            </a:endParaRPr>
          </a:p>
          <a:p>
            <a:pPr indent="-317500" lvl="0" marL="457200" rtl="0" algn="l">
              <a:spcBef>
                <a:spcPts val="0"/>
              </a:spcBef>
              <a:spcAft>
                <a:spcPts val="0"/>
              </a:spcAft>
              <a:buSzPts val="1400"/>
              <a:buChar char="●"/>
            </a:pPr>
            <a:r>
              <a:rPr lang="en" sz="1400"/>
              <a:t>Define a </a:t>
            </a:r>
            <a:r>
              <a:rPr lang="en" sz="1400">
                <a:solidFill>
                  <a:srgbClr val="FF0000"/>
                </a:solidFill>
                <a:latin typeface="Courier New"/>
                <a:ea typeface="Courier New"/>
                <a:cs typeface="Courier New"/>
                <a:sym typeface="Courier New"/>
              </a:rPr>
              <a:t>main</a:t>
            </a:r>
            <a:r>
              <a:rPr lang="en" sz="1400"/>
              <a:t> method with an appropriate signature and use it to test your new </a:t>
            </a:r>
            <a:r>
              <a:rPr lang="en" sz="1400">
                <a:latin typeface="Courier New"/>
                <a:ea typeface="Courier New"/>
                <a:cs typeface="Courier New"/>
                <a:sym typeface="Courier New"/>
              </a:rPr>
              <a:t>Node</a:t>
            </a:r>
            <a:r>
              <a:rPr lang="en" sz="1400"/>
              <a:t> class.</a:t>
            </a:r>
            <a:endParaRPr b="1" sz="1400"/>
          </a:p>
        </p:txBody>
      </p:sp>
      <p:sp>
        <p:nvSpPr>
          <p:cNvPr id="429" name="Google Shape;429;p67"/>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Node Class</a:t>
            </a:r>
            <a:endParaRPr/>
          </a:p>
        </p:txBody>
      </p:sp>
      <p:sp>
        <p:nvSpPr>
          <p:cNvPr id="430" name="Google Shape;430;p67"/>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5.3</a:t>
            </a:r>
            <a:endParaRPr/>
          </a:p>
        </p:txBody>
      </p:sp>
      <p:graphicFrame>
        <p:nvGraphicFramePr>
          <p:cNvPr id="431" name="Google Shape;431;p67"/>
          <p:cNvGraphicFramePr/>
          <p:nvPr/>
        </p:nvGraphicFramePr>
        <p:xfrm>
          <a:off x="281200" y="1619250"/>
          <a:ext cx="3000000" cy="3000000"/>
        </p:xfrm>
        <a:graphic>
          <a:graphicData uri="http://schemas.openxmlformats.org/drawingml/2006/table">
            <a:tbl>
              <a:tblPr>
                <a:noFill/>
                <a:tableStyleId>{5D16334A-BD30-4DCF-A821-F696FD12572A}</a:tableStyleId>
              </a:tblPr>
              <a:tblGrid>
                <a:gridCol w="3057700"/>
              </a:tblGrid>
              <a:tr h="381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Node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81000">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 value: String</a:t>
                      </a:r>
                      <a:endParaRPr sz="10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 next: Node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80125">
                <a:tc>
                  <a:txBody>
                    <a:bodyPr/>
                    <a:lstStyle/>
                    <a:p>
                      <a:pPr indent="0" lvl="0" marL="0" marR="0" rtl="0" algn="l">
                        <a:lnSpc>
                          <a:spcPct val="100000"/>
                        </a:lnSpc>
                        <a:spcBef>
                          <a:spcPts val="0"/>
                        </a:spcBef>
                        <a:spcAft>
                          <a:spcPts val="0"/>
                        </a:spcAft>
                        <a:buClr>
                          <a:srgbClr val="000000"/>
                        </a:buClr>
                        <a:buSzPts val="1000"/>
                        <a:buFont typeface="Arial"/>
                        <a:buNone/>
                      </a:pPr>
                      <a:r>
                        <a:rPr lang="en" sz="1200" u="none" cap="none" strike="noStrike">
                          <a:latin typeface="Consolas"/>
                          <a:ea typeface="Consolas"/>
                          <a:cs typeface="Consolas"/>
                          <a:sym typeface="Consolas"/>
                        </a:rPr>
                        <a:t>+ &lt;&lt;create&gt;&gt; Node(value: String)</a:t>
                      </a:r>
                      <a:endParaRPr sz="12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lang="en" sz="1200" u="none" cap="none" strike="noStrike">
                          <a:latin typeface="Consolas"/>
                          <a:ea typeface="Consolas"/>
                          <a:cs typeface="Consolas"/>
                          <a:sym typeface="Consolas"/>
                        </a:rPr>
                        <a:t>+ &lt;&lt;create&gt;&gt; Node(value: String, </a:t>
                      </a:r>
                      <a:endParaRPr sz="12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lang="en" sz="1200">
                          <a:latin typeface="Consolas"/>
                          <a:ea typeface="Consolas"/>
                          <a:cs typeface="Consolas"/>
                          <a:sym typeface="Consolas"/>
                        </a:rPr>
                        <a:t>                  </a:t>
                      </a:r>
                      <a:r>
                        <a:rPr lang="en" sz="1200" u="none" cap="none" strike="noStrike">
                          <a:latin typeface="Consolas"/>
                          <a:ea typeface="Consolas"/>
                          <a:cs typeface="Consolas"/>
                          <a:sym typeface="Consolas"/>
                        </a:rPr>
                        <a:t>next: Node)</a:t>
                      </a:r>
                      <a:endParaRPr sz="1200" u="none" cap="none" strike="noStrike">
                        <a:latin typeface="Consolas"/>
                        <a:ea typeface="Consolas"/>
                        <a:cs typeface="Consolas"/>
                        <a:sym typeface="Consolas"/>
                      </a:endParaRPr>
                    </a:p>
                    <a:p>
                      <a:pPr indent="0" lvl="0" marL="0" rtl="0" algn="l">
                        <a:spcBef>
                          <a:spcPts val="0"/>
                        </a:spcBef>
                        <a:spcAft>
                          <a:spcPts val="0"/>
                        </a:spcAft>
                        <a:buClr>
                          <a:srgbClr val="000000"/>
                        </a:buClr>
                        <a:buSzPts val="1000"/>
                        <a:buFont typeface="Arial"/>
                        <a:buNone/>
                      </a:pPr>
                      <a:r>
                        <a:rPr lang="en" sz="1200">
                          <a:latin typeface="Consolas"/>
                          <a:ea typeface="Consolas"/>
                          <a:cs typeface="Consolas"/>
                          <a:sym typeface="Consolas"/>
                        </a:rPr>
                        <a:t>+ setValue(value: String)</a:t>
                      </a:r>
                      <a:endParaRPr sz="1200">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lang="en" sz="1200" u="none" cap="none" strike="noStrike">
                          <a:latin typeface="Consolas"/>
                          <a:ea typeface="Consolas"/>
                          <a:cs typeface="Consolas"/>
                          <a:sym typeface="Consolas"/>
                        </a:rPr>
                        <a:t>+ getValue(): String</a:t>
                      </a:r>
                      <a:endParaRPr sz="1200">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lang="en" sz="1200" u="none" cap="none" strike="noStrike">
                          <a:latin typeface="Consolas"/>
                          <a:ea typeface="Consolas"/>
                          <a:cs typeface="Consolas"/>
                          <a:sym typeface="Consolas"/>
                        </a:rPr>
                        <a:t>+ setNext(next: Node)</a:t>
                      </a:r>
                      <a:endParaRPr sz="12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lang="en" sz="1200" u="none" cap="none" strike="noStrike">
                          <a:latin typeface="Consolas"/>
                          <a:ea typeface="Consolas"/>
                          <a:cs typeface="Consolas"/>
                          <a:sym typeface="Consolas"/>
                        </a:rPr>
                        <a:t>+ getNext(): Node</a:t>
                      </a:r>
                      <a:endParaRPr sz="12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5" name="Shape 435"/>
        <p:cNvGrpSpPr/>
        <p:nvPr/>
      </p:nvGrpSpPr>
      <p:grpSpPr>
        <a:xfrm>
          <a:off x="0" y="0"/>
          <a:ext cx="0" cy="0"/>
          <a:chOff x="0" y="0"/>
          <a:chExt cx="0" cy="0"/>
        </a:xfrm>
      </p:grpSpPr>
      <p:cxnSp>
        <p:nvCxnSpPr>
          <p:cNvPr id="436" name="Google Shape;436;p68"/>
          <p:cNvCxnSpPr/>
          <p:nvPr/>
        </p:nvCxnSpPr>
        <p:spPr>
          <a:xfrm rot="10800000">
            <a:off x="5137214" y="2581000"/>
            <a:ext cx="3814500" cy="0"/>
          </a:xfrm>
          <a:prstGeom prst="straightConnector1">
            <a:avLst/>
          </a:prstGeom>
          <a:noFill/>
          <a:ln cap="flat" cmpd="sng" w="76200">
            <a:solidFill>
              <a:srgbClr val="FF9900"/>
            </a:solidFill>
            <a:prstDash val="solid"/>
            <a:round/>
            <a:headEnd len="sm" w="sm" type="none"/>
            <a:tailEnd len="med" w="med" type="triangle"/>
          </a:ln>
        </p:spPr>
      </p:cxnSp>
      <p:sp>
        <p:nvSpPr>
          <p:cNvPr id="437" name="Google Shape;437;p68"/>
          <p:cNvSpPr txBox="1"/>
          <p:nvPr>
            <p:ph idx="12" type="sldNum"/>
          </p:nvPr>
        </p:nvSpPr>
        <p:spPr>
          <a:xfrm>
            <a:off x="90458" y="4663217"/>
            <a:ext cx="5487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fld id="{00000000-1234-1234-1234-123412341234}" type="slidenum">
              <a:rPr lang="en"/>
              <a:t>‹#›</a:t>
            </a:fld>
            <a:endParaRPr/>
          </a:p>
        </p:txBody>
      </p:sp>
      <p:sp>
        <p:nvSpPr>
          <p:cNvPr id="438" name="Google Shape;438;p68"/>
          <p:cNvSpPr txBox="1"/>
          <p:nvPr>
            <p:ph type="title"/>
          </p:nvPr>
        </p:nvSpPr>
        <p:spPr>
          <a:xfrm>
            <a:off x="5188525" y="437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Queues</a:t>
            </a:r>
            <a:endParaRPr/>
          </a:p>
        </p:txBody>
      </p:sp>
      <p:sp>
        <p:nvSpPr>
          <p:cNvPr id="439" name="Google Shape;439;p68"/>
          <p:cNvSpPr txBox="1"/>
          <p:nvPr>
            <p:ph idx="1" type="body"/>
          </p:nvPr>
        </p:nvSpPr>
        <p:spPr>
          <a:xfrm>
            <a:off x="301275" y="43725"/>
            <a:ext cx="4405200" cy="5048700"/>
          </a:xfrm>
          <a:prstGeom prst="rect">
            <a:avLst/>
          </a:prstGeom>
          <a:noFill/>
          <a:ln>
            <a:noFill/>
          </a:ln>
        </p:spPr>
        <p:txBody>
          <a:bodyPr anchorCtr="0" anchor="ctr" bIns="91425" lIns="91425" spcFirstLastPara="1" rIns="91425" wrap="square" tIns="91425">
            <a:spAutoFit/>
          </a:bodyPr>
          <a:lstStyle/>
          <a:p>
            <a:pPr indent="-311150" lvl="0" marL="457200" rtl="0" algn="l">
              <a:lnSpc>
                <a:spcPct val="100000"/>
              </a:lnSpc>
              <a:spcBef>
                <a:spcPts val="0"/>
              </a:spcBef>
              <a:spcAft>
                <a:spcPts val="0"/>
              </a:spcAft>
              <a:buSzPts val="1300"/>
              <a:buChar char="●"/>
            </a:pPr>
            <a:r>
              <a:rPr lang="en"/>
              <a:t>A </a:t>
            </a:r>
            <a:r>
              <a:rPr b="1" i="1" lang="en">
                <a:solidFill>
                  <a:srgbClr val="FF0000"/>
                </a:solidFill>
              </a:rPr>
              <a:t>queue</a:t>
            </a:r>
            <a:r>
              <a:rPr lang="en">
                <a:solidFill>
                  <a:srgbClr val="FF0000"/>
                </a:solidFill>
              </a:rPr>
              <a:t> </a:t>
            </a:r>
            <a:r>
              <a:rPr lang="en"/>
              <a:t>is an abstract data type that provides at least the following operations:</a:t>
            </a:r>
            <a:endParaRPr/>
          </a:p>
          <a:p>
            <a:pPr indent="-298450" lvl="1" marL="914400" rtl="0" algn="l">
              <a:lnSpc>
                <a:spcPct val="100000"/>
              </a:lnSpc>
              <a:spcBef>
                <a:spcPts val="0"/>
              </a:spcBef>
              <a:spcAft>
                <a:spcPts val="0"/>
              </a:spcAft>
              <a:buSzPts val="1100"/>
              <a:buChar char="○"/>
            </a:pPr>
            <a:r>
              <a:rPr b="1" i="1" lang="en">
                <a:solidFill>
                  <a:srgbClr val="FF0000"/>
                </a:solidFill>
              </a:rPr>
              <a:t>enqueue</a:t>
            </a:r>
            <a:r>
              <a:rPr lang="en">
                <a:solidFill>
                  <a:srgbClr val="FF0000"/>
                </a:solidFill>
              </a:rPr>
              <a:t> </a:t>
            </a:r>
            <a:r>
              <a:rPr lang="en"/>
              <a:t>- adds an element to the </a:t>
            </a:r>
            <a:r>
              <a:rPr b="1" i="1" lang="en">
                <a:solidFill>
                  <a:srgbClr val="FF0000"/>
                </a:solidFill>
              </a:rPr>
              <a:t>back</a:t>
            </a:r>
            <a:r>
              <a:rPr lang="en">
                <a:solidFill>
                  <a:srgbClr val="FF0000"/>
                </a:solidFill>
              </a:rPr>
              <a:t> </a:t>
            </a:r>
            <a:r>
              <a:rPr lang="en"/>
              <a:t>of the queue.</a:t>
            </a:r>
            <a:endParaRPr/>
          </a:p>
          <a:p>
            <a:pPr indent="-298450" lvl="1" marL="914400" rtl="0" algn="l">
              <a:lnSpc>
                <a:spcPct val="100000"/>
              </a:lnSpc>
              <a:spcBef>
                <a:spcPts val="0"/>
              </a:spcBef>
              <a:spcAft>
                <a:spcPts val="0"/>
              </a:spcAft>
              <a:buSzPts val="1100"/>
              <a:buChar char="○"/>
            </a:pPr>
            <a:r>
              <a:rPr b="1" i="1" lang="en">
                <a:solidFill>
                  <a:srgbClr val="FF0000"/>
                </a:solidFill>
              </a:rPr>
              <a:t>dequeue</a:t>
            </a:r>
            <a:r>
              <a:rPr lang="en">
                <a:solidFill>
                  <a:srgbClr val="FF0000"/>
                </a:solidFill>
              </a:rPr>
              <a:t> </a:t>
            </a:r>
            <a:r>
              <a:rPr lang="en"/>
              <a:t>- removes an element from the </a:t>
            </a:r>
            <a:r>
              <a:rPr b="1" i="1" lang="en">
                <a:solidFill>
                  <a:srgbClr val="FF0000"/>
                </a:solidFill>
              </a:rPr>
              <a:t>front</a:t>
            </a:r>
            <a:r>
              <a:rPr lang="en">
                <a:solidFill>
                  <a:srgbClr val="FF0000"/>
                </a:solidFill>
              </a:rPr>
              <a:t> </a:t>
            </a:r>
            <a:r>
              <a:rPr lang="en"/>
              <a:t>of the queue.</a:t>
            </a:r>
            <a:endParaRPr/>
          </a:p>
          <a:p>
            <a:pPr indent="-298450" lvl="1" marL="914400" rtl="0" algn="l">
              <a:lnSpc>
                <a:spcPct val="100000"/>
              </a:lnSpc>
              <a:spcBef>
                <a:spcPts val="0"/>
              </a:spcBef>
              <a:spcAft>
                <a:spcPts val="0"/>
              </a:spcAft>
              <a:buSzPts val="1100"/>
              <a:buChar char="○"/>
            </a:pPr>
            <a:r>
              <a:rPr b="1" i="1" lang="en">
                <a:solidFill>
                  <a:srgbClr val="FF0000"/>
                </a:solidFill>
              </a:rPr>
              <a:t>size</a:t>
            </a:r>
            <a:r>
              <a:rPr lang="en">
                <a:solidFill>
                  <a:srgbClr val="FF0000"/>
                </a:solidFill>
              </a:rPr>
              <a:t> </a:t>
            </a:r>
            <a:r>
              <a:rPr lang="en"/>
              <a:t>- returns the number of elements currently in the queue.</a:t>
            </a:r>
            <a:endParaRPr/>
          </a:p>
          <a:p>
            <a:pPr indent="-311150" lvl="0" marL="457200" rtl="0" algn="l">
              <a:lnSpc>
                <a:spcPct val="100000"/>
              </a:lnSpc>
              <a:spcBef>
                <a:spcPts val="1000"/>
              </a:spcBef>
              <a:spcAft>
                <a:spcPts val="0"/>
              </a:spcAft>
              <a:buSzPts val="1300"/>
              <a:buChar char="●"/>
            </a:pPr>
            <a:r>
              <a:rPr lang="en"/>
              <a:t>A queue </a:t>
            </a:r>
            <a:r>
              <a:rPr b="1" i="1" lang="en">
                <a:solidFill>
                  <a:srgbClr val="FF0000"/>
                </a:solidFill>
              </a:rPr>
              <a:t>may</a:t>
            </a:r>
            <a:r>
              <a:rPr lang="en">
                <a:solidFill>
                  <a:srgbClr val="FF0000"/>
                </a:solidFill>
              </a:rPr>
              <a:t> </a:t>
            </a:r>
            <a:r>
              <a:rPr lang="en"/>
              <a:t>also provide additional operations:</a:t>
            </a:r>
            <a:endParaRPr/>
          </a:p>
          <a:p>
            <a:pPr indent="-298450" lvl="1" marL="914400" rtl="0" algn="l">
              <a:lnSpc>
                <a:spcPct val="100000"/>
              </a:lnSpc>
              <a:spcBef>
                <a:spcPts val="0"/>
              </a:spcBef>
              <a:spcAft>
                <a:spcPts val="0"/>
              </a:spcAft>
              <a:buSzPts val="1100"/>
              <a:buChar char="○"/>
            </a:pPr>
            <a:r>
              <a:rPr b="1" i="1" lang="en">
                <a:solidFill>
                  <a:srgbClr val="FF0000"/>
                </a:solidFill>
              </a:rPr>
              <a:t>front</a:t>
            </a:r>
            <a:r>
              <a:rPr lang="en">
                <a:solidFill>
                  <a:srgbClr val="FF0000"/>
                </a:solidFill>
              </a:rPr>
              <a:t> </a:t>
            </a:r>
            <a:r>
              <a:rPr lang="en"/>
              <a:t>- returns but does not remove the element at the front of the queue.</a:t>
            </a:r>
            <a:endParaRPr/>
          </a:p>
          <a:p>
            <a:pPr indent="-298450" lvl="1" marL="914400" rtl="0" algn="l">
              <a:lnSpc>
                <a:spcPct val="100000"/>
              </a:lnSpc>
              <a:spcBef>
                <a:spcPts val="0"/>
              </a:spcBef>
              <a:spcAft>
                <a:spcPts val="0"/>
              </a:spcAft>
              <a:buSzPts val="1100"/>
              <a:buChar char="○"/>
            </a:pPr>
            <a:r>
              <a:rPr b="1" i="1" lang="en">
                <a:solidFill>
                  <a:srgbClr val="FF0000"/>
                </a:solidFill>
              </a:rPr>
              <a:t>back</a:t>
            </a:r>
            <a:r>
              <a:rPr lang="en">
                <a:solidFill>
                  <a:srgbClr val="FF0000"/>
                </a:solidFill>
              </a:rPr>
              <a:t> </a:t>
            </a:r>
            <a:r>
              <a:rPr lang="en"/>
              <a:t>- returns but does not remove the element at the back of the queue.</a:t>
            </a:r>
            <a:endParaRPr/>
          </a:p>
          <a:p>
            <a:pPr indent="-298450" lvl="1" marL="914400" rtl="0" algn="l">
              <a:lnSpc>
                <a:spcPct val="100000"/>
              </a:lnSpc>
              <a:spcBef>
                <a:spcPts val="0"/>
              </a:spcBef>
              <a:spcAft>
                <a:spcPts val="0"/>
              </a:spcAft>
              <a:buSzPts val="1100"/>
              <a:buChar char="○"/>
            </a:pPr>
            <a:r>
              <a:rPr b="1" i="1" lang="en">
                <a:solidFill>
                  <a:srgbClr val="FF0000"/>
                </a:solidFill>
              </a:rPr>
              <a:t>is empty</a:t>
            </a:r>
            <a:r>
              <a:rPr lang="en"/>
              <a:t> - returns </a:t>
            </a:r>
            <a:r>
              <a:rPr lang="en">
                <a:latin typeface="Courier New"/>
                <a:ea typeface="Courier New"/>
                <a:cs typeface="Courier New"/>
                <a:sym typeface="Courier New"/>
              </a:rPr>
              <a:t>true</a:t>
            </a:r>
            <a:r>
              <a:rPr lang="en"/>
              <a:t> if the queue is empty, and </a:t>
            </a:r>
            <a:r>
              <a:rPr lang="en">
                <a:latin typeface="Courier New"/>
                <a:ea typeface="Courier New"/>
                <a:cs typeface="Courier New"/>
                <a:sym typeface="Courier New"/>
              </a:rPr>
              <a:t>false</a:t>
            </a:r>
            <a:r>
              <a:rPr lang="en"/>
              <a:t> otherwise.</a:t>
            </a:r>
            <a:endParaRPr/>
          </a:p>
          <a:p>
            <a:pPr indent="-311150" lvl="0" marL="457200" rtl="0" algn="l">
              <a:lnSpc>
                <a:spcPct val="100000"/>
              </a:lnSpc>
              <a:spcBef>
                <a:spcPts val="1000"/>
              </a:spcBef>
              <a:spcAft>
                <a:spcPts val="0"/>
              </a:spcAft>
              <a:buSzPts val="1300"/>
              <a:buChar char="●"/>
            </a:pPr>
            <a:r>
              <a:rPr lang="en"/>
              <a:t>A queue stores its elements in </a:t>
            </a:r>
            <a:r>
              <a:rPr b="1" i="1" lang="en" u="sng">
                <a:solidFill>
                  <a:srgbClr val="FF0000"/>
                </a:solidFill>
              </a:rPr>
              <a:t>F</a:t>
            </a:r>
            <a:r>
              <a:rPr b="1" i="1" lang="en">
                <a:solidFill>
                  <a:srgbClr val="FF0000"/>
                </a:solidFill>
              </a:rPr>
              <a:t>irst-</a:t>
            </a:r>
            <a:r>
              <a:rPr b="1" i="1" lang="en" u="sng">
                <a:solidFill>
                  <a:srgbClr val="FF0000"/>
                </a:solidFill>
              </a:rPr>
              <a:t>I</a:t>
            </a:r>
            <a:r>
              <a:rPr b="1" i="1" lang="en">
                <a:solidFill>
                  <a:srgbClr val="FF0000"/>
                </a:solidFill>
              </a:rPr>
              <a:t>n, </a:t>
            </a:r>
            <a:r>
              <a:rPr b="1" i="1" lang="en" u="sng">
                <a:solidFill>
                  <a:srgbClr val="FF0000"/>
                </a:solidFill>
              </a:rPr>
              <a:t>F</a:t>
            </a:r>
            <a:r>
              <a:rPr b="1" i="1" lang="en">
                <a:solidFill>
                  <a:srgbClr val="FF0000"/>
                </a:solidFill>
              </a:rPr>
              <a:t>irst-</a:t>
            </a:r>
            <a:r>
              <a:rPr b="1" i="1" lang="en" u="sng">
                <a:solidFill>
                  <a:srgbClr val="FF0000"/>
                </a:solidFill>
              </a:rPr>
              <a:t>O</a:t>
            </a:r>
            <a:r>
              <a:rPr b="1" i="1" lang="en">
                <a:solidFill>
                  <a:srgbClr val="FF0000"/>
                </a:solidFill>
              </a:rPr>
              <a:t>ut</a:t>
            </a:r>
            <a:r>
              <a:rPr lang="en"/>
              <a:t> (</a:t>
            </a:r>
            <a:r>
              <a:rPr b="1" i="1" lang="en">
                <a:solidFill>
                  <a:srgbClr val="FF0000"/>
                </a:solidFill>
              </a:rPr>
              <a:t>FIFO</a:t>
            </a:r>
            <a:r>
              <a:rPr lang="en"/>
              <a:t>) order.</a:t>
            </a:r>
            <a:endParaRPr/>
          </a:p>
          <a:p>
            <a:pPr indent="-298450" lvl="1" marL="914400" rtl="0" algn="l">
              <a:lnSpc>
                <a:spcPct val="100000"/>
              </a:lnSpc>
              <a:spcBef>
                <a:spcPts val="0"/>
              </a:spcBef>
              <a:spcAft>
                <a:spcPts val="0"/>
              </a:spcAft>
              <a:buSzPts val="1100"/>
              <a:buChar char="○"/>
            </a:pPr>
            <a:r>
              <a:rPr lang="en"/>
              <a:t>The </a:t>
            </a:r>
            <a:r>
              <a:rPr b="1" i="1" lang="en">
                <a:solidFill>
                  <a:srgbClr val="FF0000"/>
                </a:solidFill>
              </a:rPr>
              <a:t>first</a:t>
            </a:r>
            <a:r>
              <a:rPr lang="en">
                <a:solidFill>
                  <a:srgbClr val="FF0000"/>
                </a:solidFill>
              </a:rPr>
              <a:t> </a:t>
            </a:r>
            <a:r>
              <a:rPr lang="en"/>
              <a:t>element to be enqueued is the </a:t>
            </a:r>
            <a:r>
              <a:rPr b="1" i="1" lang="en">
                <a:solidFill>
                  <a:srgbClr val="FF0000"/>
                </a:solidFill>
              </a:rPr>
              <a:t>first</a:t>
            </a:r>
            <a:r>
              <a:rPr lang="en">
                <a:solidFill>
                  <a:srgbClr val="FF0000"/>
                </a:solidFill>
              </a:rPr>
              <a:t> </a:t>
            </a:r>
            <a:r>
              <a:rPr lang="en"/>
              <a:t>element to be dequeued.</a:t>
            </a:r>
            <a:endParaRPr/>
          </a:p>
          <a:p>
            <a:pPr indent="-298450" lvl="1" marL="914400" rtl="0" algn="l">
              <a:lnSpc>
                <a:spcPct val="100000"/>
              </a:lnSpc>
              <a:spcBef>
                <a:spcPts val="0"/>
              </a:spcBef>
              <a:spcAft>
                <a:spcPts val="0"/>
              </a:spcAft>
              <a:buSzPts val="1100"/>
              <a:buChar char="○"/>
            </a:pPr>
            <a:r>
              <a:rPr lang="en"/>
              <a:t>The </a:t>
            </a:r>
            <a:r>
              <a:rPr b="1" i="1" lang="en">
                <a:solidFill>
                  <a:srgbClr val="FF0000"/>
                </a:solidFill>
              </a:rPr>
              <a:t>last</a:t>
            </a:r>
            <a:r>
              <a:rPr lang="en">
                <a:solidFill>
                  <a:srgbClr val="FF0000"/>
                </a:solidFill>
              </a:rPr>
              <a:t> </a:t>
            </a:r>
            <a:r>
              <a:rPr lang="en"/>
              <a:t>element to be enqueued is the </a:t>
            </a:r>
            <a:r>
              <a:rPr b="1" i="1" lang="en">
                <a:solidFill>
                  <a:srgbClr val="FF0000"/>
                </a:solidFill>
              </a:rPr>
              <a:t>last</a:t>
            </a:r>
            <a:r>
              <a:rPr lang="en">
                <a:solidFill>
                  <a:srgbClr val="FF0000"/>
                </a:solidFill>
              </a:rPr>
              <a:t> </a:t>
            </a:r>
            <a:r>
              <a:rPr lang="en"/>
              <a:t>element to be dequeued.</a:t>
            </a:r>
            <a:endParaRPr/>
          </a:p>
          <a:p>
            <a:pPr indent="-311150" lvl="0" marL="457200" rtl="0" algn="l">
              <a:lnSpc>
                <a:spcPct val="100000"/>
              </a:lnSpc>
              <a:spcBef>
                <a:spcPts val="1000"/>
              </a:spcBef>
              <a:spcAft>
                <a:spcPts val="0"/>
              </a:spcAft>
              <a:buSzPts val="1300"/>
              <a:buChar char="●"/>
            </a:pPr>
            <a:r>
              <a:rPr lang="en"/>
              <a:t>The queue abstract data type </a:t>
            </a:r>
            <a:r>
              <a:rPr b="1" i="1" lang="en">
                <a:solidFill>
                  <a:srgbClr val="FF0000"/>
                </a:solidFill>
              </a:rPr>
              <a:t>defines</a:t>
            </a:r>
            <a:r>
              <a:rPr lang="en">
                <a:solidFill>
                  <a:srgbClr val="FF0000"/>
                </a:solidFill>
              </a:rPr>
              <a:t> </a:t>
            </a:r>
            <a:r>
              <a:rPr lang="en"/>
              <a:t>its behavior from the perspective of its user, but does not include </a:t>
            </a:r>
            <a:r>
              <a:rPr b="1" i="1" lang="en">
                <a:solidFill>
                  <a:srgbClr val="FF0000"/>
                </a:solidFill>
              </a:rPr>
              <a:t>implementation </a:t>
            </a:r>
            <a:r>
              <a:rPr lang="en"/>
              <a:t>details.</a:t>
            </a:r>
            <a:endParaRPr/>
          </a:p>
          <a:p>
            <a:pPr indent="-298450" lvl="1" marL="914400" rtl="0" algn="l">
              <a:lnSpc>
                <a:spcPct val="100000"/>
              </a:lnSpc>
              <a:spcBef>
                <a:spcPts val="0"/>
              </a:spcBef>
              <a:spcAft>
                <a:spcPts val="0"/>
              </a:spcAft>
              <a:buSzPts val="1100"/>
              <a:buChar char="○"/>
            </a:pPr>
            <a:r>
              <a:rPr lang="en"/>
              <a:t>What Java feature can be used to </a:t>
            </a:r>
            <a:r>
              <a:rPr b="1" i="1" lang="en">
                <a:solidFill>
                  <a:srgbClr val="FF0000"/>
                </a:solidFill>
              </a:rPr>
              <a:t>define</a:t>
            </a:r>
            <a:r>
              <a:rPr lang="en">
                <a:solidFill>
                  <a:srgbClr val="FF0000"/>
                </a:solidFill>
              </a:rPr>
              <a:t> </a:t>
            </a:r>
            <a:r>
              <a:rPr lang="en"/>
              <a:t>required behavior without providing an </a:t>
            </a:r>
            <a:r>
              <a:rPr b="1" i="1" lang="en">
                <a:solidFill>
                  <a:srgbClr val="FF0000"/>
                </a:solidFill>
              </a:rPr>
              <a:t>implementation</a:t>
            </a:r>
            <a:r>
              <a:rPr lang="en"/>
              <a:t>?</a:t>
            </a:r>
            <a:endParaRPr/>
          </a:p>
        </p:txBody>
      </p:sp>
      <p:sp>
        <p:nvSpPr>
          <p:cNvPr id="440" name="Google Shape;440;p68"/>
          <p:cNvSpPr txBox="1"/>
          <p:nvPr>
            <p:ph idx="3" type="body"/>
          </p:nvPr>
        </p:nvSpPr>
        <p:spPr>
          <a:xfrm>
            <a:off x="5188525" y="687725"/>
            <a:ext cx="3706500" cy="50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A real-world analog for a queue is a line at the bank, a grocery store checkout, or the DMV.</a:t>
            </a:r>
            <a:endParaRPr sz="1200"/>
          </a:p>
        </p:txBody>
      </p:sp>
      <p:pic>
        <p:nvPicPr>
          <p:cNvPr id="441" name="Google Shape;441;p68"/>
          <p:cNvPicPr preferRelativeResize="0"/>
          <p:nvPr/>
        </p:nvPicPr>
        <p:blipFill rotWithShape="1">
          <a:blip r:embed="rId3">
            <a:alphaModFix/>
          </a:blip>
          <a:srcRect b="0" l="0" r="0" t="0"/>
          <a:stretch/>
        </p:blipFill>
        <p:spPr>
          <a:xfrm>
            <a:off x="8137813" y="1960036"/>
            <a:ext cx="685875" cy="1197764"/>
          </a:xfrm>
          <a:prstGeom prst="rect">
            <a:avLst/>
          </a:prstGeom>
          <a:noFill/>
          <a:ln>
            <a:noFill/>
          </a:ln>
        </p:spPr>
      </p:pic>
      <p:pic>
        <p:nvPicPr>
          <p:cNvPr id="442" name="Google Shape;442;p68"/>
          <p:cNvPicPr preferRelativeResize="0"/>
          <p:nvPr/>
        </p:nvPicPr>
        <p:blipFill rotWithShape="1">
          <a:blip r:embed="rId4">
            <a:alphaModFix/>
          </a:blip>
          <a:srcRect b="0" l="0" r="0" t="0"/>
          <a:stretch/>
        </p:blipFill>
        <p:spPr>
          <a:xfrm>
            <a:off x="5897094" y="1960028"/>
            <a:ext cx="685878" cy="1197775"/>
          </a:xfrm>
          <a:prstGeom prst="rect">
            <a:avLst/>
          </a:prstGeom>
          <a:noFill/>
          <a:ln>
            <a:noFill/>
          </a:ln>
        </p:spPr>
      </p:pic>
      <p:pic>
        <p:nvPicPr>
          <p:cNvPr id="443" name="Google Shape;443;p68"/>
          <p:cNvPicPr preferRelativeResize="0"/>
          <p:nvPr/>
        </p:nvPicPr>
        <p:blipFill rotWithShape="1">
          <a:blip r:embed="rId5">
            <a:alphaModFix/>
          </a:blip>
          <a:srcRect b="0" l="0" r="0" t="0"/>
          <a:stretch/>
        </p:blipFill>
        <p:spPr>
          <a:xfrm>
            <a:off x="5320131" y="1960037"/>
            <a:ext cx="456704" cy="1197774"/>
          </a:xfrm>
          <a:prstGeom prst="rect">
            <a:avLst/>
          </a:prstGeom>
          <a:noFill/>
          <a:ln>
            <a:noFill/>
          </a:ln>
        </p:spPr>
      </p:pic>
      <p:pic>
        <p:nvPicPr>
          <p:cNvPr id="444" name="Google Shape;444;p68"/>
          <p:cNvPicPr preferRelativeResize="0"/>
          <p:nvPr/>
        </p:nvPicPr>
        <p:blipFill rotWithShape="1">
          <a:blip r:embed="rId6">
            <a:alphaModFix/>
          </a:blip>
          <a:srcRect b="0" l="0" r="0" t="0"/>
          <a:stretch/>
        </p:blipFill>
        <p:spPr>
          <a:xfrm>
            <a:off x="6682577" y="1960025"/>
            <a:ext cx="570161" cy="1197774"/>
          </a:xfrm>
          <a:prstGeom prst="rect">
            <a:avLst/>
          </a:prstGeom>
          <a:noFill/>
          <a:ln>
            <a:noFill/>
          </a:ln>
        </p:spPr>
      </p:pic>
      <p:pic>
        <p:nvPicPr>
          <p:cNvPr id="445" name="Google Shape;445;p68"/>
          <p:cNvPicPr preferRelativeResize="0"/>
          <p:nvPr/>
        </p:nvPicPr>
        <p:blipFill rotWithShape="1">
          <a:blip r:embed="rId7">
            <a:alphaModFix/>
          </a:blip>
          <a:srcRect b="0" l="0" r="0" t="0"/>
          <a:stretch/>
        </p:blipFill>
        <p:spPr>
          <a:xfrm>
            <a:off x="7295295" y="1960022"/>
            <a:ext cx="799949" cy="1197774"/>
          </a:xfrm>
          <a:prstGeom prst="rect">
            <a:avLst/>
          </a:prstGeom>
          <a:noFill/>
          <a:ln>
            <a:noFill/>
          </a:ln>
        </p:spPr>
      </p:pic>
      <p:sp>
        <p:nvSpPr>
          <p:cNvPr id="446" name="Google Shape;446;p68"/>
          <p:cNvSpPr txBox="1"/>
          <p:nvPr>
            <p:ph idx="3" type="body"/>
          </p:nvPr>
        </p:nvSpPr>
        <p:spPr>
          <a:xfrm>
            <a:off x="5191225" y="3272475"/>
            <a:ext cx="3706500" cy="50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The person that is </a:t>
            </a:r>
            <a:r>
              <a:rPr b="1" i="1" lang="en" sz="1200">
                <a:solidFill>
                  <a:srgbClr val="FF0000"/>
                </a:solidFill>
              </a:rPr>
              <a:t>first-in</a:t>
            </a:r>
            <a:r>
              <a:rPr lang="en" sz="1200"/>
              <a:t> the line is the person that is </a:t>
            </a:r>
            <a:r>
              <a:rPr b="1" i="1" lang="en" sz="1200">
                <a:solidFill>
                  <a:srgbClr val="FF0000"/>
                </a:solidFill>
              </a:rPr>
              <a:t>first-out</a:t>
            </a:r>
            <a:r>
              <a:rPr lang="en" sz="1200"/>
              <a:t> when the next employee is available.</a:t>
            </a:r>
            <a:endParaRPr sz="1200"/>
          </a:p>
        </p:txBody>
      </p:sp>
      <p:sp>
        <p:nvSpPr>
          <p:cNvPr id="447" name="Google Shape;447;p68"/>
          <p:cNvSpPr txBox="1"/>
          <p:nvPr>
            <p:ph idx="3" type="body"/>
          </p:nvPr>
        </p:nvSpPr>
        <p:spPr>
          <a:xfrm>
            <a:off x="5188525" y="1273224"/>
            <a:ext cx="3706500" cy="50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People get into line as they arrive, entering at the </a:t>
            </a:r>
            <a:r>
              <a:rPr b="1" i="1" lang="en" sz="1200">
                <a:solidFill>
                  <a:srgbClr val="FF0000"/>
                </a:solidFill>
              </a:rPr>
              <a:t>back</a:t>
            </a:r>
            <a:r>
              <a:rPr lang="en" sz="1200"/>
              <a:t>...</a:t>
            </a:r>
            <a:endParaRPr sz="1200"/>
          </a:p>
        </p:txBody>
      </p:sp>
      <p:sp>
        <p:nvSpPr>
          <p:cNvPr id="448" name="Google Shape;448;p68"/>
          <p:cNvSpPr txBox="1"/>
          <p:nvPr>
            <p:ph idx="3" type="body"/>
          </p:nvPr>
        </p:nvSpPr>
        <p:spPr>
          <a:xfrm>
            <a:off x="5188525" y="3844900"/>
            <a:ext cx="3706500" cy="50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Another way to say this is that the person that has been in line the </a:t>
            </a:r>
            <a:r>
              <a:rPr b="1" i="1" lang="en" sz="1200">
                <a:solidFill>
                  <a:srgbClr val="FF0000"/>
                </a:solidFill>
              </a:rPr>
              <a:t>longest </a:t>
            </a:r>
            <a:r>
              <a:rPr lang="en" sz="1200"/>
              <a:t>is the next to leave.</a:t>
            </a:r>
            <a:endParaRPr sz="1200"/>
          </a:p>
        </p:txBody>
      </p:sp>
      <p:sp>
        <p:nvSpPr>
          <p:cNvPr id="449" name="Google Shape;449;p68"/>
          <p:cNvSpPr txBox="1"/>
          <p:nvPr>
            <p:ph idx="3" type="body"/>
          </p:nvPr>
        </p:nvSpPr>
        <p:spPr>
          <a:xfrm>
            <a:off x="5188525" y="4417325"/>
            <a:ext cx="3706500" cy="503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When people do leave, they leave from the </a:t>
            </a:r>
            <a:r>
              <a:rPr b="1" i="1" lang="en" sz="1200">
                <a:solidFill>
                  <a:srgbClr val="FF0000"/>
                </a:solidFill>
              </a:rPr>
              <a:t>front</a:t>
            </a:r>
            <a:r>
              <a:rPr lang="en" sz="1200">
                <a:solidFill>
                  <a:srgbClr val="FF0000"/>
                </a:solidFill>
              </a:rPr>
              <a:t> </a:t>
            </a:r>
            <a:r>
              <a:rPr lang="en" sz="1200"/>
              <a:t>of the line.</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39">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0"/>
                                        </p:tgtEl>
                                        <p:attrNameLst>
                                          <p:attrName>style.visibility</p:attrName>
                                        </p:attrNameLst>
                                      </p:cBhvr>
                                      <p:to>
                                        <p:strVal val="visible"/>
                                      </p:to>
                                    </p:set>
                                    <p:animEffect filter="fade" transition="in">
                                      <p:cBhvr>
                                        <p:cTn dur="1000"/>
                                        <p:tgtEl>
                                          <p:spTgt spid="44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7"/>
                                        </p:tgtEl>
                                        <p:attrNameLst>
                                          <p:attrName>style.visibility</p:attrName>
                                        </p:attrNameLst>
                                      </p:cBhvr>
                                      <p:to>
                                        <p:strVal val="visible"/>
                                      </p:to>
                                    </p:set>
                                    <p:animEffect filter="fade" transition="in">
                                      <p:cBhvr>
                                        <p:cTn dur="1000"/>
                                        <p:tgtEl>
                                          <p:spTgt spid="447"/>
                                        </p:tgtEl>
                                      </p:cBhvr>
                                    </p:animEffect>
                                  </p:childTnLst>
                                </p:cTn>
                              </p:par>
                              <p:par>
                                <p:cTn fill="hold" nodeType="withEffect" presetClass="entr" presetID="10" presetSubtype="0">
                                  <p:stCondLst>
                                    <p:cond delay="0"/>
                                  </p:stCondLst>
                                  <p:childTnLst>
                                    <p:set>
                                      <p:cBhvr>
                                        <p:cTn dur="1" fill="hold">
                                          <p:stCondLst>
                                            <p:cond delay="0"/>
                                          </p:stCondLst>
                                        </p:cTn>
                                        <p:tgtEl>
                                          <p:spTgt spid="436"/>
                                        </p:tgtEl>
                                        <p:attrNameLst>
                                          <p:attrName>style.visibility</p:attrName>
                                        </p:attrNameLst>
                                      </p:cBhvr>
                                      <p:to>
                                        <p:strVal val="visible"/>
                                      </p:to>
                                    </p:set>
                                    <p:animEffect filter="fade" transition="in">
                                      <p:cBhvr>
                                        <p:cTn dur="1000"/>
                                        <p:tgtEl>
                                          <p:spTgt spid="436"/>
                                        </p:tgtEl>
                                      </p:cBhvr>
                                    </p:animEffect>
                                  </p:childTnLst>
                                </p:cTn>
                              </p:par>
                            </p:childTnLst>
                          </p:cTn>
                        </p:par>
                        <p:par>
                          <p:cTn fill="hold">
                            <p:stCondLst>
                              <p:cond delay="1000"/>
                            </p:stCondLst>
                            <p:childTnLst>
                              <p:par>
                                <p:cTn fill="hold" nodeType="afterEffect" presetClass="entr" presetID="2" presetSubtype="2">
                                  <p:stCondLst>
                                    <p:cond delay="0"/>
                                  </p:stCondLst>
                                  <p:childTnLst>
                                    <p:set>
                                      <p:cBhvr>
                                        <p:cTn dur="1" fill="hold">
                                          <p:stCondLst>
                                            <p:cond delay="0"/>
                                          </p:stCondLst>
                                        </p:cTn>
                                        <p:tgtEl>
                                          <p:spTgt spid="443"/>
                                        </p:tgtEl>
                                        <p:attrNameLst>
                                          <p:attrName>style.visibility</p:attrName>
                                        </p:attrNameLst>
                                      </p:cBhvr>
                                      <p:to>
                                        <p:strVal val="visible"/>
                                      </p:to>
                                    </p:set>
                                    <p:anim calcmode="lin" valueType="num">
                                      <p:cBhvr additive="base">
                                        <p:cTn dur="1000"/>
                                        <p:tgtEl>
                                          <p:spTgt spid="443"/>
                                        </p:tgtEl>
                                        <p:attrNameLst>
                                          <p:attrName>ppt_x</p:attrName>
                                        </p:attrNameLst>
                                      </p:cBhvr>
                                      <p:tavLst>
                                        <p:tav fmla="" tm="0">
                                          <p:val>
                                            <p:strVal val="#ppt_x+1"/>
                                          </p:val>
                                        </p:tav>
                                        <p:tav fmla="" tm="100000">
                                          <p:val>
                                            <p:strVal val="#ppt_x"/>
                                          </p:val>
                                        </p:tav>
                                      </p:tavLst>
                                    </p:anim>
                                  </p:childTnLst>
                                </p:cTn>
                              </p:par>
                            </p:childTnLst>
                          </p:cTn>
                        </p:par>
                        <p:par>
                          <p:cTn fill="hold">
                            <p:stCondLst>
                              <p:cond delay="2000"/>
                            </p:stCondLst>
                            <p:childTnLst>
                              <p:par>
                                <p:cTn fill="hold" nodeType="afterEffect" presetClass="entr" presetID="2" presetSubtype="2">
                                  <p:stCondLst>
                                    <p:cond delay="0"/>
                                  </p:stCondLst>
                                  <p:childTnLst>
                                    <p:set>
                                      <p:cBhvr>
                                        <p:cTn dur="1" fill="hold">
                                          <p:stCondLst>
                                            <p:cond delay="0"/>
                                          </p:stCondLst>
                                        </p:cTn>
                                        <p:tgtEl>
                                          <p:spTgt spid="442"/>
                                        </p:tgtEl>
                                        <p:attrNameLst>
                                          <p:attrName>style.visibility</p:attrName>
                                        </p:attrNameLst>
                                      </p:cBhvr>
                                      <p:to>
                                        <p:strVal val="visible"/>
                                      </p:to>
                                    </p:set>
                                    <p:anim calcmode="lin" valueType="num">
                                      <p:cBhvr additive="base">
                                        <p:cTn dur="1000"/>
                                        <p:tgtEl>
                                          <p:spTgt spid="442"/>
                                        </p:tgtEl>
                                        <p:attrNameLst>
                                          <p:attrName>ppt_x</p:attrName>
                                        </p:attrNameLst>
                                      </p:cBhvr>
                                      <p:tavLst>
                                        <p:tav fmla="" tm="0">
                                          <p:val>
                                            <p:strVal val="#ppt_x+1"/>
                                          </p:val>
                                        </p:tav>
                                        <p:tav fmla="" tm="100000">
                                          <p:val>
                                            <p:strVal val="#ppt_x"/>
                                          </p:val>
                                        </p:tav>
                                      </p:tavLst>
                                    </p:anim>
                                  </p:childTnLst>
                                </p:cTn>
                              </p:par>
                            </p:childTnLst>
                          </p:cTn>
                        </p:par>
                        <p:par>
                          <p:cTn fill="hold">
                            <p:stCondLst>
                              <p:cond delay="3000"/>
                            </p:stCondLst>
                            <p:childTnLst>
                              <p:par>
                                <p:cTn fill="hold" nodeType="afterEffect" presetClass="entr" presetID="2" presetSubtype="2">
                                  <p:stCondLst>
                                    <p:cond delay="0"/>
                                  </p:stCondLst>
                                  <p:childTnLst>
                                    <p:set>
                                      <p:cBhvr>
                                        <p:cTn dur="1" fill="hold">
                                          <p:stCondLst>
                                            <p:cond delay="0"/>
                                          </p:stCondLst>
                                        </p:cTn>
                                        <p:tgtEl>
                                          <p:spTgt spid="444"/>
                                        </p:tgtEl>
                                        <p:attrNameLst>
                                          <p:attrName>style.visibility</p:attrName>
                                        </p:attrNameLst>
                                      </p:cBhvr>
                                      <p:to>
                                        <p:strVal val="visible"/>
                                      </p:to>
                                    </p:set>
                                    <p:anim calcmode="lin" valueType="num">
                                      <p:cBhvr additive="base">
                                        <p:cTn dur="1000"/>
                                        <p:tgtEl>
                                          <p:spTgt spid="444"/>
                                        </p:tgtEl>
                                        <p:attrNameLst>
                                          <p:attrName>ppt_x</p:attrName>
                                        </p:attrNameLst>
                                      </p:cBhvr>
                                      <p:tavLst>
                                        <p:tav fmla="" tm="0">
                                          <p:val>
                                            <p:strVal val="#ppt_x+1"/>
                                          </p:val>
                                        </p:tav>
                                        <p:tav fmla="" tm="100000">
                                          <p:val>
                                            <p:strVal val="#ppt_x"/>
                                          </p:val>
                                        </p:tav>
                                      </p:tavLst>
                                    </p:anim>
                                  </p:childTnLst>
                                </p:cTn>
                              </p:par>
                            </p:childTnLst>
                          </p:cTn>
                        </p:par>
                        <p:par>
                          <p:cTn fill="hold">
                            <p:stCondLst>
                              <p:cond delay="4000"/>
                            </p:stCondLst>
                            <p:childTnLst>
                              <p:par>
                                <p:cTn fill="hold" nodeType="afterEffect" presetClass="entr" presetID="2" presetSubtype="2">
                                  <p:stCondLst>
                                    <p:cond delay="0"/>
                                  </p:stCondLst>
                                  <p:childTnLst>
                                    <p:set>
                                      <p:cBhvr>
                                        <p:cTn dur="1" fill="hold">
                                          <p:stCondLst>
                                            <p:cond delay="0"/>
                                          </p:stCondLst>
                                        </p:cTn>
                                        <p:tgtEl>
                                          <p:spTgt spid="445"/>
                                        </p:tgtEl>
                                        <p:attrNameLst>
                                          <p:attrName>style.visibility</p:attrName>
                                        </p:attrNameLst>
                                      </p:cBhvr>
                                      <p:to>
                                        <p:strVal val="visible"/>
                                      </p:to>
                                    </p:set>
                                    <p:anim calcmode="lin" valueType="num">
                                      <p:cBhvr additive="base">
                                        <p:cTn dur="1000"/>
                                        <p:tgtEl>
                                          <p:spTgt spid="445"/>
                                        </p:tgtEl>
                                        <p:attrNameLst>
                                          <p:attrName>ppt_x</p:attrName>
                                        </p:attrNameLst>
                                      </p:cBhvr>
                                      <p:tavLst>
                                        <p:tav fmla="" tm="0">
                                          <p:val>
                                            <p:strVal val="#ppt_x+1"/>
                                          </p:val>
                                        </p:tav>
                                        <p:tav fmla="" tm="100000">
                                          <p:val>
                                            <p:strVal val="#ppt_x"/>
                                          </p:val>
                                        </p:tav>
                                      </p:tavLst>
                                    </p:anim>
                                  </p:childTnLst>
                                </p:cTn>
                              </p:par>
                            </p:childTnLst>
                          </p:cTn>
                        </p:par>
                        <p:par>
                          <p:cTn fill="hold">
                            <p:stCondLst>
                              <p:cond delay="5000"/>
                            </p:stCondLst>
                            <p:childTnLst>
                              <p:par>
                                <p:cTn fill="hold" nodeType="afterEffect" presetClass="entr" presetID="2" presetSubtype="2">
                                  <p:stCondLst>
                                    <p:cond delay="0"/>
                                  </p:stCondLst>
                                  <p:childTnLst>
                                    <p:set>
                                      <p:cBhvr>
                                        <p:cTn dur="1" fill="hold">
                                          <p:stCondLst>
                                            <p:cond delay="0"/>
                                          </p:stCondLst>
                                        </p:cTn>
                                        <p:tgtEl>
                                          <p:spTgt spid="441"/>
                                        </p:tgtEl>
                                        <p:attrNameLst>
                                          <p:attrName>style.visibility</p:attrName>
                                        </p:attrNameLst>
                                      </p:cBhvr>
                                      <p:to>
                                        <p:strVal val="visible"/>
                                      </p:to>
                                    </p:set>
                                    <p:anim calcmode="lin" valueType="num">
                                      <p:cBhvr additive="base">
                                        <p:cTn dur="1000"/>
                                        <p:tgtEl>
                                          <p:spTgt spid="44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6"/>
                                        </p:tgtEl>
                                        <p:attrNameLst>
                                          <p:attrName>style.visibility</p:attrName>
                                        </p:attrNameLst>
                                      </p:cBhvr>
                                      <p:to>
                                        <p:strVal val="visible"/>
                                      </p:to>
                                    </p:set>
                                    <p:animEffect filter="fade" transition="in">
                                      <p:cBhvr>
                                        <p:cTn dur="1000"/>
                                        <p:tgtEl>
                                          <p:spTgt spid="44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8"/>
                                        </p:tgtEl>
                                        <p:attrNameLst>
                                          <p:attrName>style.visibility</p:attrName>
                                        </p:attrNameLst>
                                      </p:cBhvr>
                                      <p:to>
                                        <p:strVal val="visible"/>
                                      </p:to>
                                    </p:set>
                                    <p:animEffect filter="fade" transition="in">
                                      <p:cBhvr>
                                        <p:cTn dur="1000"/>
                                        <p:tgtEl>
                                          <p:spTgt spid="44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49"/>
                                        </p:tgtEl>
                                        <p:attrNameLst>
                                          <p:attrName>style.visibility</p:attrName>
                                        </p:attrNameLst>
                                      </p:cBhvr>
                                      <p:to>
                                        <p:strVal val="visible"/>
                                      </p:to>
                                    </p:set>
                                    <p:animEffect filter="fade" transition="in">
                                      <p:cBhvr>
                                        <p:cTn dur="1000"/>
                                        <p:tgtEl>
                                          <p:spTgt spid="449"/>
                                        </p:tgtEl>
                                      </p:cBhvr>
                                    </p:animEffect>
                                  </p:childTnLst>
                                </p:cTn>
                              </p:par>
                            </p:childTnLst>
                          </p:cTn>
                        </p:par>
                        <p:par>
                          <p:cTn fill="hold">
                            <p:stCondLst>
                              <p:cond delay="1000"/>
                            </p:stCondLst>
                            <p:childTnLst>
                              <p:par>
                                <p:cTn fill="hold" nodeType="afterEffect" presetClass="exit" presetID="2" presetSubtype="8">
                                  <p:stCondLst>
                                    <p:cond delay="0"/>
                                  </p:stCondLst>
                                  <p:childTnLst>
                                    <p:anim calcmode="lin" valueType="num">
                                      <p:cBhvr additive="base">
                                        <p:cTn dur="1000"/>
                                        <p:tgtEl>
                                          <p:spTgt spid="443"/>
                                        </p:tgtEl>
                                        <p:attrNameLst>
                                          <p:attrName>ppt_x</p:attrName>
                                        </p:attrNameLst>
                                      </p:cBhvr>
                                      <p:tavLst>
                                        <p:tav fmla="" tm="0">
                                          <p:val>
                                            <p:strVal val="#ppt_x"/>
                                          </p:val>
                                        </p:tav>
                                        <p:tav fmla="" tm="100000">
                                          <p:val>
                                            <p:strVal val="#ppt_x-1"/>
                                          </p:val>
                                        </p:tav>
                                      </p:tavLst>
                                    </p:anim>
                                    <p:set>
                                      <p:cBhvr>
                                        <p:cTn dur="1" fill="hold">
                                          <p:stCondLst>
                                            <p:cond delay="1000"/>
                                          </p:stCondLst>
                                        </p:cTn>
                                        <p:tgtEl>
                                          <p:spTgt spid="443"/>
                                        </p:tgtEl>
                                        <p:attrNameLst>
                                          <p:attrName>style.visibility</p:attrName>
                                        </p:attrNameLst>
                                      </p:cBhvr>
                                      <p:to>
                                        <p:strVal val="hidden"/>
                                      </p:to>
                                    </p:set>
                                  </p:childTnLst>
                                </p:cTn>
                              </p:par>
                            </p:childTnLst>
                          </p:cTn>
                        </p:par>
                        <p:par>
                          <p:cTn fill="hold">
                            <p:stCondLst>
                              <p:cond delay="2000"/>
                            </p:stCondLst>
                            <p:childTnLst>
                              <p:par>
                                <p:cTn fill="hold" nodeType="afterEffect" presetClass="exit" presetID="2" presetSubtype="8">
                                  <p:stCondLst>
                                    <p:cond delay="0"/>
                                  </p:stCondLst>
                                  <p:childTnLst>
                                    <p:anim calcmode="lin" valueType="num">
                                      <p:cBhvr additive="base">
                                        <p:cTn dur="1000"/>
                                        <p:tgtEl>
                                          <p:spTgt spid="442"/>
                                        </p:tgtEl>
                                        <p:attrNameLst>
                                          <p:attrName>ppt_x</p:attrName>
                                        </p:attrNameLst>
                                      </p:cBhvr>
                                      <p:tavLst>
                                        <p:tav fmla="" tm="0">
                                          <p:val>
                                            <p:strVal val="#ppt_x"/>
                                          </p:val>
                                        </p:tav>
                                        <p:tav fmla="" tm="100000">
                                          <p:val>
                                            <p:strVal val="#ppt_x-1"/>
                                          </p:val>
                                        </p:tav>
                                      </p:tavLst>
                                    </p:anim>
                                    <p:set>
                                      <p:cBhvr>
                                        <p:cTn dur="1" fill="hold">
                                          <p:stCondLst>
                                            <p:cond delay="1000"/>
                                          </p:stCondLst>
                                        </p:cTn>
                                        <p:tgtEl>
                                          <p:spTgt spid="442"/>
                                        </p:tgtEl>
                                        <p:attrNameLst>
                                          <p:attrName>style.visibility</p:attrName>
                                        </p:attrNameLst>
                                      </p:cBhvr>
                                      <p:to>
                                        <p:strVal val="hidden"/>
                                      </p:to>
                                    </p:set>
                                  </p:childTnLst>
                                </p:cTn>
                              </p:par>
                            </p:childTnLst>
                          </p:cTn>
                        </p:par>
                        <p:par>
                          <p:cTn fill="hold">
                            <p:stCondLst>
                              <p:cond delay="3000"/>
                            </p:stCondLst>
                            <p:childTnLst>
                              <p:par>
                                <p:cTn fill="hold" nodeType="afterEffect" presetClass="exit" presetID="2" presetSubtype="8">
                                  <p:stCondLst>
                                    <p:cond delay="0"/>
                                  </p:stCondLst>
                                  <p:childTnLst>
                                    <p:anim calcmode="lin" valueType="num">
                                      <p:cBhvr additive="base">
                                        <p:cTn dur="1000"/>
                                        <p:tgtEl>
                                          <p:spTgt spid="444"/>
                                        </p:tgtEl>
                                        <p:attrNameLst>
                                          <p:attrName>ppt_x</p:attrName>
                                        </p:attrNameLst>
                                      </p:cBhvr>
                                      <p:tavLst>
                                        <p:tav fmla="" tm="0">
                                          <p:val>
                                            <p:strVal val="#ppt_x"/>
                                          </p:val>
                                        </p:tav>
                                        <p:tav fmla="" tm="100000">
                                          <p:val>
                                            <p:strVal val="#ppt_x-1"/>
                                          </p:val>
                                        </p:tav>
                                      </p:tavLst>
                                    </p:anim>
                                    <p:set>
                                      <p:cBhvr>
                                        <p:cTn dur="1" fill="hold">
                                          <p:stCondLst>
                                            <p:cond delay="1000"/>
                                          </p:stCondLst>
                                        </p:cTn>
                                        <p:tgtEl>
                                          <p:spTgt spid="444"/>
                                        </p:tgtEl>
                                        <p:attrNameLst>
                                          <p:attrName>style.visibility</p:attrName>
                                        </p:attrNameLst>
                                      </p:cBhvr>
                                      <p:to>
                                        <p:strVal val="hidden"/>
                                      </p:to>
                                    </p:set>
                                  </p:childTnLst>
                                </p:cTn>
                              </p:par>
                            </p:childTnLst>
                          </p:cTn>
                        </p:par>
                        <p:par>
                          <p:cTn fill="hold">
                            <p:stCondLst>
                              <p:cond delay="4000"/>
                            </p:stCondLst>
                            <p:childTnLst>
                              <p:par>
                                <p:cTn fill="hold" nodeType="afterEffect" presetClass="exit" presetID="2" presetSubtype="8">
                                  <p:stCondLst>
                                    <p:cond delay="0"/>
                                  </p:stCondLst>
                                  <p:childTnLst>
                                    <p:anim calcmode="lin" valueType="num">
                                      <p:cBhvr additive="base">
                                        <p:cTn dur="1000"/>
                                        <p:tgtEl>
                                          <p:spTgt spid="445"/>
                                        </p:tgtEl>
                                        <p:attrNameLst>
                                          <p:attrName>ppt_x</p:attrName>
                                        </p:attrNameLst>
                                      </p:cBhvr>
                                      <p:tavLst>
                                        <p:tav fmla="" tm="0">
                                          <p:val>
                                            <p:strVal val="#ppt_x"/>
                                          </p:val>
                                        </p:tav>
                                        <p:tav fmla="" tm="100000">
                                          <p:val>
                                            <p:strVal val="#ppt_x-1"/>
                                          </p:val>
                                        </p:tav>
                                      </p:tavLst>
                                    </p:anim>
                                    <p:set>
                                      <p:cBhvr>
                                        <p:cTn dur="1" fill="hold">
                                          <p:stCondLst>
                                            <p:cond delay="1000"/>
                                          </p:stCondLst>
                                        </p:cTn>
                                        <p:tgtEl>
                                          <p:spTgt spid="445"/>
                                        </p:tgtEl>
                                        <p:attrNameLst>
                                          <p:attrName>style.visibility</p:attrName>
                                        </p:attrNameLst>
                                      </p:cBhvr>
                                      <p:to>
                                        <p:strVal val="hidden"/>
                                      </p:to>
                                    </p:set>
                                  </p:childTnLst>
                                </p:cTn>
                              </p:par>
                            </p:childTnLst>
                          </p:cTn>
                        </p:par>
                        <p:par>
                          <p:cTn fill="hold">
                            <p:stCondLst>
                              <p:cond delay="5000"/>
                            </p:stCondLst>
                            <p:childTnLst>
                              <p:par>
                                <p:cTn fill="hold" nodeType="afterEffect" presetClass="exit" presetID="2" presetSubtype="8">
                                  <p:stCondLst>
                                    <p:cond delay="0"/>
                                  </p:stCondLst>
                                  <p:childTnLst>
                                    <p:anim calcmode="lin" valueType="num">
                                      <p:cBhvr additive="base">
                                        <p:cTn dur="1000"/>
                                        <p:tgtEl>
                                          <p:spTgt spid="441"/>
                                        </p:tgtEl>
                                        <p:attrNameLst>
                                          <p:attrName>ppt_x</p:attrName>
                                        </p:attrNameLst>
                                      </p:cBhvr>
                                      <p:tavLst>
                                        <p:tav fmla="" tm="0">
                                          <p:val>
                                            <p:strVal val="#ppt_x"/>
                                          </p:val>
                                        </p:tav>
                                        <p:tav fmla="" tm="100000">
                                          <p:val>
                                            <p:strVal val="#ppt_x-1"/>
                                          </p:val>
                                        </p:tav>
                                      </p:tavLst>
                                    </p:anim>
                                    <p:set>
                                      <p:cBhvr>
                                        <p:cTn dur="1" fill="hold">
                                          <p:stCondLst>
                                            <p:cond delay="1000"/>
                                          </p:stCondLst>
                                        </p:cTn>
                                        <p:tgtEl>
                                          <p:spTgt spid="44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3" name="Shape 453"/>
        <p:cNvGrpSpPr/>
        <p:nvPr/>
      </p:nvGrpSpPr>
      <p:grpSpPr>
        <a:xfrm>
          <a:off x="0" y="0"/>
          <a:ext cx="0" cy="0"/>
          <a:chOff x="0" y="0"/>
          <a:chExt cx="0" cy="0"/>
        </a:xfrm>
      </p:grpSpPr>
      <p:sp>
        <p:nvSpPr>
          <p:cNvPr id="454" name="Google Shape;454;p69"/>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Remember</a:t>
            </a:r>
            <a:r>
              <a:rPr lang="en"/>
              <a:t>: the Queue abstract data type should </a:t>
            </a:r>
            <a:r>
              <a:rPr b="1" i="1" lang="en">
                <a:solidFill>
                  <a:srgbClr val="FF0000"/>
                </a:solidFill>
              </a:rPr>
              <a:t>define</a:t>
            </a:r>
            <a:r>
              <a:rPr lang="en">
                <a:solidFill>
                  <a:srgbClr val="FF0000"/>
                </a:solidFill>
              </a:rPr>
              <a:t> </a:t>
            </a:r>
            <a:r>
              <a:rPr lang="en"/>
              <a:t>the behavior that all queues have without describing the </a:t>
            </a:r>
            <a:r>
              <a:rPr b="1" i="1" lang="en">
                <a:solidFill>
                  <a:srgbClr val="FF0000"/>
                </a:solidFill>
              </a:rPr>
              <a:t>implementation</a:t>
            </a:r>
            <a:r>
              <a:rPr lang="en"/>
              <a:t>. A Java interface is the ideal mechanism for defining behavior without implementing it. Create an interface for a Queue.</a:t>
            </a:r>
            <a:endParaRPr/>
          </a:p>
        </p:txBody>
      </p:sp>
      <p:sp>
        <p:nvSpPr>
          <p:cNvPr id="455" name="Google Shape;455;p6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56" name="Google Shape;456;p69"/>
          <p:cNvSpPr txBox="1"/>
          <p:nvPr>
            <p:ph idx="2" type="body"/>
          </p:nvPr>
        </p:nvSpPr>
        <p:spPr>
          <a:xfrm>
            <a:off x="3278725" y="1814150"/>
            <a:ext cx="5535000" cy="6810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Use the UML to the left as a guide to create a new Java interface named "</a:t>
            </a:r>
            <a:r>
              <a:rPr lang="en" sz="1500">
                <a:solidFill>
                  <a:srgbClr val="FF0000"/>
                </a:solidFill>
                <a:latin typeface="Courier New"/>
                <a:ea typeface="Courier New"/>
                <a:cs typeface="Courier New"/>
                <a:sym typeface="Courier New"/>
              </a:rPr>
              <a:t>Queue</a:t>
            </a:r>
            <a:r>
              <a:rPr lang="en" sz="1500"/>
              <a:t>" in the mcf package.</a:t>
            </a:r>
            <a:endParaRPr sz="1500"/>
          </a:p>
        </p:txBody>
      </p:sp>
      <p:sp>
        <p:nvSpPr>
          <p:cNvPr id="457" name="Google Shape;457;p69"/>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The Queue Abstract Data Type</a:t>
            </a:r>
            <a:endParaRPr/>
          </a:p>
        </p:txBody>
      </p:sp>
      <p:sp>
        <p:nvSpPr>
          <p:cNvPr id="458" name="Google Shape;458;p69"/>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5.4</a:t>
            </a:r>
            <a:endParaRPr/>
          </a:p>
        </p:txBody>
      </p:sp>
      <p:sp>
        <p:nvSpPr>
          <p:cNvPr id="459" name="Google Shape;459;p69"/>
          <p:cNvSpPr txBox="1"/>
          <p:nvPr>
            <p:ph idx="4" type="body"/>
          </p:nvPr>
        </p:nvSpPr>
        <p:spPr>
          <a:xfrm>
            <a:off x="303275" y="4286126"/>
            <a:ext cx="2700300" cy="738900"/>
          </a:xfrm>
          <a:prstGeom prst="rect">
            <a:avLst/>
          </a:prstGeom>
        </p:spPr>
        <p:txBody>
          <a:bodyPr anchorCtr="0" anchor="t" bIns="91425" lIns="91425" spcFirstLastPara="1" rIns="91425" wrap="square" tIns="91425">
            <a:spAutoFit/>
          </a:bodyPr>
          <a:lstStyle/>
          <a:p>
            <a:pPr indent="0" lvl="0" marL="0" rtl="0" algn="l">
              <a:spcBef>
                <a:spcPts val="0"/>
              </a:spcBef>
              <a:spcAft>
                <a:spcPts val="0"/>
              </a:spcAft>
              <a:buNone/>
            </a:pPr>
            <a:r>
              <a:rPr lang="en"/>
              <a:t>Use the UML diagram as a guide to create an interface to </a:t>
            </a:r>
            <a:r>
              <a:rPr lang="en"/>
              <a:t>represent</a:t>
            </a:r>
            <a:r>
              <a:rPr lang="en"/>
              <a:t> a Queue.</a:t>
            </a:r>
            <a:endParaRPr/>
          </a:p>
        </p:txBody>
      </p:sp>
      <p:graphicFrame>
        <p:nvGraphicFramePr>
          <p:cNvPr id="460" name="Google Shape;460;p69"/>
          <p:cNvGraphicFramePr/>
          <p:nvPr/>
        </p:nvGraphicFramePr>
        <p:xfrm>
          <a:off x="303263" y="1805325"/>
          <a:ext cx="3000000" cy="3000000"/>
        </p:xfrm>
        <a:graphic>
          <a:graphicData uri="http://schemas.openxmlformats.org/drawingml/2006/table">
            <a:tbl>
              <a:tblPr>
                <a:noFill/>
                <a:tableStyleId>{5D16334A-BD30-4DCF-A821-F696FD12572A}</a:tableStyleId>
              </a:tblPr>
              <a:tblGrid>
                <a:gridCol w="2700375"/>
              </a:tblGrid>
              <a:tr h="609575">
                <a:tc>
                  <a:txBody>
                    <a:bodyPr/>
                    <a:lstStyle/>
                    <a:p>
                      <a:pPr indent="0" lvl="0" marL="0" marR="0" rtl="0" algn="ctr">
                        <a:lnSpc>
                          <a:spcPct val="100000"/>
                        </a:lnSpc>
                        <a:spcBef>
                          <a:spcPts val="0"/>
                        </a:spcBef>
                        <a:spcAft>
                          <a:spcPts val="0"/>
                        </a:spcAft>
                        <a:buClr>
                          <a:srgbClr val="000000"/>
                        </a:buClr>
                        <a:buSzPts val="1000"/>
                        <a:buFont typeface="Arial"/>
                        <a:buNone/>
                      </a:pPr>
                      <a:r>
                        <a:rPr i="1" lang="en" sz="1300" u="none" cap="none" strike="noStrike">
                          <a:latin typeface="Consolas"/>
                          <a:ea typeface="Consolas"/>
                          <a:cs typeface="Consolas"/>
                          <a:sym typeface="Consolas"/>
                        </a:rPr>
                        <a:t>&lt;&lt;interface&gt;&gt;</a:t>
                      </a:r>
                      <a:endParaRPr i="1" sz="1300" u="none" cap="none" strike="noStrike">
                        <a:latin typeface="Consolas"/>
                        <a:ea typeface="Consolas"/>
                        <a:cs typeface="Consolas"/>
                        <a:sym typeface="Consolas"/>
                      </a:endParaRPr>
                    </a:p>
                    <a:p>
                      <a:pPr indent="0" lvl="0" marL="0" marR="0" rtl="0" algn="ctr">
                        <a:lnSpc>
                          <a:spcPct val="100000"/>
                        </a:lnSpc>
                        <a:spcBef>
                          <a:spcPts val="0"/>
                        </a:spcBef>
                        <a:spcAft>
                          <a:spcPts val="0"/>
                        </a:spcAft>
                        <a:buClr>
                          <a:srgbClr val="000000"/>
                        </a:buClr>
                        <a:buSzPts val="1000"/>
                        <a:buFont typeface="Arial"/>
                        <a:buNone/>
                      </a:pPr>
                      <a:r>
                        <a:rPr i="1" lang="en" sz="1300" u="none" cap="none" strike="noStrike">
                          <a:latin typeface="Consolas"/>
                          <a:ea typeface="Consolas"/>
                          <a:cs typeface="Consolas"/>
                          <a:sym typeface="Consolas"/>
                        </a:rPr>
                        <a:t>Queue</a:t>
                      </a:r>
                      <a:endParaRPr i="1" sz="13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96200">
                <a:tc>
                  <a:txBody>
                    <a:bodyPr/>
                    <a:lstStyle/>
                    <a:p>
                      <a:pPr indent="0" lvl="0" marL="0" marR="0" rtl="0" algn="l">
                        <a:lnSpc>
                          <a:spcPct val="100000"/>
                        </a:lnSpc>
                        <a:spcBef>
                          <a:spcPts val="0"/>
                        </a:spcBef>
                        <a:spcAft>
                          <a:spcPts val="0"/>
                        </a:spcAft>
                        <a:buClr>
                          <a:srgbClr val="000000"/>
                        </a:buClr>
                        <a:buSzPts val="1000"/>
                        <a:buFont typeface="Arial"/>
                        <a:buNone/>
                      </a:pPr>
                      <a:r>
                        <a:t/>
                      </a:r>
                      <a:endParaRPr sz="13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49650">
                <a:tc>
                  <a:txBody>
                    <a:bodyPr/>
                    <a:lstStyle/>
                    <a:p>
                      <a:pPr indent="0" lvl="0" marL="0" marR="0" rtl="0" algn="l">
                        <a:lnSpc>
                          <a:spcPct val="100000"/>
                        </a:lnSpc>
                        <a:spcBef>
                          <a:spcPts val="0"/>
                        </a:spcBef>
                        <a:spcAft>
                          <a:spcPts val="0"/>
                        </a:spcAft>
                        <a:buClr>
                          <a:srgbClr val="000000"/>
                        </a:buClr>
                        <a:buSzPts val="1000"/>
                        <a:buFont typeface="Arial"/>
                        <a:buNone/>
                      </a:pPr>
                      <a:r>
                        <a:rPr i="1" lang="en" sz="1300" u="none" cap="none" strike="noStrike">
                          <a:latin typeface="Consolas"/>
                          <a:ea typeface="Consolas"/>
                          <a:cs typeface="Consolas"/>
                          <a:sym typeface="Consolas"/>
                        </a:rPr>
                        <a:t>+ enqueue(value: String)</a:t>
                      </a:r>
                      <a:endParaRPr i="1" sz="13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i="1" lang="en" sz="1300" u="none" cap="none" strike="noStrike">
                          <a:latin typeface="Consolas"/>
                          <a:ea typeface="Consolas"/>
                          <a:cs typeface="Consolas"/>
                          <a:sym typeface="Consolas"/>
                        </a:rPr>
                        <a:t>+ dequeue(): String</a:t>
                      </a:r>
                      <a:endParaRPr i="1" sz="13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i="1" lang="en" sz="1300" u="none" cap="none" strike="noStrike">
                          <a:latin typeface="Consolas"/>
                          <a:ea typeface="Consolas"/>
                          <a:cs typeface="Consolas"/>
                          <a:sym typeface="Consolas"/>
                        </a:rPr>
                        <a:t>+ size(): int</a:t>
                      </a:r>
                      <a:endParaRPr i="1" sz="13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i="1" lang="en" sz="1300">
                          <a:solidFill>
                            <a:srgbClr val="FF0000"/>
                          </a:solidFill>
                          <a:latin typeface="Consolas"/>
                          <a:ea typeface="Consolas"/>
                          <a:cs typeface="Consolas"/>
                          <a:sym typeface="Consolas"/>
                        </a:rPr>
                        <a:t>+ front(): String</a:t>
                      </a:r>
                      <a:endParaRPr i="1" sz="1300">
                        <a:solidFill>
                          <a:srgbClr val="FF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i="1" lang="en" sz="1300">
                          <a:solidFill>
                            <a:srgbClr val="FF0000"/>
                          </a:solidFill>
                          <a:latin typeface="Consolas"/>
                          <a:ea typeface="Consolas"/>
                          <a:cs typeface="Consolas"/>
                          <a:sym typeface="Consolas"/>
                        </a:rPr>
                        <a:t>+ back(): String</a:t>
                      </a:r>
                      <a:endParaRPr i="1" sz="1300">
                        <a:solidFill>
                          <a:srgbClr val="FF0000"/>
                        </a:solidFill>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i="1" lang="en" sz="1300">
                          <a:solidFill>
                            <a:srgbClr val="FF0000"/>
                          </a:solidFill>
                          <a:latin typeface="Consolas"/>
                          <a:ea typeface="Consolas"/>
                          <a:cs typeface="Consolas"/>
                          <a:sym typeface="Consolas"/>
                        </a:rPr>
                        <a:t>+ isEmpty(): boolean</a:t>
                      </a:r>
                      <a:endParaRPr i="1" sz="1300">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4" name="Shape 464"/>
        <p:cNvGrpSpPr/>
        <p:nvPr/>
      </p:nvGrpSpPr>
      <p:grpSpPr>
        <a:xfrm>
          <a:off x="0" y="0"/>
          <a:ext cx="0" cy="0"/>
          <a:chOff x="0" y="0"/>
          <a:chExt cx="0" cy="0"/>
        </a:xfrm>
      </p:grpSpPr>
      <p:sp>
        <p:nvSpPr>
          <p:cNvPr id="465" name="Google Shape;465;p70"/>
          <p:cNvSpPr txBox="1"/>
          <p:nvPr>
            <p:ph type="title"/>
          </p:nvPr>
        </p:nvSpPr>
        <p:spPr>
          <a:xfrm>
            <a:off x="311725" y="11578"/>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700"/>
              <a:t>Node-Based Queues</a:t>
            </a:r>
            <a:endParaRPr sz="2700"/>
          </a:p>
        </p:txBody>
      </p:sp>
      <p:sp>
        <p:nvSpPr>
          <p:cNvPr id="466" name="Google Shape;466;p70"/>
          <p:cNvSpPr txBox="1"/>
          <p:nvPr>
            <p:ph idx="1" type="body"/>
          </p:nvPr>
        </p:nvSpPr>
        <p:spPr>
          <a:xfrm>
            <a:off x="4357325" y="82075"/>
            <a:ext cx="4435800" cy="48810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0"/>
              </a:spcBef>
              <a:spcAft>
                <a:spcPts val="0"/>
              </a:spcAft>
              <a:buSzPts val="1300"/>
              <a:buChar char="●"/>
            </a:pPr>
            <a:r>
              <a:rPr lang="en"/>
              <a:t>One possible implementation of a queue is built using a </a:t>
            </a:r>
            <a:r>
              <a:rPr b="1" i="1" lang="en">
                <a:solidFill>
                  <a:srgbClr val="FF0000"/>
                </a:solidFill>
              </a:rPr>
              <a:t>linked sequence</a:t>
            </a:r>
            <a:r>
              <a:rPr lang="en"/>
              <a:t>.</a:t>
            </a:r>
            <a:endParaRPr/>
          </a:p>
          <a:p>
            <a:pPr indent="-311150" lvl="0" marL="457200" rtl="0" algn="l">
              <a:lnSpc>
                <a:spcPct val="115000"/>
              </a:lnSpc>
              <a:spcBef>
                <a:spcPts val="1000"/>
              </a:spcBef>
              <a:spcAft>
                <a:spcPts val="0"/>
              </a:spcAft>
              <a:buSzPts val="1300"/>
              <a:buChar char="●"/>
            </a:pPr>
            <a:r>
              <a:rPr lang="en"/>
              <a:t>You should recall that a </a:t>
            </a:r>
            <a:r>
              <a:rPr b="1" i="1" lang="en">
                <a:solidFill>
                  <a:srgbClr val="FF0000"/>
                </a:solidFill>
              </a:rPr>
              <a:t>linked sequence</a:t>
            </a:r>
            <a:r>
              <a:rPr lang="en"/>
              <a:t> is defined as:</a:t>
            </a:r>
            <a:endParaRPr/>
          </a:p>
          <a:p>
            <a:pPr indent="-298450" lvl="1" marL="914400" rtl="0" algn="l">
              <a:lnSpc>
                <a:spcPct val="115000"/>
              </a:lnSpc>
              <a:spcBef>
                <a:spcPts val="0"/>
              </a:spcBef>
              <a:spcAft>
                <a:spcPts val="0"/>
              </a:spcAft>
              <a:buSzPts val="1100"/>
              <a:buChar char="○"/>
            </a:pPr>
            <a:r>
              <a:rPr lang="en"/>
              <a:t>The </a:t>
            </a:r>
            <a:r>
              <a:rPr b="1" i="1" lang="en">
                <a:solidFill>
                  <a:srgbClr val="FF0000"/>
                </a:solidFill>
              </a:rPr>
              <a:t>empty sequence</a:t>
            </a:r>
            <a:r>
              <a:rPr lang="en"/>
              <a:t>, which contains no values and is represented as </a:t>
            </a:r>
            <a:r>
              <a:rPr lang="en">
                <a:solidFill>
                  <a:srgbClr val="FF0000"/>
                </a:solidFill>
                <a:latin typeface="Courier New"/>
                <a:ea typeface="Courier New"/>
                <a:cs typeface="Courier New"/>
                <a:sym typeface="Courier New"/>
              </a:rPr>
              <a:t>null</a:t>
            </a:r>
            <a:r>
              <a:rPr lang="en"/>
              <a:t>.</a:t>
            </a:r>
            <a:endParaRPr/>
          </a:p>
          <a:p>
            <a:pPr indent="-298450" lvl="1" marL="914400" rtl="0" algn="l">
              <a:lnSpc>
                <a:spcPct val="115000"/>
              </a:lnSpc>
              <a:spcBef>
                <a:spcPts val="0"/>
              </a:spcBef>
              <a:spcAft>
                <a:spcPts val="0"/>
              </a:spcAft>
              <a:buSzPts val="1100"/>
              <a:buChar char="○"/>
            </a:pPr>
            <a:r>
              <a:rPr lang="en"/>
              <a:t>At least one </a:t>
            </a:r>
            <a:r>
              <a:rPr b="1" i="1" lang="en">
                <a:solidFill>
                  <a:srgbClr val="FF0000"/>
                </a:solidFill>
              </a:rPr>
              <a:t>node</a:t>
            </a:r>
            <a:r>
              <a:rPr lang="en">
                <a:solidFill>
                  <a:srgbClr val="FF0000"/>
                </a:solidFill>
              </a:rPr>
              <a:t> </a:t>
            </a:r>
            <a:r>
              <a:rPr lang="en"/>
              <a:t>that contains:</a:t>
            </a:r>
            <a:endParaRPr/>
          </a:p>
          <a:p>
            <a:pPr indent="-298450" lvl="2" marL="1371600" rtl="0" algn="l">
              <a:lnSpc>
                <a:spcPct val="115000"/>
              </a:lnSpc>
              <a:spcBef>
                <a:spcPts val="0"/>
              </a:spcBef>
              <a:spcAft>
                <a:spcPts val="0"/>
              </a:spcAft>
              <a:buSzPts val="1100"/>
              <a:buChar char="■"/>
            </a:pPr>
            <a:r>
              <a:rPr lang="en"/>
              <a:t>A </a:t>
            </a:r>
            <a:r>
              <a:rPr b="1" i="1" lang="en">
                <a:solidFill>
                  <a:srgbClr val="FF0000"/>
                </a:solidFill>
              </a:rPr>
              <a:t>value </a:t>
            </a:r>
            <a:r>
              <a:rPr lang="en"/>
              <a:t>of some type, e.g. an </a:t>
            </a:r>
            <a:r>
              <a:rPr lang="en">
                <a:latin typeface="Courier New"/>
                <a:ea typeface="Courier New"/>
                <a:cs typeface="Courier New"/>
                <a:sym typeface="Courier New"/>
              </a:rPr>
              <a:t>String</a:t>
            </a:r>
            <a:r>
              <a:rPr lang="en"/>
              <a:t>.</a:t>
            </a:r>
            <a:endParaRPr/>
          </a:p>
          <a:p>
            <a:pPr indent="-298450" lvl="2" marL="1371600" rtl="0" algn="l">
              <a:lnSpc>
                <a:spcPct val="115000"/>
              </a:lnSpc>
              <a:spcBef>
                <a:spcPts val="0"/>
              </a:spcBef>
              <a:spcAft>
                <a:spcPts val="0"/>
              </a:spcAft>
              <a:buSzPts val="1100"/>
              <a:buChar char="■"/>
            </a:pPr>
            <a:r>
              <a:rPr lang="en"/>
              <a:t>A reference to the </a:t>
            </a:r>
            <a:r>
              <a:rPr b="1" i="1" lang="en">
                <a:solidFill>
                  <a:srgbClr val="FF0000"/>
                </a:solidFill>
              </a:rPr>
              <a:t>next</a:t>
            </a:r>
            <a:r>
              <a:rPr lang="en">
                <a:solidFill>
                  <a:srgbClr val="FF0000"/>
                </a:solidFill>
              </a:rPr>
              <a:t> </a:t>
            </a:r>
            <a:r>
              <a:rPr lang="en"/>
              <a:t>node in the sequence, which may be </a:t>
            </a:r>
            <a:r>
              <a:rPr lang="en">
                <a:latin typeface="Courier New"/>
                <a:ea typeface="Courier New"/>
                <a:cs typeface="Courier New"/>
                <a:sym typeface="Courier New"/>
              </a:rPr>
              <a:t>null</a:t>
            </a:r>
            <a:r>
              <a:rPr lang="en"/>
              <a:t>.</a:t>
            </a:r>
            <a:endParaRPr/>
          </a:p>
          <a:p>
            <a:pPr indent="-311150" lvl="0" marL="457200" rtl="0" algn="l">
              <a:lnSpc>
                <a:spcPct val="115000"/>
              </a:lnSpc>
              <a:spcBef>
                <a:spcPts val="1000"/>
              </a:spcBef>
              <a:spcAft>
                <a:spcPts val="0"/>
              </a:spcAft>
              <a:buSzPts val="1300"/>
              <a:buChar char="●"/>
            </a:pPr>
            <a:r>
              <a:rPr lang="en"/>
              <a:t>A </a:t>
            </a:r>
            <a:r>
              <a:rPr b="1" i="1" lang="en">
                <a:solidFill>
                  <a:srgbClr val="FF0000"/>
                </a:solidFill>
              </a:rPr>
              <a:t>node-based queue</a:t>
            </a:r>
            <a:r>
              <a:rPr lang="en"/>
              <a:t> keeps track of </a:t>
            </a:r>
            <a:r>
              <a:rPr lang="en">
                <a:solidFill>
                  <a:srgbClr val="FF0000"/>
                </a:solidFill>
              </a:rPr>
              <a:t>three </a:t>
            </a:r>
            <a:r>
              <a:rPr lang="en"/>
              <a:t>values.</a:t>
            </a:r>
            <a:endParaRPr/>
          </a:p>
          <a:p>
            <a:pPr indent="-298450" lvl="1" marL="914400" rtl="0" algn="l">
              <a:lnSpc>
                <a:spcPct val="115000"/>
              </a:lnSpc>
              <a:spcBef>
                <a:spcPts val="0"/>
              </a:spcBef>
              <a:spcAft>
                <a:spcPts val="0"/>
              </a:spcAft>
              <a:buSzPts val="1100"/>
              <a:buChar char="○"/>
            </a:pPr>
            <a:r>
              <a:rPr lang="en"/>
              <a:t>The node at the </a:t>
            </a:r>
            <a:r>
              <a:rPr b="1" i="1" lang="en">
                <a:solidFill>
                  <a:srgbClr val="FF0000"/>
                </a:solidFill>
              </a:rPr>
              <a:t>front</a:t>
            </a:r>
            <a:r>
              <a:rPr lang="en">
                <a:solidFill>
                  <a:srgbClr val="FF0000"/>
                </a:solidFill>
              </a:rPr>
              <a:t> </a:t>
            </a:r>
            <a:r>
              <a:rPr lang="en"/>
              <a:t>of the queue.</a:t>
            </a:r>
            <a:endParaRPr/>
          </a:p>
          <a:p>
            <a:pPr indent="-298450" lvl="1" marL="914400" rtl="0" algn="l">
              <a:lnSpc>
                <a:spcPct val="115000"/>
              </a:lnSpc>
              <a:spcBef>
                <a:spcPts val="0"/>
              </a:spcBef>
              <a:spcAft>
                <a:spcPts val="0"/>
              </a:spcAft>
              <a:buSzPts val="1100"/>
              <a:buChar char="○"/>
            </a:pPr>
            <a:r>
              <a:rPr lang="en"/>
              <a:t>The node at the </a:t>
            </a:r>
            <a:r>
              <a:rPr b="1" i="1" lang="en">
                <a:solidFill>
                  <a:srgbClr val="FF0000"/>
                </a:solidFill>
              </a:rPr>
              <a:t>back</a:t>
            </a:r>
            <a:r>
              <a:rPr lang="en">
                <a:solidFill>
                  <a:srgbClr val="FF0000"/>
                </a:solidFill>
              </a:rPr>
              <a:t> </a:t>
            </a:r>
            <a:r>
              <a:rPr lang="en"/>
              <a:t>of the queue.</a:t>
            </a:r>
            <a:endParaRPr/>
          </a:p>
          <a:p>
            <a:pPr indent="-298450" lvl="1" marL="914400" rtl="0" algn="l">
              <a:lnSpc>
                <a:spcPct val="115000"/>
              </a:lnSpc>
              <a:spcBef>
                <a:spcPts val="0"/>
              </a:spcBef>
              <a:spcAft>
                <a:spcPts val="0"/>
              </a:spcAft>
              <a:buSzPts val="1100"/>
              <a:buChar char="○"/>
            </a:pPr>
            <a:r>
              <a:rPr lang="en"/>
              <a:t>The </a:t>
            </a:r>
            <a:r>
              <a:rPr b="1" i="1" lang="en">
                <a:solidFill>
                  <a:srgbClr val="FF0000"/>
                </a:solidFill>
              </a:rPr>
              <a:t>size</a:t>
            </a:r>
            <a:r>
              <a:rPr lang="en">
                <a:solidFill>
                  <a:srgbClr val="FF0000"/>
                </a:solidFill>
              </a:rPr>
              <a:t> </a:t>
            </a:r>
            <a:r>
              <a:rPr lang="en"/>
              <a:t>of the queue - the total number of nodes including the front and the back.</a:t>
            </a:r>
            <a:endParaRPr/>
          </a:p>
          <a:p>
            <a:pPr indent="-311150" lvl="0" marL="457200" rtl="0" algn="l">
              <a:lnSpc>
                <a:spcPct val="115000"/>
              </a:lnSpc>
              <a:spcBef>
                <a:spcPts val="1000"/>
              </a:spcBef>
              <a:spcAft>
                <a:spcPts val="0"/>
              </a:spcAft>
              <a:buSzPts val="1300"/>
              <a:buChar char="●"/>
            </a:pPr>
            <a:r>
              <a:rPr lang="en"/>
              <a:t>There are some special conditions that need to be considered:</a:t>
            </a:r>
            <a:endParaRPr/>
          </a:p>
          <a:p>
            <a:pPr indent="-298450" lvl="1" marL="914400" rtl="0" algn="l">
              <a:lnSpc>
                <a:spcPct val="115000"/>
              </a:lnSpc>
              <a:spcBef>
                <a:spcPts val="0"/>
              </a:spcBef>
              <a:spcAft>
                <a:spcPts val="0"/>
              </a:spcAft>
              <a:buSzPts val="1100"/>
              <a:buChar char="○"/>
            </a:pPr>
            <a:r>
              <a:rPr lang="en"/>
              <a:t>If the queue is empty, </a:t>
            </a:r>
            <a:r>
              <a:rPr b="1" i="1" lang="en">
                <a:solidFill>
                  <a:srgbClr val="FF0000"/>
                </a:solidFill>
              </a:rPr>
              <a:t>both</a:t>
            </a:r>
            <a:r>
              <a:rPr lang="en">
                <a:solidFill>
                  <a:srgbClr val="FF0000"/>
                </a:solidFill>
              </a:rPr>
              <a:t> </a:t>
            </a:r>
            <a:r>
              <a:rPr lang="en"/>
              <a:t>the front and back are </a:t>
            </a:r>
            <a:r>
              <a:rPr lang="en">
                <a:solidFill>
                  <a:srgbClr val="FF0000"/>
                </a:solidFill>
                <a:latin typeface="Courier New"/>
                <a:ea typeface="Courier New"/>
                <a:cs typeface="Courier New"/>
                <a:sym typeface="Courier New"/>
              </a:rPr>
              <a:t>null</a:t>
            </a:r>
            <a:r>
              <a:rPr lang="en"/>
              <a:t>.</a:t>
            </a:r>
            <a:endParaRPr/>
          </a:p>
          <a:p>
            <a:pPr indent="-298450" lvl="1" marL="914400" rtl="0" algn="l">
              <a:lnSpc>
                <a:spcPct val="115000"/>
              </a:lnSpc>
              <a:spcBef>
                <a:spcPts val="0"/>
              </a:spcBef>
              <a:spcAft>
                <a:spcPts val="0"/>
              </a:spcAft>
              <a:buSzPts val="1100"/>
              <a:buChar char="○"/>
            </a:pPr>
            <a:r>
              <a:rPr lang="en"/>
              <a:t>If there is only </a:t>
            </a:r>
            <a:r>
              <a:rPr b="1" i="1" lang="en">
                <a:solidFill>
                  <a:srgbClr val="FF0000"/>
                </a:solidFill>
              </a:rPr>
              <a:t>one</a:t>
            </a:r>
            <a:r>
              <a:rPr lang="en">
                <a:solidFill>
                  <a:srgbClr val="FF0000"/>
                </a:solidFill>
              </a:rPr>
              <a:t> </a:t>
            </a:r>
            <a:r>
              <a:rPr lang="en"/>
              <a:t>value in the queue, </a:t>
            </a:r>
            <a:r>
              <a:rPr b="1" i="1" lang="en">
                <a:solidFill>
                  <a:srgbClr val="FF0000"/>
                </a:solidFill>
              </a:rPr>
              <a:t>both</a:t>
            </a:r>
            <a:r>
              <a:rPr lang="en"/>
              <a:t> the front and back refer to the </a:t>
            </a:r>
            <a:r>
              <a:rPr b="1" i="1" lang="en">
                <a:solidFill>
                  <a:srgbClr val="FF0000"/>
                </a:solidFill>
              </a:rPr>
              <a:t>same </a:t>
            </a:r>
            <a:r>
              <a:rPr lang="en"/>
              <a:t>node.</a:t>
            </a:r>
            <a:endParaRPr/>
          </a:p>
        </p:txBody>
      </p:sp>
      <p:sp>
        <p:nvSpPr>
          <p:cNvPr id="467" name="Google Shape;467;p70"/>
          <p:cNvSpPr txBox="1"/>
          <p:nvPr>
            <p:ph idx="12" type="sldNum"/>
          </p:nvPr>
        </p:nvSpPr>
        <p:spPr>
          <a:xfrm>
            <a:off x="8548658" y="47394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468" name="Google Shape;468;p70"/>
          <p:cNvSpPr txBox="1"/>
          <p:nvPr>
            <p:ph idx="3" type="body"/>
          </p:nvPr>
        </p:nvSpPr>
        <p:spPr>
          <a:xfrm>
            <a:off x="318150" y="548250"/>
            <a:ext cx="3706500" cy="468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A </a:t>
            </a:r>
            <a:r>
              <a:rPr b="1" i="1" lang="en" sz="1200">
                <a:solidFill>
                  <a:srgbClr val="FF0000"/>
                </a:solidFill>
              </a:rPr>
              <a:t>node-based queue</a:t>
            </a:r>
            <a:r>
              <a:rPr lang="en" sz="1200"/>
              <a:t> uses linked nodes to store values. The </a:t>
            </a:r>
            <a:r>
              <a:rPr b="1" i="1" lang="en" sz="1200">
                <a:solidFill>
                  <a:srgbClr val="FF0000"/>
                </a:solidFill>
              </a:rPr>
              <a:t>oldest</a:t>
            </a:r>
            <a:r>
              <a:rPr lang="en" sz="1200">
                <a:solidFill>
                  <a:srgbClr val="FF0000"/>
                </a:solidFill>
              </a:rPr>
              <a:t> </a:t>
            </a:r>
            <a:r>
              <a:rPr lang="en" sz="1200"/>
              <a:t>node is the </a:t>
            </a:r>
            <a:r>
              <a:rPr b="1" i="1" lang="en" sz="1200">
                <a:solidFill>
                  <a:srgbClr val="FF0000"/>
                </a:solidFill>
              </a:rPr>
              <a:t>front</a:t>
            </a:r>
            <a:r>
              <a:rPr lang="en" sz="1200"/>
              <a:t>...</a:t>
            </a:r>
            <a:endParaRPr sz="1200"/>
          </a:p>
        </p:txBody>
      </p:sp>
      <p:sp>
        <p:nvSpPr>
          <p:cNvPr id="469" name="Google Shape;469;p70"/>
          <p:cNvSpPr txBox="1"/>
          <p:nvPr>
            <p:ph idx="3" type="body"/>
          </p:nvPr>
        </p:nvSpPr>
        <p:spPr>
          <a:xfrm>
            <a:off x="318154" y="4152044"/>
            <a:ext cx="3706500" cy="352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...and the </a:t>
            </a:r>
            <a:r>
              <a:rPr b="1" i="1" lang="en" sz="1200">
                <a:solidFill>
                  <a:srgbClr val="FF0000"/>
                </a:solidFill>
              </a:rPr>
              <a:t>newest</a:t>
            </a:r>
            <a:r>
              <a:rPr lang="en" sz="1200">
                <a:solidFill>
                  <a:srgbClr val="FF0000"/>
                </a:solidFill>
              </a:rPr>
              <a:t> </a:t>
            </a:r>
            <a:r>
              <a:rPr lang="en" sz="1200"/>
              <a:t>node is the </a:t>
            </a:r>
            <a:r>
              <a:rPr b="1" i="1" lang="en" sz="1200">
                <a:solidFill>
                  <a:srgbClr val="FF0000"/>
                </a:solidFill>
              </a:rPr>
              <a:t>back</a:t>
            </a:r>
            <a:r>
              <a:rPr lang="en" sz="1200"/>
              <a:t>.</a:t>
            </a:r>
            <a:endParaRPr sz="1200"/>
          </a:p>
        </p:txBody>
      </p:sp>
      <p:graphicFrame>
        <p:nvGraphicFramePr>
          <p:cNvPr id="470" name="Google Shape;470;p70"/>
          <p:cNvGraphicFramePr/>
          <p:nvPr/>
        </p:nvGraphicFramePr>
        <p:xfrm>
          <a:off x="2466904" y="1065234"/>
          <a:ext cx="3000000" cy="3000000"/>
        </p:xfrm>
        <a:graphic>
          <a:graphicData uri="http://schemas.openxmlformats.org/drawingml/2006/table">
            <a:tbl>
              <a:tblPr>
                <a:noFill/>
                <a:tableStyleId>{5D16334A-BD30-4DCF-A821-F696FD12572A}</a:tableStyleId>
              </a:tblPr>
              <a:tblGrid>
                <a:gridCol w="491875"/>
                <a:gridCol w="491875"/>
              </a:tblGrid>
              <a:tr h="101600">
                <a:tc gridSpan="2">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latin typeface="Consolas"/>
                          <a:ea typeface="Consolas"/>
                          <a:cs typeface="Consolas"/>
                          <a:sym typeface="Consolas"/>
                        </a:rPr>
                        <a:t>Node</a:t>
                      </a:r>
                      <a:endParaRPr sz="800" u="none" cap="none" strike="noStrike">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hMerge="1"/>
              </a:tr>
              <a:tr h="101600">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latin typeface="Consolas"/>
                          <a:ea typeface="Consolas"/>
                          <a:cs typeface="Consolas"/>
                          <a:sym typeface="Consolas"/>
                        </a:rPr>
                        <a:t>value</a:t>
                      </a:r>
                      <a:endParaRPr sz="800" u="none" cap="none" strike="noStrike">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FF0000"/>
                          </a:solidFill>
                          <a:latin typeface="Consolas"/>
                          <a:ea typeface="Consolas"/>
                          <a:cs typeface="Consolas"/>
                          <a:sym typeface="Consolas"/>
                        </a:rPr>
                        <a:t>"a"</a:t>
                      </a:r>
                      <a:endParaRPr sz="800" u="none" cap="none" strike="noStrike">
                        <a:solidFill>
                          <a:srgbClr val="FF0000"/>
                        </a:solidFill>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01600">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latin typeface="Consolas"/>
                          <a:ea typeface="Consolas"/>
                          <a:cs typeface="Consolas"/>
                          <a:sym typeface="Consolas"/>
                        </a:rPr>
                        <a:t>next</a:t>
                      </a:r>
                      <a:endParaRPr sz="800" u="none" cap="none" strike="noStrike">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t/>
                      </a:r>
                      <a:endParaRPr sz="800" u="none" cap="none" strike="noStrike">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graphicFrame>
        <p:nvGraphicFramePr>
          <p:cNvPr id="471" name="Google Shape;471;p70"/>
          <p:cNvGraphicFramePr/>
          <p:nvPr/>
        </p:nvGraphicFramePr>
        <p:xfrm>
          <a:off x="2466912" y="3179548"/>
          <a:ext cx="3000000" cy="3000000"/>
        </p:xfrm>
        <a:graphic>
          <a:graphicData uri="http://schemas.openxmlformats.org/drawingml/2006/table">
            <a:tbl>
              <a:tblPr>
                <a:noFill/>
                <a:tableStyleId>{5D16334A-BD30-4DCF-A821-F696FD12572A}</a:tableStyleId>
              </a:tblPr>
              <a:tblGrid>
                <a:gridCol w="491875"/>
                <a:gridCol w="491875"/>
              </a:tblGrid>
              <a:tr h="101600">
                <a:tc gridSpan="2">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latin typeface="Consolas"/>
                          <a:ea typeface="Consolas"/>
                          <a:cs typeface="Consolas"/>
                          <a:sym typeface="Consolas"/>
                        </a:rPr>
                        <a:t>Node</a:t>
                      </a:r>
                      <a:endParaRPr sz="800" u="none" cap="none" strike="noStrike">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hMerge="1"/>
              </a:tr>
              <a:tr h="101600">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latin typeface="Consolas"/>
                          <a:ea typeface="Consolas"/>
                          <a:cs typeface="Consolas"/>
                          <a:sym typeface="Consolas"/>
                        </a:rPr>
                        <a:t>value</a:t>
                      </a:r>
                      <a:endParaRPr sz="800" u="none" cap="none" strike="noStrike">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FF0000"/>
                          </a:solidFill>
                          <a:latin typeface="Consolas"/>
                          <a:ea typeface="Consolas"/>
                          <a:cs typeface="Consolas"/>
                          <a:sym typeface="Consolas"/>
                        </a:rPr>
                        <a:t>"c"</a:t>
                      </a:r>
                      <a:endParaRPr sz="800" u="none" cap="none" strike="noStrike">
                        <a:solidFill>
                          <a:srgbClr val="FF0000"/>
                        </a:solidFill>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01600">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latin typeface="Consolas"/>
                          <a:ea typeface="Consolas"/>
                          <a:cs typeface="Consolas"/>
                          <a:sym typeface="Consolas"/>
                        </a:rPr>
                        <a:t>next</a:t>
                      </a:r>
                      <a:endParaRPr sz="800" u="none" cap="none" strike="noStrike">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FF0000"/>
                          </a:solidFill>
                          <a:latin typeface="Consolas"/>
                          <a:ea typeface="Consolas"/>
                          <a:cs typeface="Consolas"/>
                          <a:sym typeface="Consolas"/>
                        </a:rPr>
                        <a:t>null</a:t>
                      </a:r>
                      <a:endParaRPr sz="800" u="none" cap="none" strike="noStrike">
                        <a:solidFill>
                          <a:srgbClr val="FF0000"/>
                        </a:solidFill>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graphicFrame>
        <p:nvGraphicFramePr>
          <p:cNvPr id="472" name="Google Shape;472;p70"/>
          <p:cNvGraphicFramePr/>
          <p:nvPr/>
        </p:nvGraphicFramePr>
        <p:xfrm>
          <a:off x="2466901" y="2119176"/>
          <a:ext cx="3000000" cy="3000000"/>
        </p:xfrm>
        <a:graphic>
          <a:graphicData uri="http://schemas.openxmlformats.org/drawingml/2006/table">
            <a:tbl>
              <a:tblPr>
                <a:noFill/>
                <a:tableStyleId>{5D16334A-BD30-4DCF-A821-F696FD12572A}</a:tableStyleId>
              </a:tblPr>
              <a:tblGrid>
                <a:gridCol w="491875"/>
                <a:gridCol w="491875"/>
              </a:tblGrid>
              <a:tr h="101600">
                <a:tc gridSpan="2">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latin typeface="Consolas"/>
                          <a:ea typeface="Consolas"/>
                          <a:cs typeface="Consolas"/>
                          <a:sym typeface="Consolas"/>
                        </a:rPr>
                        <a:t>Node</a:t>
                      </a:r>
                      <a:endParaRPr sz="800" u="none" cap="none" strike="noStrike">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hMerge="1"/>
              </a:tr>
              <a:tr h="101600">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latin typeface="Consolas"/>
                          <a:ea typeface="Consolas"/>
                          <a:cs typeface="Consolas"/>
                          <a:sym typeface="Consolas"/>
                        </a:rPr>
                        <a:t>value</a:t>
                      </a:r>
                      <a:endParaRPr sz="800" u="none" cap="none" strike="noStrike">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FF0000"/>
                          </a:solidFill>
                          <a:latin typeface="Consolas"/>
                          <a:ea typeface="Consolas"/>
                          <a:cs typeface="Consolas"/>
                          <a:sym typeface="Consolas"/>
                        </a:rPr>
                        <a:t>"b"</a:t>
                      </a:r>
                      <a:endParaRPr sz="800" u="none" cap="none" strike="noStrike">
                        <a:solidFill>
                          <a:srgbClr val="FF0000"/>
                        </a:solidFill>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01600">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latin typeface="Consolas"/>
                          <a:ea typeface="Consolas"/>
                          <a:cs typeface="Consolas"/>
                          <a:sym typeface="Consolas"/>
                        </a:rPr>
                        <a:t>next</a:t>
                      </a:r>
                      <a:endParaRPr sz="800" u="none" cap="none" strike="noStrike">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t/>
                      </a:r>
                      <a:endParaRPr sz="800" u="none" cap="none" strike="noStrike">
                        <a:solidFill>
                          <a:srgbClr val="FF0000"/>
                        </a:solidFill>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graphicFrame>
        <p:nvGraphicFramePr>
          <p:cNvPr id="473" name="Google Shape;473;p70"/>
          <p:cNvGraphicFramePr/>
          <p:nvPr/>
        </p:nvGraphicFramePr>
        <p:xfrm>
          <a:off x="879304" y="1065235"/>
          <a:ext cx="3000000" cy="3000000"/>
        </p:xfrm>
        <a:graphic>
          <a:graphicData uri="http://schemas.openxmlformats.org/drawingml/2006/table">
            <a:tbl>
              <a:tblPr>
                <a:noFill/>
                <a:tableStyleId>{5D16334A-BD30-4DCF-A821-F696FD12572A}</a:tableStyleId>
              </a:tblPr>
              <a:tblGrid>
                <a:gridCol w="491875"/>
                <a:gridCol w="491875"/>
              </a:tblGrid>
              <a:tr h="101600">
                <a:tc gridSpan="2">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latin typeface="Consolas"/>
                          <a:ea typeface="Consolas"/>
                          <a:cs typeface="Consolas"/>
                          <a:sym typeface="Consolas"/>
                        </a:rPr>
                        <a:t>NodeQueue</a:t>
                      </a:r>
                      <a:endParaRPr sz="800" u="none" cap="none" strike="noStrike">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hMerge="1"/>
              </a:tr>
              <a:tr h="101600">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latin typeface="Consolas"/>
                          <a:ea typeface="Consolas"/>
                          <a:cs typeface="Consolas"/>
                          <a:sym typeface="Consolas"/>
                        </a:rPr>
                        <a:t>front</a:t>
                      </a:r>
                      <a:endParaRPr sz="800" u="none" cap="none" strike="noStrike">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t/>
                      </a:r>
                      <a:endParaRPr sz="800" u="none" cap="none" strike="noStrike">
                        <a:solidFill>
                          <a:srgbClr val="FF0000"/>
                        </a:solidFill>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01600">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latin typeface="Consolas"/>
                          <a:ea typeface="Consolas"/>
                          <a:cs typeface="Consolas"/>
                          <a:sym typeface="Consolas"/>
                        </a:rPr>
                        <a:t>back</a:t>
                      </a:r>
                      <a:endParaRPr sz="800" u="none" cap="none" strike="noStrike">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t/>
                      </a:r>
                      <a:endParaRPr sz="800" u="none" cap="none" strike="noStrike">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01600">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latin typeface="Consolas"/>
                          <a:ea typeface="Consolas"/>
                          <a:cs typeface="Consolas"/>
                          <a:sym typeface="Consolas"/>
                        </a:rPr>
                        <a:t>size</a:t>
                      </a:r>
                      <a:endParaRPr sz="800" u="none" cap="none" strike="noStrike">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latin typeface="Consolas"/>
                          <a:ea typeface="Consolas"/>
                          <a:cs typeface="Consolas"/>
                          <a:sym typeface="Consolas"/>
                        </a:rPr>
                        <a:t>3</a:t>
                      </a:r>
                      <a:endParaRPr sz="800" u="none" cap="none" strike="noStrike">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
        <p:nvSpPr>
          <p:cNvPr id="474" name="Google Shape;474;p70"/>
          <p:cNvSpPr/>
          <p:nvPr/>
        </p:nvSpPr>
        <p:spPr>
          <a:xfrm>
            <a:off x="1610875" y="1198047"/>
            <a:ext cx="867950" cy="321475"/>
          </a:xfrm>
          <a:custGeom>
            <a:rect b="b" l="l" r="r" t="t"/>
            <a:pathLst>
              <a:path extrusionOk="0" h="12859" w="34718">
                <a:moveTo>
                  <a:pt x="0" y="12859"/>
                </a:moveTo>
                <a:lnTo>
                  <a:pt x="18259" y="12859"/>
                </a:lnTo>
                <a:lnTo>
                  <a:pt x="18259" y="0"/>
                </a:lnTo>
                <a:lnTo>
                  <a:pt x="34718" y="0"/>
                </a:lnTo>
              </a:path>
            </a:pathLst>
          </a:custGeom>
          <a:noFill/>
          <a:ln cap="flat" cmpd="sng" w="19050">
            <a:solidFill>
              <a:srgbClr val="FF0000"/>
            </a:solidFill>
            <a:prstDash val="solid"/>
            <a:round/>
            <a:headEnd len="sm" w="sm" type="none"/>
            <a:tailEnd len="med" w="med" type="triangle"/>
          </a:ln>
        </p:spPr>
      </p:sp>
      <p:sp>
        <p:nvSpPr>
          <p:cNvPr id="475" name="Google Shape;475;p70"/>
          <p:cNvSpPr txBox="1"/>
          <p:nvPr>
            <p:ph idx="3" type="body"/>
          </p:nvPr>
        </p:nvSpPr>
        <p:spPr>
          <a:xfrm>
            <a:off x="318150" y="4590890"/>
            <a:ext cx="3706500" cy="468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Any remaining values added in between form a </a:t>
            </a:r>
            <a:r>
              <a:rPr b="1" i="1" lang="en" sz="1200">
                <a:solidFill>
                  <a:srgbClr val="FF0000"/>
                </a:solidFill>
              </a:rPr>
              <a:t>linked sequence</a:t>
            </a:r>
            <a:r>
              <a:rPr lang="en" sz="1200"/>
              <a:t> between the front and back.</a:t>
            </a:r>
            <a:endParaRPr sz="1200"/>
          </a:p>
        </p:txBody>
      </p:sp>
      <p:sp>
        <p:nvSpPr>
          <p:cNvPr id="476" name="Google Shape;476;p70"/>
          <p:cNvSpPr/>
          <p:nvPr/>
        </p:nvSpPr>
        <p:spPr>
          <a:xfrm>
            <a:off x="1607425" y="1826225"/>
            <a:ext cx="867941" cy="1453025"/>
          </a:xfrm>
          <a:custGeom>
            <a:rect b="b" l="l" r="r" t="t"/>
            <a:pathLst>
              <a:path extrusionOk="0" h="58121" w="33175">
                <a:moveTo>
                  <a:pt x="0" y="0"/>
                </a:moveTo>
                <a:lnTo>
                  <a:pt x="16973" y="0"/>
                </a:lnTo>
                <a:lnTo>
                  <a:pt x="16973" y="58121"/>
                </a:lnTo>
                <a:lnTo>
                  <a:pt x="33175" y="58121"/>
                </a:lnTo>
              </a:path>
            </a:pathLst>
          </a:custGeom>
          <a:noFill/>
          <a:ln cap="flat" cmpd="sng" w="19050">
            <a:solidFill>
              <a:srgbClr val="FF0000"/>
            </a:solidFill>
            <a:prstDash val="solid"/>
            <a:round/>
            <a:headEnd len="sm" w="sm" type="none"/>
            <a:tailEnd len="med" w="med" type="triangle"/>
          </a:ln>
        </p:spPr>
      </p:sp>
      <p:cxnSp>
        <p:nvCxnSpPr>
          <p:cNvPr id="477" name="Google Shape;477;p70"/>
          <p:cNvCxnSpPr/>
          <p:nvPr/>
        </p:nvCxnSpPr>
        <p:spPr>
          <a:xfrm>
            <a:off x="3214775" y="1863849"/>
            <a:ext cx="0" cy="270000"/>
          </a:xfrm>
          <a:prstGeom prst="straightConnector1">
            <a:avLst/>
          </a:prstGeom>
          <a:noFill/>
          <a:ln cap="flat" cmpd="sng" w="19050">
            <a:solidFill>
              <a:srgbClr val="FF0000"/>
            </a:solidFill>
            <a:prstDash val="solid"/>
            <a:round/>
            <a:headEnd len="sm" w="sm" type="none"/>
            <a:tailEnd len="med" w="med" type="triangle"/>
          </a:ln>
        </p:spPr>
      </p:cxnSp>
      <p:cxnSp>
        <p:nvCxnSpPr>
          <p:cNvPr id="478" name="Google Shape;478;p70"/>
          <p:cNvCxnSpPr/>
          <p:nvPr/>
        </p:nvCxnSpPr>
        <p:spPr>
          <a:xfrm>
            <a:off x="3214775" y="2917790"/>
            <a:ext cx="0" cy="270000"/>
          </a:xfrm>
          <a:prstGeom prst="straightConnector1">
            <a:avLst/>
          </a:prstGeom>
          <a:noFill/>
          <a:ln cap="flat" cmpd="sng" w="19050">
            <a:solidFill>
              <a:srgbClr val="FF0000"/>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6">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6">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6">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8"/>
                                        </p:tgtEl>
                                        <p:attrNameLst>
                                          <p:attrName>style.visibility</p:attrName>
                                        </p:attrNameLst>
                                      </p:cBhvr>
                                      <p:to>
                                        <p:strVal val="visible"/>
                                      </p:to>
                                    </p:set>
                                    <p:animEffect filter="fade" transition="in">
                                      <p:cBhvr>
                                        <p:cTn dur="1000"/>
                                        <p:tgtEl>
                                          <p:spTgt spid="468"/>
                                        </p:tgtEl>
                                      </p:cBhvr>
                                    </p:animEffect>
                                  </p:childTnLst>
                                </p:cTn>
                              </p:par>
                              <p:par>
                                <p:cTn fill="hold" nodeType="withEffect" presetClass="entr" presetID="10" presetSubtype="0">
                                  <p:stCondLst>
                                    <p:cond delay="0"/>
                                  </p:stCondLst>
                                  <p:childTnLst>
                                    <p:set>
                                      <p:cBhvr>
                                        <p:cTn dur="1" fill="hold">
                                          <p:stCondLst>
                                            <p:cond delay="0"/>
                                          </p:stCondLst>
                                        </p:cTn>
                                        <p:tgtEl>
                                          <p:spTgt spid="473"/>
                                        </p:tgtEl>
                                        <p:attrNameLst>
                                          <p:attrName>style.visibility</p:attrName>
                                        </p:attrNameLst>
                                      </p:cBhvr>
                                      <p:to>
                                        <p:strVal val="visible"/>
                                      </p:to>
                                    </p:set>
                                    <p:animEffect filter="fade" transition="in">
                                      <p:cBhvr>
                                        <p:cTn dur="1000"/>
                                        <p:tgtEl>
                                          <p:spTgt spid="47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70"/>
                                        </p:tgtEl>
                                        <p:attrNameLst>
                                          <p:attrName>style.visibility</p:attrName>
                                        </p:attrNameLst>
                                      </p:cBhvr>
                                      <p:to>
                                        <p:strVal val="visible"/>
                                      </p:to>
                                    </p:set>
                                    <p:animEffect filter="fade" transition="in">
                                      <p:cBhvr>
                                        <p:cTn dur="1000"/>
                                        <p:tgtEl>
                                          <p:spTgt spid="470"/>
                                        </p:tgtEl>
                                      </p:cBhvr>
                                    </p:animEffect>
                                  </p:childTnLst>
                                </p:cTn>
                              </p:par>
                              <p:par>
                                <p:cTn fill="hold" nodeType="withEffect" presetClass="entr" presetID="10" presetSubtype="0">
                                  <p:stCondLst>
                                    <p:cond delay="0"/>
                                  </p:stCondLst>
                                  <p:childTnLst>
                                    <p:set>
                                      <p:cBhvr>
                                        <p:cTn dur="1" fill="hold">
                                          <p:stCondLst>
                                            <p:cond delay="0"/>
                                          </p:stCondLst>
                                        </p:cTn>
                                        <p:tgtEl>
                                          <p:spTgt spid="474"/>
                                        </p:tgtEl>
                                        <p:attrNameLst>
                                          <p:attrName>style.visibility</p:attrName>
                                        </p:attrNameLst>
                                      </p:cBhvr>
                                      <p:to>
                                        <p:strVal val="visible"/>
                                      </p:to>
                                    </p:set>
                                    <p:animEffect filter="fade" transition="in">
                                      <p:cBhvr>
                                        <p:cTn dur="1000"/>
                                        <p:tgtEl>
                                          <p:spTgt spid="47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69"/>
                                        </p:tgtEl>
                                        <p:attrNameLst>
                                          <p:attrName>style.visibility</p:attrName>
                                        </p:attrNameLst>
                                      </p:cBhvr>
                                      <p:to>
                                        <p:strVal val="visible"/>
                                      </p:to>
                                    </p:set>
                                    <p:animEffect filter="fade" transition="in">
                                      <p:cBhvr>
                                        <p:cTn dur="1000"/>
                                        <p:tgtEl>
                                          <p:spTgt spid="46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71"/>
                                        </p:tgtEl>
                                        <p:attrNameLst>
                                          <p:attrName>style.visibility</p:attrName>
                                        </p:attrNameLst>
                                      </p:cBhvr>
                                      <p:to>
                                        <p:strVal val="visible"/>
                                      </p:to>
                                    </p:set>
                                    <p:animEffect filter="fade" transition="in">
                                      <p:cBhvr>
                                        <p:cTn dur="1000"/>
                                        <p:tgtEl>
                                          <p:spTgt spid="471"/>
                                        </p:tgtEl>
                                      </p:cBhvr>
                                    </p:animEffect>
                                  </p:childTnLst>
                                </p:cTn>
                              </p:par>
                              <p:par>
                                <p:cTn fill="hold" nodeType="withEffect" presetClass="entr" presetID="10" presetSubtype="0">
                                  <p:stCondLst>
                                    <p:cond delay="0"/>
                                  </p:stCondLst>
                                  <p:childTnLst>
                                    <p:set>
                                      <p:cBhvr>
                                        <p:cTn dur="1" fill="hold">
                                          <p:stCondLst>
                                            <p:cond delay="0"/>
                                          </p:stCondLst>
                                        </p:cTn>
                                        <p:tgtEl>
                                          <p:spTgt spid="476"/>
                                        </p:tgtEl>
                                        <p:attrNameLst>
                                          <p:attrName>style.visibility</p:attrName>
                                        </p:attrNameLst>
                                      </p:cBhvr>
                                      <p:to>
                                        <p:strVal val="visible"/>
                                      </p:to>
                                    </p:set>
                                    <p:animEffect filter="fade" transition="in">
                                      <p:cBhvr>
                                        <p:cTn dur="1000"/>
                                        <p:tgtEl>
                                          <p:spTgt spid="47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75"/>
                                        </p:tgtEl>
                                        <p:attrNameLst>
                                          <p:attrName>style.visibility</p:attrName>
                                        </p:attrNameLst>
                                      </p:cBhvr>
                                      <p:to>
                                        <p:strVal val="visible"/>
                                      </p:to>
                                    </p:set>
                                    <p:animEffect filter="fade" transition="in">
                                      <p:cBhvr>
                                        <p:cTn dur="1000"/>
                                        <p:tgtEl>
                                          <p:spTgt spid="47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472"/>
                                        </p:tgtEl>
                                        <p:attrNameLst>
                                          <p:attrName>style.visibility</p:attrName>
                                        </p:attrNameLst>
                                      </p:cBhvr>
                                      <p:to>
                                        <p:strVal val="visible"/>
                                      </p:to>
                                    </p:set>
                                    <p:animEffect filter="fade" transition="in">
                                      <p:cBhvr>
                                        <p:cTn dur="1000"/>
                                        <p:tgtEl>
                                          <p:spTgt spid="472"/>
                                        </p:tgtEl>
                                      </p:cBhvr>
                                    </p:animEffect>
                                  </p:childTnLst>
                                </p:cTn>
                              </p:par>
                              <p:par>
                                <p:cTn fill="hold" nodeType="withEffect" presetClass="entr" presetID="10" presetSubtype="0">
                                  <p:stCondLst>
                                    <p:cond delay="0"/>
                                  </p:stCondLst>
                                  <p:childTnLst>
                                    <p:set>
                                      <p:cBhvr>
                                        <p:cTn dur="1" fill="hold">
                                          <p:stCondLst>
                                            <p:cond delay="0"/>
                                          </p:stCondLst>
                                        </p:cTn>
                                        <p:tgtEl>
                                          <p:spTgt spid="477"/>
                                        </p:tgtEl>
                                        <p:attrNameLst>
                                          <p:attrName>style.visibility</p:attrName>
                                        </p:attrNameLst>
                                      </p:cBhvr>
                                      <p:to>
                                        <p:strVal val="visible"/>
                                      </p:to>
                                    </p:set>
                                    <p:animEffect filter="fade" transition="in">
                                      <p:cBhvr>
                                        <p:cTn dur="1000"/>
                                        <p:tgtEl>
                                          <p:spTgt spid="477"/>
                                        </p:tgtEl>
                                      </p:cBhvr>
                                    </p:animEffect>
                                  </p:childTnLst>
                                </p:cTn>
                              </p:par>
                              <p:par>
                                <p:cTn fill="hold" nodeType="withEffect" presetClass="entr" presetID="10" presetSubtype="0">
                                  <p:stCondLst>
                                    <p:cond delay="0"/>
                                  </p:stCondLst>
                                  <p:childTnLst>
                                    <p:set>
                                      <p:cBhvr>
                                        <p:cTn dur="1" fill="hold">
                                          <p:stCondLst>
                                            <p:cond delay="0"/>
                                          </p:stCondLst>
                                        </p:cTn>
                                        <p:tgtEl>
                                          <p:spTgt spid="478"/>
                                        </p:tgtEl>
                                        <p:attrNameLst>
                                          <p:attrName>style.visibility</p:attrName>
                                        </p:attrNameLst>
                                      </p:cBhvr>
                                      <p:to>
                                        <p:strVal val="visible"/>
                                      </p:to>
                                    </p:set>
                                    <p:animEffect filter="fade" transition="in">
                                      <p:cBhvr>
                                        <p:cTn dur="1000"/>
                                        <p:tgtEl>
                                          <p:spTgt spid="4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71"/>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Our first implementation of a Queue will use Nodes to store the values that are added to the Queue. Begin your implementation of a Node-based Queue.</a:t>
            </a:r>
            <a:endParaRPr b="1"/>
          </a:p>
        </p:txBody>
      </p:sp>
      <p:sp>
        <p:nvSpPr>
          <p:cNvPr id="484" name="Google Shape;484;p7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485" name="Google Shape;485;p71"/>
          <p:cNvSpPr txBox="1"/>
          <p:nvPr>
            <p:ph idx="2" type="body"/>
          </p:nvPr>
        </p:nvSpPr>
        <p:spPr>
          <a:xfrm>
            <a:off x="3234350" y="1471425"/>
            <a:ext cx="5721600" cy="35817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Create a new Java class named "</a:t>
            </a:r>
            <a:r>
              <a:rPr lang="en" sz="1600">
                <a:solidFill>
                  <a:srgbClr val="FF0000"/>
                </a:solidFill>
                <a:latin typeface="Courier New"/>
                <a:ea typeface="Courier New"/>
                <a:cs typeface="Courier New"/>
                <a:sym typeface="Courier New"/>
              </a:rPr>
              <a:t>NodeQueue</a:t>
            </a:r>
            <a:r>
              <a:rPr lang="en" sz="1600"/>
              <a:t>".</a:t>
            </a:r>
            <a:endParaRPr sz="1600"/>
          </a:p>
          <a:p>
            <a:pPr indent="-317500" lvl="1" marL="914400" rtl="0" algn="l">
              <a:spcBef>
                <a:spcPts val="0"/>
              </a:spcBef>
              <a:spcAft>
                <a:spcPts val="0"/>
              </a:spcAft>
              <a:buSzPts val="1400"/>
              <a:buChar char="○"/>
            </a:pPr>
            <a:r>
              <a:rPr lang="en" sz="1400"/>
              <a:t>Use the UML to the left as a guide to begin implementing your </a:t>
            </a:r>
            <a:r>
              <a:rPr lang="en" sz="1400">
                <a:latin typeface="Courier New"/>
                <a:ea typeface="Courier New"/>
                <a:cs typeface="Courier New"/>
                <a:sym typeface="Courier New"/>
              </a:rPr>
              <a:t>NodeQueue</a:t>
            </a:r>
            <a:r>
              <a:rPr lang="en" sz="1400"/>
              <a:t>.</a:t>
            </a:r>
            <a:endParaRPr sz="1400"/>
          </a:p>
          <a:p>
            <a:pPr indent="-317500" lvl="1" marL="914400" rtl="0" algn="l">
              <a:spcBef>
                <a:spcPts val="0"/>
              </a:spcBef>
              <a:spcAft>
                <a:spcPts val="0"/>
              </a:spcAft>
              <a:buSzPts val="1400"/>
              <a:buChar char="○"/>
            </a:pPr>
            <a:r>
              <a:rPr lang="en" sz="1400"/>
              <a:t>For now focus on </a:t>
            </a:r>
            <a:r>
              <a:rPr b="1" i="1" lang="en" sz="1400">
                <a:solidFill>
                  <a:srgbClr val="FF0000"/>
                </a:solidFill>
              </a:rPr>
              <a:t>fields </a:t>
            </a:r>
            <a:r>
              <a:rPr lang="en" sz="1400"/>
              <a:t>and </a:t>
            </a:r>
            <a:r>
              <a:rPr b="1" i="1" lang="en" sz="1400">
                <a:solidFill>
                  <a:srgbClr val="FF0000"/>
                </a:solidFill>
              </a:rPr>
              <a:t>constructors</a:t>
            </a:r>
            <a:r>
              <a:rPr lang="en" sz="1400"/>
              <a:t>.</a:t>
            </a:r>
            <a:endParaRPr sz="1400"/>
          </a:p>
          <a:p>
            <a:pPr indent="-317500" lvl="1" marL="914400" rtl="0" algn="l">
              <a:spcBef>
                <a:spcPts val="0"/>
              </a:spcBef>
              <a:spcAft>
                <a:spcPts val="0"/>
              </a:spcAft>
              <a:buSzPts val="1400"/>
              <a:buChar char="○"/>
            </a:pPr>
            <a:r>
              <a:rPr lang="en" sz="1400"/>
              <a:t>Implement the </a:t>
            </a:r>
            <a:r>
              <a:rPr lang="en" sz="1400">
                <a:solidFill>
                  <a:srgbClr val="FF0000"/>
                </a:solidFill>
                <a:latin typeface="Courier New"/>
                <a:ea typeface="Courier New"/>
                <a:cs typeface="Courier New"/>
                <a:sym typeface="Courier New"/>
              </a:rPr>
              <a:t>size</a:t>
            </a:r>
            <a:r>
              <a:rPr lang="en" sz="1400"/>
              <a:t> method.</a:t>
            </a:r>
            <a:endParaRPr sz="1400"/>
          </a:p>
          <a:p>
            <a:pPr indent="-317500" lvl="1" marL="914400" rtl="0" algn="l">
              <a:spcBef>
                <a:spcPts val="0"/>
              </a:spcBef>
              <a:spcAft>
                <a:spcPts val="0"/>
              </a:spcAft>
              <a:buSzPts val="1400"/>
              <a:buChar char="○"/>
            </a:pPr>
            <a:r>
              <a:rPr b="1" i="1" lang="en" sz="1400">
                <a:solidFill>
                  <a:srgbClr val="FF0000"/>
                </a:solidFill>
              </a:rPr>
              <a:t>Stub-out</a:t>
            </a:r>
            <a:r>
              <a:rPr lang="en" sz="1400"/>
              <a:t> any other methods required by the </a:t>
            </a:r>
            <a:r>
              <a:rPr lang="en" sz="1400">
                <a:latin typeface="Courier New"/>
                <a:ea typeface="Courier New"/>
                <a:cs typeface="Courier New"/>
                <a:sym typeface="Courier New"/>
              </a:rPr>
              <a:t>Queue</a:t>
            </a:r>
            <a:r>
              <a:rPr lang="en" sz="1400"/>
              <a:t> interface.</a:t>
            </a:r>
            <a:endParaRPr sz="1400"/>
          </a:p>
          <a:p>
            <a:pPr indent="-330200" lvl="0" marL="457200" rtl="0" algn="l">
              <a:spcBef>
                <a:spcPts val="0"/>
              </a:spcBef>
              <a:spcAft>
                <a:spcPts val="0"/>
              </a:spcAft>
              <a:buSzPts val="1600"/>
              <a:buChar char="●"/>
            </a:pPr>
            <a:r>
              <a:rPr lang="en" sz="1600"/>
              <a:t>Implement a toString() method that returns a string in the format </a:t>
            </a:r>
            <a:r>
              <a:rPr lang="en" sz="1600">
                <a:latin typeface="Courier New"/>
                <a:ea typeface="Courier New"/>
                <a:cs typeface="Courier New"/>
                <a:sym typeface="Courier New"/>
              </a:rPr>
              <a:t>"&lt;size&gt;, &lt;front&gt;"</a:t>
            </a:r>
            <a:endParaRPr sz="1600">
              <a:latin typeface="Courier New"/>
              <a:ea typeface="Courier New"/>
              <a:cs typeface="Courier New"/>
              <a:sym typeface="Courier New"/>
            </a:endParaRPr>
          </a:p>
          <a:p>
            <a:pPr indent="-317500" lvl="1" marL="914400" rtl="0" algn="l">
              <a:spcBef>
                <a:spcPts val="0"/>
              </a:spcBef>
              <a:spcAft>
                <a:spcPts val="0"/>
              </a:spcAft>
              <a:buSzPts val="1400"/>
              <a:buChar char="○"/>
            </a:pPr>
            <a:r>
              <a:rPr lang="en" sz="1400"/>
              <a:t>e.g. </a:t>
            </a:r>
            <a:r>
              <a:rPr lang="en" sz="1400">
                <a:latin typeface="Courier New"/>
                <a:ea typeface="Courier New"/>
                <a:cs typeface="Courier New"/>
                <a:sym typeface="Courier New"/>
              </a:rPr>
              <a:t>"2, 5 -&gt; 4 -&gt; null"</a:t>
            </a:r>
            <a:r>
              <a:rPr lang="en" sz="1400"/>
              <a:t>.</a:t>
            </a:r>
            <a:endParaRPr sz="1400"/>
          </a:p>
          <a:p>
            <a:pPr indent="-330200" lvl="0" marL="457200" rtl="0" algn="l">
              <a:spcBef>
                <a:spcPts val="0"/>
              </a:spcBef>
              <a:spcAft>
                <a:spcPts val="0"/>
              </a:spcAft>
              <a:buSzPts val="1600"/>
              <a:buChar char="●"/>
            </a:pPr>
            <a:r>
              <a:rPr lang="en" sz="1600"/>
              <a:t>Define a </a:t>
            </a:r>
            <a:r>
              <a:rPr lang="en" sz="1600">
                <a:latin typeface="Courier New"/>
                <a:ea typeface="Courier New"/>
                <a:cs typeface="Courier New"/>
                <a:sym typeface="Courier New"/>
              </a:rPr>
              <a:t>main</a:t>
            </a:r>
            <a:r>
              <a:rPr lang="en" sz="1600"/>
              <a:t> method with the appropriate signature and use it to create an instance of the new class and print it to standard output.</a:t>
            </a:r>
            <a:endParaRPr sz="1600"/>
          </a:p>
        </p:txBody>
      </p:sp>
      <p:sp>
        <p:nvSpPr>
          <p:cNvPr id="486" name="Google Shape;486;p71"/>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Node-Based Queue</a:t>
            </a:r>
            <a:endParaRPr/>
          </a:p>
        </p:txBody>
      </p:sp>
      <p:sp>
        <p:nvSpPr>
          <p:cNvPr id="487" name="Google Shape;487;p71"/>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5.5</a:t>
            </a:r>
            <a:endParaRPr/>
          </a:p>
        </p:txBody>
      </p:sp>
      <p:pic>
        <p:nvPicPr>
          <p:cNvPr id="488" name="Google Shape;488;p71"/>
          <p:cNvPicPr preferRelativeResize="0"/>
          <p:nvPr/>
        </p:nvPicPr>
        <p:blipFill rotWithShape="1">
          <a:blip r:embed="rId3">
            <a:alphaModFix/>
          </a:blip>
          <a:srcRect b="0" l="0" r="0" t="0"/>
          <a:stretch/>
        </p:blipFill>
        <p:spPr>
          <a:xfrm>
            <a:off x="145903" y="1532901"/>
            <a:ext cx="2953127" cy="2261849"/>
          </a:xfrm>
          <a:prstGeom prst="rect">
            <a:avLst/>
          </a:prstGeom>
          <a:noFill/>
          <a:ln>
            <a:noFill/>
          </a:ln>
        </p:spPr>
      </p:pic>
      <p:sp>
        <p:nvSpPr>
          <p:cNvPr id="489" name="Google Shape;489;p71"/>
          <p:cNvSpPr txBox="1"/>
          <p:nvPr>
            <p:ph idx="4" type="body"/>
          </p:nvPr>
        </p:nvSpPr>
        <p:spPr>
          <a:xfrm>
            <a:off x="178050" y="3927025"/>
            <a:ext cx="2913300" cy="852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In UML, an </a:t>
            </a:r>
            <a:r>
              <a:rPr b="1" i="1" lang="en" sz="1200">
                <a:solidFill>
                  <a:srgbClr val="FF0000"/>
                </a:solidFill>
                <a:latin typeface="Arial"/>
                <a:ea typeface="Arial"/>
                <a:cs typeface="Arial"/>
                <a:sym typeface="Arial"/>
              </a:rPr>
              <a:t>association </a:t>
            </a:r>
            <a:r>
              <a:rPr lang="en" sz="1200">
                <a:solidFill>
                  <a:srgbClr val="000000"/>
                </a:solidFill>
                <a:latin typeface="Arial"/>
                <a:ea typeface="Arial"/>
                <a:cs typeface="Arial"/>
                <a:sym typeface="Arial"/>
              </a:rPr>
              <a:t>indicates that one class </a:t>
            </a:r>
            <a:r>
              <a:rPr b="1" i="1" lang="en" sz="1200">
                <a:solidFill>
                  <a:srgbClr val="FF0000"/>
                </a:solidFill>
                <a:latin typeface="Arial"/>
                <a:ea typeface="Arial"/>
                <a:cs typeface="Arial"/>
                <a:sym typeface="Arial"/>
              </a:rPr>
              <a:t>uses </a:t>
            </a:r>
            <a:r>
              <a:rPr lang="en" sz="1200">
                <a:solidFill>
                  <a:srgbClr val="000000"/>
                </a:solidFill>
                <a:latin typeface="Arial"/>
                <a:ea typeface="Arial"/>
                <a:cs typeface="Arial"/>
                <a:sym typeface="Arial"/>
              </a:rPr>
              <a:t>another in some way, e.g. as a field. This is indicated with a solid line ending in an open arrow.</a:t>
            </a:r>
            <a:endParaRPr/>
          </a:p>
        </p:txBody>
      </p:sp>
      <p:sp>
        <p:nvSpPr>
          <p:cNvPr id="490" name="Google Shape;490;p71"/>
          <p:cNvSpPr/>
          <p:nvPr/>
        </p:nvSpPr>
        <p:spPr>
          <a:xfrm>
            <a:off x="1714500" y="2889950"/>
            <a:ext cx="129775" cy="1033175"/>
          </a:xfrm>
          <a:custGeom>
            <a:rect b="b" l="l" r="r" t="t"/>
            <a:pathLst>
              <a:path extrusionOk="0" h="41327" w="5191">
                <a:moveTo>
                  <a:pt x="0" y="41327"/>
                </a:moveTo>
                <a:cubicBezTo>
                  <a:pt x="849" y="37933"/>
                  <a:pt x="4692" y="27851"/>
                  <a:pt x="5091" y="20963"/>
                </a:cubicBezTo>
                <a:cubicBezTo>
                  <a:pt x="5490" y="14075"/>
                  <a:pt x="2845" y="3494"/>
                  <a:pt x="2396" y="0"/>
                </a:cubicBezTo>
              </a:path>
            </a:pathLst>
          </a:custGeom>
          <a:noFill/>
          <a:ln cap="flat" cmpd="sng" w="19050">
            <a:solidFill>
              <a:srgbClr val="FF0000"/>
            </a:solidFill>
            <a:prstDash val="solid"/>
            <a:round/>
            <a:headEnd len="med" w="med" type="none"/>
            <a:tailEnd len="med" w="med" type="triangle"/>
          </a:ln>
        </p:spPr>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4" name="Shape 494"/>
        <p:cNvGrpSpPr/>
        <p:nvPr/>
      </p:nvGrpSpPr>
      <p:grpSpPr>
        <a:xfrm>
          <a:off x="0" y="0"/>
          <a:ext cx="0" cy="0"/>
          <a:chOff x="0" y="0"/>
          <a:chExt cx="0" cy="0"/>
        </a:xfrm>
      </p:grpSpPr>
      <p:sp>
        <p:nvSpPr>
          <p:cNvPr id="495" name="Google Shape;495;p72"/>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A Closer Look at Enqueuing</a:t>
            </a:r>
            <a:endParaRPr/>
          </a:p>
        </p:txBody>
      </p:sp>
      <p:sp>
        <p:nvSpPr>
          <p:cNvPr id="496" name="Google Shape;496;p7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497" name="Google Shape;497;p72"/>
          <p:cNvSpPr txBox="1"/>
          <p:nvPr>
            <p:ph idx="4294967295" type="body"/>
          </p:nvPr>
        </p:nvSpPr>
        <p:spPr>
          <a:xfrm>
            <a:off x="336600" y="1449725"/>
            <a:ext cx="2561700" cy="660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An </a:t>
            </a:r>
            <a:r>
              <a:rPr b="1" i="1" lang="en" sz="1200">
                <a:solidFill>
                  <a:srgbClr val="FF0000"/>
                </a:solidFill>
                <a:latin typeface="Arial"/>
                <a:ea typeface="Arial"/>
                <a:cs typeface="Arial"/>
                <a:sym typeface="Arial"/>
              </a:rPr>
              <a:t>empty</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queue has a </a:t>
            </a:r>
            <a:r>
              <a:rPr b="1" i="1" lang="en" sz="1200">
                <a:solidFill>
                  <a:srgbClr val="FF0000"/>
                </a:solidFill>
                <a:latin typeface="Arial"/>
                <a:ea typeface="Arial"/>
                <a:cs typeface="Arial"/>
                <a:sym typeface="Arial"/>
              </a:rPr>
              <a:t>size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of </a:t>
            </a:r>
            <a:r>
              <a:rPr lang="en" sz="1200">
                <a:solidFill>
                  <a:srgbClr val="FF0000"/>
                </a:solidFill>
                <a:latin typeface="Arial"/>
                <a:ea typeface="Arial"/>
                <a:cs typeface="Arial"/>
                <a:sym typeface="Arial"/>
              </a:rPr>
              <a:t>0</a:t>
            </a:r>
            <a:r>
              <a:rPr lang="en" sz="1200">
                <a:solidFill>
                  <a:srgbClr val="000000"/>
                </a:solidFill>
                <a:latin typeface="Arial"/>
                <a:ea typeface="Arial"/>
                <a:cs typeface="Arial"/>
                <a:sym typeface="Arial"/>
              </a:rPr>
              <a:t>, and both the </a:t>
            </a:r>
            <a:r>
              <a:rPr b="1" i="1" lang="en" sz="1200">
                <a:solidFill>
                  <a:srgbClr val="FF0000"/>
                </a:solidFill>
                <a:latin typeface="Arial"/>
                <a:ea typeface="Arial"/>
                <a:cs typeface="Arial"/>
                <a:sym typeface="Arial"/>
              </a:rPr>
              <a:t>front</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and </a:t>
            </a:r>
            <a:r>
              <a:rPr b="1" i="1" lang="en" sz="1200">
                <a:solidFill>
                  <a:srgbClr val="FF0000"/>
                </a:solidFill>
                <a:latin typeface="Arial"/>
                <a:ea typeface="Arial"/>
                <a:cs typeface="Arial"/>
                <a:sym typeface="Arial"/>
              </a:rPr>
              <a:t>back</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are </a:t>
            </a:r>
            <a:r>
              <a:rPr lang="en" sz="1200">
                <a:solidFill>
                  <a:srgbClr val="FF0000"/>
                </a:solidFill>
                <a:latin typeface="Courier New"/>
                <a:ea typeface="Courier New"/>
                <a:cs typeface="Courier New"/>
                <a:sym typeface="Courier New"/>
              </a:rPr>
              <a:t>null</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498" name="Google Shape;498;p72"/>
          <p:cNvSpPr txBox="1"/>
          <p:nvPr>
            <p:ph idx="4294967295" type="body"/>
          </p:nvPr>
        </p:nvSpPr>
        <p:spPr>
          <a:xfrm>
            <a:off x="3284458" y="1449725"/>
            <a:ext cx="2561700" cy="660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When the </a:t>
            </a:r>
            <a:r>
              <a:rPr b="1" i="1" lang="en" sz="1200">
                <a:solidFill>
                  <a:srgbClr val="FF0000"/>
                </a:solidFill>
                <a:latin typeface="Arial"/>
                <a:ea typeface="Arial"/>
                <a:cs typeface="Arial"/>
                <a:sym typeface="Arial"/>
              </a:rPr>
              <a:t>first</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value is </a:t>
            </a:r>
            <a:r>
              <a:rPr b="1" i="1" lang="en" sz="1200">
                <a:solidFill>
                  <a:srgbClr val="FF0000"/>
                </a:solidFill>
                <a:latin typeface="Arial"/>
                <a:ea typeface="Arial"/>
                <a:cs typeface="Arial"/>
                <a:sym typeface="Arial"/>
              </a:rPr>
              <a:t>enqueued</a:t>
            </a:r>
            <a:r>
              <a:rPr lang="en" sz="1200">
                <a:solidFill>
                  <a:srgbClr val="000000"/>
                </a:solidFill>
                <a:latin typeface="Arial"/>
                <a:ea typeface="Arial"/>
                <a:cs typeface="Arial"/>
                <a:sym typeface="Arial"/>
              </a:rPr>
              <a:t>, a new </a:t>
            </a:r>
            <a:r>
              <a:rPr b="1" i="1" lang="en" sz="1200">
                <a:solidFill>
                  <a:srgbClr val="FF0000"/>
                </a:solidFill>
                <a:latin typeface="Arial"/>
                <a:ea typeface="Arial"/>
                <a:cs typeface="Arial"/>
                <a:sym typeface="Arial"/>
              </a:rPr>
              <a:t>node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is created to hold the value.</a:t>
            </a:r>
            <a:endParaRPr sz="1200">
              <a:solidFill>
                <a:srgbClr val="FF0000"/>
              </a:solidFill>
              <a:latin typeface="Courier New"/>
              <a:ea typeface="Courier New"/>
              <a:cs typeface="Courier New"/>
              <a:sym typeface="Courier New"/>
            </a:endParaRPr>
          </a:p>
        </p:txBody>
      </p:sp>
      <p:graphicFrame>
        <p:nvGraphicFramePr>
          <p:cNvPr id="499" name="Google Shape;499;p72"/>
          <p:cNvGraphicFramePr/>
          <p:nvPr/>
        </p:nvGraphicFramePr>
        <p:xfrm>
          <a:off x="3376462" y="2355537"/>
          <a:ext cx="3000000" cy="3000000"/>
        </p:xfrm>
        <a:graphic>
          <a:graphicData uri="http://schemas.openxmlformats.org/drawingml/2006/table">
            <a:tbl>
              <a:tblPr>
                <a:noFill/>
                <a:tableStyleId>{5D16334A-BD30-4DCF-A821-F696FD12572A}</a:tableStyleId>
              </a:tblPr>
              <a:tblGrid>
                <a:gridCol w="537275"/>
                <a:gridCol w="537275"/>
              </a:tblGrid>
              <a:tr h="217175">
                <a:tc gridSpan="2">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Queue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hMerge="1"/>
              </a:tr>
              <a:tr h="21717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size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rgbClr val="FF0000"/>
                          </a:solidFill>
                          <a:latin typeface="Consolas"/>
                          <a:ea typeface="Consolas"/>
                          <a:cs typeface="Consolas"/>
                          <a:sym typeface="Consolas"/>
                        </a:rPr>
                        <a:t>0</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1717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front</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1717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back</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500" name="Google Shape;500;p72"/>
          <p:cNvGraphicFramePr/>
          <p:nvPr/>
        </p:nvGraphicFramePr>
        <p:xfrm>
          <a:off x="4679612" y="2694369"/>
          <a:ext cx="3000000" cy="3000000"/>
        </p:xfrm>
        <a:graphic>
          <a:graphicData uri="http://schemas.openxmlformats.org/drawingml/2006/table">
            <a:tbl>
              <a:tblPr>
                <a:noFill/>
                <a:tableStyleId>{5D16334A-BD30-4DCF-A821-F696FD12572A}</a:tableStyleId>
              </a:tblPr>
              <a:tblGrid>
                <a:gridCol w="537275"/>
                <a:gridCol w="537275"/>
              </a:tblGrid>
              <a:tr h="217175">
                <a:tc gridSpan="2">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Node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hMerge="1"/>
              </a:tr>
              <a:tr h="21717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value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rgbClr val="FF0000"/>
                          </a:solidFill>
                          <a:latin typeface="Consolas"/>
                          <a:ea typeface="Consolas"/>
                          <a:cs typeface="Consolas"/>
                          <a:sym typeface="Consolas"/>
                        </a:rPr>
                        <a:t>"a"</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1717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next</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rgbClr val="FF0000"/>
                          </a:solidFill>
                          <a:latin typeface="Consolas"/>
                          <a:ea typeface="Consolas"/>
                          <a:cs typeface="Consolas"/>
                          <a:sym typeface="Consolas"/>
                        </a:rPr>
                        <a:t>null</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501" name="Google Shape;501;p72"/>
          <p:cNvGraphicFramePr/>
          <p:nvPr/>
        </p:nvGraphicFramePr>
        <p:xfrm>
          <a:off x="935875" y="2355525"/>
          <a:ext cx="3000000" cy="3000000"/>
        </p:xfrm>
        <a:graphic>
          <a:graphicData uri="http://schemas.openxmlformats.org/drawingml/2006/table">
            <a:tbl>
              <a:tblPr>
                <a:noFill/>
                <a:tableStyleId>{5D16334A-BD30-4DCF-A821-F696FD12572A}</a:tableStyleId>
              </a:tblPr>
              <a:tblGrid>
                <a:gridCol w="537275"/>
                <a:gridCol w="537275"/>
              </a:tblGrid>
              <a:tr h="217175">
                <a:tc gridSpan="2">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Queue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hMerge="1"/>
              </a:tr>
              <a:tr h="21717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size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rgbClr val="FF0000"/>
                          </a:solidFill>
                          <a:latin typeface="Consolas"/>
                          <a:ea typeface="Consolas"/>
                          <a:cs typeface="Consolas"/>
                          <a:sym typeface="Consolas"/>
                        </a:rPr>
                        <a:t>0</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21717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front</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rgbClr val="FF0000"/>
                          </a:solidFill>
                          <a:latin typeface="Consolas"/>
                          <a:ea typeface="Consolas"/>
                          <a:cs typeface="Consolas"/>
                          <a:sym typeface="Consolas"/>
                        </a:rPr>
                        <a:t>null</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21717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back</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rgbClr val="FF0000"/>
                          </a:solidFill>
                          <a:latin typeface="Consolas"/>
                          <a:ea typeface="Consolas"/>
                          <a:cs typeface="Consolas"/>
                          <a:sym typeface="Consolas"/>
                        </a:rPr>
                        <a:t>null</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grpSp>
        <p:nvGrpSpPr>
          <p:cNvPr id="502" name="Google Shape;502;p72"/>
          <p:cNvGrpSpPr/>
          <p:nvPr/>
        </p:nvGrpSpPr>
        <p:grpSpPr>
          <a:xfrm>
            <a:off x="3969700" y="2404612"/>
            <a:ext cx="1131587" cy="891409"/>
            <a:chOff x="3279050" y="2526537"/>
            <a:chExt cx="1131587" cy="891409"/>
          </a:xfrm>
        </p:grpSpPr>
        <p:sp>
          <p:nvSpPr>
            <p:cNvPr id="503" name="Google Shape;503;p72"/>
            <p:cNvSpPr/>
            <p:nvPr/>
          </p:nvSpPr>
          <p:spPr>
            <a:xfrm>
              <a:off x="3279050" y="3231646"/>
              <a:ext cx="360000" cy="1863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4" name="Google Shape;504;p72"/>
            <p:cNvSpPr/>
            <p:nvPr/>
          </p:nvSpPr>
          <p:spPr>
            <a:xfrm>
              <a:off x="3375512" y="2526537"/>
              <a:ext cx="1035125" cy="784400"/>
            </a:xfrm>
            <a:custGeom>
              <a:rect b="b" l="l" r="r" t="t"/>
              <a:pathLst>
                <a:path extrusionOk="0" h="31376" w="41405">
                  <a:moveTo>
                    <a:pt x="0" y="31376"/>
                  </a:moveTo>
                  <a:lnTo>
                    <a:pt x="19288" y="31376"/>
                  </a:lnTo>
                  <a:lnTo>
                    <a:pt x="19288" y="0"/>
                  </a:lnTo>
                  <a:lnTo>
                    <a:pt x="41405" y="0"/>
                  </a:lnTo>
                  <a:lnTo>
                    <a:pt x="41405" y="11830"/>
                  </a:lnTo>
                </a:path>
              </a:pathLst>
            </a:custGeom>
            <a:noFill/>
            <a:ln cap="flat" cmpd="sng" w="19050">
              <a:solidFill>
                <a:srgbClr val="FF0000"/>
              </a:solidFill>
              <a:prstDash val="solid"/>
              <a:round/>
              <a:headEnd len="sm" w="sm" type="none"/>
              <a:tailEnd len="med" w="med" type="triangle"/>
            </a:ln>
          </p:spPr>
        </p:sp>
      </p:grpSp>
      <p:grpSp>
        <p:nvGrpSpPr>
          <p:cNvPr id="505" name="Google Shape;505;p72"/>
          <p:cNvGrpSpPr/>
          <p:nvPr/>
        </p:nvGrpSpPr>
        <p:grpSpPr>
          <a:xfrm>
            <a:off x="3969700" y="3420950"/>
            <a:ext cx="1131652" cy="462437"/>
            <a:chOff x="3279050" y="3542875"/>
            <a:chExt cx="1131652" cy="462437"/>
          </a:xfrm>
        </p:grpSpPr>
        <p:sp>
          <p:nvSpPr>
            <p:cNvPr id="506" name="Google Shape;506;p72"/>
            <p:cNvSpPr/>
            <p:nvPr/>
          </p:nvSpPr>
          <p:spPr>
            <a:xfrm>
              <a:off x="3279050" y="3542875"/>
              <a:ext cx="360000" cy="1863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07" name="Google Shape;507;p72"/>
            <p:cNvSpPr/>
            <p:nvPr/>
          </p:nvSpPr>
          <p:spPr>
            <a:xfrm>
              <a:off x="3375537" y="3683837"/>
              <a:ext cx="1035165" cy="321475"/>
            </a:xfrm>
            <a:custGeom>
              <a:rect b="b" l="l" r="r" t="t"/>
              <a:pathLst>
                <a:path extrusionOk="0" h="12859" w="40377">
                  <a:moveTo>
                    <a:pt x="0" y="0"/>
                  </a:moveTo>
                  <a:lnTo>
                    <a:pt x="17231" y="0"/>
                  </a:lnTo>
                  <a:lnTo>
                    <a:pt x="17231" y="12859"/>
                  </a:lnTo>
                  <a:lnTo>
                    <a:pt x="40377" y="12859"/>
                  </a:lnTo>
                  <a:lnTo>
                    <a:pt x="40377" y="10287"/>
                  </a:lnTo>
                  <a:lnTo>
                    <a:pt x="40377" y="5401"/>
                  </a:lnTo>
                </a:path>
              </a:pathLst>
            </a:custGeom>
            <a:noFill/>
            <a:ln cap="flat" cmpd="sng" w="19050">
              <a:solidFill>
                <a:srgbClr val="FF0000"/>
              </a:solidFill>
              <a:prstDash val="solid"/>
              <a:round/>
              <a:headEnd len="sm" w="sm" type="none"/>
              <a:tailEnd len="med" w="med" type="triangle"/>
            </a:ln>
          </p:spPr>
        </p:sp>
      </p:grpSp>
      <p:sp>
        <p:nvSpPr>
          <p:cNvPr id="508" name="Google Shape;508;p72"/>
          <p:cNvSpPr txBox="1"/>
          <p:nvPr>
            <p:ph idx="4294967295" type="body"/>
          </p:nvPr>
        </p:nvSpPr>
        <p:spPr>
          <a:xfrm>
            <a:off x="3297850" y="4160700"/>
            <a:ext cx="2561700" cy="660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b="1" i="1" lang="en" sz="1200">
                <a:solidFill>
                  <a:srgbClr val="FF0000"/>
                </a:solidFill>
                <a:latin typeface="Arial"/>
                <a:ea typeface="Arial"/>
                <a:cs typeface="Arial"/>
                <a:sym typeface="Arial"/>
              </a:rPr>
              <a:t>Both</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the front </a:t>
            </a:r>
            <a:r>
              <a:rPr b="1" i="1" lang="en" sz="1200">
                <a:solidFill>
                  <a:srgbClr val="FF0000"/>
                </a:solidFill>
                <a:latin typeface="Arial"/>
                <a:ea typeface="Arial"/>
                <a:cs typeface="Arial"/>
                <a:sym typeface="Arial"/>
              </a:rPr>
              <a:t>and</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the back are changed to refer to the new node, and </a:t>
            </a:r>
            <a:r>
              <a:rPr b="1" i="1" lang="en" sz="1200">
                <a:solidFill>
                  <a:srgbClr val="FF0000"/>
                </a:solidFill>
                <a:latin typeface="Arial"/>
                <a:ea typeface="Arial"/>
                <a:cs typeface="Arial"/>
                <a:sym typeface="Arial"/>
              </a:rPr>
              <a:t>size </a:t>
            </a:r>
            <a:r>
              <a:rPr lang="en" sz="1200">
                <a:solidFill>
                  <a:srgbClr val="000000"/>
                </a:solidFill>
                <a:latin typeface="Arial"/>
                <a:ea typeface="Arial"/>
                <a:cs typeface="Arial"/>
                <a:sym typeface="Arial"/>
              </a:rPr>
              <a:t>is incremented.</a:t>
            </a:r>
            <a:endParaRPr sz="1200">
              <a:solidFill>
                <a:srgbClr val="FF0000"/>
              </a:solidFill>
              <a:latin typeface="Arial"/>
              <a:ea typeface="Arial"/>
              <a:cs typeface="Arial"/>
              <a:sym typeface="Arial"/>
            </a:endParaRPr>
          </a:p>
        </p:txBody>
      </p:sp>
      <p:sp>
        <p:nvSpPr>
          <p:cNvPr id="509" name="Google Shape;509;p72"/>
          <p:cNvSpPr txBox="1"/>
          <p:nvPr>
            <p:ph idx="4294967295" type="body"/>
          </p:nvPr>
        </p:nvSpPr>
        <p:spPr>
          <a:xfrm>
            <a:off x="6245700" y="1449725"/>
            <a:ext cx="2561700" cy="660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As each new value is enqueued, a new node is created and becomes the </a:t>
            </a:r>
            <a:r>
              <a:rPr b="1" i="1" lang="en" sz="1200">
                <a:solidFill>
                  <a:srgbClr val="FF0000"/>
                </a:solidFill>
                <a:latin typeface="Arial"/>
                <a:ea typeface="Arial"/>
                <a:cs typeface="Arial"/>
                <a:sym typeface="Arial"/>
              </a:rPr>
              <a:t>new back</a:t>
            </a:r>
            <a:r>
              <a:rPr lang="en" sz="1200">
                <a:solidFill>
                  <a:srgbClr val="000000"/>
                </a:solidFill>
                <a:latin typeface="Arial"/>
                <a:ea typeface="Arial"/>
                <a:cs typeface="Arial"/>
                <a:sym typeface="Arial"/>
              </a:rPr>
              <a:t> of the queue.</a:t>
            </a:r>
            <a:endParaRPr sz="1200">
              <a:solidFill>
                <a:srgbClr val="FF0000"/>
              </a:solidFill>
              <a:latin typeface="Courier New"/>
              <a:ea typeface="Courier New"/>
              <a:cs typeface="Courier New"/>
              <a:sym typeface="Courier New"/>
            </a:endParaRPr>
          </a:p>
        </p:txBody>
      </p:sp>
      <p:sp>
        <p:nvSpPr>
          <p:cNvPr id="510" name="Google Shape;510;p72"/>
          <p:cNvSpPr txBox="1"/>
          <p:nvPr/>
        </p:nvSpPr>
        <p:spPr>
          <a:xfrm>
            <a:off x="3935698" y="2752054"/>
            <a:ext cx="205800" cy="2184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r>
              <a:rPr b="0" i="0" lang="en" sz="1000" u="none" cap="none" strike="noStrike">
                <a:solidFill>
                  <a:srgbClr val="FF0000"/>
                </a:solidFill>
                <a:latin typeface="Consolas"/>
                <a:ea typeface="Consolas"/>
                <a:cs typeface="Consolas"/>
                <a:sym typeface="Consolas"/>
              </a:rPr>
              <a:t>1</a:t>
            </a:r>
            <a:endParaRPr b="0" i="0" sz="1000" u="none" cap="none" strike="noStrike">
              <a:solidFill>
                <a:srgbClr val="FF0000"/>
              </a:solidFill>
              <a:latin typeface="Consolas"/>
              <a:ea typeface="Consolas"/>
              <a:cs typeface="Consolas"/>
              <a:sym typeface="Consolas"/>
            </a:endParaRPr>
          </a:p>
        </p:txBody>
      </p:sp>
      <p:graphicFrame>
        <p:nvGraphicFramePr>
          <p:cNvPr id="511" name="Google Shape;511;p72"/>
          <p:cNvGraphicFramePr/>
          <p:nvPr/>
        </p:nvGraphicFramePr>
        <p:xfrm>
          <a:off x="6337712" y="2355537"/>
          <a:ext cx="3000000" cy="3000000"/>
        </p:xfrm>
        <a:graphic>
          <a:graphicData uri="http://schemas.openxmlformats.org/drawingml/2006/table">
            <a:tbl>
              <a:tblPr>
                <a:noFill/>
                <a:tableStyleId>{5D16334A-BD30-4DCF-A821-F696FD12572A}</a:tableStyleId>
              </a:tblPr>
              <a:tblGrid>
                <a:gridCol w="537275"/>
                <a:gridCol w="537275"/>
              </a:tblGrid>
              <a:tr h="217175">
                <a:tc gridSpan="2">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Queue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hMerge="1"/>
              </a:tr>
              <a:tr h="21717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size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rgbClr val="FF0000"/>
                          </a:solidFill>
                          <a:latin typeface="Consolas"/>
                          <a:ea typeface="Consolas"/>
                          <a:cs typeface="Consolas"/>
                          <a:sym typeface="Consolas"/>
                        </a:rPr>
                        <a:t>1</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1717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front</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1717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back</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512" name="Google Shape;512;p72"/>
          <p:cNvGraphicFramePr/>
          <p:nvPr/>
        </p:nvGraphicFramePr>
        <p:xfrm>
          <a:off x="7640862" y="2694369"/>
          <a:ext cx="3000000" cy="3000000"/>
        </p:xfrm>
        <a:graphic>
          <a:graphicData uri="http://schemas.openxmlformats.org/drawingml/2006/table">
            <a:tbl>
              <a:tblPr>
                <a:noFill/>
                <a:tableStyleId>{5D16334A-BD30-4DCF-A821-F696FD12572A}</a:tableStyleId>
              </a:tblPr>
              <a:tblGrid>
                <a:gridCol w="537275"/>
                <a:gridCol w="537275"/>
              </a:tblGrid>
              <a:tr h="217175">
                <a:tc gridSpan="2">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Node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hMerge="1"/>
              </a:tr>
              <a:tr h="21717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value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rgbClr val="FF0000"/>
                          </a:solidFill>
                          <a:latin typeface="Consolas"/>
                          <a:ea typeface="Consolas"/>
                          <a:cs typeface="Consolas"/>
                          <a:sym typeface="Consolas"/>
                        </a:rPr>
                        <a:t>"a"</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1717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next</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rgbClr val="FF0000"/>
                          </a:solidFill>
                          <a:latin typeface="Consolas"/>
                          <a:ea typeface="Consolas"/>
                          <a:cs typeface="Consolas"/>
                          <a:sym typeface="Consolas"/>
                        </a:rPr>
                        <a:t>null</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pSp>
        <p:nvGrpSpPr>
          <p:cNvPr id="513" name="Google Shape;513;p72"/>
          <p:cNvGrpSpPr/>
          <p:nvPr/>
        </p:nvGrpSpPr>
        <p:grpSpPr>
          <a:xfrm>
            <a:off x="6930950" y="2404612"/>
            <a:ext cx="1131587" cy="891409"/>
            <a:chOff x="3279050" y="2526537"/>
            <a:chExt cx="1131587" cy="891409"/>
          </a:xfrm>
        </p:grpSpPr>
        <p:sp>
          <p:nvSpPr>
            <p:cNvPr id="514" name="Google Shape;514;p72"/>
            <p:cNvSpPr/>
            <p:nvPr/>
          </p:nvSpPr>
          <p:spPr>
            <a:xfrm>
              <a:off x="3279050" y="3231646"/>
              <a:ext cx="360000" cy="1863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515" name="Google Shape;515;p72"/>
            <p:cNvSpPr/>
            <p:nvPr/>
          </p:nvSpPr>
          <p:spPr>
            <a:xfrm>
              <a:off x="3375512" y="2526537"/>
              <a:ext cx="1035125" cy="784400"/>
            </a:xfrm>
            <a:custGeom>
              <a:rect b="b" l="l" r="r" t="t"/>
              <a:pathLst>
                <a:path extrusionOk="0" h="31376" w="41405">
                  <a:moveTo>
                    <a:pt x="0" y="31376"/>
                  </a:moveTo>
                  <a:lnTo>
                    <a:pt x="19288" y="31376"/>
                  </a:lnTo>
                  <a:lnTo>
                    <a:pt x="19288" y="0"/>
                  </a:lnTo>
                  <a:lnTo>
                    <a:pt x="41405" y="0"/>
                  </a:lnTo>
                  <a:lnTo>
                    <a:pt x="41405" y="11830"/>
                  </a:lnTo>
                </a:path>
              </a:pathLst>
            </a:custGeom>
            <a:noFill/>
            <a:ln cap="flat" cmpd="sng" w="19050">
              <a:solidFill>
                <a:srgbClr val="FF0000"/>
              </a:solidFill>
              <a:prstDash val="solid"/>
              <a:round/>
              <a:headEnd len="sm" w="sm" type="none"/>
              <a:tailEnd len="med" w="med" type="triangle"/>
            </a:ln>
          </p:spPr>
        </p:sp>
      </p:grpSp>
      <p:graphicFrame>
        <p:nvGraphicFramePr>
          <p:cNvPr id="516" name="Google Shape;516;p72"/>
          <p:cNvGraphicFramePr/>
          <p:nvPr/>
        </p:nvGraphicFramePr>
        <p:xfrm>
          <a:off x="7640862" y="3989769"/>
          <a:ext cx="3000000" cy="3000000"/>
        </p:xfrm>
        <a:graphic>
          <a:graphicData uri="http://schemas.openxmlformats.org/drawingml/2006/table">
            <a:tbl>
              <a:tblPr>
                <a:noFill/>
                <a:tableStyleId>{5D16334A-BD30-4DCF-A821-F696FD12572A}</a:tableStyleId>
              </a:tblPr>
              <a:tblGrid>
                <a:gridCol w="537275"/>
                <a:gridCol w="537275"/>
              </a:tblGrid>
              <a:tr h="217175">
                <a:tc gridSpan="2">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Node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hMerge="1"/>
              </a:tr>
              <a:tr h="21717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value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rgbClr val="FF0000"/>
                          </a:solidFill>
                          <a:latin typeface="Consolas"/>
                          <a:ea typeface="Consolas"/>
                          <a:cs typeface="Consolas"/>
                          <a:sym typeface="Consolas"/>
                        </a:rPr>
                        <a:t>"b"</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1717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next</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rgbClr val="FF0000"/>
                          </a:solidFill>
                          <a:latin typeface="Consolas"/>
                          <a:ea typeface="Consolas"/>
                          <a:cs typeface="Consolas"/>
                          <a:sym typeface="Consolas"/>
                        </a:rPr>
                        <a:t>null</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517" name="Google Shape;517;p72"/>
          <p:cNvSpPr/>
          <p:nvPr/>
        </p:nvSpPr>
        <p:spPr>
          <a:xfrm>
            <a:off x="7097146" y="3536425"/>
            <a:ext cx="546500" cy="623650"/>
          </a:xfrm>
          <a:custGeom>
            <a:rect b="b" l="l" r="r" t="t"/>
            <a:pathLst>
              <a:path extrusionOk="0" h="24946" w="21860">
                <a:moveTo>
                  <a:pt x="0" y="0"/>
                </a:moveTo>
                <a:lnTo>
                  <a:pt x="0" y="24946"/>
                </a:lnTo>
                <a:lnTo>
                  <a:pt x="21860" y="24946"/>
                </a:lnTo>
              </a:path>
            </a:pathLst>
          </a:custGeom>
          <a:noFill/>
          <a:ln cap="flat" cmpd="sng" w="19050">
            <a:solidFill>
              <a:srgbClr val="FF0000"/>
            </a:solidFill>
            <a:prstDash val="solid"/>
            <a:round/>
            <a:headEnd len="sm" w="sm" type="none"/>
            <a:tailEnd len="med" w="med" type="triangle"/>
          </a:ln>
        </p:spPr>
      </p:sp>
      <p:grpSp>
        <p:nvGrpSpPr>
          <p:cNvPr id="518" name="Google Shape;518;p72"/>
          <p:cNvGrpSpPr/>
          <p:nvPr/>
        </p:nvGrpSpPr>
        <p:grpSpPr>
          <a:xfrm>
            <a:off x="8244350" y="3451200"/>
            <a:ext cx="360000" cy="534306"/>
            <a:chOff x="7795250" y="3451200"/>
            <a:chExt cx="360000" cy="534306"/>
          </a:xfrm>
        </p:grpSpPr>
        <p:sp>
          <p:nvSpPr>
            <p:cNvPr id="519" name="Google Shape;519;p72"/>
            <p:cNvSpPr/>
            <p:nvPr/>
          </p:nvSpPr>
          <p:spPr>
            <a:xfrm>
              <a:off x="7795250" y="3451200"/>
              <a:ext cx="360000" cy="1863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cxnSp>
          <p:nvCxnSpPr>
            <p:cNvPr id="520" name="Google Shape;520;p72"/>
            <p:cNvCxnSpPr/>
            <p:nvPr/>
          </p:nvCxnSpPr>
          <p:spPr>
            <a:xfrm>
              <a:off x="7975250" y="3572406"/>
              <a:ext cx="0" cy="413100"/>
            </a:xfrm>
            <a:prstGeom prst="straightConnector1">
              <a:avLst/>
            </a:prstGeom>
            <a:noFill/>
            <a:ln cap="flat" cmpd="sng" w="19050">
              <a:solidFill>
                <a:srgbClr val="FF0000"/>
              </a:solidFill>
              <a:prstDash val="solid"/>
              <a:round/>
              <a:headEnd len="sm" w="sm" type="none"/>
              <a:tailEnd len="med" w="med" type="triangle"/>
            </a:ln>
          </p:spPr>
        </p:cxnSp>
      </p:grpSp>
      <p:sp>
        <p:nvSpPr>
          <p:cNvPr id="521" name="Google Shape;521;p72"/>
          <p:cNvSpPr txBox="1"/>
          <p:nvPr/>
        </p:nvSpPr>
        <p:spPr>
          <a:xfrm>
            <a:off x="6907498" y="2739196"/>
            <a:ext cx="205800" cy="2184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r>
              <a:rPr b="0" i="0" lang="en" sz="1000" u="none" cap="none" strike="noStrike">
                <a:solidFill>
                  <a:srgbClr val="FF0000"/>
                </a:solidFill>
                <a:latin typeface="Consolas"/>
                <a:ea typeface="Consolas"/>
                <a:cs typeface="Consolas"/>
                <a:sym typeface="Consolas"/>
              </a:rPr>
              <a:t>2</a:t>
            </a:r>
            <a:endParaRPr b="0" i="0" sz="1000" u="none" cap="none" strike="noStrike">
              <a:solidFill>
                <a:srgbClr val="FF0000"/>
              </a:solidFill>
              <a:latin typeface="Consolas"/>
              <a:ea typeface="Consolas"/>
              <a:cs typeface="Consolas"/>
              <a:sym typeface="Consolas"/>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7"/>
                                        </p:tgtEl>
                                        <p:attrNameLst>
                                          <p:attrName>style.visibility</p:attrName>
                                        </p:attrNameLst>
                                      </p:cBhvr>
                                      <p:to>
                                        <p:strVal val="visible"/>
                                      </p:to>
                                    </p:set>
                                    <p:animEffect filter="fade" transition="in">
                                      <p:cBhvr>
                                        <p:cTn dur="1000"/>
                                        <p:tgtEl>
                                          <p:spTgt spid="49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01"/>
                                        </p:tgtEl>
                                        <p:attrNameLst>
                                          <p:attrName>style.visibility</p:attrName>
                                        </p:attrNameLst>
                                      </p:cBhvr>
                                      <p:to>
                                        <p:strVal val="visible"/>
                                      </p:to>
                                    </p:set>
                                    <p:animEffect filter="fade" transition="in">
                                      <p:cBhvr>
                                        <p:cTn dur="1000"/>
                                        <p:tgtEl>
                                          <p:spTgt spid="5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498"/>
                                        </p:tgtEl>
                                        <p:attrNameLst>
                                          <p:attrName>style.visibility</p:attrName>
                                        </p:attrNameLst>
                                      </p:cBhvr>
                                      <p:to>
                                        <p:strVal val="visible"/>
                                      </p:to>
                                    </p:set>
                                    <p:animEffect filter="fade" transition="in">
                                      <p:cBhvr>
                                        <p:cTn dur="1000"/>
                                        <p:tgtEl>
                                          <p:spTgt spid="498"/>
                                        </p:tgtEl>
                                      </p:cBhvr>
                                    </p:animEffect>
                                  </p:childTnLst>
                                </p:cTn>
                              </p:par>
                              <p:par>
                                <p:cTn fill="hold" nodeType="withEffect" presetClass="entr" presetID="10" presetSubtype="0">
                                  <p:stCondLst>
                                    <p:cond delay="0"/>
                                  </p:stCondLst>
                                  <p:childTnLst>
                                    <p:set>
                                      <p:cBhvr>
                                        <p:cTn dur="1" fill="hold">
                                          <p:stCondLst>
                                            <p:cond delay="0"/>
                                          </p:stCondLst>
                                        </p:cTn>
                                        <p:tgtEl>
                                          <p:spTgt spid="499"/>
                                        </p:tgtEl>
                                        <p:attrNameLst>
                                          <p:attrName>style.visibility</p:attrName>
                                        </p:attrNameLst>
                                      </p:cBhvr>
                                      <p:to>
                                        <p:strVal val="visible"/>
                                      </p:to>
                                    </p:set>
                                    <p:animEffect filter="fade" transition="in">
                                      <p:cBhvr>
                                        <p:cTn dur="1000"/>
                                        <p:tgtEl>
                                          <p:spTgt spid="49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00"/>
                                        </p:tgtEl>
                                        <p:attrNameLst>
                                          <p:attrName>style.visibility</p:attrName>
                                        </p:attrNameLst>
                                      </p:cBhvr>
                                      <p:to>
                                        <p:strVal val="visible"/>
                                      </p:to>
                                    </p:set>
                                    <p:animEffect filter="fade" transition="in">
                                      <p:cBhvr>
                                        <p:cTn dur="1000"/>
                                        <p:tgtEl>
                                          <p:spTgt spid="5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8"/>
                                        </p:tgtEl>
                                        <p:attrNameLst>
                                          <p:attrName>style.visibility</p:attrName>
                                        </p:attrNameLst>
                                      </p:cBhvr>
                                      <p:to>
                                        <p:strVal val="visible"/>
                                      </p:to>
                                    </p:set>
                                    <p:animEffect filter="fade" transition="in">
                                      <p:cBhvr>
                                        <p:cTn dur="1000"/>
                                        <p:tgtEl>
                                          <p:spTgt spid="50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02"/>
                                        </p:tgtEl>
                                        <p:attrNameLst>
                                          <p:attrName>style.visibility</p:attrName>
                                        </p:attrNameLst>
                                      </p:cBhvr>
                                      <p:to>
                                        <p:strVal val="visible"/>
                                      </p:to>
                                    </p:set>
                                    <p:animEffect filter="fade" transition="in">
                                      <p:cBhvr>
                                        <p:cTn dur="1000"/>
                                        <p:tgtEl>
                                          <p:spTgt spid="50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05"/>
                                        </p:tgtEl>
                                        <p:attrNameLst>
                                          <p:attrName>style.visibility</p:attrName>
                                        </p:attrNameLst>
                                      </p:cBhvr>
                                      <p:to>
                                        <p:strVal val="visible"/>
                                      </p:to>
                                    </p:set>
                                    <p:animEffect filter="fade" transition="in">
                                      <p:cBhvr>
                                        <p:cTn dur="1000"/>
                                        <p:tgtEl>
                                          <p:spTgt spid="505"/>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510"/>
                                        </p:tgtEl>
                                        <p:attrNameLst>
                                          <p:attrName>style.visibility</p:attrName>
                                        </p:attrNameLst>
                                      </p:cBhvr>
                                      <p:to>
                                        <p:strVal val="visible"/>
                                      </p:to>
                                    </p:set>
                                    <p:animEffect filter="fade" transition="in">
                                      <p:cBhvr>
                                        <p:cTn dur="1000"/>
                                        <p:tgtEl>
                                          <p:spTgt spid="5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09"/>
                                        </p:tgtEl>
                                        <p:attrNameLst>
                                          <p:attrName>style.visibility</p:attrName>
                                        </p:attrNameLst>
                                      </p:cBhvr>
                                      <p:to>
                                        <p:strVal val="visible"/>
                                      </p:to>
                                    </p:set>
                                    <p:animEffect filter="fade" transition="in">
                                      <p:cBhvr>
                                        <p:cTn dur="1000"/>
                                        <p:tgtEl>
                                          <p:spTgt spid="50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12"/>
                                        </p:tgtEl>
                                        <p:attrNameLst>
                                          <p:attrName>style.visibility</p:attrName>
                                        </p:attrNameLst>
                                      </p:cBhvr>
                                      <p:to>
                                        <p:strVal val="visible"/>
                                      </p:to>
                                    </p:set>
                                    <p:animEffect filter="fade" transition="in">
                                      <p:cBhvr>
                                        <p:cTn dur="1000"/>
                                        <p:tgtEl>
                                          <p:spTgt spid="512"/>
                                        </p:tgtEl>
                                      </p:cBhvr>
                                    </p:animEffect>
                                  </p:childTnLst>
                                </p:cTn>
                              </p:par>
                              <p:par>
                                <p:cTn fill="hold" nodeType="withEffect" presetClass="entr" presetID="10" presetSubtype="0">
                                  <p:stCondLst>
                                    <p:cond delay="0"/>
                                  </p:stCondLst>
                                  <p:childTnLst>
                                    <p:set>
                                      <p:cBhvr>
                                        <p:cTn dur="1" fill="hold">
                                          <p:stCondLst>
                                            <p:cond delay="0"/>
                                          </p:stCondLst>
                                        </p:cTn>
                                        <p:tgtEl>
                                          <p:spTgt spid="513"/>
                                        </p:tgtEl>
                                        <p:attrNameLst>
                                          <p:attrName>style.visibility</p:attrName>
                                        </p:attrNameLst>
                                      </p:cBhvr>
                                      <p:to>
                                        <p:strVal val="visible"/>
                                      </p:to>
                                    </p:set>
                                    <p:animEffect filter="fade" transition="in">
                                      <p:cBhvr>
                                        <p:cTn dur="1000"/>
                                        <p:tgtEl>
                                          <p:spTgt spid="513"/>
                                        </p:tgtEl>
                                      </p:cBhvr>
                                    </p:animEffect>
                                  </p:childTnLst>
                                </p:cTn>
                              </p:par>
                              <p:par>
                                <p:cTn fill="hold" nodeType="withEffect" presetClass="entr" presetID="10" presetSubtype="0">
                                  <p:stCondLst>
                                    <p:cond delay="0"/>
                                  </p:stCondLst>
                                  <p:childTnLst>
                                    <p:set>
                                      <p:cBhvr>
                                        <p:cTn dur="1" fill="hold">
                                          <p:stCondLst>
                                            <p:cond delay="0"/>
                                          </p:stCondLst>
                                        </p:cTn>
                                        <p:tgtEl>
                                          <p:spTgt spid="511"/>
                                        </p:tgtEl>
                                        <p:attrNameLst>
                                          <p:attrName>style.visibility</p:attrName>
                                        </p:attrNameLst>
                                      </p:cBhvr>
                                      <p:to>
                                        <p:strVal val="visible"/>
                                      </p:to>
                                    </p:set>
                                    <p:animEffect filter="fade" transition="in">
                                      <p:cBhvr>
                                        <p:cTn dur="1000"/>
                                        <p:tgtEl>
                                          <p:spTgt spid="51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16"/>
                                        </p:tgtEl>
                                        <p:attrNameLst>
                                          <p:attrName>style.visibility</p:attrName>
                                        </p:attrNameLst>
                                      </p:cBhvr>
                                      <p:to>
                                        <p:strVal val="visible"/>
                                      </p:to>
                                    </p:set>
                                    <p:animEffect filter="fade" transition="in">
                                      <p:cBhvr>
                                        <p:cTn dur="1000"/>
                                        <p:tgtEl>
                                          <p:spTgt spid="51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18"/>
                                        </p:tgtEl>
                                        <p:attrNameLst>
                                          <p:attrName>style.visibility</p:attrName>
                                        </p:attrNameLst>
                                      </p:cBhvr>
                                      <p:to>
                                        <p:strVal val="visible"/>
                                      </p:to>
                                    </p:set>
                                    <p:animEffect filter="fade" transition="in">
                                      <p:cBhvr>
                                        <p:cTn dur="1000"/>
                                        <p:tgtEl>
                                          <p:spTgt spid="518"/>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517"/>
                                        </p:tgtEl>
                                        <p:attrNameLst>
                                          <p:attrName>style.visibility</p:attrName>
                                        </p:attrNameLst>
                                      </p:cBhvr>
                                      <p:to>
                                        <p:strVal val="visible"/>
                                      </p:to>
                                    </p:set>
                                    <p:animEffect filter="fade" transition="in">
                                      <p:cBhvr>
                                        <p:cTn dur="1000"/>
                                        <p:tgtEl>
                                          <p:spTgt spid="517"/>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521"/>
                                        </p:tgtEl>
                                        <p:attrNameLst>
                                          <p:attrName>style.visibility</p:attrName>
                                        </p:attrNameLst>
                                      </p:cBhvr>
                                      <p:to>
                                        <p:strVal val="visible"/>
                                      </p:to>
                                    </p:set>
                                    <p:animEffect filter="fade" transition="in">
                                      <p:cBhvr>
                                        <p:cTn dur="1000"/>
                                        <p:tgtEl>
                                          <p:spTgt spid="52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5" name="Shape 525"/>
        <p:cNvGrpSpPr/>
        <p:nvPr/>
      </p:nvGrpSpPr>
      <p:grpSpPr>
        <a:xfrm>
          <a:off x="0" y="0"/>
          <a:ext cx="0" cy="0"/>
          <a:chOff x="0" y="0"/>
          <a:chExt cx="0" cy="0"/>
        </a:xfrm>
      </p:grpSpPr>
      <p:pic>
        <p:nvPicPr>
          <p:cNvPr id="526" name="Google Shape;526;p73"/>
          <p:cNvPicPr preferRelativeResize="0"/>
          <p:nvPr/>
        </p:nvPicPr>
        <p:blipFill rotWithShape="1">
          <a:blip r:embed="rId3">
            <a:alphaModFix/>
          </a:blip>
          <a:srcRect b="0" l="0" r="0" t="0"/>
          <a:stretch/>
        </p:blipFill>
        <p:spPr>
          <a:xfrm>
            <a:off x="304800" y="1426600"/>
            <a:ext cx="2335851" cy="3576125"/>
          </a:xfrm>
          <a:prstGeom prst="rect">
            <a:avLst/>
          </a:prstGeom>
          <a:noFill/>
          <a:ln>
            <a:noFill/>
          </a:ln>
        </p:spPr>
      </p:pic>
      <p:sp>
        <p:nvSpPr>
          <p:cNvPr id="527" name="Google Shape;527;p73"/>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The first essential functionality that we will implement on the Node-based Queue is the enqueue method, which adds new elements to the back of the </a:t>
            </a:r>
            <a:r>
              <a:rPr lang="en"/>
              <a:t>queue</a:t>
            </a:r>
            <a:r>
              <a:rPr lang="en"/>
              <a:t>.</a:t>
            </a:r>
            <a:endParaRPr/>
          </a:p>
        </p:txBody>
      </p:sp>
      <p:sp>
        <p:nvSpPr>
          <p:cNvPr id="528" name="Google Shape;528;p7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29" name="Google Shape;529;p73"/>
          <p:cNvSpPr txBox="1"/>
          <p:nvPr>
            <p:ph idx="2" type="body"/>
          </p:nvPr>
        </p:nvSpPr>
        <p:spPr>
          <a:xfrm>
            <a:off x="2939625" y="1555925"/>
            <a:ext cx="6001500" cy="3225300"/>
          </a:xfrm>
          <a:prstGeom prst="rect">
            <a:avLst/>
          </a:prstGeom>
        </p:spPr>
        <p:txBody>
          <a:bodyPr anchorCtr="0" anchor="t" bIns="91425" lIns="91425" spcFirstLastPara="1" rIns="91425" wrap="square" tIns="91425">
            <a:spAutoFit/>
          </a:bodyPr>
          <a:lstStyle/>
          <a:p>
            <a:pPr indent="-349250" lvl="0" marL="457200" rtl="0" algn="l">
              <a:spcBef>
                <a:spcPts val="0"/>
              </a:spcBef>
              <a:spcAft>
                <a:spcPts val="0"/>
              </a:spcAft>
              <a:buSzPts val="1900"/>
              <a:buChar char="●"/>
            </a:pPr>
            <a:r>
              <a:rPr lang="en" sz="1900"/>
              <a:t>Open your </a:t>
            </a:r>
            <a:r>
              <a:rPr lang="en" sz="1900">
                <a:latin typeface="Courier New"/>
                <a:ea typeface="Courier New"/>
                <a:cs typeface="Courier New"/>
                <a:sym typeface="Courier New"/>
              </a:rPr>
              <a:t>NodeQueue</a:t>
            </a:r>
            <a:r>
              <a:rPr lang="en" sz="1900"/>
              <a:t> class and implement the </a:t>
            </a:r>
            <a:r>
              <a:rPr lang="en" sz="1900">
                <a:solidFill>
                  <a:srgbClr val="FF0000"/>
                </a:solidFill>
                <a:latin typeface="Courier New"/>
                <a:ea typeface="Courier New"/>
                <a:cs typeface="Courier New"/>
                <a:sym typeface="Courier New"/>
              </a:rPr>
              <a:t>enqueue</a:t>
            </a:r>
            <a:r>
              <a:rPr lang="en" sz="1900">
                <a:solidFill>
                  <a:srgbClr val="FF0000"/>
                </a:solidFill>
              </a:rPr>
              <a:t> </a:t>
            </a:r>
            <a:r>
              <a:rPr b="1" i="1" lang="en" sz="1900">
                <a:solidFill>
                  <a:srgbClr val="FF0000"/>
                </a:solidFill>
              </a:rPr>
              <a:t>method</a:t>
            </a:r>
            <a:r>
              <a:rPr lang="en" sz="1900"/>
              <a:t>.</a:t>
            </a:r>
            <a:endParaRPr sz="1900"/>
          </a:p>
          <a:p>
            <a:pPr indent="-336550" lvl="1" marL="914400" rtl="0" algn="l">
              <a:spcBef>
                <a:spcPts val="0"/>
              </a:spcBef>
              <a:spcAft>
                <a:spcPts val="0"/>
              </a:spcAft>
              <a:buSzPts val="1700"/>
              <a:buChar char="○"/>
            </a:pPr>
            <a:r>
              <a:rPr lang="en" sz="1700"/>
              <a:t>Make a </a:t>
            </a:r>
            <a:r>
              <a:rPr b="1" i="1" lang="en" sz="1700">
                <a:solidFill>
                  <a:srgbClr val="FF0000"/>
                </a:solidFill>
              </a:rPr>
              <a:t>new </a:t>
            </a:r>
            <a:r>
              <a:rPr lang="en" sz="1700">
                <a:latin typeface="Courier New"/>
                <a:ea typeface="Courier New"/>
                <a:cs typeface="Courier New"/>
                <a:sym typeface="Courier New"/>
              </a:rPr>
              <a:t>Node</a:t>
            </a:r>
            <a:r>
              <a:rPr lang="en" sz="1700"/>
              <a:t> with the value that is being enqueued..</a:t>
            </a:r>
            <a:endParaRPr sz="1700"/>
          </a:p>
          <a:p>
            <a:pPr indent="-336550" lvl="1" marL="914400" rtl="0" algn="l">
              <a:spcBef>
                <a:spcPts val="0"/>
              </a:spcBef>
              <a:spcAft>
                <a:spcPts val="0"/>
              </a:spcAft>
              <a:buSzPts val="1700"/>
              <a:buChar char="○"/>
            </a:pPr>
            <a:r>
              <a:rPr lang="en" sz="1700"/>
              <a:t>If the </a:t>
            </a:r>
            <a:r>
              <a:rPr lang="en" sz="1700">
                <a:latin typeface="Courier New"/>
                <a:ea typeface="Courier New"/>
                <a:cs typeface="Courier New"/>
                <a:sym typeface="Courier New"/>
              </a:rPr>
              <a:t>front</a:t>
            </a:r>
            <a:r>
              <a:rPr lang="en" sz="1700"/>
              <a:t> is </a:t>
            </a:r>
            <a:r>
              <a:rPr lang="en" sz="1700">
                <a:solidFill>
                  <a:srgbClr val="FF0000"/>
                </a:solidFill>
                <a:latin typeface="Courier New"/>
                <a:ea typeface="Courier New"/>
                <a:cs typeface="Courier New"/>
                <a:sym typeface="Courier New"/>
              </a:rPr>
              <a:t>null</a:t>
            </a:r>
            <a:r>
              <a:rPr lang="en" sz="1700"/>
              <a:t>, the new </a:t>
            </a:r>
            <a:r>
              <a:rPr lang="en" sz="1700">
                <a:latin typeface="Courier New"/>
                <a:ea typeface="Courier New"/>
                <a:cs typeface="Courier New"/>
                <a:sym typeface="Courier New"/>
              </a:rPr>
              <a:t>Node</a:t>
            </a:r>
            <a:r>
              <a:rPr lang="en" sz="1700"/>
              <a:t> becomes the</a:t>
            </a:r>
            <a:r>
              <a:rPr lang="en" sz="1700">
                <a:solidFill>
                  <a:srgbClr val="FF0000"/>
                </a:solidFill>
              </a:rPr>
              <a:t> </a:t>
            </a:r>
            <a:r>
              <a:rPr b="1" i="1" lang="en" sz="1700">
                <a:solidFill>
                  <a:srgbClr val="FF0000"/>
                </a:solidFill>
              </a:rPr>
              <a:t>new </a:t>
            </a:r>
            <a:r>
              <a:rPr lang="en" sz="1700">
                <a:solidFill>
                  <a:srgbClr val="FF0000"/>
                </a:solidFill>
                <a:latin typeface="Courier New"/>
                <a:ea typeface="Courier New"/>
                <a:cs typeface="Courier New"/>
                <a:sym typeface="Courier New"/>
              </a:rPr>
              <a:t>front</a:t>
            </a:r>
            <a:r>
              <a:rPr lang="en" sz="1700">
                <a:solidFill>
                  <a:srgbClr val="FF0000"/>
                </a:solidFill>
              </a:rPr>
              <a:t> </a:t>
            </a:r>
            <a:r>
              <a:rPr b="1" i="1" lang="en" sz="1700">
                <a:solidFill>
                  <a:srgbClr val="FF0000"/>
                </a:solidFill>
              </a:rPr>
              <a:t>and</a:t>
            </a:r>
            <a:r>
              <a:rPr lang="en" sz="1700">
                <a:solidFill>
                  <a:srgbClr val="FF0000"/>
                </a:solidFill>
              </a:rPr>
              <a:t> </a:t>
            </a:r>
            <a:r>
              <a:rPr lang="en" sz="1700">
                <a:solidFill>
                  <a:srgbClr val="FF0000"/>
                </a:solidFill>
                <a:latin typeface="Courier New"/>
                <a:ea typeface="Courier New"/>
                <a:cs typeface="Courier New"/>
                <a:sym typeface="Courier New"/>
              </a:rPr>
              <a:t>back</a:t>
            </a:r>
            <a:r>
              <a:rPr lang="en" sz="1700"/>
              <a:t> of the queue.</a:t>
            </a:r>
            <a:endParaRPr sz="1700"/>
          </a:p>
          <a:p>
            <a:pPr indent="-336550" lvl="1" marL="914400" rtl="0" algn="l">
              <a:spcBef>
                <a:spcPts val="0"/>
              </a:spcBef>
              <a:spcAft>
                <a:spcPts val="0"/>
              </a:spcAft>
              <a:buSzPts val="1700"/>
              <a:buChar char="○"/>
            </a:pPr>
            <a:r>
              <a:rPr lang="en" sz="1700"/>
              <a:t>Otherwise, the new </a:t>
            </a:r>
            <a:r>
              <a:rPr lang="en" sz="1700">
                <a:latin typeface="Courier New"/>
                <a:ea typeface="Courier New"/>
                <a:cs typeface="Courier New"/>
                <a:sym typeface="Courier New"/>
              </a:rPr>
              <a:t>Node</a:t>
            </a:r>
            <a:r>
              <a:rPr lang="en" sz="1700"/>
              <a:t> is the </a:t>
            </a:r>
            <a:r>
              <a:rPr b="1" i="1" lang="en" sz="1700">
                <a:solidFill>
                  <a:srgbClr val="FF0000"/>
                </a:solidFill>
              </a:rPr>
              <a:t>new </a:t>
            </a:r>
            <a:r>
              <a:rPr lang="en" sz="1700">
                <a:solidFill>
                  <a:srgbClr val="FF0000"/>
                </a:solidFill>
                <a:latin typeface="Courier New"/>
                <a:ea typeface="Courier New"/>
                <a:cs typeface="Courier New"/>
                <a:sym typeface="Courier New"/>
              </a:rPr>
              <a:t>back</a:t>
            </a:r>
            <a:r>
              <a:rPr lang="en" sz="1700"/>
              <a:t> of the queue.</a:t>
            </a:r>
            <a:endParaRPr sz="1700"/>
          </a:p>
          <a:p>
            <a:pPr indent="-336550" lvl="1" marL="914400" rtl="0" algn="l">
              <a:spcBef>
                <a:spcPts val="0"/>
              </a:spcBef>
              <a:spcAft>
                <a:spcPts val="0"/>
              </a:spcAft>
              <a:buSzPts val="1700"/>
              <a:buChar char="○"/>
            </a:pPr>
            <a:r>
              <a:rPr lang="en" sz="1700"/>
              <a:t>Don't forget to </a:t>
            </a:r>
            <a:r>
              <a:rPr b="1" i="1" lang="en" sz="1700">
                <a:solidFill>
                  <a:srgbClr val="FF0000"/>
                </a:solidFill>
              </a:rPr>
              <a:t>increment </a:t>
            </a:r>
            <a:r>
              <a:rPr lang="en" sz="1700">
                <a:solidFill>
                  <a:srgbClr val="FF0000"/>
                </a:solidFill>
                <a:latin typeface="Courier New"/>
                <a:ea typeface="Courier New"/>
                <a:cs typeface="Courier New"/>
                <a:sym typeface="Courier New"/>
              </a:rPr>
              <a:t>size</a:t>
            </a:r>
            <a:r>
              <a:rPr lang="en" sz="1700"/>
              <a:t>!</a:t>
            </a:r>
            <a:endParaRPr sz="1700"/>
          </a:p>
          <a:p>
            <a:pPr indent="-336550" lvl="0" marL="457200" rtl="0" algn="l">
              <a:spcBef>
                <a:spcPts val="0"/>
              </a:spcBef>
              <a:spcAft>
                <a:spcPts val="0"/>
              </a:spcAft>
              <a:buSzPts val="1700"/>
              <a:buChar char="●"/>
            </a:pPr>
            <a:r>
              <a:rPr lang="en" sz="1700"/>
              <a:t>Use </a:t>
            </a:r>
            <a:r>
              <a:rPr lang="en" sz="1700">
                <a:latin typeface="Courier New"/>
                <a:ea typeface="Courier New"/>
                <a:cs typeface="Courier New"/>
                <a:sym typeface="Courier New"/>
              </a:rPr>
              <a:t>main</a:t>
            </a:r>
            <a:r>
              <a:rPr lang="en" sz="1700"/>
              <a:t> to enqueue a few values and print the queue.</a:t>
            </a:r>
            <a:endParaRPr sz="1700"/>
          </a:p>
        </p:txBody>
      </p:sp>
      <p:sp>
        <p:nvSpPr>
          <p:cNvPr id="530" name="Google Shape;530;p73"/>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Enqueue Using Nodes</a:t>
            </a:r>
            <a:endParaRPr/>
          </a:p>
        </p:txBody>
      </p:sp>
      <p:sp>
        <p:nvSpPr>
          <p:cNvPr id="531" name="Google Shape;531;p73"/>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5.6</a:t>
            </a:r>
            <a:endParaRPr/>
          </a:p>
        </p:txBody>
      </p:sp>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graphicFrame>
        <p:nvGraphicFramePr>
          <p:cNvPr id="536" name="Google Shape;536;p74"/>
          <p:cNvGraphicFramePr/>
          <p:nvPr/>
        </p:nvGraphicFramePr>
        <p:xfrm>
          <a:off x="4662633" y="2694369"/>
          <a:ext cx="3000000" cy="3000000"/>
        </p:xfrm>
        <a:graphic>
          <a:graphicData uri="http://schemas.openxmlformats.org/drawingml/2006/table">
            <a:tbl>
              <a:tblPr>
                <a:noFill/>
                <a:tableStyleId>{5D16334A-BD30-4DCF-A821-F696FD12572A}</a:tableStyleId>
              </a:tblPr>
              <a:tblGrid>
                <a:gridCol w="537275"/>
                <a:gridCol w="537275"/>
              </a:tblGrid>
              <a:tr h="217175">
                <a:tc gridSpan="2">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Node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hMerge="1"/>
              </a:tr>
              <a:tr h="21717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value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rgbClr val="FF0000"/>
                          </a:solidFill>
                          <a:latin typeface="Consolas"/>
                          <a:ea typeface="Consolas"/>
                          <a:cs typeface="Consolas"/>
                          <a:sym typeface="Consolas"/>
                        </a:rPr>
                        <a:t>123</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1717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next</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cxnSp>
        <p:nvCxnSpPr>
          <p:cNvPr id="537" name="Google Shape;537;p74"/>
          <p:cNvCxnSpPr/>
          <p:nvPr/>
        </p:nvCxnSpPr>
        <p:spPr>
          <a:xfrm>
            <a:off x="5446121" y="3572406"/>
            <a:ext cx="0" cy="413100"/>
          </a:xfrm>
          <a:prstGeom prst="straightConnector1">
            <a:avLst/>
          </a:prstGeom>
          <a:noFill/>
          <a:ln cap="flat" cmpd="sng" w="19050">
            <a:solidFill>
              <a:srgbClr val="FF0000"/>
            </a:solidFill>
            <a:prstDash val="solid"/>
            <a:round/>
            <a:headEnd len="sm" w="sm" type="none"/>
            <a:tailEnd len="med" w="med" type="triangle"/>
          </a:ln>
        </p:spPr>
      </p:cxnSp>
      <p:sp>
        <p:nvSpPr>
          <p:cNvPr id="538" name="Google Shape;538;p74"/>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A Closer Look at Dequeuing</a:t>
            </a:r>
            <a:endParaRPr/>
          </a:p>
        </p:txBody>
      </p:sp>
      <p:sp>
        <p:nvSpPr>
          <p:cNvPr id="539" name="Google Shape;539;p7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graphicFrame>
        <p:nvGraphicFramePr>
          <p:cNvPr id="540" name="Google Shape;540;p74"/>
          <p:cNvGraphicFramePr/>
          <p:nvPr/>
        </p:nvGraphicFramePr>
        <p:xfrm>
          <a:off x="317912" y="2355537"/>
          <a:ext cx="3000000" cy="3000000"/>
        </p:xfrm>
        <a:graphic>
          <a:graphicData uri="http://schemas.openxmlformats.org/drawingml/2006/table">
            <a:tbl>
              <a:tblPr>
                <a:noFill/>
                <a:tableStyleId>{5D16334A-BD30-4DCF-A821-F696FD12572A}</a:tableStyleId>
              </a:tblPr>
              <a:tblGrid>
                <a:gridCol w="537275"/>
                <a:gridCol w="537275"/>
              </a:tblGrid>
              <a:tr h="217175">
                <a:tc gridSpan="2">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Queue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hMerge="1"/>
              </a:tr>
              <a:tr h="21717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size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rgbClr val="FF0000"/>
                          </a:solidFill>
                          <a:latin typeface="Consolas"/>
                          <a:ea typeface="Consolas"/>
                          <a:cs typeface="Consolas"/>
                          <a:sym typeface="Consolas"/>
                        </a:rPr>
                        <a:t>2</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1717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front</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1717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back</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541" name="Google Shape;541;p74"/>
          <p:cNvGraphicFramePr/>
          <p:nvPr/>
        </p:nvGraphicFramePr>
        <p:xfrm>
          <a:off x="1621062" y="2694369"/>
          <a:ext cx="3000000" cy="3000000"/>
        </p:xfrm>
        <a:graphic>
          <a:graphicData uri="http://schemas.openxmlformats.org/drawingml/2006/table">
            <a:tbl>
              <a:tblPr>
                <a:noFill/>
                <a:tableStyleId>{5D16334A-BD30-4DCF-A821-F696FD12572A}</a:tableStyleId>
              </a:tblPr>
              <a:tblGrid>
                <a:gridCol w="537275"/>
                <a:gridCol w="537275"/>
              </a:tblGrid>
              <a:tr h="217175">
                <a:tc gridSpan="2">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Node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hMerge="1"/>
              </a:tr>
              <a:tr h="21717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value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rgbClr val="FF0000"/>
                          </a:solidFill>
                          <a:latin typeface="Consolas"/>
                          <a:ea typeface="Consolas"/>
                          <a:cs typeface="Consolas"/>
                          <a:sym typeface="Consolas"/>
                        </a:rPr>
                        <a:t>"a"</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1717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next</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542" name="Google Shape;542;p74"/>
          <p:cNvSpPr/>
          <p:nvPr/>
        </p:nvSpPr>
        <p:spPr>
          <a:xfrm>
            <a:off x="1007612" y="2404612"/>
            <a:ext cx="1035125" cy="784400"/>
          </a:xfrm>
          <a:custGeom>
            <a:rect b="b" l="l" r="r" t="t"/>
            <a:pathLst>
              <a:path extrusionOk="0" h="31376" w="41405">
                <a:moveTo>
                  <a:pt x="0" y="31376"/>
                </a:moveTo>
                <a:lnTo>
                  <a:pt x="19288" y="31376"/>
                </a:lnTo>
                <a:lnTo>
                  <a:pt x="19288" y="0"/>
                </a:lnTo>
                <a:lnTo>
                  <a:pt x="41405" y="0"/>
                </a:lnTo>
                <a:lnTo>
                  <a:pt x="41405" y="11830"/>
                </a:lnTo>
              </a:path>
            </a:pathLst>
          </a:custGeom>
          <a:noFill/>
          <a:ln cap="flat" cmpd="sng" w="19050">
            <a:solidFill>
              <a:srgbClr val="FF0000"/>
            </a:solidFill>
            <a:prstDash val="solid"/>
            <a:round/>
            <a:headEnd len="sm" w="sm" type="none"/>
            <a:tailEnd len="med" w="med" type="triangle"/>
          </a:ln>
        </p:spPr>
      </p:sp>
      <p:graphicFrame>
        <p:nvGraphicFramePr>
          <p:cNvPr id="543" name="Google Shape;543;p74"/>
          <p:cNvGraphicFramePr/>
          <p:nvPr/>
        </p:nvGraphicFramePr>
        <p:xfrm>
          <a:off x="1621062" y="3989769"/>
          <a:ext cx="3000000" cy="3000000"/>
        </p:xfrm>
        <a:graphic>
          <a:graphicData uri="http://schemas.openxmlformats.org/drawingml/2006/table">
            <a:tbl>
              <a:tblPr>
                <a:noFill/>
                <a:tableStyleId>{5D16334A-BD30-4DCF-A821-F696FD12572A}</a:tableStyleId>
              </a:tblPr>
              <a:tblGrid>
                <a:gridCol w="537275"/>
                <a:gridCol w="537275"/>
              </a:tblGrid>
              <a:tr h="217175">
                <a:tc gridSpan="2">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Node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hMerge="1"/>
              </a:tr>
              <a:tr h="21717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value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rgbClr val="FF0000"/>
                          </a:solidFill>
                          <a:latin typeface="Consolas"/>
                          <a:ea typeface="Consolas"/>
                          <a:cs typeface="Consolas"/>
                          <a:sym typeface="Consolas"/>
                        </a:rPr>
                        <a:t>"b"</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1717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next</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rgbClr val="FF0000"/>
                          </a:solidFill>
                          <a:latin typeface="Consolas"/>
                          <a:ea typeface="Consolas"/>
                          <a:cs typeface="Consolas"/>
                          <a:sym typeface="Consolas"/>
                        </a:rPr>
                        <a:t>null</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544" name="Google Shape;544;p74"/>
          <p:cNvSpPr/>
          <p:nvPr/>
        </p:nvSpPr>
        <p:spPr>
          <a:xfrm>
            <a:off x="1077350" y="3536425"/>
            <a:ext cx="546500" cy="732976"/>
          </a:xfrm>
          <a:custGeom>
            <a:rect b="b" l="l" r="r" t="t"/>
            <a:pathLst>
              <a:path extrusionOk="0" h="24946" w="21860">
                <a:moveTo>
                  <a:pt x="0" y="0"/>
                </a:moveTo>
                <a:lnTo>
                  <a:pt x="0" y="24946"/>
                </a:lnTo>
                <a:lnTo>
                  <a:pt x="21860" y="24946"/>
                </a:lnTo>
              </a:path>
            </a:pathLst>
          </a:custGeom>
          <a:noFill/>
          <a:ln cap="flat" cmpd="sng" w="19050">
            <a:solidFill>
              <a:srgbClr val="FF0000"/>
            </a:solidFill>
            <a:prstDash val="solid"/>
            <a:round/>
            <a:headEnd len="sm" w="sm" type="none"/>
            <a:tailEnd len="med" w="med" type="triangle"/>
          </a:ln>
        </p:spPr>
      </p:sp>
      <p:cxnSp>
        <p:nvCxnSpPr>
          <p:cNvPr id="545" name="Google Shape;545;p74"/>
          <p:cNvCxnSpPr/>
          <p:nvPr/>
        </p:nvCxnSpPr>
        <p:spPr>
          <a:xfrm>
            <a:off x="2404550" y="3572406"/>
            <a:ext cx="0" cy="413100"/>
          </a:xfrm>
          <a:prstGeom prst="straightConnector1">
            <a:avLst/>
          </a:prstGeom>
          <a:noFill/>
          <a:ln cap="flat" cmpd="sng" w="19050">
            <a:solidFill>
              <a:srgbClr val="FF0000"/>
            </a:solidFill>
            <a:prstDash val="solid"/>
            <a:round/>
            <a:headEnd len="sm" w="sm" type="none"/>
            <a:tailEnd len="med" w="med" type="triangle"/>
          </a:ln>
        </p:spPr>
      </p:cxnSp>
      <p:sp>
        <p:nvSpPr>
          <p:cNvPr id="546" name="Google Shape;546;p74"/>
          <p:cNvSpPr txBox="1"/>
          <p:nvPr>
            <p:ph idx="4294967295" type="body"/>
          </p:nvPr>
        </p:nvSpPr>
        <p:spPr>
          <a:xfrm>
            <a:off x="336600" y="1449725"/>
            <a:ext cx="2561700" cy="660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When a value is </a:t>
            </a:r>
            <a:r>
              <a:rPr b="1" i="1" lang="en" sz="1200">
                <a:solidFill>
                  <a:srgbClr val="FF0000"/>
                </a:solidFill>
                <a:latin typeface="Arial"/>
                <a:ea typeface="Arial"/>
                <a:cs typeface="Arial"/>
                <a:sym typeface="Arial"/>
              </a:rPr>
              <a:t>dequeued</a:t>
            </a:r>
            <a:r>
              <a:rPr lang="en" sz="1200">
                <a:solidFill>
                  <a:srgbClr val="000000"/>
                </a:solidFill>
                <a:latin typeface="Arial"/>
                <a:ea typeface="Arial"/>
                <a:cs typeface="Arial"/>
                <a:sym typeface="Arial"/>
              </a:rPr>
              <a:t>, it is always removed from the </a:t>
            </a:r>
            <a:r>
              <a:rPr b="1" i="1" lang="en" sz="1200">
                <a:solidFill>
                  <a:srgbClr val="FF0000"/>
                </a:solidFill>
                <a:latin typeface="Arial"/>
                <a:ea typeface="Arial"/>
                <a:cs typeface="Arial"/>
                <a:sym typeface="Arial"/>
              </a:rPr>
              <a:t>front</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of the queue.</a:t>
            </a:r>
            <a:endParaRPr sz="1200">
              <a:solidFill>
                <a:srgbClr val="000000"/>
              </a:solidFill>
              <a:latin typeface="Arial"/>
              <a:ea typeface="Arial"/>
              <a:cs typeface="Arial"/>
              <a:sym typeface="Arial"/>
            </a:endParaRPr>
          </a:p>
        </p:txBody>
      </p:sp>
      <p:sp>
        <p:nvSpPr>
          <p:cNvPr id="547" name="Google Shape;547;p74"/>
          <p:cNvSpPr txBox="1"/>
          <p:nvPr>
            <p:ph idx="4294967295" type="body"/>
          </p:nvPr>
        </p:nvSpPr>
        <p:spPr>
          <a:xfrm>
            <a:off x="3284458" y="1449725"/>
            <a:ext cx="2561700" cy="660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The </a:t>
            </a:r>
            <a:r>
              <a:rPr b="1" i="1" lang="en" sz="1200">
                <a:solidFill>
                  <a:srgbClr val="FF0000"/>
                </a:solidFill>
                <a:latin typeface="Arial"/>
                <a:ea typeface="Arial"/>
                <a:cs typeface="Arial"/>
                <a:sym typeface="Arial"/>
              </a:rPr>
              <a:t>new</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front is changed to the </a:t>
            </a:r>
            <a:r>
              <a:rPr b="1" i="1" lang="en" sz="1200">
                <a:solidFill>
                  <a:srgbClr val="FF0000"/>
                </a:solidFill>
                <a:latin typeface="Arial"/>
                <a:ea typeface="Arial"/>
                <a:cs typeface="Arial"/>
                <a:sym typeface="Arial"/>
              </a:rPr>
              <a:t>old</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front's next node, and </a:t>
            </a:r>
            <a:r>
              <a:rPr b="1" i="1" lang="en" sz="1200">
                <a:solidFill>
                  <a:srgbClr val="FF0000"/>
                </a:solidFill>
                <a:latin typeface="Arial"/>
                <a:ea typeface="Arial"/>
                <a:cs typeface="Arial"/>
                <a:sym typeface="Arial"/>
              </a:rPr>
              <a:t>size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is decremented.</a:t>
            </a:r>
            <a:endParaRPr sz="1200">
              <a:solidFill>
                <a:srgbClr val="FF0000"/>
              </a:solidFill>
              <a:latin typeface="Arial"/>
              <a:ea typeface="Arial"/>
              <a:cs typeface="Arial"/>
              <a:sym typeface="Arial"/>
            </a:endParaRPr>
          </a:p>
        </p:txBody>
      </p:sp>
      <p:sp>
        <p:nvSpPr>
          <p:cNvPr id="548" name="Google Shape;548;p74"/>
          <p:cNvSpPr txBox="1"/>
          <p:nvPr>
            <p:ph idx="4294967295" type="body"/>
          </p:nvPr>
        </p:nvSpPr>
        <p:spPr>
          <a:xfrm>
            <a:off x="6245700" y="1449725"/>
            <a:ext cx="2561700" cy="660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If the front's next node is </a:t>
            </a:r>
            <a:r>
              <a:rPr lang="en" sz="1200">
                <a:solidFill>
                  <a:srgbClr val="FF0000"/>
                </a:solidFill>
                <a:latin typeface="Courier New"/>
                <a:ea typeface="Courier New"/>
                <a:cs typeface="Courier New"/>
                <a:sym typeface="Courier New"/>
              </a:rPr>
              <a:t>null</a:t>
            </a:r>
            <a:r>
              <a:rPr lang="en" sz="1200">
                <a:solidFill>
                  <a:srgbClr val="000000"/>
                </a:solidFill>
                <a:latin typeface="Arial"/>
                <a:ea typeface="Arial"/>
                <a:cs typeface="Arial"/>
                <a:sym typeface="Arial"/>
              </a:rPr>
              <a:t>, then the queue is empty; </a:t>
            </a:r>
            <a:r>
              <a:rPr b="1" i="1" lang="en" sz="1200">
                <a:solidFill>
                  <a:srgbClr val="FF0000"/>
                </a:solidFill>
                <a:latin typeface="Arial"/>
                <a:ea typeface="Arial"/>
                <a:cs typeface="Arial"/>
                <a:sym typeface="Arial"/>
              </a:rPr>
              <a:t>both</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the front </a:t>
            </a:r>
            <a:r>
              <a:rPr b="1" i="1" lang="en" sz="1200">
                <a:solidFill>
                  <a:srgbClr val="FF0000"/>
                </a:solidFill>
                <a:latin typeface="Arial"/>
                <a:ea typeface="Arial"/>
                <a:cs typeface="Arial"/>
                <a:sym typeface="Arial"/>
              </a:rPr>
              <a:t>and</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back are set to </a:t>
            </a:r>
            <a:r>
              <a:rPr lang="en" sz="1200">
                <a:solidFill>
                  <a:srgbClr val="FF0000"/>
                </a:solidFill>
                <a:latin typeface="Courier New"/>
                <a:ea typeface="Courier New"/>
                <a:cs typeface="Courier New"/>
                <a:sym typeface="Courier New"/>
              </a:rPr>
              <a:t>null</a:t>
            </a:r>
            <a:r>
              <a:rPr lang="en" sz="1200">
                <a:solidFill>
                  <a:srgbClr val="000000"/>
                </a:solidFill>
                <a:latin typeface="Arial"/>
                <a:ea typeface="Arial"/>
                <a:cs typeface="Arial"/>
                <a:sym typeface="Arial"/>
              </a:rPr>
              <a:t>.</a:t>
            </a:r>
            <a:endParaRPr sz="1200">
              <a:solidFill>
                <a:srgbClr val="FF0000"/>
              </a:solidFill>
              <a:latin typeface="Arial"/>
              <a:ea typeface="Arial"/>
              <a:cs typeface="Arial"/>
              <a:sym typeface="Arial"/>
            </a:endParaRPr>
          </a:p>
        </p:txBody>
      </p:sp>
      <p:graphicFrame>
        <p:nvGraphicFramePr>
          <p:cNvPr id="549" name="Google Shape;549;p74"/>
          <p:cNvGraphicFramePr/>
          <p:nvPr/>
        </p:nvGraphicFramePr>
        <p:xfrm>
          <a:off x="3359482" y="2355537"/>
          <a:ext cx="3000000" cy="3000000"/>
        </p:xfrm>
        <a:graphic>
          <a:graphicData uri="http://schemas.openxmlformats.org/drawingml/2006/table">
            <a:tbl>
              <a:tblPr>
                <a:noFill/>
                <a:tableStyleId>{5D16334A-BD30-4DCF-A821-F696FD12572A}</a:tableStyleId>
              </a:tblPr>
              <a:tblGrid>
                <a:gridCol w="537275"/>
                <a:gridCol w="537275"/>
              </a:tblGrid>
              <a:tr h="217175">
                <a:tc gridSpan="2">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Queue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hMerge="1"/>
              </a:tr>
              <a:tr h="21717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size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rgbClr val="FF0000"/>
                          </a:solidFill>
                          <a:latin typeface="Consolas"/>
                          <a:ea typeface="Consolas"/>
                          <a:cs typeface="Consolas"/>
                          <a:sym typeface="Consolas"/>
                        </a:rPr>
                        <a:t>2</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1717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front</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1717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back</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550" name="Google Shape;550;p74"/>
          <p:cNvSpPr/>
          <p:nvPr/>
        </p:nvSpPr>
        <p:spPr>
          <a:xfrm>
            <a:off x="4118924" y="3536425"/>
            <a:ext cx="546500" cy="732976"/>
          </a:xfrm>
          <a:custGeom>
            <a:rect b="b" l="l" r="r" t="t"/>
            <a:pathLst>
              <a:path extrusionOk="0" h="24946" w="21860">
                <a:moveTo>
                  <a:pt x="0" y="0"/>
                </a:moveTo>
                <a:lnTo>
                  <a:pt x="0" y="24946"/>
                </a:lnTo>
                <a:lnTo>
                  <a:pt x="21860" y="24946"/>
                </a:lnTo>
              </a:path>
            </a:pathLst>
          </a:custGeom>
          <a:noFill/>
          <a:ln cap="flat" cmpd="sng" w="19050">
            <a:solidFill>
              <a:srgbClr val="FF0000"/>
            </a:solidFill>
            <a:prstDash val="solid"/>
            <a:round/>
            <a:headEnd len="sm" w="sm" type="none"/>
            <a:tailEnd len="med" w="med" type="triangle"/>
          </a:ln>
        </p:spPr>
      </p:sp>
      <p:sp>
        <p:nvSpPr>
          <p:cNvPr id="551" name="Google Shape;551;p74"/>
          <p:cNvSpPr txBox="1"/>
          <p:nvPr/>
        </p:nvSpPr>
        <p:spPr>
          <a:xfrm>
            <a:off x="3909981" y="2745625"/>
            <a:ext cx="205800" cy="2184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r>
              <a:rPr b="0" i="0" lang="en" sz="1000" u="none" cap="none" strike="noStrike">
                <a:solidFill>
                  <a:srgbClr val="FF0000"/>
                </a:solidFill>
                <a:latin typeface="Consolas"/>
                <a:ea typeface="Consolas"/>
                <a:cs typeface="Consolas"/>
                <a:sym typeface="Consolas"/>
              </a:rPr>
              <a:t>1</a:t>
            </a:r>
            <a:endParaRPr b="0" i="0" sz="1000" u="none" cap="none" strike="noStrike">
              <a:solidFill>
                <a:srgbClr val="FF0000"/>
              </a:solidFill>
              <a:latin typeface="Consolas"/>
              <a:ea typeface="Consolas"/>
              <a:cs typeface="Consolas"/>
              <a:sym typeface="Consolas"/>
            </a:endParaRPr>
          </a:p>
        </p:txBody>
      </p:sp>
      <p:sp>
        <p:nvSpPr>
          <p:cNvPr id="552" name="Google Shape;552;p74"/>
          <p:cNvSpPr/>
          <p:nvPr/>
        </p:nvSpPr>
        <p:spPr>
          <a:xfrm>
            <a:off x="4102029" y="3182825"/>
            <a:ext cx="559350" cy="887250"/>
          </a:xfrm>
          <a:custGeom>
            <a:rect b="b" l="l" r="r" t="t"/>
            <a:pathLst>
              <a:path extrusionOk="0" h="35490" w="22374">
                <a:moveTo>
                  <a:pt x="0" y="0"/>
                </a:moveTo>
                <a:lnTo>
                  <a:pt x="7200" y="0"/>
                </a:lnTo>
                <a:lnTo>
                  <a:pt x="7200" y="35490"/>
                </a:lnTo>
                <a:lnTo>
                  <a:pt x="22374" y="35490"/>
                </a:lnTo>
              </a:path>
            </a:pathLst>
          </a:custGeom>
          <a:noFill/>
          <a:ln cap="flat" cmpd="sng" w="19050">
            <a:solidFill>
              <a:srgbClr val="FF0000"/>
            </a:solidFill>
            <a:prstDash val="solid"/>
            <a:round/>
            <a:headEnd len="sm" w="sm" type="none"/>
            <a:tailEnd len="med" w="med" type="triangle"/>
          </a:ln>
        </p:spPr>
      </p:sp>
      <p:sp>
        <p:nvSpPr>
          <p:cNvPr id="553" name="Google Shape;553;p74"/>
          <p:cNvSpPr/>
          <p:nvPr/>
        </p:nvSpPr>
        <p:spPr>
          <a:xfrm>
            <a:off x="4600657" y="2644500"/>
            <a:ext cx="1215300" cy="13410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graphicFrame>
        <p:nvGraphicFramePr>
          <p:cNvPr id="554" name="Google Shape;554;p74"/>
          <p:cNvGraphicFramePr/>
          <p:nvPr/>
        </p:nvGraphicFramePr>
        <p:xfrm>
          <a:off x="4662633" y="3989769"/>
          <a:ext cx="3000000" cy="3000000"/>
        </p:xfrm>
        <a:graphic>
          <a:graphicData uri="http://schemas.openxmlformats.org/drawingml/2006/table">
            <a:tbl>
              <a:tblPr>
                <a:noFill/>
                <a:tableStyleId>{5D16334A-BD30-4DCF-A821-F696FD12572A}</a:tableStyleId>
              </a:tblPr>
              <a:tblGrid>
                <a:gridCol w="537275"/>
                <a:gridCol w="537275"/>
              </a:tblGrid>
              <a:tr h="217175">
                <a:tc gridSpan="2">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Node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hMerge="1"/>
              </a:tr>
              <a:tr h="21717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value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rgbClr val="FF0000"/>
                          </a:solidFill>
                          <a:latin typeface="Consolas"/>
                          <a:ea typeface="Consolas"/>
                          <a:cs typeface="Consolas"/>
                          <a:sym typeface="Consolas"/>
                        </a:rPr>
                        <a:t>"b"</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1717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next</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rgbClr val="FF0000"/>
                          </a:solidFill>
                          <a:latin typeface="Consolas"/>
                          <a:ea typeface="Consolas"/>
                          <a:cs typeface="Consolas"/>
                          <a:sym typeface="Consolas"/>
                        </a:rPr>
                        <a:t>null</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555" name="Google Shape;555;p74"/>
          <p:cNvGraphicFramePr/>
          <p:nvPr/>
        </p:nvGraphicFramePr>
        <p:xfrm>
          <a:off x="6348262" y="2355537"/>
          <a:ext cx="3000000" cy="3000000"/>
        </p:xfrm>
        <a:graphic>
          <a:graphicData uri="http://schemas.openxmlformats.org/drawingml/2006/table">
            <a:tbl>
              <a:tblPr>
                <a:noFill/>
                <a:tableStyleId>{5D16334A-BD30-4DCF-A821-F696FD12572A}</a:tableStyleId>
              </a:tblPr>
              <a:tblGrid>
                <a:gridCol w="537275"/>
                <a:gridCol w="537275"/>
              </a:tblGrid>
              <a:tr h="217175">
                <a:tc gridSpan="2">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Queue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hMerge="1"/>
              </a:tr>
              <a:tr h="21717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size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rgbClr val="FF0000"/>
                          </a:solidFill>
                          <a:latin typeface="Consolas"/>
                          <a:ea typeface="Consolas"/>
                          <a:cs typeface="Consolas"/>
                          <a:sym typeface="Consolas"/>
                        </a:rPr>
                        <a:t>0</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1717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front</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rgbClr val="FF0000"/>
                          </a:solidFill>
                          <a:latin typeface="Consolas"/>
                          <a:ea typeface="Consolas"/>
                          <a:cs typeface="Consolas"/>
                          <a:sym typeface="Consolas"/>
                        </a:rPr>
                        <a:t>null</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1717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back</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rgbClr val="FF0000"/>
                          </a:solidFill>
                          <a:latin typeface="Consolas"/>
                          <a:ea typeface="Consolas"/>
                          <a:cs typeface="Consolas"/>
                          <a:sym typeface="Consolas"/>
                        </a:rPr>
                        <a:t>null</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graphicFrame>
        <p:nvGraphicFramePr>
          <p:cNvPr id="556" name="Google Shape;556;p74"/>
          <p:cNvGraphicFramePr/>
          <p:nvPr/>
        </p:nvGraphicFramePr>
        <p:xfrm>
          <a:off x="7651412" y="2694369"/>
          <a:ext cx="3000000" cy="3000000"/>
        </p:xfrm>
        <a:graphic>
          <a:graphicData uri="http://schemas.openxmlformats.org/drawingml/2006/table">
            <a:tbl>
              <a:tblPr>
                <a:noFill/>
                <a:tableStyleId>{5D16334A-BD30-4DCF-A821-F696FD12572A}</a:tableStyleId>
              </a:tblPr>
              <a:tblGrid>
                <a:gridCol w="537275"/>
                <a:gridCol w="537275"/>
              </a:tblGrid>
              <a:tr h="217175">
                <a:tc gridSpan="2">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Node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hMerge="1"/>
              </a:tr>
              <a:tr h="21717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value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rgbClr val="FF0000"/>
                          </a:solidFill>
                          <a:latin typeface="Consolas"/>
                          <a:ea typeface="Consolas"/>
                          <a:cs typeface="Consolas"/>
                          <a:sym typeface="Consolas"/>
                        </a:rPr>
                        <a:t>123</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217175">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next</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rgbClr val="FF0000"/>
                          </a:solidFill>
                          <a:latin typeface="Consolas"/>
                          <a:ea typeface="Consolas"/>
                          <a:cs typeface="Consolas"/>
                          <a:sym typeface="Consolas"/>
                        </a:rPr>
                        <a:t>null</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557" name="Google Shape;557;p74"/>
          <p:cNvSpPr txBox="1"/>
          <p:nvPr/>
        </p:nvSpPr>
        <p:spPr>
          <a:xfrm>
            <a:off x="6907498" y="2752054"/>
            <a:ext cx="205800" cy="2184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r">
              <a:lnSpc>
                <a:spcPct val="100000"/>
              </a:lnSpc>
              <a:spcBef>
                <a:spcPts val="0"/>
              </a:spcBef>
              <a:spcAft>
                <a:spcPts val="0"/>
              </a:spcAft>
              <a:buClr>
                <a:srgbClr val="000000"/>
              </a:buClr>
              <a:buSzPts val="1000"/>
              <a:buFont typeface="Arial"/>
              <a:buNone/>
            </a:pPr>
            <a:r>
              <a:rPr b="0" i="0" lang="en" sz="1000" u="none" cap="none" strike="noStrike">
                <a:solidFill>
                  <a:srgbClr val="FF0000"/>
                </a:solidFill>
                <a:latin typeface="Consolas"/>
                <a:ea typeface="Consolas"/>
                <a:cs typeface="Consolas"/>
                <a:sym typeface="Consolas"/>
              </a:rPr>
              <a:t>0</a:t>
            </a:r>
            <a:endParaRPr b="0" i="0" sz="1000" u="none" cap="none" strike="noStrike">
              <a:solidFill>
                <a:srgbClr val="FF0000"/>
              </a:solidFill>
              <a:latin typeface="Consolas"/>
              <a:ea typeface="Consolas"/>
              <a:cs typeface="Consolas"/>
              <a:sym typeface="Consolas"/>
            </a:endParaRPr>
          </a:p>
        </p:txBody>
      </p:sp>
      <p:sp>
        <p:nvSpPr>
          <p:cNvPr id="558" name="Google Shape;558;p74"/>
          <p:cNvSpPr/>
          <p:nvPr/>
        </p:nvSpPr>
        <p:spPr>
          <a:xfrm>
            <a:off x="7612708" y="2441254"/>
            <a:ext cx="1215300" cy="13410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6"/>
                                        </p:tgtEl>
                                        <p:attrNameLst>
                                          <p:attrName>style.visibility</p:attrName>
                                        </p:attrNameLst>
                                      </p:cBhvr>
                                      <p:to>
                                        <p:strVal val="visible"/>
                                      </p:to>
                                    </p:set>
                                    <p:animEffect filter="fade" transition="in">
                                      <p:cBhvr>
                                        <p:cTn dur="1000"/>
                                        <p:tgtEl>
                                          <p:spTgt spid="54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40"/>
                                        </p:tgtEl>
                                        <p:attrNameLst>
                                          <p:attrName>style.visibility</p:attrName>
                                        </p:attrNameLst>
                                      </p:cBhvr>
                                      <p:to>
                                        <p:strVal val="visible"/>
                                      </p:to>
                                    </p:set>
                                    <p:animEffect filter="fade" transition="in">
                                      <p:cBhvr>
                                        <p:cTn dur="1000"/>
                                        <p:tgtEl>
                                          <p:spTgt spid="540"/>
                                        </p:tgtEl>
                                      </p:cBhvr>
                                    </p:animEffect>
                                  </p:childTnLst>
                                </p:cTn>
                              </p:par>
                              <p:par>
                                <p:cTn fill="hold" nodeType="withEffect" presetClass="entr" presetID="10" presetSubtype="0">
                                  <p:stCondLst>
                                    <p:cond delay="0"/>
                                  </p:stCondLst>
                                  <p:childTnLst>
                                    <p:set>
                                      <p:cBhvr>
                                        <p:cTn dur="1" fill="hold">
                                          <p:stCondLst>
                                            <p:cond delay="0"/>
                                          </p:stCondLst>
                                        </p:cTn>
                                        <p:tgtEl>
                                          <p:spTgt spid="541"/>
                                        </p:tgtEl>
                                        <p:attrNameLst>
                                          <p:attrName>style.visibility</p:attrName>
                                        </p:attrNameLst>
                                      </p:cBhvr>
                                      <p:to>
                                        <p:strVal val="visible"/>
                                      </p:to>
                                    </p:set>
                                    <p:animEffect filter="fade" transition="in">
                                      <p:cBhvr>
                                        <p:cTn dur="1000"/>
                                        <p:tgtEl>
                                          <p:spTgt spid="541"/>
                                        </p:tgtEl>
                                      </p:cBhvr>
                                    </p:animEffect>
                                  </p:childTnLst>
                                </p:cTn>
                              </p:par>
                              <p:par>
                                <p:cTn fill="hold" nodeType="withEffect" presetClass="entr" presetID="10" presetSubtype="0">
                                  <p:stCondLst>
                                    <p:cond delay="0"/>
                                  </p:stCondLst>
                                  <p:childTnLst>
                                    <p:set>
                                      <p:cBhvr>
                                        <p:cTn dur="1" fill="hold">
                                          <p:stCondLst>
                                            <p:cond delay="0"/>
                                          </p:stCondLst>
                                        </p:cTn>
                                        <p:tgtEl>
                                          <p:spTgt spid="542"/>
                                        </p:tgtEl>
                                        <p:attrNameLst>
                                          <p:attrName>style.visibility</p:attrName>
                                        </p:attrNameLst>
                                      </p:cBhvr>
                                      <p:to>
                                        <p:strVal val="visible"/>
                                      </p:to>
                                    </p:set>
                                    <p:animEffect filter="fade" transition="in">
                                      <p:cBhvr>
                                        <p:cTn dur="1000"/>
                                        <p:tgtEl>
                                          <p:spTgt spid="542"/>
                                        </p:tgtEl>
                                      </p:cBhvr>
                                    </p:animEffect>
                                  </p:childTnLst>
                                </p:cTn>
                              </p:par>
                              <p:par>
                                <p:cTn fill="hold" nodeType="withEffect" presetClass="entr" presetID="10" presetSubtype="0">
                                  <p:stCondLst>
                                    <p:cond delay="0"/>
                                  </p:stCondLst>
                                  <p:childTnLst>
                                    <p:set>
                                      <p:cBhvr>
                                        <p:cTn dur="1" fill="hold">
                                          <p:stCondLst>
                                            <p:cond delay="0"/>
                                          </p:stCondLst>
                                        </p:cTn>
                                        <p:tgtEl>
                                          <p:spTgt spid="545"/>
                                        </p:tgtEl>
                                        <p:attrNameLst>
                                          <p:attrName>style.visibility</p:attrName>
                                        </p:attrNameLst>
                                      </p:cBhvr>
                                      <p:to>
                                        <p:strVal val="visible"/>
                                      </p:to>
                                    </p:set>
                                    <p:animEffect filter="fade" transition="in">
                                      <p:cBhvr>
                                        <p:cTn dur="1000"/>
                                        <p:tgtEl>
                                          <p:spTgt spid="545"/>
                                        </p:tgtEl>
                                      </p:cBhvr>
                                    </p:animEffect>
                                  </p:childTnLst>
                                </p:cTn>
                              </p:par>
                              <p:par>
                                <p:cTn fill="hold" nodeType="withEffect" presetClass="entr" presetID="10" presetSubtype="0">
                                  <p:stCondLst>
                                    <p:cond delay="0"/>
                                  </p:stCondLst>
                                  <p:childTnLst>
                                    <p:set>
                                      <p:cBhvr>
                                        <p:cTn dur="1" fill="hold">
                                          <p:stCondLst>
                                            <p:cond delay="0"/>
                                          </p:stCondLst>
                                        </p:cTn>
                                        <p:tgtEl>
                                          <p:spTgt spid="543"/>
                                        </p:tgtEl>
                                        <p:attrNameLst>
                                          <p:attrName>style.visibility</p:attrName>
                                        </p:attrNameLst>
                                      </p:cBhvr>
                                      <p:to>
                                        <p:strVal val="visible"/>
                                      </p:to>
                                    </p:set>
                                    <p:animEffect filter="fade" transition="in">
                                      <p:cBhvr>
                                        <p:cTn dur="1000"/>
                                        <p:tgtEl>
                                          <p:spTgt spid="543"/>
                                        </p:tgtEl>
                                      </p:cBhvr>
                                    </p:animEffect>
                                  </p:childTnLst>
                                </p:cTn>
                              </p:par>
                              <p:par>
                                <p:cTn fill="hold" nodeType="withEffect" presetClass="entr" presetID="10" presetSubtype="0">
                                  <p:stCondLst>
                                    <p:cond delay="0"/>
                                  </p:stCondLst>
                                  <p:childTnLst>
                                    <p:set>
                                      <p:cBhvr>
                                        <p:cTn dur="1" fill="hold">
                                          <p:stCondLst>
                                            <p:cond delay="0"/>
                                          </p:stCondLst>
                                        </p:cTn>
                                        <p:tgtEl>
                                          <p:spTgt spid="544"/>
                                        </p:tgtEl>
                                        <p:attrNameLst>
                                          <p:attrName>style.visibility</p:attrName>
                                        </p:attrNameLst>
                                      </p:cBhvr>
                                      <p:to>
                                        <p:strVal val="visible"/>
                                      </p:to>
                                    </p:set>
                                    <p:animEffect filter="fade" transition="in">
                                      <p:cBhvr>
                                        <p:cTn dur="1000"/>
                                        <p:tgtEl>
                                          <p:spTgt spid="5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7"/>
                                        </p:tgtEl>
                                        <p:attrNameLst>
                                          <p:attrName>style.visibility</p:attrName>
                                        </p:attrNameLst>
                                      </p:cBhvr>
                                      <p:to>
                                        <p:strVal val="visible"/>
                                      </p:to>
                                    </p:set>
                                    <p:animEffect filter="fade" transition="in">
                                      <p:cBhvr>
                                        <p:cTn dur="1000"/>
                                        <p:tgtEl>
                                          <p:spTgt spid="54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36"/>
                                        </p:tgtEl>
                                        <p:attrNameLst>
                                          <p:attrName>style.visibility</p:attrName>
                                        </p:attrNameLst>
                                      </p:cBhvr>
                                      <p:to>
                                        <p:strVal val="visible"/>
                                      </p:to>
                                    </p:set>
                                    <p:animEffect filter="fade" transition="in">
                                      <p:cBhvr>
                                        <p:cTn dur="1000"/>
                                        <p:tgtEl>
                                          <p:spTgt spid="536"/>
                                        </p:tgtEl>
                                      </p:cBhvr>
                                    </p:animEffect>
                                  </p:childTnLst>
                                </p:cTn>
                              </p:par>
                              <p:par>
                                <p:cTn fill="hold" nodeType="withEffect" presetClass="entr" presetID="10" presetSubtype="0">
                                  <p:stCondLst>
                                    <p:cond delay="0"/>
                                  </p:stCondLst>
                                  <p:childTnLst>
                                    <p:set>
                                      <p:cBhvr>
                                        <p:cTn dur="1" fill="hold">
                                          <p:stCondLst>
                                            <p:cond delay="0"/>
                                          </p:stCondLst>
                                        </p:cTn>
                                        <p:tgtEl>
                                          <p:spTgt spid="549"/>
                                        </p:tgtEl>
                                        <p:attrNameLst>
                                          <p:attrName>style.visibility</p:attrName>
                                        </p:attrNameLst>
                                      </p:cBhvr>
                                      <p:to>
                                        <p:strVal val="visible"/>
                                      </p:to>
                                    </p:set>
                                    <p:animEffect filter="fade" transition="in">
                                      <p:cBhvr>
                                        <p:cTn dur="1000"/>
                                        <p:tgtEl>
                                          <p:spTgt spid="549"/>
                                        </p:tgtEl>
                                      </p:cBhvr>
                                    </p:animEffect>
                                  </p:childTnLst>
                                </p:cTn>
                              </p:par>
                              <p:par>
                                <p:cTn fill="hold" nodeType="withEffect" presetClass="entr" presetID="10" presetSubtype="0">
                                  <p:stCondLst>
                                    <p:cond delay="0"/>
                                  </p:stCondLst>
                                  <p:childTnLst>
                                    <p:set>
                                      <p:cBhvr>
                                        <p:cTn dur="1" fill="hold">
                                          <p:stCondLst>
                                            <p:cond delay="0"/>
                                          </p:stCondLst>
                                        </p:cTn>
                                        <p:tgtEl>
                                          <p:spTgt spid="550"/>
                                        </p:tgtEl>
                                        <p:attrNameLst>
                                          <p:attrName>style.visibility</p:attrName>
                                        </p:attrNameLst>
                                      </p:cBhvr>
                                      <p:to>
                                        <p:strVal val="visible"/>
                                      </p:to>
                                    </p:set>
                                    <p:animEffect filter="fade" transition="in">
                                      <p:cBhvr>
                                        <p:cTn dur="1000"/>
                                        <p:tgtEl>
                                          <p:spTgt spid="550"/>
                                        </p:tgtEl>
                                      </p:cBhvr>
                                    </p:animEffect>
                                  </p:childTnLst>
                                </p:cTn>
                              </p:par>
                              <p:par>
                                <p:cTn fill="hold" nodeType="withEffect" presetClass="entr" presetID="10" presetSubtype="0">
                                  <p:stCondLst>
                                    <p:cond delay="0"/>
                                  </p:stCondLst>
                                  <p:childTnLst>
                                    <p:set>
                                      <p:cBhvr>
                                        <p:cTn dur="1" fill="hold">
                                          <p:stCondLst>
                                            <p:cond delay="0"/>
                                          </p:stCondLst>
                                        </p:cTn>
                                        <p:tgtEl>
                                          <p:spTgt spid="554"/>
                                        </p:tgtEl>
                                        <p:attrNameLst>
                                          <p:attrName>style.visibility</p:attrName>
                                        </p:attrNameLst>
                                      </p:cBhvr>
                                      <p:to>
                                        <p:strVal val="visible"/>
                                      </p:to>
                                    </p:set>
                                    <p:animEffect filter="fade" transition="in">
                                      <p:cBhvr>
                                        <p:cTn dur="1000"/>
                                        <p:tgtEl>
                                          <p:spTgt spid="554"/>
                                        </p:tgtEl>
                                      </p:cBhvr>
                                    </p:animEffect>
                                  </p:childTnLst>
                                </p:cTn>
                              </p:par>
                              <p:par>
                                <p:cTn fill="hold" nodeType="withEffect" presetClass="entr" presetID="10" presetSubtype="0">
                                  <p:stCondLst>
                                    <p:cond delay="0"/>
                                  </p:stCondLst>
                                  <p:childTnLst>
                                    <p:set>
                                      <p:cBhvr>
                                        <p:cTn dur="1" fill="hold">
                                          <p:stCondLst>
                                            <p:cond delay="0"/>
                                          </p:stCondLst>
                                        </p:cTn>
                                        <p:tgtEl>
                                          <p:spTgt spid="537"/>
                                        </p:tgtEl>
                                        <p:attrNameLst>
                                          <p:attrName>style.visibility</p:attrName>
                                        </p:attrNameLst>
                                      </p:cBhvr>
                                      <p:to>
                                        <p:strVal val="visible"/>
                                      </p:to>
                                    </p:set>
                                    <p:animEffect filter="fade" transition="in">
                                      <p:cBhvr>
                                        <p:cTn dur="1000"/>
                                        <p:tgtEl>
                                          <p:spTgt spid="53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52"/>
                                        </p:tgtEl>
                                        <p:attrNameLst>
                                          <p:attrName>style.visibility</p:attrName>
                                        </p:attrNameLst>
                                      </p:cBhvr>
                                      <p:to>
                                        <p:strVal val="visible"/>
                                      </p:to>
                                    </p:set>
                                    <p:animEffect filter="fade" transition="in">
                                      <p:cBhvr>
                                        <p:cTn dur="1000"/>
                                        <p:tgtEl>
                                          <p:spTgt spid="552"/>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553"/>
                                        </p:tgtEl>
                                        <p:attrNameLst>
                                          <p:attrName>style.visibility</p:attrName>
                                        </p:attrNameLst>
                                      </p:cBhvr>
                                      <p:to>
                                        <p:strVal val="visible"/>
                                      </p:to>
                                    </p:set>
                                    <p:animEffect filter="fade" transition="in">
                                      <p:cBhvr>
                                        <p:cTn dur="1000"/>
                                        <p:tgtEl>
                                          <p:spTgt spid="553"/>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551"/>
                                        </p:tgtEl>
                                        <p:attrNameLst>
                                          <p:attrName>style.visibility</p:attrName>
                                        </p:attrNameLst>
                                      </p:cBhvr>
                                      <p:to>
                                        <p:strVal val="visible"/>
                                      </p:to>
                                    </p:set>
                                    <p:animEffect filter="fade" transition="in">
                                      <p:cBhvr>
                                        <p:cTn dur="1000"/>
                                        <p:tgtEl>
                                          <p:spTgt spid="55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48"/>
                                        </p:tgtEl>
                                        <p:attrNameLst>
                                          <p:attrName>style.visibility</p:attrName>
                                        </p:attrNameLst>
                                      </p:cBhvr>
                                      <p:to>
                                        <p:strVal val="visible"/>
                                      </p:to>
                                    </p:set>
                                    <p:animEffect filter="fade" transition="in">
                                      <p:cBhvr>
                                        <p:cTn dur="1000"/>
                                        <p:tgtEl>
                                          <p:spTgt spid="548"/>
                                        </p:tgtEl>
                                      </p:cBhvr>
                                    </p:animEffect>
                                  </p:childTnLst>
                                </p:cTn>
                              </p:par>
                              <p:par>
                                <p:cTn fill="hold" nodeType="withEffect" presetClass="entr" presetID="10" presetSubtype="0">
                                  <p:stCondLst>
                                    <p:cond delay="0"/>
                                  </p:stCondLst>
                                  <p:childTnLst>
                                    <p:set>
                                      <p:cBhvr>
                                        <p:cTn dur="1" fill="hold">
                                          <p:stCondLst>
                                            <p:cond delay="0"/>
                                          </p:stCondLst>
                                        </p:cTn>
                                        <p:tgtEl>
                                          <p:spTgt spid="555"/>
                                        </p:tgtEl>
                                        <p:attrNameLst>
                                          <p:attrName>style.visibility</p:attrName>
                                        </p:attrNameLst>
                                      </p:cBhvr>
                                      <p:to>
                                        <p:strVal val="visible"/>
                                      </p:to>
                                    </p:set>
                                    <p:animEffect filter="fade" transition="in">
                                      <p:cBhvr>
                                        <p:cTn dur="1000"/>
                                        <p:tgtEl>
                                          <p:spTgt spid="555"/>
                                        </p:tgtEl>
                                      </p:cBhvr>
                                    </p:animEffect>
                                  </p:childTnLst>
                                </p:cTn>
                              </p:par>
                              <p:par>
                                <p:cTn fill="hold" nodeType="withEffect" presetClass="entr" presetID="10" presetSubtype="0">
                                  <p:stCondLst>
                                    <p:cond delay="0"/>
                                  </p:stCondLst>
                                  <p:childTnLst>
                                    <p:set>
                                      <p:cBhvr>
                                        <p:cTn dur="1" fill="hold">
                                          <p:stCondLst>
                                            <p:cond delay="0"/>
                                          </p:stCondLst>
                                        </p:cTn>
                                        <p:tgtEl>
                                          <p:spTgt spid="556"/>
                                        </p:tgtEl>
                                        <p:attrNameLst>
                                          <p:attrName>style.visibility</p:attrName>
                                        </p:attrNameLst>
                                      </p:cBhvr>
                                      <p:to>
                                        <p:strVal val="visible"/>
                                      </p:to>
                                    </p:set>
                                    <p:animEffect filter="fade" transition="in">
                                      <p:cBhvr>
                                        <p:cTn dur="1000"/>
                                        <p:tgtEl>
                                          <p:spTgt spid="55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58"/>
                                        </p:tgtEl>
                                        <p:attrNameLst>
                                          <p:attrName>style.visibility</p:attrName>
                                        </p:attrNameLst>
                                      </p:cBhvr>
                                      <p:to>
                                        <p:strVal val="visible"/>
                                      </p:to>
                                    </p:set>
                                    <p:animEffect filter="fade" transition="in">
                                      <p:cBhvr>
                                        <p:cTn dur="1000"/>
                                        <p:tgtEl>
                                          <p:spTgt spid="55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57"/>
                                        </p:tgtEl>
                                        <p:attrNameLst>
                                          <p:attrName>style.visibility</p:attrName>
                                        </p:attrNameLst>
                                      </p:cBhvr>
                                      <p:to>
                                        <p:strVal val="visible"/>
                                      </p:to>
                                    </p:set>
                                    <p:animEffect filter="fade" transition="in">
                                      <p:cBhvr>
                                        <p:cTn dur="1000"/>
                                        <p:tgtEl>
                                          <p:spTgt spid="55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2" name="Shape 562"/>
        <p:cNvGrpSpPr/>
        <p:nvPr/>
      </p:nvGrpSpPr>
      <p:grpSpPr>
        <a:xfrm>
          <a:off x="0" y="0"/>
          <a:ext cx="0" cy="0"/>
          <a:chOff x="0" y="0"/>
          <a:chExt cx="0" cy="0"/>
        </a:xfrm>
      </p:grpSpPr>
      <p:sp>
        <p:nvSpPr>
          <p:cNvPr id="563" name="Google Shape;563;p75"/>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We can add new elements to the queue, which is great! But we can't actually remove anything from the queue, which is not so great. Finish implementing the Node-based Queue by added a dequeue method.</a:t>
            </a:r>
            <a:endParaRPr/>
          </a:p>
        </p:txBody>
      </p:sp>
      <p:sp>
        <p:nvSpPr>
          <p:cNvPr id="564" name="Google Shape;564;p75"/>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65" name="Google Shape;565;p75"/>
          <p:cNvSpPr txBox="1"/>
          <p:nvPr>
            <p:ph idx="2" type="body"/>
          </p:nvPr>
        </p:nvSpPr>
        <p:spPr>
          <a:xfrm>
            <a:off x="2769325" y="1868350"/>
            <a:ext cx="6197400" cy="2676600"/>
          </a:xfrm>
          <a:prstGeom prst="rect">
            <a:avLst/>
          </a:prstGeom>
        </p:spPr>
        <p:txBody>
          <a:bodyPr anchorCtr="0" anchor="t" bIns="91425" lIns="91425" spcFirstLastPara="1" rIns="91425" wrap="square" tIns="91425">
            <a:spAutoFit/>
          </a:bodyPr>
          <a:lstStyle/>
          <a:p>
            <a:pPr indent="-336550" lvl="0" marL="457200" rtl="0" algn="l">
              <a:spcBef>
                <a:spcPts val="0"/>
              </a:spcBef>
              <a:spcAft>
                <a:spcPts val="0"/>
              </a:spcAft>
              <a:buSzPts val="1700"/>
              <a:buChar char="●"/>
            </a:pPr>
            <a:r>
              <a:rPr lang="en" sz="1700"/>
              <a:t>Open your </a:t>
            </a:r>
            <a:r>
              <a:rPr lang="en" sz="1700">
                <a:latin typeface="Courier New"/>
                <a:ea typeface="Courier New"/>
                <a:cs typeface="Courier New"/>
                <a:sym typeface="Courier New"/>
              </a:rPr>
              <a:t>NodeQueue</a:t>
            </a:r>
            <a:r>
              <a:rPr lang="en" sz="1700"/>
              <a:t> class and implement the </a:t>
            </a:r>
            <a:r>
              <a:rPr lang="en" sz="1700">
                <a:solidFill>
                  <a:srgbClr val="FF0000"/>
                </a:solidFill>
                <a:latin typeface="Courier New"/>
                <a:ea typeface="Courier New"/>
                <a:cs typeface="Courier New"/>
                <a:sym typeface="Courier New"/>
              </a:rPr>
              <a:t>dequeue</a:t>
            </a:r>
            <a:r>
              <a:rPr lang="en" sz="1700">
                <a:solidFill>
                  <a:srgbClr val="FF0000"/>
                </a:solidFill>
              </a:rPr>
              <a:t> </a:t>
            </a:r>
            <a:r>
              <a:rPr b="1" i="1" lang="en" sz="1700">
                <a:solidFill>
                  <a:srgbClr val="FF0000"/>
                </a:solidFill>
              </a:rPr>
              <a:t>method</a:t>
            </a:r>
            <a:r>
              <a:rPr lang="en" sz="1700"/>
              <a:t>.</a:t>
            </a:r>
            <a:endParaRPr sz="1700"/>
          </a:p>
          <a:p>
            <a:pPr indent="-323850" lvl="1" marL="914400" rtl="0" algn="l">
              <a:spcBef>
                <a:spcPts val="0"/>
              </a:spcBef>
              <a:spcAft>
                <a:spcPts val="0"/>
              </a:spcAft>
              <a:buSzPts val="1500"/>
              <a:buChar char="○"/>
            </a:pPr>
            <a:r>
              <a:rPr lang="en" sz="1500"/>
              <a:t>Save the </a:t>
            </a:r>
            <a:r>
              <a:rPr lang="en" sz="1500">
                <a:latin typeface="Courier New"/>
                <a:ea typeface="Courier New"/>
                <a:cs typeface="Courier New"/>
                <a:sym typeface="Courier New"/>
              </a:rPr>
              <a:t>front</a:t>
            </a:r>
            <a:r>
              <a:rPr lang="en" sz="1500"/>
              <a:t> node's </a:t>
            </a:r>
            <a:r>
              <a:rPr b="1" i="1" lang="en" sz="1500">
                <a:solidFill>
                  <a:srgbClr val="FF0000"/>
                </a:solidFill>
              </a:rPr>
              <a:t>value </a:t>
            </a:r>
            <a:r>
              <a:rPr lang="en" sz="1500"/>
              <a:t>in a </a:t>
            </a:r>
            <a:r>
              <a:rPr b="1" i="1" lang="en" sz="1500">
                <a:solidFill>
                  <a:srgbClr val="FF0000"/>
                </a:solidFill>
              </a:rPr>
              <a:t>temporary variable</a:t>
            </a:r>
            <a:r>
              <a:rPr lang="en" sz="1500"/>
              <a:t>.</a:t>
            </a:r>
            <a:endParaRPr sz="1500"/>
          </a:p>
          <a:p>
            <a:pPr indent="-323850" lvl="1" marL="914400" rtl="0" algn="l">
              <a:spcBef>
                <a:spcPts val="0"/>
              </a:spcBef>
              <a:spcAft>
                <a:spcPts val="0"/>
              </a:spcAft>
              <a:buSzPts val="1500"/>
              <a:buChar char="○"/>
            </a:pPr>
            <a:r>
              <a:rPr lang="en" sz="1500"/>
              <a:t>Make the </a:t>
            </a:r>
            <a:r>
              <a:rPr b="1" i="1" lang="en" sz="1500">
                <a:solidFill>
                  <a:srgbClr val="FF0000"/>
                </a:solidFill>
              </a:rPr>
              <a:t>new</a:t>
            </a:r>
            <a:r>
              <a:rPr lang="en" sz="1500">
                <a:solidFill>
                  <a:srgbClr val="FF0000"/>
                </a:solidFill>
              </a:rPr>
              <a:t> </a:t>
            </a:r>
            <a:r>
              <a:rPr lang="en" sz="1500">
                <a:latin typeface="Courier New"/>
                <a:ea typeface="Courier New"/>
                <a:cs typeface="Courier New"/>
                <a:sym typeface="Courier New"/>
              </a:rPr>
              <a:t>front</a:t>
            </a:r>
            <a:r>
              <a:rPr lang="en" sz="1500"/>
              <a:t> the </a:t>
            </a:r>
            <a:r>
              <a:rPr b="1" i="1" lang="en" sz="1500">
                <a:solidFill>
                  <a:srgbClr val="FF0000"/>
                </a:solidFill>
              </a:rPr>
              <a:t>old</a:t>
            </a:r>
            <a:r>
              <a:rPr b="1" i="1" lang="en" sz="1500"/>
              <a:t> </a:t>
            </a:r>
            <a:r>
              <a:rPr lang="en" sz="1500">
                <a:latin typeface="Courier New"/>
                <a:ea typeface="Courier New"/>
                <a:cs typeface="Courier New"/>
                <a:sym typeface="Courier New"/>
              </a:rPr>
              <a:t>front</a:t>
            </a:r>
            <a:r>
              <a:rPr lang="en" sz="1500"/>
              <a:t>'s </a:t>
            </a:r>
            <a:r>
              <a:rPr b="1" i="1" lang="en" sz="1500">
                <a:solidFill>
                  <a:srgbClr val="FF0000"/>
                </a:solidFill>
              </a:rPr>
              <a:t>next</a:t>
            </a:r>
            <a:r>
              <a:rPr lang="en" sz="1500">
                <a:solidFill>
                  <a:srgbClr val="FF0000"/>
                </a:solidFill>
              </a:rPr>
              <a:t> </a:t>
            </a:r>
            <a:r>
              <a:rPr lang="en" sz="1500"/>
              <a:t>node.</a:t>
            </a:r>
            <a:endParaRPr sz="1500"/>
          </a:p>
          <a:p>
            <a:pPr indent="-323850" lvl="1" marL="914400" rtl="0" algn="l">
              <a:spcBef>
                <a:spcPts val="0"/>
              </a:spcBef>
              <a:spcAft>
                <a:spcPts val="0"/>
              </a:spcAft>
              <a:buSzPts val="1500"/>
              <a:buChar char="○"/>
            </a:pPr>
            <a:r>
              <a:rPr lang="en" sz="1500"/>
              <a:t>If the new </a:t>
            </a:r>
            <a:r>
              <a:rPr lang="en" sz="1500">
                <a:latin typeface="Courier New"/>
                <a:ea typeface="Courier New"/>
                <a:cs typeface="Courier New"/>
                <a:sym typeface="Courier New"/>
              </a:rPr>
              <a:t>front</a:t>
            </a:r>
            <a:r>
              <a:rPr lang="en" sz="1500"/>
              <a:t> is </a:t>
            </a:r>
            <a:r>
              <a:rPr lang="en" sz="1500">
                <a:latin typeface="Courier New"/>
                <a:ea typeface="Courier New"/>
                <a:cs typeface="Courier New"/>
                <a:sym typeface="Courier New"/>
              </a:rPr>
              <a:t>null</a:t>
            </a:r>
            <a:r>
              <a:rPr lang="en" sz="1500"/>
              <a:t>, </a:t>
            </a:r>
            <a:r>
              <a:rPr b="1" i="1" lang="en" sz="1500">
                <a:solidFill>
                  <a:srgbClr val="FF0000"/>
                </a:solidFill>
              </a:rPr>
              <a:t>set </a:t>
            </a:r>
            <a:r>
              <a:rPr lang="en" sz="1500">
                <a:solidFill>
                  <a:srgbClr val="FF0000"/>
                </a:solidFill>
                <a:latin typeface="Courier New"/>
                <a:ea typeface="Courier New"/>
                <a:cs typeface="Courier New"/>
                <a:sym typeface="Courier New"/>
              </a:rPr>
              <a:t>back</a:t>
            </a:r>
            <a:r>
              <a:rPr b="1" i="1" lang="en" sz="1500">
                <a:solidFill>
                  <a:srgbClr val="FF0000"/>
                </a:solidFill>
              </a:rPr>
              <a:t> to</a:t>
            </a:r>
            <a:r>
              <a:rPr lang="en" sz="1500">
                <a:solidFill>
                  <a:srgbClr val="FF0000"/>
                </a:solidFill>
              </a:rPr>
              <a:t> </a:t>
            </a:r>
            <a:r>
              <a:rPr lang="en" sz="1500">
                <a:solidFill>
                  <a:srgbClr val="FF0000"/>
                </a:solidFill>
                <a:latin typeface="Courier New"/>
                <a:ea typeface="Courier New"/>
                <a:cs typeface="Courier New"/>
                <a:sym typeface="Courier New"/>
              </a:rPr>
              <a:t>null</a:t>
            </a:r>
            <a:r>
              <a:rPr lang="en" sz="1500"/>
              <a:t> as well!</a:t>
            </a:r>
            <a:endParaRPr sz="1500"/>
          </a:p>
          <a:p>
            <a:pPr indent="-323850" lvl="1" marL="914400" rtl="0" algn="l">
              <a:spcBef>
                <a:spcPts val="0"/>
              </a:spcBef>
              <a:spcAft>
                <a:spcPts val="0"/>
              </a:spcAft>
              <a:buSzPts val="1500"/>
              <a:buChar char="○"/>
            </a:pPr>
            <a:r>
              <a:rPr lang="en" sz="1500"/>
              <a:t>Don't forget to </a:t>
            </a:r>
            <a:r>
              <a:rPr b="1" i="1" lang="en" sz="1500">
                <a:solidFill>
                  <a:srgbClr val="FF0000"/>
                </a:solidFill>
              </a:rPr>
              <a:t>decrement </a:t>
            </a:r>
            <a:r>
              <a:rPr lang="en" sz="1500">
                <a:solidFill>
                  <a:srgbClr val="FF0000"/>
                </a:solidFill>
                <a:latin typeface="Courier New"/>
                <a:ea typeface="Courier New"/>
                <a:cs typeface="Courier New"/>
                <a:sym typeface="Courier New"/>
              </a:rPr>
              <a:t>size</a:t>
            </a:r>
            <a:r>
              <a:rPr lang="en" sz="1500"/>
              <a:t>!</a:t>
            </a:r>
            <a:endParaRPr sz="1500"/>
          </a:p>
          <a:p>
            <a:pPr indent="-323850" lvl="1" marL="914400" rtl="0" algn="l">
              <a:spcBef>
                <a:spcPts val="0"/>
              </a:spcBef>
              <a:spcAft>
                <a:spcPts val="0"/>
              </a:spcAft>
              <a:buSzPts val="1500"/>
              <a:buChar char="○"/>
            </a:pPr>
            <a:r>
              <a:rPr b="1" i="1" lang="en" sz="1500">
                <a:solidFill>
                  <a:srgbClr val="FF0000"/>
                </a:solidFill>
              </a:rPr>
              <a:t>Return </a:t>
            </a:r>
            <a:r>
              <a:rPr lang="en" sz="1500"/>
              <a:t>the temporary variable.</a:t>
            </a:r>
            <a:endParaRPr sz="1500"/>
          </a:p>
          <a:p>
            <a:pPr indent="-336550" lvl="0" marL="457200" rtl="0" algn="l">
              <a:spcBef>
                <a:spcPts val="0"/>
              </a:spcBef>
              <a:spcAft>
                <a:spcPts val="0"/>
              </a:spcAft>
              <a:buSzPts val="1700"/>
              <a:buChar char="●"/>
            </a:pPr>
            <a:r>
              <a:rPr lang="en" sz="1700"/>
              <a:t>Use </a:t>
            </a:r>
            <a:r>
              <a:rPr lang="en" sz="1700">
                <a:latin typeface="Courier New"/>
                <a:ea typeface="Courier New"/>
                <a:cs typeface="Courier New"/>
                <a:sym typeface="Courier New"/>
              </a:rPr>
              <a:t>main</a:t>
            </a:r>
            <a:r>
              <a:rPr lang="en" sz="1700"/>
              <a:t> to dequeue a few values and print them out. Print your queue as well.</a:t>
            </a:r>
            <a:endParaRPr sz="1700"/>
          </a:p>
        </p:txBody>
      </p:sp>
      <p:sp>
        <p:nvSpPr>
          <p:cNvPr id="566" name="Google Shape;566;p75"/>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Dequeue Using Nodes</a:t>
            </a:r>
            <a:endParaRPr/>
          </a:p>
        </p:txBody>
      </p:sp>
      <p:sp>
        <p:nvSpPr>
          <p:cNvPr id="567" name="Google Shape;567;p75"/>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5.7</a:t>
            </a:r>
            <a:endParaRPr/>
          </a:p>
        </p:txBody>
      </p:sp>
      <p:pic>
        <p:nvPicPr>
          <p:cNvPr id="568" name="Google Shape;568;p75"/>
          <p:cNvPicPr preferRelativeResize="0"/>
          <p:nvPr/>
        </p:nvPicPr>
        <p:blipFill rotWithShape="1">
          <a:blip r:embed="rId3">
            <a:alphaModFix/>
          </a:blip>
          <a:srcRect b="0" l="0" r="0" t="0"/>
          <a:stretch/>
        </p:blipFill>
        <p:spPr>
          <a:xfrm>
            <a:off x="494025" y="1729125"/>
            <a:ext cx="2130525" cy="3261750"/>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2" name="Shape 572"/>
        <p:cNvGrpSpPr/>
        <p:nvPr/>
      </p:nvGrpSpPr>
      <p:grpSpPr>
        <a:xfrm>
          <a:off x="0" y="0"/>
          <a:ext cx="0" cy="0"/>
          <a:chOff x="0" y="0"/>
          <a:chExt cx="0" cy="0"/>
        </a:xfrm>
      </p:grpSpPr>
      <p:sp>
        <p:nvSpPr>
          <p:cNvPr id="573" name="Google Shape;573;p76"/>
          <p:cNvSpPr txBox="1"/>
          <p:nvPr>
            <p:ph type="title"/>
          </p:nvPr>
        </p:nvSpPr>
        <p:spPr>
          <a:xfrm>
            <a:off x="311725" y="2723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700"/>
              <a:t>Array-Based Queues</a:t>
            </a:r>
            <a:endParaRPr sz="2700"/>
          </a:p>
        </p:txBody>
      </p:sp>
      <p:sp>
        <p:nvSpPr>
          <p:cNvPr id="574" name="Google Shape;574;p76"/>
          <p:cNvSpPr txBox="1"/>
          <p:nvPr>
            <p:ph idx="1" type="body"/>
          </p:nvPr>
        </p:nvSpPr>
        <p:spPr>
          <a:xfrm>
            <a:off x="4270125" y="38097"/>
            <a:ext cx="4773300" cy="5048700"/>
          </a:xfrm>
          <a:prstGeom prst="rect">
            <a:avLst/>
          </a:prstGeom>
          <a:noFill/>
          <a:ln>
            <a:noFill/>
          </a:ln>
        </p:spPr>
        <p:txBody>
          <a:bodyPr anchorCtr="0" anchor="ctr" bIns="91425" lIns="91425" spcFirstLastPara="1" rIns="91425" wrap="square" tIns="91425">
            <a:spAutoFit/>
          </a:bodyPr>
          <a:lstStyle/>
          <a:p>
            <a:pPr indent="-311150" lvl="0" marL="457200" rtl="0" algn="l">
              <a:lnSpc>
                <a:spcPct val="100000"/>
              </a:lnSpc>
              <a:spcBef>
                <a:spcPts val="0"/>
              </a:spcBef>
              <a:spcAft>
                <a:spcPts val="0"/>
              </a:spcAft>
              <a:buSzPts val="1300"/>
              <a:buChar char="●"/>
            </a:pPr>
            <a:r>
              <a:rPr lang="en"/>
              <a:t>The </a:t>
            </a:r>
            <a:r>
              <a:rPr b="1" i="1" lang="en">
                <a:solidFill>
                  <a:srgbClr val="FF0000"/>
                </a:solidFill>
              </a:rPr>
              <a:t>queue</a:t>
            </a:r>
            <a:r>
              <a:rPr lang="en">
                <a:solidFill>
                  <a:srgbClr val="FF0000"/>
                </a:solidFill>
              </a:rPr>
              <a:t> </a:t>
            </a:r>
            <a:r>
              <a:rPr lang="en"/>
              <a:t>abstract data type </a:t>
            </a:r>
            <a:r>
              <a:rPr b="1" i="1" lang="en">
                <a:solidFill>
                  <a:srgbClr val="FF0000"/>
                </a:solidFill>
              </a:rPr>
              <a:t>defines</a:t>
            </a:r>
            <a:r>
              <a:rPr lang="en">
                <a:solidFill>
                  <a:srgbClr val="FF0000"/>
                </a:solidFill>
              </a:rPr>
              <a:t> </a:t>
            </a:r>
            <a:r>
              <a:rPr lang="en"/>
              <a:t>the following behavior:</a:t>
            </a:r>
            <a:endParaRPr/>
          </a:p>
          <a:p>
            <a:pPr indent="-298450" lvl="1" marL="914400" rtl="0" algn="l">
              <a:lnSpc>
                <a:spcPct val="100000"/>
              </a:lnSpc>
              <a:spcBef>
                <a:spcPts val="0"/>
              </a:spcBef>
              <a:spcAft>
                <a:spcPts val="0"/>
              </a:spcAft>
              <a:buSzPts val="1100"/>
              <a:buChar char="○"/>
            </a:pPr>
            <a:r>
              <a:rPr lang="en"/>
              <a:t>Elements are </a:t>
            </a:r>
            <a:r>
              <a:rPr b="1" i="1" lang="en">
                <a:solidFill>
                  <a:srgbClr val="FF0000"/>
                </a:solidFill>
              </a:rPr>
              <a:t>enqueued</a:t>
            </a:r>
            <a:r>
              <a:rPr lang="en">
                <a:solidFill>
                  <a:srgbClr val="FF0000"/>
                </a:solidFill>
              </a:rPr>
              <a:t> </a:t>
            </a:r>
            <a:r>
              <a:rPr lang="en"/>
              <a:t>at the </a:t>
            </a:r>
            <a:r>
              <a:rPr b="1" i="1" lang="en">
                <a:solidFill>
                  <a:srgbClr val="FF0000"/>
                </a:solidFill>
              </a:rPr>
              <a:t>back</a:t>
            </a:r>
            <a:r>
              <a:rPr lang="en"/>
              <a:t>.</a:t>
            </a:r>
            <a:endParaRPr/>
          </a:p>
          <a:p>
            <a:pPr indent="-298450" lvl="1" marL="914400" rtl="0" algn="l">
              <a:lnSpc>
                <a:spcPct val="100000"/>
              </a:lnSpc>
              <a:spcBef>
                <a:spcPts val="0"/>
              </a:spcBef>
              <a:spcAft>
                <a:spcPts val="0"/>
              </a:spcAft>
              <a:buSzPts val="1100"/>
              <a:buChar char="○"/>
            </a:pPr>
            <a:r>
              <a:rPr lang="en"/>
              <a:t>Elements are </a:t>
            </a:r>
            <a:r>
              <a:rPr b="1" i="1" lang="en">
                <a:solidFill>
                  <a:srgbClr val="FF0000"/>
                </a:solidFill>
              </a:rPr>
              <a:t>dequeued</a:t>
            </a:r>
            <a:r>
              <a:rPr lang="en">
                <a:solidFill>
                  <a:srgbClr val="FF0000"/>
                </a:solidFill>
              </a:rPr>
              <a:t> </a:t>
            </a:r>
            <a:r>
              <a:rPr lang="en"/>
              <a:t>from the </a:t>
            </a:r>
            <a:r>
              <a:rPr b="1" i="1" lang="en">
                <a:solidFill>
                  <a:srgbClr val="FF0000"/>
                </a:solidFill>
              </a:rPr>
              <a:t>front</a:t>
            </a:r>
            <a:r>
              <a:rPr lang="en"/>
              <a:t>.</a:t>
            </a:r>
            <a:endParaRPr/>
          </a:p>
          <a:p>
            <a:pPr indent="-298450" lvl="1" marL="914400" rtl="0" algn="l">
              <a:lnSpc>
                <a:spcPct val="100000"/>
              </a:lnSpc>
              <a:spcBef>
                <a:spcPts val="0"/>
              </a:spcBef>
              <a:spcAft>
                <a:spcPts val="0"/>
              </a:spcAft>
              <a:buSzPts val="1100"/>
              <a:buChar char="○"/>
            </a:pPr>
            <a:r>
              <a:rPr lang="en"/>
              <a:t>The order in which elements are added is maintained - a queue is a </a:t>
            </a:r>
            <a:r>
              <a:rPr b="1" i="1" lang="en">
                <a:solidFill>
                  <a:srgbClr val="FF0000"/>
                </a:solidFill>
              </a:rPr>
              <a:t>FIFO</a:t>
            </a:r>
            <a:r>
              <a:rPr lang="en">
                <a:solidFill>
                  <a:srgbClr val="FF0000"/>
                </a:solidFill>
              </a:rPr>
              <a:t> </a:t>
            </a:r>
            <a:r>
              <a:rPr lang="en"/>
              <a:t>data structure.</a:t>
            </a:r>
            <a:endParaRPr/>
          </a:p>
          <a:p>
            <a:pPr indent="-311150" lvl="0" marL="457200" rtl="0" algn="l">
              <a:lnSpc>
                <a:spcPct val="100000"/>
              </a:lnSpc>
              <a:spcBef>
                <a:spcPts val="1000"/>
              </a:spcBef>
              <a:spcAft>
                <a:spcPts val="0"/>
              </a:spcAft>
              <a:buSzPts val="1300"/>
              <a:buChar char="●"/>
            </a:pPr>
            <a:r>
              <a:rPr lang="en"/>
              <a:t>Most data structures can be implemented in more than one way.</a:t>
            </a:r>
            <a:endParaRPr/>
          </a:p>
          <a:p>
            <a:pPr indent="-298450" lvl="1" marL="914400" rtl="0" algn="l">
              <a:lnSpc>
                <a:spcPct val="100000"/>
              </a:lnSpc>
              <a:spcBef>
                <a:spcPts val="0"/>
              </a:spcBef>
              <a:spcAft>
                <a:spcPts val="0"/>
              </a:spcAft>
              <a:buSzPts val="1100"/>
              <a:buChar char="○"/>
            </a:pPr>
            <a:r>
              <a:rPr lang="en"/>
              <a:t>The above description does not include any information about the </a:t>
            </a:r>
            <a:r>
              <a:rPr b="1" i="1" lang="en">
                <a:solidFill>
                  <a:srgbClr val="FF0000"/>
                </a:solidFill>
              </a:rPr>
              <a:t>implementation</a:t>
            </a:r>
            <a:r>
              <a:rPr lang="en">
                <a:solidFill>
                  <a:srgbClr val="FF0000"/>
                </a:solidFill>
              </a:rPr>
              <a:t> </a:t>
            </a:r>
            <a:r>
              <a:rPr lang="en"/>
              <a:t>of the queue.</a:t>
            </a:r>
            <a:endParaRPr/>
          </a:p>
          <a:p>
            <a:pPr indent="-298450" lvl="1" marL="914400" rtl="0" algn="l">
              <a:lnSpc>
                <a:spcPct val="100000"/>
              </a:lnSpc>
              <a:spcBef>
                <a:spcPts val="0"/>
              </a:spcBef>
              <a:spcAft>
                <a:spcPts val="0"/>
              </a:spcAft>
              <a:buSzPts val="1100"/>
              <a:buChar char="○"/>
            </a:pPr>
            <a:r>
              <a:rPr lang="en"/>
              <a:t>So far we have implemented a queue using a </a:t>
            </a:r>
            <a:r>
              <a:rPr b="1" i="1" lang="en">
                <a:solidFill>
                  <a:srgbClr val="FF0000"/>
                </a:solidFill>
              </a:rPr>
              <a:t>linked sequence</a:t>
            </a:r>
            <a:r>
              <a:rPr lang="en"/>
              <a:t> of </a:t>
            </a:r>
            <a:r>
              <a:rPr b="1" i="1" lang="en">
                <a:solidFill>
                  <a:srgbClr val="FF0000"/>
                </a:solidFill>
              </a:rPr>
              <a:t>nodes</a:t>
            </a:r>
            <a:r>
              <a:rPr lang="en"/>
              <a:t>, but that is only one possible implementation of a queue.</a:t>
            </a:r>
            <a:endParaRPr/>
          </a:p>
          <a:p>
            <a:pPr indent="-311150" lvl="0" marL="457200" rtl="0" algn="l">
              <a:lnSpc>
                <a:spcPct val="100000"/>
              </a:lnSpc>
              <a:spcBef>
                <a:spcPts val="1000"/>
              </a:spcBef>
              <a:spcAft>
                <a:spcPts val="0"/>
              </a:spcAft>
              <a:buSzPts val="1300"/>
              <a:buChar char="●"/>
            </a:pPr>
            <a:r>
              <a:rPr lang="en"/>
              <a:t>Another possible implementation stores elements in a </a:t>
            </a:r>
            <a:r>
              <a:rPr b="1" i="1" lang="en">
                <a:solidFill>
                  <a:srgbClr val="FF0000"/>
                </a:solidFill>
              </a:rPr>
              <a:t>circular</a:t>
            </a:r>
            <a:r>
              <a:rPr lang="en">
                <a:solidFill>
                  <a:srgbClr val="FF0000"/>
                </a:solidFill>
              </a:rPr>
              <a:t> </a:t>
            </a:r>
            <a:r>
              <a:rPr b="1" i="1" lang="en">
                <a:solidFill>
                  <a:srgbClr val="FF0000"/>
                </a:solidFill>
              </a:rPr>
              <a:t>array</a:t>
            </a:r>
            <a:r>
              <a:rPr lang="en"/>
              <a:t>.</a:t>
            </a:r>
            <a:endParaRPr/>
          </a:p>
          <a:p>
            <a:pPr indent="-298450" lvl="1" marL="914400" rtl="0" algn="l">
              <a:lnSpc>
                <a:spcPct val="100000"/>
              </a:lnSpc>
              <a:spcBef>
                <a:spcPts val="0"/>
              </a:spcBef>
              <a:spcAft>
                <a:spcPts val="0"/>
              </a:spcAft>
              <a:buSzPts val="1100"/>
              <a:buChar char="○"/>
            </a:pPr>
            <a:r>
              <a:rPr lang="en"/>
              <a:t>Separate </a:t>
            </a:r>
            <a:r>
              <a:rPr lang="en"/>
              <a:t>indices</a:t>
            </a:r>
            <a:r>
              <a:rPr lang="en"/>
              <a:t> for the </a:t>
            </a:r>
            <a:r>
              <a:rPr b="1" i="1" lang="en">
                <a:solidFill>
                  <a:srgbClr val="FF0000"/>
                </a:solidFill>
              </a:rPr>
              <a:t>front</a:t>
            </a:r>
            <a:r>
              <a:rPr lang="en">
                <a:solidFill>
                  <a:srgbClr val="FF0000"/>
                </a:solidFill>
              </a:rPr>
              <a:t> </a:t>
            </a:r>
            <a:r>
              <a:rPr lang="en"/>
              <a:t>and </a:t>
            </a:r>
            <a:r>
              <a:rPr b="1" i="1" lang="en">
                <a:solidFill>
                  <a:srgbClr val="FF0000"/>
                </a:solidFill>
              </a:rPr>
              <a:t>back</a:t>
            </a:r>
            <a:r>
              <a:rPr lang="en">
                <a:solidFill>
                  <a:srgbClr val="FF0000"/>
                </a:solidFill>
              </a:rPr>
              <a:t> </a:t>
            </a:r>
            <a:r>
              <a:rPr lang="en"/>
              <a:t>of the queue are saved as fields.</a:t>
            </a:r>
            <a:endParaRPr/>
          </a:p>
          <a:p>
            <a:pPr indent="-298450" lvl="1" marL="914400" rtl="0" algn="l">
              <a:lnSpc>
                <a:spcPct val="100000"/>
              </a:lnSpc>
              <a:spcBef>
                <a:spcPts val="0"/>
              </a:spcBef>
              <a:spcAft>
                <a:spcPts val="0"/>
              </a:spcAft>
              <a:buSzPts val="1100"/>
              <a:buChar char="○"/>
            </a:pPr>
            <a:r>
              <a:rPr lang="en"/>
              <a:t>As elements are </a:t>
            </a:r>
            <a:r>
              <a:rPr b="1" i="1" lang="en">
                <a:solidFill>
                  <a:srgbClr val="FF0000"/>
                </a:solidFill>
              </a:rPr>
              <a:t>enqueued</a:t>
            </a:r>
            <a:r>
              <a:rPr lang="en"/>
              <a:t>, the back index is incremented.</a:t>
            </a:r>
            <a:endParaRPr/>
          </a:p>
          <a:p>
            <a:pPr indent="-298450" lvl="1" marL="914400" rtl="0" algn="l">
              <a:lnSpc>
                <a:spcPct val="100000"/>
              </a:lnSpc>
              <a:spcBef>
                <a:spcPts val="0"/>
              </a:spcBef>
              <a:spcAft>
                <a:spcPts val="0"/>
              </a:spcAft>
              <a:buSzPts val="1100"/>
              <a:buChar char="○"/>
            </a:pPr>
            <a:r>
              <a:rPr lang="en"/>
              <a:t>As elements are </a:t>
            </a:r>
            <a:r>
              <a:rPr b="1" i="1" lang="en">
                <a:solidFill>
                  <a:srgbClr val="FF0000"/>
                </a:solidFill>
              </a:rPr>
              <a:t>dequeued</a:t>
            </a:r>
            <a:r>
              <a:rPr lang="en"/>
              <a:t>, the front index is incremented.</a:t>
            </a:r>
            <a:endParaRPr/>
          </a:p>
          <a:p>
            <a:pPr indent="-311150" lvl="0" marL="457200" rtl="0" algn="l">
              <a:lnSpc>
                <a:spcPct val="100000"/>
              </a:lnSpc>
              <a:spcBef>
                <a:spcPts val="1000"/>
              </a:spcBef>
              <a:spcAft>
                <a:spcPts val="0"/>
              </a:spcAft>
              <a:buSzPts val="1300"/>
              <a:buChar char="●"/>
            </a:pPr>
            <a:r>
              <a:rPr lang="en"/>
              <a:t>From the perspective of the user, both implementations work </a:t>
            </a:r>
            <a:r>
              <a:rPr b="1" i="1" lang="en">
                <a:solidFill>
                  <a:srgbClr val="FF0000"/>
                </a:solidFill>
              </a:rPr>
              <a:t>exactly the same</a:t>
            </a:r>
            <a:r>
              <a:rPr lang="en"/>
              <a:t>.</a:t>
            </a:r>
            <a:endParaRPr/>
          </a:p>
          <a:p>
            <a:pPr indent="-298450" lvl="1" marL="914400" rtl="0" algn="l">
              <a:lnSpc>
                <a:spcPct val="100000"/>
              </a:lnSpc>
              <a:spcBef>
                <a:spcPts val="0"/>
              </a:spcBef>
              <a:spcAft>
                <a:spcPts val="0"/>
              </a:spcAft>
              <a:buSzPts val="1100"/>
              <a:buChar char="○"/>
            </a:pPr>
            <a:r>
              <a:rPr lang="en"/>
              <a:t>The implementation details are </a:t>
            </a:r>
            <a:r>
              <a:rPr b="1" i="1" lang="en">
                <a:solidFill>
                  <a:srgbClr val="FF0000"/>
                </a:solidFill>
              </a:rPr>
              <a:t>hidden </a:t>
            </a:r>
            <a:r>
              <a:rPr lang="en"/>
              <a:t>behind the </a:t>
            </a:r>
            <a:r>
              <a:rPr lang="en">
                <a:latin typeface="Courier New"/>
                <a:ea typeface="Courier New"/>
                <a:cs typeface="Courier New"/>
                <a:sym typeface="Courier New"/>
              </a:rPr>
              <a:t>Queue</a:t>
            </a:r>
            <a:r>
              <a:rPr lang="en"/>
              <a:t> interface.</a:t>
            </a:r>
            <a:endParaRPr/>
          </a:p>
          <a:p>
            <a:pPr indent="-298450" lvl="1" marL="914400" rtl="0" algn="l">
              <a:lnSpc>
                <a:spcPct val="100000"/>
              </a:lnSpc>
              <a:spcBef>
                <a:spcPts val="0"/>
              </a:spcBef>
              <a:spcAft>
                <a:spcPts val="0"/>
              </a:spcAft>
              <a:buSzPts val="1100"/>
              <a:buChar char="○"/>
            </a:pPr>
            <a:r>
              <a:rPr lang="en"/>
              <a:t>Code written to use the interface will work with </a:t>
            </a:r>
            <a:r>
              <a:rPr b="1" i="1" lang="en">
                <a:solidFill>
                  <a:srgbClr val="FF0000"/>
                </a:solidFill>
              </a:rPr>
              <a:t>either implementation</a:t>
            </a:r>
            <a:r>
              <a:rPr lang="en"/>
              <a:t>.</a:t>
            </a:r>
            <a:endParaRPr/>
          </a:p>
        </p:txBody>
      </p:sp>
      <p:sp>
        <p:nvSpPr>
          <p:cNvPr id="575" name="Google Shape;575;p7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576" name="Google Shape;576;p76"/>
          <p:cNvSpPr txBox="1"/>
          <p:nvPr>
            <p:ph idx="3" type="body"/>
          </p:nvPr>
        </p:nvSpPr>
        <p:spPr>
          <a:xfrm>
            <a:off x="283275" y="908050"/>
            <a:ext cx="3706500" cy="573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An </a:t>
            </a:r>
            <a:r>
              <a:rPr b="1" i="1" lang="en" sz="1200">
                <a:solidFill>
                  <a:srgbClr val="FF0000"/>
                </a:solidFill>
              </a:rPr>
              <a:t>array-based queue</a:t>
            </a:r>
            <a:r>
              <a:rPr lang="en" sz="1200"/>
              <a:t> uses an </a:t>
            </a:r>
            <a:r>
              <a:rPr b="1" i="1" lang="en" sz="1200">
                <a:solidFill>
                  <a:srgbClr val="FF0000"/>
                </a:solidFill>
              </a:rPr>
              <a:t>array</a:t>
            </a:r>
            <a:r>
              <a:rPr lang="en" sz="1200">
                <a:solidFill>
                  <a:srgbClr val="FF0000"/>
                </a:solidFill>
              </a:rPr>
              <a:t> </a:t>
            </a:r>
            <a:r>
              <a:rPr lang="en" sz="1200"/>
              <a:t>to store the elements that are added to the queue.</a:t>
            </a:r>
            <a:endParaRPr sz="1200"/>
          </a:p>
        </p:txBody>
      </p:sp>
      <p:graphicFrame>
        <p:nvGraphicFramePr>
          <p:cNvPr id="577" name="Google Shape;577;p76"/>
          <p:cNvGraphicFramePr/>
          <p:nvPr/>
        </p:nvGraphicFramePr>
        <p:xfrm>
          <a:off x="311725" y="1581150"/>
          <a:ext cx="3000000" cy="3000000"/>
        </p:xfrm>
        <a:graphic>
          <a:graphicData uri="http://schemas.openxmlformats.org/drawingml/2006/table">
            <a:tbl>
              <a:tblPr>
                <a:noFill/>
                <a:tableStyleId>{5D16334A-BD30-4DCF-A821-F696FD12572A}</a:tableStyleId>
              </a:tblPr>
              <a:tblGrid>
                <a:gridCol w="613000"/>
                <a:gridCol w="613000"/>
                <a:gridCol w="613000"/>
                <a:gridCol w="613000"/>
                <a:gridCol w="613000"/>
                <a:gridCol w="613000"/>
              </a:tblGrid>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Consolas"/>
                          <a:ea typeface="Consolas"/>
                          <a:cs typeface="Consolas"/>
                          <a:sym typeface="Consolas"/>
                        </a:rPr>
                        <a:t>null</a:t>
                      </a:r>
                      <a:endParaRPr sz="14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Consolas"/>
                          <a:ea typeface="Consolas"/>
                          <a:cs typeface="Consolas"/>
                          <a:sym typeface="Consolas"/>
                        </a:rPr>
                        <a:t>"a"</a:t>
                      </a:r>
                      <a:endParaRPr sz="14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Consolas"/>
                          <a:ea typeface="Consolas"/>
                          <a:cs typeface="Consolas"/>
                          <a:sym typeface="Consolas"/>
                        </a:rPr>
                        <a:t>"b"</a:t>
                      </a:r>
                      <a:endParaRPr sz="14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Consolas"/>
                          <a:ea typeface="Consolas"/>
                          <a:cs typeface="Consolas"/>
                          <a:sym typeface="Consolas"/>
                        </a:rPr>
                        <a:t>"c"</a:t>
                      </a:r>
                      <a:endParaRPr sz="14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Consolas"/>
                          <a:ea typeface="Consolas"/>
                          <a:cs typeface="Consolas"/>
                          <a:sym typeface="Consolas"/>
                        </a:rPr>
                        <a:t>"d"</a:t>
                      </a:r>
                      <a:endParaRPr sz="14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latin typeface="Consolas"/>
                          <a:ea typeface="Consolas"/>
                          <a:cs typeface="Consolas"/>
                          <a:sym typeface="Consolas"/>
                        </a:rPr>
                        <a:t>null</a:t>
                      </a:r>
                      <a:endParaRPr sz="14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96200">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FF00"/>
                          </a:solidFill>
                          <a:latin typeface="Consolas"/>
                          <a:ea typeface="Consolas"/>
                          <a:cs typeface="Consolas"/>
                          <a:sym typeface="Consolas"/>
                        </a:rPr>
                        <a:t>0</a:t>
                      </a:r>
                      <a:endParaRPr sz="1400" u="none" cap="none" strike="noStrike">
                        <a:solidFill>
                          <a:srgbClr val="FFFF00"/>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FF00"/>
                          </a:solidFill>
                          <a:latin typeface="Consolas"/>
                          <a:ea typeface="Consolas"/>
                          <a:cs typeface="Consolas"/>
                          <a:sym typeface="Consolas"/>
                        </a:rPr>
                        <a:t>1</a:t>
                      </a:r>
                      <a:endParaRPr sz="1400" u="none" cap="none" strike="noStrike">
                        <a:solidFill>
                          <a:srgbClr val="FFFF00"/>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FF00"/>
                          </a:solidFill>
                          <a:latin typeface="Consolas"/>
                          <a:ea typeface="Consolas"/>
                          <a:cs typeface="Consolas"/>
                          <a:sym typeface="Consolas"/>
                        </a:rPr>
                        <a:t>2</a:t>
                      </a:r>
                      <a:endParaRPr sz="1400" u="none" cap="none" strike="noStrike">
                        <a:solidFill>
                          <a:srgbClr val="FFFF00"/>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FF00"/>
                          </a:solidFill>
                          <a:latin typeface="Consolas"/>
                          <a:ea typeface="Consolas"/>
                          <a:cs typeface="Consolas"/>
                          <a:sym typeface="Consolas"/>
                        </a:rPr>
                        <a:t>3</a:t>
                      </a:r>
                      <a:endParaRPr sz="1400" u="none" cap="none" strike="noStrike">
                        <a:solidFill>
                          <a:srgbClr val="FFFF00"/>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FF00"/>
                          </a:solidFill>
                          <a:latin typeface="Consolas"/>
                          <a:ea typeface="Consolas"/>
                          <a:cs typeface="Consolas"/>
                          <a:sym typeface="Consolas"/>
                        </a:rPr>
                        <a:t>4</a:t>
                      </a:r>
                      <a:endParaRPr sz="1400" u="none" cap="none" strike="noStrike">
                        <a:solidFill>
                          <a:srgbClr val="FFFF00"/>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400"/>
                        <a:buFont typeface="Arial"/>
                        <a:buNone/>
                      </a:pPr>
                      <a:r>
                        <a:rPr lang="en" sz="1400" u="none" cap="none" strike="noStrike">
                          <a:solidFill>
                            <a:srgbClr val="FFFF00"/>
                          </a:solidFill>
                          <a:latin typeface="Consolas"/>
                          <a:ea typeface="Consolas"/>
                          <a:cs typeface="Consolas"/>
                          <a:sym typeface="Consolas"/>
                        </a:rPr>
                        <a:t>5</a:t>
                      </a:r>
                      <a:endParaRPr sz="1400" u="none" cap="none" strike="noStrike">
                        <a:solidFill>
                          <a:srgbClr val="FFFF00"/>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578" name="Google Shape;578;p76"/>
          <p:cNvSpPr txBox="1"/>
          <p:nvPr>
            <p:ph idx="3" type="body"/>
          </p:nvPr>
        </p:nvSpPr>
        <p:spPr>
          <a:xfrm>
            <a:off x="311725" y="2980934"/>
            <a:ext cx="3706500" cy="573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Fields are used to keep track of the </a:t>
            </a:r>
            <a:r>
              <a:rPr b="1" i="1" lang="en" sz="1200">
                <a:solidFill>
                  <a:srgbClr val="FF0000"/>
                </a:solidFill>
              </a:rPr>
              <a:t>front</a:t>
            </a:r>
            <a:r>
              <a:rPr lang="en" sz="1200">
                <a:solidFill>
                  <a:srgbClr val="FF0000"/>
                </a:solidFill>
              </a:rPr>
              <a:t> </a:t>
            </a:r>
            <a:r>
              <a:rPr lang="en" sz="1200"/>
              <a:t>and </a:t>
            </a:r>
            <a:r>
              <a:rPr b="1" i="1" lang="en" sz="1200">
                <a:solidFill>
                  <a:srgbClr val="FF0000"/>
                </a:solidFill>
              </a:rPr>
              <a:t>back</a:t>
            </a:r>
            <a:r>
              <a:rPr lang="en" sz="1200">
                <a:solidFill>
                  <a:srgbClr val="FF0000"/>
                </a:solidFill>
              </a:rPr>
              <a:t> </a:t>
            </a:r>
            <a:r>
              <a:rPr lang="en" sz="1200"/>
              <a:t>index in the array.</a:t>
            </a:r>
            <a:endParaRPr sz="1200"/>
          </a:p>
        </p:txBody>
      </p:sp>
      <p:grpSp>
        <p:nvGrpSpPr>
          <p:cNvPr id="579" name="Google Shape;579;p76"/>
          <p:cNvGrpSpPr/>
          <p:nvPr/>
        </p:nvGrpSpPr>
        <p:grpSpPr>
          <a:xfrm>
            <a:off x="790881" y="2283525"/>
            <a:ext cx="867900" cy="668700"/>
            <a:chOff x="790881" y="2283525"/>
            <a:chExt cx="867900" cy="668700"/>
          </a:xfrm>
        </p:grpSpPr>
        <p:sp>
          <p:nvSpPr>
            <p:cNvPr id="580" name="Google Shape;580;p76"/>
            <p:cNvSpPr txBox="1"/>
            <p:nvPr/>
          </p:nvSpPr>
          <p:spPr>
            <a:xfrm>
              <a:off x="790881" y="2605125"/>
              <a:ext cx="867900" cy="347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Consolas"/>
                  <a:ea typeface="Consolas"/>
                  <a:cs typeface="Consolas"/>
                  <a:sym typeface="Consolas"/>
                </a:rPr>
                <a:t>front</a:t>
              </a:r>
              <a:endParaRPr b="0" i="0" sz="1400" u="none" cap="none" strike="noStrike">
                <a:solidFill>
                  <a:srgbClr val="FFFFFF"/>
                </a:solidFill>
                <a:latin typeface="Consolas"/>
                <a:ea typeface="Consolas"/>
                <a:cs typeface="Consolas"/>
                <a:sym typeface="Consolas"/>
              </a:endParaRPr>
            </a:p>
          </p:txBody>
        </p:sp>
        <p:cxnSp>
          <p:nvCxnSpPr>
            <p:cNvPr id="581" name="Google Shape;581;p76"/>
            <p:cNvCxnSpPr>
              <a:stCxn id="580" idx="0"/>
            </p:cNvCxnSpPr>
            <p:nvPr/>
          </p:nvCxnSpPr>
          <p:spPr>
            <a:xfrm rot="10800000">
              <a:off x="1224831" y="2283525"/>
              <a:ext cx="0" cy="321600"/>
            </a:xfrm>
            <a:prstGeom prst="straightConnector1">
              <a:avLst/>
            </a:prstGeom>
            <a:noFill/>
            <a:ln cap="flat" cmpd="sng" w="19050">
              <a:solidFill>
                <a:srgbClr val="FFFFFF"/>
              </a:solidFill>
              <a:prstDash val="solid"/>
              <a:round/>
              <a:headEnd len="sm" w="sm" type="none"/>
              <a:tailEnd len="med" w="med" type="triangle"/>
            </a:ln>
          </p:spPr>
        </p:cxnSp>
      </p:grpSp>
      <p:grpSp>
        <p:nvGrpSpPr>
          <p:cNvPr id="582" name="Google Shape;582;p76"/>
          <p:cNvGrpSpPr/>
          <p:nvPr/>
        </p:nvGrpSpPr>
        <p:grpSpPr>
          <a:xfrm>
            <a:off x="3247999" y="2283525"/>
            <a:ext cx="867900" cy="668700"/>
            <a:chOff x="2645399" y="2283525"/>
            <a:chExt cx="867900" cy="668700"/>
          </a:xfrm>
        </p:grpSpPr>
        <p:sp>
          <p:nvSpPr>
            <p:cNvPr id="583" name="Google Shape;583;p76"/>
            <p:cNvSpPr txBox="1"/>
            <p:nvPr/>
          </p:nvSpPr>
          <p:spPr>
            <a:xfrm>
              <a:off x="2645399" y="2605125"/>
              <a:ext cx="867900" cy="347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FFFFFF"/>
                  </a:solidFill>
                  <a:latin typeface="Consolas"/>
                  <a:ea typeface="Consolas"/>
                  <a:cs typeface="Consolas"/>
                  <a:sym typeface="Consolas"/>
                </a:rPr>
                <a:t>back</a:t>
              </a:r>
              <a:endParaRPr b="0" i="0" sz="1400" u="none" cap="none" strike="noStrike">
                <a:solidFill>
                  <a:srgbClr val="FFFFFF"/>
                </a:solidFill>
                <a:latin typeface="Consolas"/>
                <a:ea typeface="Consolas"/>
                <a:cs typeface="Consolas"/>
                <a:sym typeface="Consolas"/>
              </a:endParaRPr>
            </a:p>
          </p:txBody>
        </p:sp>
        <p:cxnSp>
          <p:nvCxnSpPr>
            <p:cNvPr id="584" name="Google Shape;584;p76"/>
            <p:cNvCxnSpPr>
              <a:stCxn id="583" idx="0"/>
            </p:cNvCxnSpPr>
            <p:nvPr/>
          </p:nvCxnSpPr>
          <p:spPr>
            <a:xfrm rot="10800000">
              <a:off x="3079349" y="2283525"/>
              <a:ext cx="0" cy="321600"/>
            </a:xfrm>
            <a:prstGeom prst="straightConnector1">
              <a:avLst/>
            </a:prstGeom>
            <a:noFill/>
            <a:ln cap="flat" cmpd="sng" w="19050">
              <a:solidFill>
                <a:srgbClr val="FFFFFF"/>
              </a:solidFill>
              <a:prstDash val="solid"/>
              <a:round/>
              <a:headEnd len="sm" w="sm" type="none"/>
              <a:tailEnd len="med" w="med" type="triangle"/>
            </a:ln>
          </p:spPr>
        </p:cxnSp>
      </p:grpSp>
      <p:sp>
        <p:nvSpPr>
          <p:cNvPr id="585" name="Google Shape;585;p76"/>
          <p:cNvSpPr txBox="1"/>
          <p:nvPr>
            <p:ph idx="3" type="body"/>
          </p:nvPr>
        </p:nvSpPr>
        <p:spPr>
          <a:xfrm>
            <a:off x="311725" y="3666725"/>
            <a:ext cx="3706500" cy="674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Each time an element is </a:t>
            </a:r>
            <a:r>
              <a:rPr b="1" i="1" lang="en" sz="1200">
                <a:solidFill>
                  <a:srgbClr val="FF0000"/>
                </a:solidFill>
              </a:rPr>
              <a:t>enqueued</a:t>
            </a:r>
            <a:r>
              <a:rPr lang="en" sz="1200">
                <a:solidFill>
                  <a:srgbClr val="FF0000"/>
                </a:solidFill>
              </a:rPr>
              <a:t> </a:t>
            </a:r>
            <a:r>
              <a:rPr lang="en" sz="1200"/>
              <a:t>or </a:t>
            </a:r>
            <a:r>
              <a:rPr b="1" i="1" lang="en" sz="1200">
                <a:solidFill>
                  <a:srgbClr val="FF0000"/>
                </a:solidFill>
              </a:rPr>
              <a:t>dequeued</a:t>
            </a:r>
            <a:r>
              <a:rPr lang="en" sz="1200"/>
              <a:t>, one of the </a:t>
            </a:r>
            <a:r>
              <a:rPr lang="en" sz="1200"/>
              <a:t>indices</a:t>
            </a:r>
            <a:r>
              <a:rPr lang="en" sz="1200"/>
              <a:t> is incremented; </a:t>
            </a:r>
            <a:r>
              <a:rPr b="1" i="1" lang="en" sz="1200">
                <a:solidFill>
                  <a:srgbClr val="FF0000"/>
                </a:solidFill>
              </a:rPr>
              <a:t>the "head" chases the "tail."</a:t>
            </a:r>
            <a:endParaRPr sz="1200">
              <a:solidFill>
                <a:srgbClr val="FF0000"/>
              </a:solidFill>
            </a:endParaRPr>
          </a:p>
        </p:txBody>
      </p:sp>
      <p:sp>
        <p:nvSpPr>
          <p:cNvPr id="586" name="Google Shape;586;p76"/>
          <p:cNvSpPr txBox="1"/>
          <p:nvPr>
            <p:ph idx="3" type="body"/>
          </p:nvPr>
        </p:nvSpPr>
        <p:spPr>
          <a:xfrm>
            <a:off x="311725" y="4428726"/>
            <a:ext cx="3706500" cy="4974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When either index reaches the end of the array, it will need to </a:t>
            </a:r>
            <a:r>
              <a:rPr b="1" i="1" lang="en" sz="1200">
                <a:solidFill>
                  <a:srgbClr val="FF0000"/>
                </a:solidFill>
              </a:rPr>
              <a:t>wrap around</a:t>
            </a:r>
            <a:r>
              <a:rPr lang="en" sz="1200"/>
              <a:t> to the beginning.</a:t>
            </a:r>
            <a:endParaRPr sz="1200"/>
          </a:p>
        </p:txBody>
      </p:sp>
      <p:cxnSp>
        <p:nvCxnSpPr>
          <p:cNvPr id="587" name="Google Shape;587;p76"/>
          <p:cNvCxnSpPr/>
          <p:nvPr/>
        </p:nvCxnSpPr>
        <p:spPr>
          <a:xfrm flipH="1" rot="10800000">
            <a:off x="1504563" y="2507125"/>
            <a:ext cx="1938900" cy="600"/>
          </a:xfrm>
          <a:prstGeom prst="straightConnector1">
            <a:avLst/>
          </a:prstGeom>
          <a:noFill/>
          <a:ln cap="flat" cmpd="sng" w="19050">
            <a:solidFill>
              <a:srgbClr val="FFFFFF"/>
            </a:solidFill>
            <a:prstDash val="solid"/>
            <a:round/>
            <a:headEnd len="sm" w="sm" type="none"/>
            <a:tailEnd len="med" w="med" type="triangle"/>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574">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6"/>
                                        </p:tgtEl>
                                        <p:attrNameLst>
                                          <p:attrName>style.visibility</p:attrName>
                                        </p:attrNameLst>
                                      </p:cBhvr>
                                      <p:to>
                                        <p:strVal val="visible"/>
                                      </p:to>
                                    </p:set>
                                    <p:animEffect filter="fade" transition="in">
                                      <p:cBhvr>
                                        <p:cTn dur="1000"/>
                                        <p:tgtEl>
                                          <p:spTgt spid="576"/>
                                        </p:tgtEl>
                                      </p:cBhvr>
                                    </p:animEffect>
                                  </p:childTnLst>
                                </p:cTn>
                              </p:par>
                              <p:par>
                                <p:cTn fill="hold" nodeType="withEffect" presetClass="entr" presetID="10" presetSubtype="0">
                                  <p:stCondLst>
                                    <p:cond delay="0"/>
                                  </p:stCondLst>
                                  <p:childTnLst>
                                    <p:set>
                                      <p:cBhvr>
                                        <p:cTn dur="1" fill="hold">
                                          <p:stCondLst>
                                            <p:cond delay="0"/>
                                          </p:stCondLst>
                                        </p:cTn>
                                        <p:tgtEl>
                                          <p:spTgt spid="577"/>
                                        </p:tgtEl>
                                        <p:attrNameLst>
                                          <p:attrName>style.visibility</p:attrName>
                                        </p:attrNameLst>
                                      </p:cBhvr>
                                      <p:to>
                                        <p:strVal val="visible"/>
                                      </p:to>
                                    </p:set>
                                    <p:animEffect filter="fade" transition="in">
                                      <p:cBhvr>
                                        <p:cTn dur="1000"/>
                                        <p:tgtEl>
                                          <p:spTgt spid="5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78"/>
                                        </p:tgtEl>
                                        <p:attrNameLst>
                                          <p:attrName>style.visibility</p:attrName>
                                        </p:attrNameLst>
                                      </p:cBhvr>
                                      <p:to>
                                        <p:strVal val="visible"/>
                                      </p:to>
                                    </p:set>
                                    <p:animEffect filter="fade" transition="in">
                                      <p:cBhvr>
                                        <p:cTn dur="1000"/>
                                        <p:tgtEl>
                                          <p:spTgt spid="57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79"/>
                                        </p:tgtEl>
                                        <p:attrNameLst>
                                          <p:attrName>style.visibility</p:attrName>
                                        </p:attrNameLst>
                                      </p:cBhvr>
                                      <p:to>
                                        <p:strVal val="visible"/>
                                      </p:to>
                                    </p:set>
                                    <p:animEffect filter="fade" transition="in">
                                      <p:cBhvr>
                                        <p:cTn dur="1000"/>
                                        <p:tgtEl>
                                          <p:spTgt spid="57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582"/>
                                        </p:tgtEl>
                                        <p:attrNameLst>
                                          <p:attrName>style.visibility</p:attrName>
                                        </p:attrNameLst>
                                      </p:cBhvr>
                                      <p:to>
                                        <p:strVal val="visible"/>
                                      </p:to>
                                    </p:set>
                                    <p:animEffect filter="fade" transition="in">
                                      <p:cBhvr>
                                        <p:cTn dur="1000"/>
                                        <p:tgtEl>
                                          <p:spTgt spid="58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5"/>
                                        </p:tgtEl>
                                        <p:attrNameLst>
                                          <p:attrName>style.visibility</p:attrName>
                                        </p:attrNameLst>
                                      </p:cBhvr>
                                      <p:to>
                                        <p:strVal val="visible"/>
                                      </p:to>
                                    </p:set>
                                    <p:animEffect filter="fade" transition="in">
                                      <p:cBhvr>
                                        <p:cTn dur="1000"/>
                                        <p:tgtEl>
                                          <p:spTgt spid="58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587"/>
                                        </p:tgtEl>
                                        <p:attrNameLst>
                                          <p:attrName>style.visibility</p:attrName>
                                        </p:attrNameLst>
                                      </p:cBhvr>
                                      <p:to>
                                        <p:strVal val="visible"/>
                                      </p:to>
                                    </p:set>
                                    <p:animEffect filter="fade" transition="in">
                                      <p:cBhvr>
                                        <p:cTn dur="1000"/>
                                        <p:tgtEl>
                                          <p:spTgt spid="58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586"/>
                                        </p:tgtEl>
                                        <p:attrNameLst>
                                          <p:attrName>style.visibility</p:attrName>
                                        </p:attrNameLst>
                                      </p:cBhvr>
                                      <p:to>
                                        <p:strVal val="visible"/>
                                      </p:to>
                                    </p:set>
                                    <p:animEffect filter="fade" transition="in">
                                      <p:cBhvr>
                                        <p:cTn dur="1000"/>
                                        <p:tgtEl>
                                          <p:spTgt spid="5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1" name="Shape 591"/>
        <p:cNvGrpSpPr/>
        <p:nvPr/>
      </p:nvGrpSpPr>
      <p:grpSpPr>
        <a:xfrm>
          <a:off x="0" y="0"/>
          <a:ext cx="0" cy="0"/>
          <a:chOff x="0" y="0"/>
          <a:chExt cx="0" cy="0"/>
        </a:xfrm>
      </p:grpSpPr>
      <p:sp>
        <p:nvSpPr>
          <p:cNvPr id="592" name="Google Shape;592;p77"/>
          <p:cNvSpPr txBox="1"/>
          <p:nvPr>
            <p:ph idx="1" type="body"/>
          </p:nvPr>
        </p:nvSpPr>
        <p:spPr>
          <a:xfrm>
            <a:off x="65250" y="6554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We've just finished implementing a Node-based Queue, but most abstract data types can be implemented in more than one way. Different implementations may offer performance benefits (and drawbacks) in some situations. Let's try implementing a Queue using an array.</a:t>
            </a:r>
            <a:endParaRPr/>
          </a:p>
        </p:txBody>
      </p:sp>
      <p:sp>
        <p:nvSpPr>
          <p:cNvPr id="593" name="Google Shape;593;p7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594" name="Google Shape;594;p77"/>
          <p:cNvSpPr txBox="1"/>
          <p:nvPr>
            <p:ph idx="2" type="body"/>
          </p:nvPr>
        </p:nvSpPr>
        <p:spPr>
          <a:xfrm>
            <a:off x="2282875" y="1730625"/>
            <a:ext cx="6538800" cy="3134700"/>
          </a:xfrm>
          <a:prstGeom prst="rect">
            <a:avLst/>
          </a:prstGeom>
        </p:spPr>
        <p:txBody>
          <a:bodyPr anchorCtr="0" anchor="t" bIns="91425" lIns="91425" spcFirstLastPara="1" rIns="91425" wrap="square" tIns="91425">
            <a:spAutoFit/>
          </a:bodyPr>
          <a:lstStyle/>
          <a:p>
            <a:pPr indent="-342900" lvl="0" marL="457200" rtl="0" algn="l">
              <a:spcBef>
                <a:spcPts val="0"/>
              </a:spcBef>
              <a:spcAft>
                <a:spcPts val="0"/>
              </a:spcAft>
              <a:buSzPts val="1800"/>
              <a:buChar char="●"/>
            </a:pPr>
            <a:r>
              <a:rPr lang="en" sz="1800"/>
              <a:t>Create a new Java class named "</a:t>
            </a:r>
            <a:r>
              <a:rPr lang="en" sz="1800">
                <a:solidFill>
                  <a:srgbClr val="FF0000"/>
                </a:solidFill>
                <a:latin typeface="Courier New"/>
                <a:ea typeface="Courier New"/>
                <a:cs typeface="Courier New"/>
                <a:sym typeface="Courier New"/>
              </a:rPr>
              <a:t>ArrayQueue</a:t>
            </a:r>
            <a:r>
              <a:rPr lang="en" sz="1800"/>
              <a:t>".</a:t>
            </a:r>
            <a:endParaRPr sz="1800"/>
          </a:p>
          <a:p>
            <a:pPr indent="-317500" lvl="1" marL="914400" rtl="0" algn="l">
              <a:spcBef>
                <a:spcPts val="0"/>
              </a:spcBef>
              <a:spcAft>
                <a:spcPts val="0"/>
              </a:spcAft>
              <a:buSzPts val="1400"/>
              <a:buChar char="○"/>
            </a:pPr>
            <a:r>
              <a:rPr lang="en" sz="1400"/>
              <a:t>Use the UML to the left as a guide to begin implementing your </a:t>
            </a:r>
            <a:r>
              <a:rPr lang="en" sz="1400">
                <a:latin typeface="Courier New"/>
                <a:ea typeface="Courier New"/>
                <a:cs typeface="Courier New"/>
                <a:sym typeface="Courier New"/>
              </a:rPr>
              <a:t>ArrayQueue</a:t>
            </a:r>
            <a:r>
              <a:rPr lang="en" sz="1400"/>
              <a:t>.</a:t>
            </a:r>
            <a:endParaRPr sz="1400"/>
          </a:p>
          <a:p>
            <a:pPr indent="-317500" lvl="1" marL="914400" rtl="0" algn="l">
              <a:spcBef>
                <a:spcPts val="0"/>
              </a:spcBef>
              <a:spcAft>
                <a:spcPts val="0"/>
              </a:spcAft>
              <a:buSzPts val="1400"/>
              <a:buChar char="○"/>
            </a:pPr>
            <a:r>
              <a:rPr lang="en" sz="1400"/>
              <a:t>For now focus on </a:t>
            </a:r>
            <a:r>
              <a:rPr b="1" i="1" lang="en" sz="1400">
                <a:solidFill>
                  <a:srgbClr val="FF0000"/>
                </a:solidFill>
              </a:rPr>
              <a:t>fields </a:t>
            </a:r>
            <a:r>
              <a:rPr lang="en" sz="1400"/>
              <a:t>and </a:t>
            </a:r>
            <a:r>
              <a:rPr b="1" i="1" lang="en" sz="1400">
                <a:solidFill>
                  <a:srgbClr val="FF0000"/>
                </a:solidFill>
              </a:rPr>
              <a:t>constructors</a:t>
            </a:r>
            <a:r>
              <a:rPr lang="en" sz="1400"/>
              <a:t>.</a:t>
            </a:r>
            <a:endParaRPr sz="1400"/>
          </a:p>
          <a:p>
            <a:pPr indent="-317500" lvl="1" marL="914400" rtl="0" algn="l">
              <a:spcBef>
                <a:spcPts val="0"/>
              </a:spcBef>
              <a:spcAft>
                <a:spcPts val="0"/>
              </a:spcAft>
              <a:buSzPts val="1400"/>
              <a:buChar char="○"/>
            </a:pPr>
            <a:r>
              <a:rPr lang="en" sz="1400"/>
              <a:t>Implement the </a:t>
            </a:r>
            <a:r>
              <a:rPr lang="en" sz="1400">
                <a:solidFill>
                  <a:srgbClr val="FF0000"/>
                </a:solidFill>
                <a:latin typeface="Courier New"/>
                <a:ea typeface="Courier New"/>
                <a:cs typeface="Courier New"/>
                <a:sym typeface="Courier New"/>
              </a:rPr>
              <a:t>size</a:t>
            </a:r>
            <a:r>
              <a:rPr lang="en" sz="1400"/>
              <a:t> method.</a:t>
            </a:r>
            <a:endParaRPr sz="1400"/>
          </a:p>
          <a:p>
            <a:pPr indent="-317500" lvl="1" marL="914400" rtl="0" algn="l">
              <a:spcBef>
                <a:spcPts val="0"/>
              </a:spcBef>
              <a:spcAft>
                <a:spcPts val="0"/>
              </a:spcAft>
              <a:buSzPts val="1400"/>
              <a:buChar char="○"/>
            </a:pPr>
            <a:r>
              <a:rPr b="1" i="1" lang="en" sz="1400">
                <a:solidFill>
                  <a:srgbClr val="FF0000"/>
                </a:solidFill>
              </a:rPr>
              <a:t>Stub-out</a:t>
            </a:r>
            <a:r>
              <a:rPr lang="en" sz="1400"/>
              <a:t> any other methods required by the </a:t>
            </a:r>
            <a:r>
              <a:rPr lang="en" sz="1400">
                <a:latin typeface="Courier New"/>
                <a:ea typeface="Courier New"/>
                <a:cs typeface="Courier New"/>
                <a:sym typeface="Courier New"/>
              </a:rPr>
              <a:t>Queue</a:t>
            </a:r>
            <a:r>
              <a:rPr lang="en" sz="1400"/>
              <a:t> interface.</a:t>
            </a:r>
            <a:endParaRPr sz="1400"/>
          </a:p>
          <a:p>
            <a:pPr indent="-330200" lvl="0" marL="457200" rtl="0" algn="l">
              <a:spcBef>
                <a:spcPts val="0"/>
              </a:spcBef>
              <a:spcAft>
                <a:spcPts val="0"/>
              </a:spcAft>
              <a:buSzPts val="1600"/>
              <a:buChar char="●"/>
            </a:pPr>
            <a:r>
              <a:rPr lang="en" sz="1600"/>
              <a:t>The string representation of an ArrayQueue should match the format "</a:t>
            </a:r>
            <a:r>
              <a:rPr lang="en" sz="1600">
                <a:latin typeface="Courier New"/>
                <a:ea typeface="Courier New"/>
                <a:cs typeface="Courier New"/>
                <a:sym typeface="Courier New"/>
              </a:rPr>
              <a:t>&lt;size&gt;, &lt;array&gt;"</a:t>
            </a:r>
            <a:r>
              <a:rPr lang="en" sz="1600"/>
              <a:t>. </a:t>
            </a:r>
            <a:endParaRPr sz="1600"/>
          </a:p>
          <a:p>
            <a:pPr indent="-317500" lvl="1" marL="914400" rtl="0" algn="l">
              <a:spcBef>
                <a:spcPts val="0"/>
              </a:spcBef>
              <a:spcAft>
                <a:spcPts val="0"/>
              </a:spcAft>
              <a:buSzPts val="1400"/>
              <a:buChar char="○"/>
            </a:pPr>
            <a:r>
              <a:rPr b="1" i="1" lang="en" sz="1400"/>
              <a:t>Hint</a:t>
            </a:r>
            <a:r>
              <a:rPr lang="en" sz="1400"/>
              <a:t>: use </a:t>
            </a:r>
            <a:r>
              <a:rPr lang="en" sz="1400">
                <a:latin typeface="Courier New"/>
                <a:ea typeface="Courier New"/>
                <a:cs typeface="Courier New"/>
                <a:sym typeface="Courier New"/>
              </a:rPr>
              <a:t>Arrays.toString(array)</a:t>
            </a:r>
            <a:endParaRPr sz="1400"/>
          </a:p>
          <a:p>
            <a:pPr indent="-336550" lvl="1" marL="914400" rtl="0" algn="l">
              <a:spcBef>
                <a:spcPts val="0"/>
              </a:spcBef>
              <a:spcAft>
                <a:spcPts val="0"/>
              </a:spcAft>
              <a:buSzPts val="1700"/>
              <a:buChar char="○"/>
            </a:pPr>
            <a:r>
              <a:rPr lang="en" sz="1400"/>
              <a:t>e.g. </a:t>
            </a:r>
            <a:r>
              <a:rPr lang="en" sz="1400">
                <a:latin typeface="Courier New"/>
                <a:ea typeface="Courier New"/>
                <a:cs typeface="Courier New"/>
                <a:sym typeface="Courier New"/>
              </a:rPr>
              <a:t>"3, [3, 2, 7, 0, 0, 0]"</a:t>
            </a:r>
            <a:r>
              <a:rPr lang="en" sz="1600">
                <a:latin typeface="Courier New"/>
                <a:ea typeface="Courier New"/>
                <a:cs typeface="Courier New"/>
                <a:sym typeface="Courier New"/>
              </a:rPr>
              <a:t> </a:t>
            </a:r>
            <a:endParaRPr sz="1600">
              <a:latin typeface="Courier New"/>
              <a:ea typeface="Courier New"/>
              <a:cs typeface="Courier New"/>
              <a:sym typeface="Courier New"/>
            </a:endParaRPr>
          </a:p>
          <a:p>
            <a:pPr indent="-342900" lvl="0" marL="457200" rtl="0" algn="l">
              <a:spcBef>
                <a:spcPts val="0"/>
              </a:spcBef>
              <a:spcAft>
                <a:spcPts val="0"/>
              </a:spcAft>
              <a:buSzPts val="1800"/>
              <a:buChar char="●"/>
            </a:pPr>
            <a:r>
              <a:rPr lang="en" sz="1800"/>
              <a:t>Define a </a:t>
            </a:r>
            <a:r>
              <a:rPr lang="en" sz="1800">
                <a:latin typeface="Courier New"/>
                <a:ea typeface="Courier New"/>
                <a:cs typeface="Courier New"/>
                <a:sym typeface="Courier New"/>
              </a:rPr>
              <a:t>main</a:t>
            </a:r>
            <a:r>
              <a:rPr lang="en" sz="1800"/>
              <a:t> method and use it to test your queue.</a:t>
            </a:r>
            <a:endParaRPr sz="1800"/>
          </a:p>
        </p:txBody>
      </p:sp>
      <p:sp>
        <p:nvSpPr>
          <p:cNvPr id="595" name="Google Shape;595;p77"/>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An Array-Based Queue</a:t>
            </a:r>
            <a:endParaRPr/>
          </a:p>
        </p:txBody>
      </p:sp>
      <p:sp>
        <p:nvSpPr>
          <p:cNvPr id="596" name="Google Shape;596;p77"/>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5.8</a:t>
            </a:r>
            <a:endParaRPr/>
          </a:p>
        </p:txBody>
      </p:sp>
      <p:pic>
        <p:nvPicPr>
          <p:cNvPr id="597" name="Google Shape;597;p77"/>
          <p:cNvPicPr preferRelativeResize="0"/>
          <p:nvPr/>
        </p:nvPicPr>
        <p:blipFill rotWithShape="1">
          <a:blip r:embed="rId3">
            <a:alphaModFix/>
          </a:blip>
          <a:srcRect b="0" l="0" r="0" t="0"/>
          <a:stretch/>
        </p:blipFill>
        <p:spPr>
          <a:xfrm>
            <a:off x="251325" y="1652925"/>
            <a:ext cx="1788995" cy="3337675"/>
          </a:xfrm>
          <a:prstGeom prst="rect">
            <a:avLst/>
          </a:prstGeom>
          <a:noFill/>
          <a:ln>
            <a:noFill/>
          </a:ln>
        </p:spPr>
      </p:pic>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1" name="Shape 601"/>
        <p:cNvGrpSpPr/>
        <p:nvPr/>
      </p:nvGrpSpPr>
      <p:grpSpPr>
        <a:xfrm>
          <a:off x="0" y="0"/>
          <a:ext cx="0" cy="0"/>
          <a:chOff x="0" y="0"/>
          <a:chExt cx="0" cy="0"/>
        </a:xfrm>
      </p:grpSpPr>
      <p:sp>
        <p:nvSpPr>
          <p:cNvPr id="602" name="Google Shape;602;p78"/>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A Closer Look at Enqueuing</a:t>
            </a:r>
            <a:endParaRPr/>
          </a:p>
        </p:txBody>
      </p:sp>
      <p:sp>
        <p:nvSpPr>
          <p:cNvPr id="603" name="Google Shape;603;p7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graphicFrame>
        <p:nvGraphicFramePr>
          <p:cNvPr id="604" name="Google Shape;604;p78"/>
          <p:cNvGraphicFramePr/>
          <p:nvPr/>
        </p:nvGraphicFramePr>
        <p:xfrm>
          <a:off x="336600" y="2138607"/>
          <a:ext cx="3000000" cy="3000000"/>
        </p:xfrm>
        <a:graphic>
          <a:graphicData uri="http://schemas.openxmlformats.org/drawingml/2006/table">
            <a:tbl>
              <a:tblPr>
                <a:noFill/>
                <a:tableStyleId>{5D16334A-BD30-4DCF-A821-F696FD12572A}</a:tableStyleId>
              </a:tblPr>
              <a:tblGrid>
                <a:gridCol w="524750"/>
                <a:gridCol w="524750"/>
                <a:gridCol w="524750"/>
                <a:gridCol w="524750"/>
                <a:gridCol w="524750"/>
              </a:tblGrid>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0</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1</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2</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3</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4</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605" name="Google Shape;605;p78"/>
          <p:cNvSpPr txBox="1"/>
          <p:nvPr>
            <p:ph idx="4294967295" type="body"/>
          </p:nvPr>
        </p:nvSpPr>
        <p:spPr>
          <a:xfrm>
            <a:off x="336625" y="1364958"/>
            <a:ext cx="2623800" cy="660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As you know, an </a:t>
            </a:r>
            <a:r>
              <a:rPr b="1" i="1" lang="en" sz="1200">
                <a:solidFill>
                  <a:srgbClr val="FF0000"/>
                </a:solidFill>
                <a:latin typeface="Arial"/>
                <a:ea typeface="Arial"/>
                <a:cs typeface="Arial"/>
                <a:sym typeface="Arial"/>
              </a:rPr>
              <a:t>array</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is created to be some fixed size, and Java fills it with a </a:t>
            </a:r>
            <a:r>
              <a:rPr b="1" i="1" lang="en" sz="1200">
                <a:solidFill>
                  <a:srgbClr val="FF0000"/>
                </a:solidFill>
                <a:latin typeface="Arial"/>
                <a:ea typeface="Arial"/>
                <a:cs typeface="Arial"/>
                <a:sym typeface="Arial"/>
              </a:rPr>
              <a:t>default value</a:t>
            </a:r>
            <a:r>
              <a:rPr lang="en" sz="1200">
                <a:solidFill>
                  <a:srgbClr val="000000"/>
                </a:solidFill>
                <a:latin typeface="Arial"/>
                <a:ea typeface="Arial"/>
                <a:cs typeface="Arial"/>
                <a:sym typeface="Arial"/>
              </a:rPr>
              <a:t>, e.g. </a:t>
            </a:r>
            <a:r>
              <a:rPr lang="en" sz="1200">
                <a:solidFill>
                  <a:srgbClr val="FF0000"/>
                </a:solidFill>
                <a:latin typeface="Courier New"/>
                <a:ea typeface="Courier New"/>
                <a:cs typeface="Courier New"/>
                <a:sym typeface="Courier New"/>
              </a:rPr>
              <a:t>null</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606" name="Google Shape;606;p78"/>
          <p:cNvSpPr txBox="1"/>
          <p:nvPr>
            <p:ph idx="4294967295" type="body"/>
          </p:nvPr>
        </p:nvSpPr>
        <p:spPr>
          <a:xfrm>
            <a:off x="336625" y="3441646"/>
            <a:ext cx="2623800" cy="555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Initially both </a:t>
            </a:r>
            <a:r>
              <a:rPr b="1" i="1" lang="en" sz="1200">
                <a:solidFill>
                  <a:srgbClr val="FF0000"/>
                </a:solidFill>
                <a:latin typeface="Arial"/>
                <a:ea typeface="Arial"/>
                <a:cs typeface="Arial"/>
                <a:sym typeface="Arial"/>
              </a:rPr>
              <a:t>front</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and </a:t>
            </a:r>
            <a:r>
              <a:rPr b="1" i="1" lang="en" sz="1200">
                <a:solidFill>
                  <a:srgbClr val="FF0000"/>
                </a:solidFill>
                <a:latin typeface="Arial"/>
                <a:ea typeface="Arial"/>
                <a:cs typeface="Arial"/>
                <a:sym typeface="Arial"/>
              </a:rPr>
              <a:t>back</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indices</a:t>
            </a:r>
            <a:r>
              <a:rPr lang="en" sz="1200">
                <a:solidFill>
                  <a:srgbClr val="000000"/>
                </a:solidFill>
                <a:latin typeface="Arial"/>
                <a:ea typeface="Arial"/>
                <a:cs typeface="Arial"/>
                <a:sym typeface="Arial"/>
              </a:rPr>
              <a:t> point to the same index: </a:t>
            </a:r>
            <a:r>
              <a:rPr lang="en" sz="1200">
                <a:solidFill>
                  <a:srgbClr val="FF0000"/>
                </a:solidFill>
                <a:latin typeface="Courier New"/>
                <a:ea typeface="Courier New"/>
                <a:cs typeface="Courier New"/>
                <a:sym typeface="Courier New"/>
              </a:rPr>
              <a:t>0</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grpSp>
        <p:nvGrpSpPr>
          <p:cNvPr id="607" name="Google Shape;607;p78"/>
          <p:cNvGrpSpPr/>
          <p:nvPr/>
        </p:nvGrpSpPr>
        <p:grpSpPr>
          <a:xfrm>
            <a:off x="253994" y="2719933"/>
            <a:ext cx="693300" cy="502800"/>
            <a:chOff x="247565" y="2364650"/>
            <a:chExt cx="693300" cy="502800"/>
          </a:xfrm>
        </p:grpSpPr>
        <p:sp>
          <p:nvSpPr>
            <p:cNvPr id="608" name="Google Shape;608;p78"/>
            <p:cNvSpPr txBox="1"/>
            <p:nvPr/>
          </p:nvSpPr>
          <p:spPr>
            <a:xfrm>
              <a:off x="247565" y="2520350"/>
              <a:ext cx="693300" cy="347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front</a:t>
              </a:r>
              <a:endParaRPr b="0" i="0" sz="1000" u="none" cap="none" strike="noStrike">
                <a:solidFill>
                  <a:srgbClr val="000000"/>
                </a:solidFill>
                <a:latin typeface="Consolas"/>
                <a:ea typeface="Consolas"/>
                <a:cs typeface="Consolas"/>
                <a:sym typeface="Consolas"/>
              </a:endParaRPr>
            </a:p>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back</a:t>
              </a:r>
              <a:endParaRPr b="0" i="0" sz="1000" u="none" cap="none" strike="noStrike">
                <a:solidFill>
                  <a:srgbClr val="000000"/>
                </a:solidFill>
                <a:latin typeface="Consolas"/>
                <a:ea typeface="Consolas"/>
                <a:cs typeface="Consolas"/>
                <a:sym typeface="Consolas"/>
              </a:endParaRPr>
            </a:p>
          </p:txBody>
        </p:sp>
        <p:cxnSp>
          <p:nvCxnSpPr>
            <p:cNvPr id="609" name="Google Shape;609;p78"/>
            <p:cNvCxnSpPr>
              <a:stCxn id="608" idx="0"/>
            </p:cNvCxnSpPr>
            <p:nvPr/>
          </p:nvCxnSpPr>
          <p:spPr>
            <a:xfrm rot="10800000">
              <a:off x="594215" y="2364650"/>
              <a:ext cx="0" cy="155700"/>
            </a:xfrm>
            <a:prstGeom prst="straightConnector1">
              <a:avLst/>
            </a:prstGeom>
            <a:noFill/>
            <a:ln cap="flat" cmpd="sng" w="19050">
              <a:solidFill>
                <a:srgbClr val="000000"/>
              </a:solidFill>
              <a:prstDash val="solid"/>
              <a:round/>
              <a:headEnd len="sm" w="sm" type="none"/>
              <a:tailEnd len="med" w="med" type="triangle"/>
            </a:ln>
          </p:spPr>
        </p:cxnSp>
      </p:grpSp>
      <p:sp>
        <p:nvSpPr>
          <p:cNvPr id="610" name="Google Shape;610;p78"/>
          <p:cNvSpPr txBox="1"/>
          <p:nvPr>
            <p:ph idx="4294967295" type="body"/>
          </p:nvPr>
        </p:nvSpPr>
        <p:spPr>
          <a:xfrm>
            <a:off x="336625" y="4110283"/>
            <a:ext cx="2623800" cy="660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The </a:t>
            </a:r>
            <a:r>
              <a:rPr b="1" i="1" lang="en" sz="1200">
                <a:solidFill>
                  <a:srgbClr val="FF0000"/>
                </a:solidFill>
                <a:latin typeface="Arial"/>
                <a:ea typeface="Arial"/>
                <a:cs typeface="Arial"/>
                <a:sym typeface="Arial"/>
              </a:rPr>
              <a:t>size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starts at </a:t>
            </a:r>
            <a:r>
              <a:rPr lang="en" sz="1200">
                <a:solidFill>
                  <a:srgbClr val="FF0000"/>
                </a:solidFill>
                <a:latin typeface="Courier New"/>
                <a:ea typeface="Courier New"/>
                <a:cs typeface="Courier New"/>
                <a:sym typeface="Courier New"/>
              </a:rPr>
              <a:t>0</a:t>
            </a:r>
            <a:r>
              <a:rPr lang="en" sz="1200">
                <a:solidFill>
                  <a:srgbClr val="000000"/>
                </a:solidFill>
                <a:latin typeface="Arial"/>
                <a:ea typeface="Arial"/>
                <a:cs typeface="Arial"/>
                <a:sym typeface="Arial"/>
              </a:rPr>
              <a:t> and is incremented each time an element is </a:t>
            </a:r>
            <a:r>
              <a:rPr b="1" i="1" lang="en" sz="1200">
                <a:solidFill>
                  <a:srgbClr val="FF0000"/>
                </a:solidFill>
                <a:latin typeface="Arial"/>
                <a:ea typeface="Arial"/>
                <a:cs typeface="Arial"/>
                <a:sym typeface="Arial"/>
              </a:rPr>
              <a:t>enqueued</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611" name="Google Shape;611;p78"/>
          <p:cNvSpPr txBox="1"/>
          <p:nvPr>
            <p:ph idx="4294967295" type="body"/>
          </p:nvPr>
        </p:nvSpPr>
        <p:spPr>
          <a:xfrm>
            <a:off x="3138750" y="1364958"/>
            <a:ext cx="2623800" cy="660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When a new element is </a:t>
            </a:r>
            <a:r>
              <a:rPr b="1" i="1" lang="en" sz="1200">
                <a:solidFill>
                  <a:srgbClr val="FF0000"/>
                </a:solidFill>
                <a:latin typeface="Arial"/>
                <a:ea typeface="Arial"/>
                <a:cs typeface="Arial"/>
                <a:sym typeface="Arial"/>
              </a:rPr>
              <a:t>enqueued</a:t>
            </a:r>
            <a:r>
              <a:rPr lang="en" sz="1200">
                <a:solidFill>
                  <a:srgbClr val="000000"/>
                </a:solidFill>
                <a:latin typeface="Arial"/>
                <a:ea typeface="Arial"/>
                <a:cs typeface="Arial"/>
                <a:sym typeface="Arial"/>
              </a:rPr>
              <a:t>, it is added at the </a:t>
            </a:r>
            <a:r>
              <a:rPr b="1" i="1" lang="en" sz="1200">
                <a:solidFill>
                  <a:srgbClr val="FF0000"/>
                </a:solidFill>
                <a:latin typeface="Arial"/>
                <a:ea typeface="Arial"/>
                <a:cs typeface="Arial"/>
                <a:sym typeface="Arial"/>
              </a:rPr>
              <a:t>back</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index, and the </a:t>
            </a:r>
            <a:r>
              <a:rPr b="1" i="1" lang="en" sz="1200">
                <a:solidFill>
                  <a:srgbClr val="FF0000"/>
                </a:solidFill>
                <a:latin typeface="Arial"/>
                <a:ea typeface="Arial"/>
                <a:cs typeface="Arial"/>
                <a:sym typeface="Arial"/>
              </a:rPr>
              <a:t>back</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index is incremented.</a:t>
            </a:r>
            <a:endParaRPr sz="1200">
              <a:solidFill>
                <a:srgbClr val="000000"/>
              </a:solidFill>
              <a:latin typeface="Arial"/>
              <a:ea typeface="Arial"/>
              <a:cs typeface="Arial"/>
              <a:sym typeface="Arial"/>
            </a:endParaRPr>
          </a:p>
        </p:txBody>
      </p:sp>
      <p:graphicFrame>
        <p:nvGraphicFramePr>
          <p:cNvPr id="612" name="Google Shape;612;p78"/>
          <p:cNvGraphicFramePr/>
          <p:nvPr/>
        </p:nvGraphicFramePr>
        <p:xfrm>
          <a:off x="3149571" y="2138607"/>
          <a:ext cx="3000000" cy="3000000"/>
        </p:xfrm>
        <a:graphic>
          <a:graphicData uri="http://schemas.openxmlformats.org/drawingml/2006/table">
            <a:tbl>
              <a:tblPr>
                <a:noFill/>
                <a:tableStyleId>{5D16334A-BD30-4DCF-A821-F696FD12572A}</a:tableStyleId>
              </a:tblPr>
              <a:tblGrid>
                <a:gridCol w="524750"/>
                <a:gridCol w="524750"/>
                <a:gridCol w="524750"/>
                <a:gridCol w="524750"/>
                <a:gridCol w="524750"/>
              </a:tblGrid>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0</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1</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2</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3</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4</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pSp>
        <p:nvGrpSpPr>
          <p:cNvPr id="613" name="Google Shape;613;p78"/>
          <p:cNvGrpSpPr/>
          <p:nvPr/>
        </p:nvGrpSpPr>
        <p:grpSpPr>
          <a:xfrm>
            <a:off x="3066971" y="2719933"/>
            <a:ext cx="693300" cy="405900"/>
            <a:chOff x="247571" y="2364650"/>
            <a:chExt cx="693300" cy="405900"/>
          </a:xfrm>
        </p:grpSpPr>
        <p:sp>
          <p:nvSpPr>
            <p:cNvPr id="614" name="Google Shape;614;p78"/>
            <p:cNvSpPr txBox="1"/>
            <p:nvPr/>
          </p:nvSpPr>
          <p:spPr>
            <a:xfrm>
              <a:off x="247571" y="2520350"/>
              <a:ext cx="693300" cy="2502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front</a:t>
              </a:r>
              <a:endParaRPr b="0" i="0" sz="1000" u="none" cap="none" strike="noStrike">
                <a:solidFill>
                  <a:srgbClr val="000000"/>
                </a:solidFill>
                <a:latin typeface="Consolas"/>
                <a:ea typeface="Consolas"/>
                <a:cs typeface="Consolas"/>
                <a:sym typeface="Consolas"/>
              </a:endParaRPr>
            </a:p>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back</a:t>
              </a:r>
              <a:endParaRPr b="0" i="0" sz="1000" u="none" cap="none" strike="noStrike">
                <a:solidFill>
                  <a:srgbClr val="000000"/>
                </a:solidFill>
                <a:latin typeface="Consolas"/>
                <a:ea typeface="Consolas"/>
                <a:cs typeface="Consolas"/>
                <a:sym typeface="Consolas"/>
              </a:endParaRPr>
            </a:p>
          </p:txBody>
        </p:sp>
        <p:cxnSp>
          <p:nvCxnSpPr>
            <p:cNvPr id="615" name="Google Shape;615;p78"/>
            <p:cNvCxnSpPr>
              <a:stCxn id="614" idx="0"/>
            </p:cNvCxnSpPr>
            <p:nvPr/>
          </p:nvCxnSpPr>
          <p:spPr>
            <a:xfrm rot="10800000">
              <a:off x="594221" y="2364650"/>
              <a:ext cx="0" cy="155700"/>
            </a:xfrm>
            <a:prstGeom prst="straightConnector1">
              <a:avLst/>
            </a:prstGeom>
            <a:noFill/>
            <a:ln cap="flat" cmpd="sng" w="19050">
              <a:solidFill>
                <a:srgbClr val="000000"/>
              </a:solidFill>
              <a:prstDash val="solid"/>
              <a:round/>
              <a:headEnd len="sm" w="sm" type="none"/>
              <a:tailEnd len="med" w="med" type="triangle"/>
            </a:ln>
          </p:spPr>
        </p:cxnSp>
      </p:grpSp>
      <p:grpSp>
        <p:nvGrpSpPr>
          <p:cNvPr id="616" name="Google Shape;616;p78"/>
          <p:cNvGrpSpPr/>
          <p:nvPr/>
        </p:nvGrpSpPr>
        <p:grpSpPr>
          <a:xfrm>
            <a:off x="3587500" y="2719933"/>
            <a:ext cx="693300" cy="311400"/>
            <a:chOff x="247559" y="2364650"/>
            <a:chExt cx="693300" cy="311400"/>
          </a:xfrm>
        </p:grpSpPr>
        <p:sp>
          <p:nvSpPr>
            <p:cNvPr id="617" name="Google Shape;617;p78"/>
            <p:cNvSpPr txBox="1"/>
            <p:nvPr/>
          </p:nvSpPr>
          <p:spPr>
            <a:xfrm>
              <a:off x="247559" y="2520350"/>
              <a:ext cx="693300" cy="15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back</a:t>
              </a:r>
              <a:endParaRPr b="0" i="0" sz="1000" u="none" cap="none" strike="noStrike">
                <a:solidFill>
                  <a:srgbClr val="000000"/>
                </a:solidFill>
                <a:latin typeface="Consolas"/>
                <a:ea typeface="Consolas"/>
                <a:cs typeface="Consolas"/>
                <a:sym typeface="Consolas"/>
              </a:endParaRPr>
            </a:p>
          </p:txBody>
        </p:sp>
        <p:cxnSp>
          <p:nvCxnSpPr>
            <p:cNvPr id="618" name="Google Shape;618;p78"/>
            <p:cNvCxnSpPr>
              <a:stCxn id="617" idx="0"/>
            </p:cNvCxnSpPr>
            <p:nvPr/>
          </p:nvCxnSpPr>
          <p:spPr>
            <a:xfrm rot="10800000">
              <a:off x="594209" y="2364650"/>
              <a:ext cx="0" cy="155700"/>
            </a:xfrm>
            <a:prstGeom prst="straightConnector1">
              <a:avLst/>
            </a:prstGeom>
            <a:noFill/>
            <a:ln cap="flat" cmpd="sng" w="19050">
              <a:solidFill>
                <a:srgbClr val="000000"/>
              </a:solidFill>
              <a:prstDash val="solid"/>
              <a:round/>
              <a:headEnd len="sm" w="sm" type="none"/>
              <a:tailEnd len="med" w="med" type="triangle"/>
            </a:ln>
          </p:spPr>
        </p:cxnSp>
      </p:grpSp>
      <p:graphicFrame>
        <p:nvGraphicFramePr>
          <p:cNvPr id="619" name="Google Shape;619;p78"/>
          <p:cNvGraphicFramePr/>
          <p:nvPr/>
        </p:nvGraphicFramePr>
        <p:xfrm>
          <a:off x="3149571" y="3212789"/>
          <a:ext cx="3000000" cy="3000000"/>
        </p:xfrm>
        <a:graphic>
          <a:graphicData uri="http://schemas.openxmlformats.org/drawingml/2006/table">
            <a:tbl>
              <a:tblPr>
                <a:noFill/>
                <a:tableStyleId>{5D16334A-BD30-4DCF-A821-F696FD12572A}</a:tableStyleId>
              </a:tblPr>
              <a:tblGrid>
                <a:gridCol w="524750"/>
                <a:gridCol w="524750"/>
                <a:gridCol w="524750"/>
                <a:gridCol w="524750"/>
                <a:gridCol w="524750"/>
              </a:tblGrid>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"a"</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0</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1</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2</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3</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4</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pSp>
        <p:nvGrpSpPr>
          <p:cNvPr id="620" name="Google Shape;620;p78"/>
          <p:cNvGrpSpPr/>
          <p:nvPr/>
        </p:nvGrpSpPr>
        <p:grpSpPr>
          <a:xfrm>
            <a:off x="4120900" y="3794114"/>
            <a:ext cx="693300" cy="311400"/>
            <a:chOff x="247559" y="2364650"/>
            <a:chExt cx="693300" cy="311400"/>
          </a:xfrm>
        </p:grpSpPr>
        <p:sp>
          <p:nvSpPr>
            <p:cNvPr id="621" name="Google Shape;621;p78"/>
            <p:cNvSpPr txBox="1"/>
            <p:nvPr/>
          </p:nvSpPr>
          <p:spPr>
            <a:xfrm>
              <a:off x="247559" y="2520350"/>
              <a:ext cx="693300" cy="15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back</a:t>
              </a:r>
              <a:endParaRPr b="0" i="0" sz="1000" u="none" cap="none" strike="noStrike">
                <a:solidFill>
                  <a:srgbClr val="000000"/>
                </a:solidFill>
                <a:latin typeface="Consolas"/>
                <a:ea typeface="Consolas"/>
                <a:cs typeface="Consolas"/>
                <a:sym typeface="Consolas"/>
              </a:endParaRPr>
            </a:p>
          </p:txBody>
        </p:sp>
        <p:cxnSp>
          <p:nvCxnSpPr>
            <p:cNvPr id="622" name="Google Shape;622;p78"/>
            <p:cNvCxnSpPr>
              <a:stCxn id="621" idx="0"/>
            </p:cNvCxnSpPr>
            <p:nvPr/>
          </p:nvCxnSpPr>
          <p:spPr>
            <a:xfrm rot="10800000">
              <a:off x="594209" y="2364650"/>
              <a:ext cx="0" cy="155700"/>
            </a:xfrm>
            <a:prstGeom prst="straightConnector1">
              <a:avLst/>
            </a:prstGeom>
            <a:noFill/>
            <a:ln cap="flat" cmpd="sng" w="19050">
              <a:solidFill>
                <a:srgbClr val="000000"/>
              </a:solidFill>
              <a:prstDash val="solid"/>
              <a:round/>
              <a:headEnd len="sm" w="sm" type="none"/>
              <a:tailEnd len="med" w="med" type="triangle"/>
            </a:ln>
          </p:spPr>
        </p:cxnSp>
      </p:grpSp>
      <p:graphicFrame>
        <p:nvGraphicFramePr>
          <p:cNvPr id="623" name="Google Shape;623;p78"/>
          <p:cNvGraphicFramePr/>
          <p:nvPr/>
        </p:nvGraphicFramePr>
        <p:xfrm>
          <a:off x="3149571" y="4164813"/>
          <a:ext cx="3000000" cy="3000000"/>
        </p:xfrm>
        <a:graphic>
          <a:graphicData uri="http://schemas.openxmlformats.org/drawingml/2006/table">
            <a:tbl>
              <a:tblPr>
                <a:noFill/>
                <a:tableStyleId>{5D16334A-BD30-4DCF-A821-F696FD12572A}</a:tableStyleId>
              </a:tblPr>
              <a:tblGrid>
                <a:gridCol w="524750"/>
                <a:gridCol w="524750"/>
                <a:gridCol w="524750"/>
                <a:gridCol w="524750"/>
                <a:gridCol w="524750"/>
              </a:tblGrid>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"a"</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"b"</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0</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1</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2</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3</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4</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pSp>
        <p:nvGrpSpPr>
          <p:cNvPr id="624" name="Google Shape;624;p78"/>
          <p:cNvGrpSpPr/>
          <p:nvPr/>
        </p:nvGrpSpPr>
        <p:grpSpPr>
          <a:xfrm>
            <a:off x="3066971" y="4746138"/>
            <a:ext cx="1747229" cy="311400"/>
            <a:chOff x="3219371" y="4771856"/>
            <a:chExt cx="1747229" cy="311400"/>
          </a:xfrm>
        </p:grpSpPr>
        <p:grpSp>
          <p:nvGrpSpPr>
            <p:cNvPr id="625" name="Google Shape;625;p78"/>
            <p:cNvGrpSpPr/>
            <p:nvPr/>
          </p:nvGrpSpPr>
          <p:grpSpPr>
            <a:xfrm>
              <a:off x="3219371" y="4771856"/>
              <a:ext cx="693300" cy="311400"/>
              <a:chOff x="247571" y="2364650"/>
              <a:chExt cx="693300" cy="311400"/>
            </a:xfrm>
          </p:grpSpPr>
          <p:sp>
            <p:nvSpPr>
              <p:cNvPr id="626" name="Google Shape;626;p78"/>
              <p:cNvSpPr txBox="1"/>
              <p:nvPr/>
            </p:nvSpPr>
            <p:spPr>
              <a:xfrm>
                <a:off x="247571" y="2520350"/>
                <a:ext cx="693300" cy="15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front</a:t>
                </a:r>
                <a:endParaRPr b="0" i="0" sz="1000" u="none" cap="none" strike="noStrike">
                  <a:solidFill>
                    <a:srgbClr val="000000"/>
                  </a:solidFill>
                  <a:latin typeface="Consolas"/>
                  <a:ea typeface="Consolas"/>
                  <a:cs typeface="Consolas"/>
                  <a:sym typeface="Consolas"/>
                </a:endParaRPr>
              </a:p>
            </p:txBody>
          </p:sp>
          <p:cxnSp>
            <p:nvCxnSpPr>
              <p:cNvPr id="627" name="Google Shape;627;p78"/>
              <p:cNvCxnSpPr>
                <a:stCxn id="626" idx="0"/>
              </p:cNvCxnSpPr>
              <p:nvPr/>
            </p:nvCxnSpPr>
            <p:spPr>
              <a:xfrm rot="10800000">
                <a:off x="594221" y="2364650"/>
                <a:ext cx="0" cy="155700"/>
              </a:xfrm>
              <a:prstGeom prst="straightConnector1">
                <a:avLst/>
              </a:prstGeom>
              <a:noFill/>
              <a:ln cap="flat" cmpd="sng" w="19050">
                <a:solidFill>
                  <a:srgbClr val="000000"/>
                </a:solidFill>
                <a:prstDash val="solid"/>
                <a:round/>
                <a:headEnd len="sm" w="sm" type="none"/>
                <a:tailEnd len="med" w="med" type="triangle"/>
              </a:ln>
            </p:spPr>
          </p:cxnSp>
        </p:grpSp>
        <p:grpSp>
          <p:nvGrpSpPr>
            <p:cNvPr id="628" name="Google Shape;628;p78"/>
            <p:cNvGrpSpPr/>
            <p:nvPr/>
          </p:nvGrpSpPr>
          <p:grpSpPr>
            <a:xfrm>
              <a:off x="4273300" y="4771856"/>
              <a:ext cx="693300" cy="311400"/>
              <a:chOff x="247559" y="2364650"/>
              <a:chExt cx="693300" cy="311400"/>
            </a:xfrm>
          </p:grpSpPr>
          <p:sp>
            <p:nvSpPr>
              <p:cNvPr id="629" name="Google Shape;629;p78"/>
              <p:cNvSpPr txBox="1"/>
              <p:nvPr/>
            </p:nvSpPr>
            <p:spPr>
              <a:xfrm>
                <a:off x="247559" y="2520350"/>
                <a:ext cx="693300" cy="15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back</a:t>
                </a:r>
                <a:endParaRPr b="0" i="0" sz="1000" u="none" cap="none" strike="noStrike">
                  <a:solidFill>
                    <a:srgbClr val="000000"/>
                  </a:solidFill>
                  <a:latin typeface="Consolas"/>
                  <a:ea typeface="Consolas"/>
                  <a:cs typeface="Consolas"/>
                  <a:sym typeface="Consolas"/>
                </a:endParaRPr>
              </a:p>
            </p:txBody>
          </p:sp>
          <p:cxnSp>
            <p:nvCxnSpPr>
              <p:cNvPr id="630" name="Google Shape;630;p78"/>
              <p:cNvCxnSpPr>
                <a:stCxn id="629" idx="0"/>
              </p:cNvCxnSpPr>
              <p:nvPr/>
            </p:nvCxnSpPr>
            <p:spPr>
              <a:xfrm rot="10800000">
                <a:off x="594209" y="2364650"/>
                <a:ext cx="0" cy="155700"/>
              </a:xfrm>
              <a:prstGeom prst="straightConnector1">
                <a:avLst/>
              </a:prstGeom>
              <a:noFill/>
              <a:ln cap="flat" cmpd="sng" w="19050">
                <a:solidFill>
                  <a:srgbClr val="000000"/>
                </a:solidFill>
                <a:prstDash val="solid"/>
                <a:round/>
                <a:headEnd len="sm" w="sm" type="none"/>
                <a:tailEnd len="med" w="med" type="triangle"/>
              </a:ln>
            </p:spPr>
          </p:cxnSp>
        </p:grpSp>
      </p:grpSp>
      <p:grpSp>
        <p:nvGrpSpPr>
          <p:cNvPr id="631" name="Google Shape;631;p78"/>
          <p:cNvGrpSpPr/>
          <p:nvPr/>
        </p:nvGrpSpPr>
        <p:grpSpPr>
          <a:xfrm>
            <a:off x="3066971" y="3794114"/>
            <a:ext cx="1213829" cy="311400"/>
            <a:chOff x="3219371" y="3819832"/>
            <a:chExt cx="1213829" cy="311400"/>
          </a:xfrm>
        </p:grpSpPr>
        <p:grpSp>
          <p:nvGrpSpPr>
            <p:cNvPr id="632" name="Google Shape;632;p78"/>
            <p:cNvGrpSpPr/>
            <p:nvPr/>
          </p:nvGrpSpPr>
          <p:grpSpPr>
            <a:xfrm>
              <a:off x="3219371" y="3819832"/>
              <a:ext cx="693300" cy="311400"/>
              <a:chOff x="247571" y="2364650"/>
              <a:chExt cx="693300" cy="311400"/>
            </a:xfrm>
          </p:grpSpPr>
          <p:sp>
            <p:nvSpPr>
              <p:cNvPr id="633" name="Google Shape;633;p78"/>
              <p:cNvSpPr txBox="1"/>
              <p:nvPr/>
            </p:nvSpPr>
            <p:spPr>
              <a:xfrm>
                <a:off x="247571" y="2520350"/>
                <a:ext cx="693300" cy="15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front</a:t>
                </a:r>
                <a:endParaRPr b="0" i="0" sz="1000" u="none" cap="none" strike="noStrike">
                  <a:solidFill>
                    <a:srgbClr val="000000"/>
                  </a:solidFill>
                  <a:latin typeface="Consolas"/>
                  <a:ea typeface="Consolas"/>
                  <a:cs typeface="Consolas"/>
                  <a:sym typeface="Consolas"/>
                </a:endParaRPr>
              </a:p>
            </p:txBody>
          </p:sp>
          <p:cxnSp>
            <p:nvCxnSpPr>
              <p:cNvPr id="634" name="Google Shape;634;p78"/>
              <p:cNvCxnSpPr>
                <a:stCxn id="633" idx="0"/>
              </p:cNvCxnSpPr>
              <p:nvPr/>
            </p:nvCxnSpPr>
            <p:spPr>
              <a:xfrm rot="10800000">
                <a:off x="594221" y="2364650"/>
                <a:ext cx="0" cy="155700"/>
              </a:xfrm>
              <a:prstGeom prst="straightConnector1">
                <a:avLst/>
              </a:prstGeom>
              <a:noFill/>
              <a:ln cap="flat" cmpd="sng" w="19050">
                <a:solidFill>
                  <a:srgbClr val="000000"/>
                </a:solidFill>
                <a:prstDash val="solid"/>
                <a:round/>
                <a:headEnd len="sm" w="sm" type="none"/>
                <a:tailEnd len="med" w="med" type="triangle"/>
              </a:ln>
            </p:spPr>
          </p:cxnSp>
        </p:grpSp>
        <p:grpSp>
          <p:nvGrpSpPr>
            <p:cNvPr id="635" name="Google Shape;635;p78"/>
            <p:cNvGrpSpPr/>
            <p:nvPr/>
          </p:nvGrpSpPr>
          <p:grpSpPr>
            <a:xfrm>
              <a:off x="3739900" y="3819832"/>
              <a:ext cx="693300" cy="311400"/>
              <a:chOff x="247559" y="2364650"/>
              <a:chExt cx="693300" cy="311400"/>
            </a:xfrm>
          </p:grpSpPr>
          <p:sp>
            <p:nvSpPr>
              <p:cNvPr id="636" name="Google Shape;636;p78"/>
              <p:cNvSpPr txBox="1"/>
              <p:nvPr/>
            </p:nvSpPr>
            <p:spPr>
              <a:xfrm>
                <a:off x="247559" y="2520350"/>
                <a:ext cx="693300" cy="15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back</a:t>
                </a:r>
                <a:endParaRPr b="0" i="0" sz="1000" u="none" cap="none" strike="noStrike">
                  <a:solidFill>
                    <a:srgbClr val="000000"/>
                  </a:solidFill>
                  <a:latin typeface="Consolas"/>
                  <a:ea typeface="Consolas"/>
                  <a:cs typeface="Consolas"/>
                  <a:sym typeface="Consolas"/>
                </a:endParaRPr>
              </a:p>
            </p:txBody>
          </p:sp>
          <p:cxnSp>
            <p:nvCxnSpPr>
              <p:cNvPr id="637" name="Google Shape;637;p78"/>
              <p:cNvCxnSpPr>
                <a:stCxn id="636" idx="0"/>
              </p:cNvCxnSpPr>
              <p:nvPr/>
            </p:nvCxnSpPr>
            <p:spPr>
              <a:xfrm rot="10800000">
                <a:off x="594209" y="2364650"/>
                <a:ext cx="0" cy="155700"/>
              </a:xfrm>
              <a:prstGeom prst="straightConnector1">
                <a:avLst/>
              </a:prstGeom>
              <a:noFill/>
              <a:ln cap="flat" cmpd="sng" w="19050">
                <a:solidFill>
                  <a:srgbClr val="000000"/>
                </a:solidFill>
                <a:prstDash val="solid"/>
                <a:round/>
                <a:headEnd len="sm" w="sm" type="none"/>
                <a:tailEnd len="med" w="med" type="triangle"/>
              </a:ln>
            </p:spPr>
          </p:cxnSp>
        </p:grpSp>
      </p:grpSp>
      <p:grpSp>
        <p:nvGrpSpPr>
          <p:cNvPr id="638" name="Google Shape;638;p78"/>
          <p:cNvGrpSpPr/>
          <p:nvPr/>
        </p:nvGrpSpPr>
        <p:grpSpPr>
          <a:xfrm>
            <a:off x="4635012" y="4746138"/>
            <a:ext cx="693300" cy="311400"/>
            <a:chOff x="247559" y="2364650"/>
            <a:chExt cx="693300" cy="311400"/>
          </a:xfrm>
        </p:grpSpPr>
        <p:sp>
          <p:nvSpPr>
            <p:cNvPr id="639" name="Google Shape;639;p78"/>
            <p:cNvSpPr txBox="1"/>
            <p:nvPr/>
          </p:nvSpPr>
          <p:spPr>
            <a:xfrm>
              <a:off x="247559" y="2520350"/>
              <a:ext cx="693300" cy="15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back</a:t>
              </a:r>
              <a:endParaRPr b="0" i="0" sz="1000" u="none" cap="none" strike="noStrike">
                <a:solidFill>
                  <a:srgbClr val="000000"/>
                </a:solidFill>
                <a:latin typeface="Consolas"/>
                <a:ea typeface="Consolas"/>
                <a:cs typeface="Consolas"/>
                <a:sym typeface="Consolas"/>
              </a:endParaRPr>
            </a:p>
          </p:txBody>
        </p:sp>
        <p:cxnSp>
          <p:nvCxnSpPr>
            <p:cNvPr id="640" name="Google Shape;640;p78"/>
            <p:cNvCxnSpPr>
              <a:stCxn id="639" idx="0"/>
            </p:cNvCxnSpPr>
            <p:nvPr/>
          </p:nvCxnSpPr>
          <p:spPr>
            <a:xfrm rot="10800000">
              <a:off x="594209" y="2364650"/>
              <a:ext cx="0" cy="155700"/>
            </a:xfrm>
            <a:prstGeom prst="straightConnector1">
              <a:avLst/>
            </a:prstGeom>
            <a:noFill/>
            <a:ln cap="flat" cmpd="sng" w="19050">
              <a:solidFill>
                <a:srgbClr val="000000"/>
              </a:solidFill>
              <a:prstDash val="solid"/>
              <a:round/>
              <a:headEnd len="sm" w="sm" type="none"/>
              <a:tailEnd len="med" w="med" type="triangle"/>
            </a:ln>
          </p:spPr>
        </p:cxnSp>
      </p:grpSp>
      <p:sp>
        <p:nvSpPr>
          <p:cNvPr id="641" name="Google Shape;641;p78"/>
          <p:cNvSpPr txBox="1"/>
          <p:nvPr/>
        </p:nvSpPr>
        <p:spPr>
          <a:xfrm>
            <a:off x="3175688" y="2186283"/>
            <a:ext cx="465600" cy="250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0000"/>
                </a:solidFill>
                <a:latin typeface="Consolas"/>
                <a:ea typeface="Consolas"/>
                <a:cs typeface="Consolas"/>
                <a:sym typeface="Consolas"/>
              </a:rPr>
              <a:t>"a"</a:t>
            </a:r>
            <a:endParaRPr b="0" i="0" sz="1000" u="none" cap="none" strike="noStrike">
              <a:solidFill>
                <a:srgbClr val="FF0000"/>
              </a:solidFill>
              <a:latin typeface="Consolas"/>
              <a:ea typeface="Consolas"/>
              <a:cs typeface="Consolas"/>
              <a:sym typeface="Consolas"/>
            </a:endParaRPr>
          </a:p>
        </p:txBody>
      </p:sp>
      <p:sp>
        <p:nvSpPr>
          <p:cNvPr id="642" name="Google Shape;642;p78"/>
          <p:cNvSpPr txBox="1"/>
          <p:nvPr/>
        </p:nvSpPr>
        <p:spPr>
          <a:xfrm>
            <a:off x="3702659" y="3258559"/>
            <a:ext cx="465600" cy="250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0000"/>
                </a:solidFill>
                <a:latin typeface="Consolas"/>
                <a:ea typeface="Consolas"/>
                <a:cs typeface="Consolas"/>
                <a:sym typeface="Consolas"/>
              </a:rPr>
              <a:t>"b"</a:t>
            </a:r>
            <a:endParaRPr b="0" i="0" sz="1000" u="none" cap="none" strike="noStrike">
              <a:solidFill>
                <a:srgbClr val="FF0000"/>
              </a:solidFill>
              <a:latin typeface="Consolas"/>
              <a:ea typeface="Consolas"/>
              <a:cs typeface="Consolas"/>
              <a:sym typeface="Consolas"/>
            </a:endParaRPr>
          </a:p>
        </p:txBody>
      </p:sp>
      <p:sp>
        <p:nvSpPr>
          <p:cNvPr id="643" name="Google Shape;643;p78"/>
          <p:cNvSpPr txBox="1"/>
          <p:nvPr/>
        </p:nvSpPr>
        <p:spPr>
          <a:xfrm>
            <a:off x="4229629" y="4210583"/>
            <a:ext cx="465600" cy="250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0000"/>
                </a:solidFill>
                <a:latin typeface="Consolas"/>
                <a:ea typeface="Consolas"/>
                <a:cs typeface="Consolas"/>
                <a:sym typeface="Consolas"/>
              </a:rPr>
              <a:t>"c"</a:t>
            </a:r>
            <a:endParaRPr b="0" i="0" sz="1000" u="none" cap="none" strike="noStrike">
              <a:solidFill>
                <a:srgbClr val="FF0000"/>
              </a:solidFill>
              <a:latin typeface="Consolas"/>
              <a:ea typeface="Consolas"/>
              <a:cs typeface="Consolas"/>
              <a:sym typeface="Consolas"/>
            </a:endParaRPr>
          </a:p>
        </p:txBody>
      </p:sp>
      <p:sp>
        <p:nvSpPr>
          <p:cNvPr id="644" name="Google Shape;644;p78"/>
          <p:cNvSpPr txBox="1"/>
          <p:nvPr/>
        </p:nvSpPr>
        <p:spPr>
          <a:xfrm>
            <a:off x="3175700" y="3007583"/>
            <a:ext cx="465600" cy="1746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0000"/>
              </a:solidFill>
              <a:latin typeface="Consolas"/>
              <a:ea typeface="Consolas"/>
              <a:cs typeface="Consolas"/>
              <a:sym typeface="Consolas"/>
            </a:endParaRPr>
          </a:p>
        </p:txBody>
      </p:sp>
      <p:sp>
        <p:nvSpPr>
          <p:cNvPr id="645" name="Google Shape;645;p78"/>
          <p:cNvSpPr txBox="1"/>
          <p:nvPr/>
        </p:nvSpPr>
        <p:spPr>
          <a:xfrm>
            <a:off x="3703625" y="3782424"/>
            <a:ext cx="465600" cy="3279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0000"/>
              </a:solidFill>
              <a:latin typeface="Consolas"/>
              <a:ea typeface="Consolas"/>
              <a:cs typeface="Consolas"/>
              <a:sym typeface="Consolas"/>
            </a:endParaRPr>
          </a:p>
        </p:txBody>
      </p:sp>
      <p:sp>
        <p:nvSpPr>
          <p:cNvPr id="646" name="Google Shape;646;p78"/>
          <p:cNvSpPr txBox="1"/>
          <p:nvPr/>
        </p:nvSpPr>
        <p:spPr>
          <a:xfrm>
            <a:off x="4237025" y="4734447"/>
            <a:ext cx="465600" cy="3279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0000"/>
              </a:solidFill>
              <a:latin typeface="Consolas"/>
              <a:ea typeface="Consolas"/>
              <a:cs typeface="Consolas"/>
              <a:sym typeface="Consolas"/>
            </a:endParaRPr>
          </a:p>
        </p:txBody>
      </p:sp>
      <p:sp>
        <p:nvSpPr>
          <p:cNvPr id="647" name="Google Shape;647;p78"/>
          <p:cNvSpPr txBox="1"/>
          <p:nvPr>
            <p:ph idx="4294967295" type="body"/>
          </p:nvPr>
        </p:nvSpPr>
        <p:spPr>
          <a:xfrm>
            <a:off x="5940875" y="1364958"/>
            <a:ext cx="2623800" cy="660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If after incrementing the </a:t>
            </a:r>
            <a:r>
              <a:rPr b="1" i="1" lang="en" sz="1200">
                <a:solidFill>
                  <a:srgbClr val="FF0000"/>
                </a:solidFill>
                <a:latin typeface="Arial"/>
                <a:ea typeface="Arial"/>
                <a:cs typeface="Arial"/>
                <a:sym typeface="Arial"/>
              </a:rPr>
              <a:t>back</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index is equal to the array length, it </a:t>
            </a:r>
            <a:r>
              <a:rPr b="1" i="1" lang="en" sz="1200">
                <a:solidFill>
                  <a:srgbClr val="FF0000"/>
                </a:solidFill>
                <a:latin typeface="Arial"/>
                <a:ea typeface="Arial"/>
                <a:cs typeface="Arial"/>
                <a:sym typeface="Arial"/>
              </a:rPr>
              <a:t>wraps around</a:t>
            </a:r>
            <a:r>
              <a:rPr lang="en" sz="1200">
                <a:solidFill>
                  <a:srgbClr val="000000"/>
                </a:solidFill>
                <a:latin typeface="Arial"/>
                <a:ea typeface="Arial"/>
                <a:cs typeface="Arial"/>
                <a:sym typeface="Arial"/>
              </a:rPr>
              <a:t> to the beginning.</a:t>
            </a:r>
            <a:endParaRPr sz="1200">
              <a:solidFill>
                <a:srgbClr val="000000"/>
              </a:solidFill>
              <a:latin typeface="Arial"/>
              <a:ea typeface="Arial"/>
              <a:cs typeface="Arial"/>
              <a:sym typeface="Arial"/>
            </a:endParaRPr>
          </a:p>
        </p:txBody>
      </p:sp>
      <p:graphicFrame>
        <p:nvGraphicFramePr>
          <p:cNvPr id="648" name="Google Shape;648;p78"/>
          <p:cNvGraphicFramePr/>
          <p:nvPr/>
        </p:nvGraphicFramePr>
        <p:xfrm>
          <a:off x="5936824" y="2138607"/>
          <a:ext cx="3000000" cy="3000000"/>
        </p:xfrm>
        <a:graphic>
          <a:graphicData uri="http://schemas.openxmlformats.org/drawingml/2006/table">
            <a:tbl>
              <a:tblPr>
                <a:noFill/>
                <a:tableStyleId>{5D16334A-BD30-4DCF-A821-F696FD12572A}</a:tableStyleId>
              </a:tblPr>
              <a:tblGrid>
                <a:gridCol w="524750"/>
                <a:gridCol w="524750"/>
                <a:gridCol w="524750"/>
                <a:gridCol w="524750"/>
                <a:gridCol w="524750"/>
              </a:tblGrid>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"c"</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"d"</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0</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1</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2</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3</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4</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pSp>
        <p:nvGrpSpPr>
          <p:cNvPr id="649" name="Google Shape;649;p78"/>
          <p:cNvGrpSpPr/>
          <p:nvPr/>
        </p:nvGrpSpPr>
        <p:grpSpPr>
          <a:xfrm>
            <a:off x="6909117" y="2725409"/>
            <a:ext cx="2204429" cy="311400"/>
            <a:chOff x="6909118" y="2751127"/>
            <a:chExt cx="2204429" cy="311400"/>
          </a:xfrm>
        </p:grpSpPr>
        <p:grpSp>
          <p:nvGrpSpPr>
            <p:cNvPr id="650" name="Google Shape;650;p78"/>
            <p:cNvGrpSpPr/>
            <p:nvPr/>
          </p:nvGrpSpPr>
          <p:grpSpPr>
            <a:xfrm>
              <a:off x="6909118" y="2751127"/>
              <a:ext cx="693300" cy="311400"/>
              <a:chOff x="247571" y="2364650"/>
              <a:chExt cx="693300" cy="311400"/>
            </a:xfrm>
          </p:grpSpPr>
          <p:sp>
            <p:nvSpPr>
              <p:cNvPr id="651" name="Google Shape;651;p78"/>
              <p:cNvSpPr txBox="1"/>
              <p:nvPr/>
            </p:nvSpPr>
            <p:spPr>
              <a:xfrm>
                <a:off x="247571" y="2520350"/>
                <a:ext cx="693300" cy="15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front</a:t>
                </a:r>
                <a:endParaRPr b="0" i="0" sz="1000" u="none" cap="none" strike="noStrike">
                  <a:solidFill>
                    <a:srgbClr val="000000"/>
                  </a:solidFill>
                  <a:latin typeface="Consolas"/>
                  <a:ea typeface="Consolas"/>
                  <a:cs typeface="Consolas"/>
                  <a:sym typeface="Consolas"/>
                </a:endParaRPr>
              </a:p>
            </p:txBody>
          </p:sp>
          <p:cxnSp>
            <p:nvCxnSpPr>
              <p:cNvPr id="652" name="Google Shape;652;p78"/>
              <p:cNvCxnSpPr>
                <a:stCxn id="651" idx="0"/>
              </p:cNvCxnSpPr>
              <p:nvPr/>
            </p:nvCxnSpPr>
            <p:spPr>
              <a:xfrm rot="10800000">
                <a:off x="594221" y="2364650"/>
                <a:ext cx="0" cy="155700"/>
              </a:xfrm>
              <a:prstGeom prst="straightConnector1">
                <a:avLst/>
              </a:prstGeom>
              <a:noFill/>
              <a:ln cap="flat" cmpd="sng" w="19050">
                <a:solidFill>
                  <a:srgbClr val="000000"/>
                </a:solidFill>
                <a:prstDash val="solid"/>
                <a:round/>
                <a:headEnd len="sm" w="sm" type="none"/>
                <a:tailEnd len="med" w="med" type="triangle"/>
              </a:ln>
            </p:spPr>
          </p:cxnSp>
        </p:grpSp>
        <p:grpSp>
          <p:nvGrpSpPr>
            <p:cNvPr id="653" name="Google Shape;653;p78"/>
            <p:cNvGrpSpPr/>
            <p:nvPr/>
          </p:nvGrpSpPr>
          <p:grpSpPr>
            <a:xfrm>
              <a:off x="8420247" y="2751127"/>
              <a:ext cx="693300" cy="311400"/>
              <a:chOff x="247559" y="2364650"/>
              <a:chExt cx="693300" cy="311400"/>
            </a:xfrm>
          </p:grpSpPr>
          <p:sp>
            <p:nvSpPr>
              <p:cNvPr id="654" name="Google Shape;654;p78"/>
              <p:cNvSpPr txBox="1"/>
              <p:nvPr/>
            </p:nvSpPr>
            <p:spPr>
              <a:xfrm>
                <a:off x="247559" y="2520350"/>
                <a:ext cx="693300" cy="15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back</a:t>
                </a:r>
                <a:endParaRPr b="0" i="0" sz="1000" u="none" cap="none" strike="noStrike">
                  <a:solidFill>
                    <a:srgbClr val="000000"/>
                  </a:solidFill>
                  <a:latin typeface="Consolas"/>
                  <a:ea typeface="Consolas"/>
                  <a:cs typeface="Consolas"/>
                  <a:sym typeface="Consolas"/>
                </a:endParaRPr>
              </a:p>
            </p:txBody>
          </p:sp>
          <p:cxnSp>
            <p:nvCxnSpPr>
              <p:cNvPr id="655" name="Google Shape;655;p78"/>
              <p:cNvCxnSpPr>
                <a:stCxn id="654" idx="0"/>
              </p:cNvCxnSpPr>
              <p:nvPr/>
            </p:nvCxnSpPr>
            <p:spPr>
              <a:xfrm rot="10800000">
                <a:off x="594209" y="2364650"/>
                <a:ext cx="0" cy="155700"/>
              </a:xfrm>
              <a:prstGeom prst="straightConnector1">
                <a:avLst/>
              </a:prstGeom>
              <a:noFill/>
              <a:ln cap="flat" cmpd="sng" w="19050">
                <a:solidFill>
                  <a:srgbClr val="000000"/>
                </a:solidFill>
                <a:prstDash val="solid"/>
                <a:round/>
                <a:headEnd len="sm" w="sm" type="none"/>
                <a:tailEnd len="med" w="med" type="triangle"/>
              </a:ln>
            </p:spPr>
          </p:cxnSp>
        </p:grpSp>
      </p:grpSp>
      <p:grpSp>
        <p:nvGrpSpPr>
          <p:cNvPr id="656" name="Google Shape;656;p78"/>
          <p:cNvGrpSpPr/>
          <p:nvPr/>
        </p:nvGrpSpPr>
        <p:grpSpPr>
          <a:xfrm>
            <a:off x="5852324" y="2717325"/>
            <a:ext cx="693300" cy="311400"/>
            <a:chOff x="106129" y="3472896"/>
            <a:chExt cx="693300" cy="311400"/>
          </a:xfrm>
        </p:grpSpPr>
        <p:sp>
          <p:nvSpPr>
            <p:cNvPr id="657" name="Google Shape;657;p78"/>
            <p:cNvSpPr txBox="1"/>
            <p:nvPr/>
          </p:nvSpPr>
          <p:spPr>
            <a:xfrm>
              <a:off x="106129" y="3628596"/>
              <a:ext cx="693300" cy="15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back</a:t>
              </a:r>
              <a:endParaRPr b="0" i="0" sz="1000" u="none" cap="none" strike="noStrike">
                <a:solidFill>
                  <a:srgbClr val="000000"/>
                </a:solidFill>
                <a:latin typeface="Consolas"/>
                <a:ea typeface="Consolas"/>
                <a:cs typeface="Consolas"/>
                <a:sym typeface="Consolas"/>
              </a:endParaRPr>
            </a:p>
          </p:txBody>
        </p:sp>
        <p:cxnSp>
          <p:nvCxnSpPr>
            <p:cNvPr id="658" name="Google Shape;658;p78"/>
            <p:cNvCxnSpPr>
              <a:stCxn id="657" idx="0"/>
            </p:cNvCxnSpPr>
            <p:nvPr/>
          </p:nvCxnSpPr>
          <p:spPr>
            <a:xfrm rot="10800000">
              <a:off x="452779" y="3472896"/>
              <a:ext cx="0" cy="155700"/>
            </a:xfrm>
            <a:prstGeom prst="straightConnector1">
              <a:avLst/>
            </a:prstGeom>
            <a:noFill/>
            <a:ln cap="flat" cmpd="sng" w="19050">
              <a:solidFill>
                <a:srgbClr val="000000"/>
              </a:solidFill>
              <a:prstDash val="solid"/>
              <a:round/>
              <a:headEnd len="sm" w="sm" type="none"/>
              <a:tailEnd len="med" w="med" type="triangle"/>
            </a:ln>
          </p:spPr>
        </p:cxnSp>
      </p:grpSp>
      <p:sp>
        <p:nvSpPr>
          <p:cNvPr id="659" name="Google Shape;659;p78"/>
          <p:cNvSpPr txBox="1"/>
          <p:nvPr/>
        </p:nvSpPr>
        <p:spPr>
          <a:xfrm>
            <a:off x="8504225" y="2714671"/>
            <a:ext cx="465600" cy="3279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0000"/>
              </a:solidFill>
              <a:latin typeface="Consolas"/>
              <a:ea typeface="Consolas"/>
              <a:cs typeface="Consolas"/>
              <a:sym typeface="Consolas"/>
            </a:endParaRPr>
          </a:p>
        </p:txBody>
      </p:sp>
      <p:sp>
        <p:nvSpPr>
          <p:cNvPr id="660" name="Google Shape;660;p78"/>
          <p:cNvSpPr/>
          <p:nvPr/>
        </p:nvSpPr>
        <p:spPr>
          <a:xfrm>
            <a:off x="5757602" y="2951358"/>
            <a:ext cx="3367775" cy="264625"/>
          </a:xfrm>
          <a:custGeom>
            <a:rect b="b" l="l" r="r" t="t"/>
            <a:pathLst>
              <a:path extrusionOk="0" h="10585" w="134711">
                <a:moveTo>
                  <a:pt x="127430" y="257"/>
                </a:moveTo>
                <a:cubicBezTo>
                  <a:pt x="128416" y="643"/>
                  <a:pt x="138146" y="986"/>
                  <a:pt x="133345" y="2572"/>
                </a:cubicBezTo>
                <a:cubicBezTo>
                  <a:pt x="128544" y="4158"/>
                  <a:pt x="114828" y="8616"/>
                  <a:pt x="98626" y="9773"/>
                </a:cubicBezTo>
                <a:cubicBezTo>
                  <a:pt x="82424" y="10930"/>
                  <a:pt x="52420" y="10802"/>
                  <a:pt x="36132" y="9516"/>
                </a:cubicBezTo>
                <a:cubicBezTo>
                  <a:pt x="19844" y="8230"/>
                  <a:pt x="5100" y="3644"/>
                  <a:pt x="899" y="2058"/>
                </a:cubicBezTo>
                <a:cubicBezTo>
                  <a:pt x="-3301" y="472"/>
                  <a:pt x="9257" y="343"/>
                  <a:pt x="10929" y="0"/>
                </a:cubicBezTo>
              </a:path>
            </a:pathLst>
          </a:cu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61" name="Google Shape;661;p78"/>
          <p:cNvSpPr txBox="1"/>
          <p:nvPr>
            <p:ph idx="4294967295" type="body"/>
          </p:nvPr>
        </p:nvSpPr>
        <p:spPr>
          <a:xfrm>
            <a:off x="5940875" y="3289246"/>
            <a:ext cx="2623800" cy="660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If the </a:t>
            </a:r>
            <a:r>
              <a:rPr b="1" i="1" lang="en" sz="1200">
                <a:solidFill>
                  <a:srgbClr val="FF0000"/>
                </a:solidFill>
                <a:latin typeface="Arial"/>
                <a:ea typeface="Arial"/>
                <a:cs typeface="Arial"/>
                <a:sym typeface="Arial"/>
              </a:rPr>
              <a:t>size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is equal to the </a:t>
            </a:r>
            <a:r>
              <a:rPr b="1" i="1" lang="en" sz="1200">
                <a:solidFill>
                  <a:srgbClr val="FF0000"/>
                </a:solidFill>
                <a:latin typeface="Arial"/>
                <a:ea typeface="Arial"/>
                <a:cs typeface="Arial"/>
                <a:sym typeface="Arial"/>
              </a:rPr>
              <a:t>length</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before an enqueue, the </a:t>
            </a:r>
            <a:r>
              <a:rPr b="1" i="1" lang="en" sz="1200">
                <a:solidFill>
                  <a:srgbClr val="FF0000"/>
                </a:solidFill>
                <a:latin typeface="Arial"/>
                <a:ea typeface="Arial"/>
                <a:cs typeface="Arial"/>
                <a:sym typeface="Arial"/>
              </a:rPr>
              <a:t>array is full</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and will need to be </a:t>
            </a:r>
            <a:r>
              <a:rPr b="1" i="1" lang="en" sz="1200">
                <a:solidFill>
                  <a:srgbClr val="FF0000"/>
                </a:solidFill>
                <a:latin typeface="Arial"/>
                <a:ea typeface="Arial"/>
                <a:cs typeface="Arial"/>
                <a:sym typeface="Arial"/>
              </a:rPr>
              <a:t>resized</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graphicFrame>
        <p:nvGraphicFramePr>
          <p:cNvPr id="662" name="Google Shape;662;p78"/>
          <p:cNvGraphicFramePr/>
          <p:nvPr/>
        </p:nvGraphicFramePr>
        <p:xfrm>
          <a:off x="5936824" y="4050037"/>
          <a:ext cx="3000000" cy="3000000"/>
        </p:xfrm>
        <a:graphic>
          <a:graphicData uri="http://schemas.openxmlformats.org/drawingml/2006/table">
            <a:tbl>
              <a:tblPr>
                <a:noFill/>
                <a:tableStyleId>{5D16334A-BD30-4DCF-A821-F696FD12572A}</a:tableStyleId>
              </a:tblPr>
              <a:tblGrid>
                <a:gridCol w="524750"/>
                <a:gridCol w="524750"/>
                <a:gridCol w="524750"/>
                <a:gridCol w="524750"/>
                <a:gridCol w="524750"/>
              </a:tblGrid>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"f"</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"g"</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"c"</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"d"</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0</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1</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2</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3</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4</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pSp>
        <p:nvGrpSpPr>
          <p:cNvPr id="663" name="Google Shape;663;p78"/>
          <p:cNvGrpSpPr/>
          <p:nvPr/>
        </p:nvGrpSpPr>
        <p:grpSpPr>
          <a:xfrm>
            <a:off x="6908473" y="4618219"/>
            <a:ext cx="693300" cy="502800"/>
            <a:chOff x="253994" y="2345362"/>
            <a:chExt cx="693300" cy="502800"/>
          </a:xfrm>
        </p:grpSpPr>
        <p:sp>
          <p:nvSpPr>
            <p:cNvPr id="664" name="Google Shape;664;p78"/>
            <p:cNvSpPr txBox="1"/>
            <p:nvPr/>
          </p:nvSpPr>
          <p:spPr>
            <a:xfrm>
              <a:off x="253994" y="2501062"/>
              <a:ext cx="693300" cy="347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front</a:t>
              </a:r>
              <a:endParaRPr b="0" i="0" sz="1000" u="none" cap="none" strike="noStrike">
                <a:solidFill>
                  <a:srgbClr val="000000"/>
                </a:solidFill>
                <a:latin typeface="Consolas"/>
                <a:ea typeface="Consolas"/>
                <a:cs typeface="Consolas"/>
                <a:sym typeface="Consolas"/>
              </a:endParaRPr>
            </a:p>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back</a:t>
              </a:r>
              <a:endParaRPr b="0" i="0" sz="1000" u="none" cap="none" strike="noStrike">
                <a:solidFill>
                  <a:srgbClr val="000000"/>
                </a:solidFill>
                <a:latin typeface="Consolas"/>
                <a:ea typeface="Consolas"/>
                <a:cs typeface="Consolas"/>
                <a:sym typeface="Consolas"/>
              </a:endParaRPr>
            </a:p>
          </p:txBody>
        </p:sp>
        <p:cxnSp>
          <p:nvCxnSpPr>
            <p:cNvPr id="665" name="Google Shape;665;p78"/>
            <p:cNvCxnSpPr>
              <a:stCxn id="664" idx="0"/>
            </p:cNvCxnSpPr>
            <p:nvPr/>
          </p:nvCxnSpPr>
          <p:spPr>
            <a:xfrm rot="10800000">
              <a:off x="600644" y="2345362"/>
              <a:ext cx="0" cy="155700"/>
            </a:xfrm>
            <a:prstGeom prst="straightConnector1">
              <a:avLst/>
            </a:prstGeom>
            <a:noFill/>
            <a:ln cap="flat" cmpd="sng" w="19050">
              <a:solidFill>
                <a:srgbClr val="000000"/>
              </a:solidFill>
              <a:prstDash val="solid"/>
              <a:round/>
              <a:headEnd len="sm" w="sm" type="none"/>
              <a:tailEnd len="med" w="med" type="triangl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5"/>
                                        </p:tgtEl>
                                        <p:attrNameLst>
                                          <p:attrName>style.visibility</p:attrName>
                                        </p:attrNameLst>
                                      </p:cBhvr>
                                      <p:to>
                                        <p:strVal val="visible"/>
                                      </p:to>
                                    </p:set>
                                    <p:animEffect filter="fade" transition="in">
                                      <p:cBhvr>
                                        <p:cTn dur="1000"/>
                                        <p:tgtEl>
                                          <p:spTgt spid="605"/>
                                        </p:tgtEl>
                                      </p:cBhvr>
                                    </p:animEffect>
                                  </p:childTnLst>
                                </p:cTn>
                              </p:par>
                              <p:par>
                                <p:cTn fill="hold" nodeType="withEffect" presetClass="entr" presetID="10" presetSubtype="0">
                                  <p:stCondLst>
                                    <p:cond delay="0"/>
                                  </p:stCondLst>
                                  <p:childTnLst>
                                    <p:set>
                                      <p:cBhvr>
                                        <p:cTn dur="1" fill="hold">
                                          <p:stCondLst>
                                            <p:cond delay="0"/>
                                          </p:stCondLst>
                                        </p:cTn>
                                        <p:tgtEl>
                                          <p:spTgt spid="604"/>
                                        </p:tgtEl>
                                        <p:attrNameLst>
                                          <p:attrName>style.visibility</p:attrName>
                                        </p:attrNameLst>
                                      </p:cBhvr>
                                      <p:to>
                                        <p:strVal val="visible"/>
                                      </p:to>
                                    </p:set>
                                    <p:animEffect filter="fade" transition="in">
                                      <p:cBhvr>
                                        <p:cTn dur="1000"/>
                                        <p:tgtEl>
                                          <p:spTgt spid="60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06"/>
                                        </p:tgtEl>
                                        <p:attrNameLst>
                                          <p:attrName>style.visibility</p:attrName>
                                        </p:attrNameLst>
                                      </p:cBhvr>
                                      <p:to>
                                        <p:strVal val="visible"/>
                                      </p:to>
                                    </p:set>
                                    <p:animEffect filter="fade" transition="in">
                                      <p:cBhvr>
                                        <p:cTn dur="1000"/>
                                        <p:tgtEl>
                                          <p:spTgt spid="60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07"/>
                                        </p:tgtEl>
                                        <p:attrNameLst>
                                          <p:attrName>style.visibility</p:attrName>
                                        </p:attrNameLst>
                                      </p:cBhvr>
                                      <p:to>
                                        <p:strVal val="visible"/>
                                      </p:to>
                                    </p:set>
                                    <p:animEffect filter="fade" transition="in">
                                      <p:cBhvr>
                                        <p:cTn dur="1000"/>
                                        <p:tgtEl>
                                          <p:spTgt spid="60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0"/>
                                        </p:tgtEl>
                                        <p:attrNameLst>
                                          <p:attrName>style.visibility</p:attrName>
                                        </p:attrNameLst>
                                      </p:cBhvr>
                                      <p:to>
                                        <p:strVal val="visible"/>
                                      </p:to>
                                    </p:set>
                                    <p:animEffect filter="fade" transition="in">
                                      <p:cBhvr>
                                        <p:cTn dur="1000"/>
                                        <p:tgtEl>
                                          <p:spTgt spid="6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1"/>
                                        </p:tgtEl>
                                        <p:attrNameLst>
                                          <p:attrName>style.visibility</p:attrName>
                                        </p:attrNameLst>
                                      </p:cBhvr>
                                      <p:to>
                                        <p:strVal val="visible"/>
                                      </p:to>
                                    </p:set>
                                    <p:animEffect filter="fade" transition="in">
                                      <p:cBhvr>
                                        <p:cTn dur="1000"/>
                                        <p:tgtEl>
                                          <p:spTgt spid="611"/>
                                        </p:tgtEl>
                                      </p:cBhvr>
                                    </p:animEffect>
                                  </p:childTnLst>
                                </p:cTn>
                              </p:par>
                              <p:par>
                                <p:cTn fill="hold" nodeType="withEffect" presetClass="entr" presetID="10" presetSubtype="0">
                                  <p:stCondLst>
                                    <p:cond delay="0"/>
                                  </p:stCondLst>
                                  <p:childTnLst>
                                    <p:set>
                                      <p:cBhvr>
                                        <p:cTn dur="1" fill="hold">
                                          <p:stCondLst>
                                            <p:cond delay="0"/>
                                          </p:stCondLst>
                                        </p:cTn>
                                        <p:tgtEl>
                                          <p:spTgt spid="612"/>
                                        </p:tgtEl>
                                        <p:attrNameLst>
                                          <p:attrName>style.visibility</p:attrName>
                                        </p:attrNameLst>
                                      </p:cBhvr>
                                      <p:to>
                                        <p:strVal val="visible"/>
                                      </p:to>
                                    </p:set>
                                    <p:animEffect filter="fade" transition="in">
                                      <p:cBhvr>
                                        <p:cTn dur="1000"/>
                                        <p:tgtEl>
                                          <p:spTgt spid="612"/>
                                        </p:tgtEl>
                                      </p:cBhvr>
                                    </p:animEffect>
                                  </p:childTnLst>
                                </p:cTn>
                              </p:par>
                              <p:par>
                                <p:cTn fill="hold" nodeType="withEffect" presetClass="entr" presetID="10" presetSubtype="0">
                                  <p:stCondLst>
                                    <p:cond delay="0"/>
                                  </p:stCondLst>
                                  <p:childTnLst>
                                    <p:set>
                                      <p:cBhvr>
                                        <p:cTn dur="1" fill="hold">
                                          <p:stCondLst>
                                            <p:cond delay="0"/>
                                          </p:stCondLst>
                                        </p:cTn>
                                        <p:tgtEl>
                                          <p:spTgt spid="613"/>
                                        </p:tgtEl>
                                        <p:attrNameLst>
                                          <p:attrName>style.visibility</p:attrName>
                                        </p:attrNameLst>
                                      </p:cBhvr>
                                      <p:to>
                                        <p:strVal val="visible"/>
                                      </p:to>
                                    </p:set>
                                    <p:animEffect filter="fade" transition="in">
                                      <p:cBhvr>
                                        <p:cTn dur="1000"/>
                                        <p:tgtEl>
                                          <p:spTgt spid="61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41"/>
                                        </p:tgtEl>
                                        <p:attrNameLst>
                                          <p:attrName>style.visibility</p:attrName>
                                        </p:attrNameLst>
                                      </p:cBhvr>
                                      <p:to>
                                        <p:strVal val="visible"/>
                                      </p:to>
                                    </p:set>
                                    <p:animEffect filter="fade" transition="in">
                                      <p:cBhvr>
                                        <p:cTn dur="1000"/>
                                        <p:tgtEl>
                                          <p:spTgt spid="64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644"/>
                                        </p:tgtEl>
                                        <p:attrNameLst>
                                          <p:attrName>style.visibility</p:attrName>
                                        </p:attrNameLst>
                                      </p:cBhvr>
                                      <p:to>
                                        <p:strVal val="visible"/>
                                      </p:to>
                                    </p:set>
                                    <p:animEffect filter="fade" transition="in">
                                      <p:cBhvr>
                                        <p:cTn dur="1000"/>
                                        <p:tgtEl>
                                          <p:spTgt spid="644"/>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616"/>
                                        </p:tgtEl>
                                        <p:attrNameLst>
                                          <p:attrName>style.visibility</p:attrName>
                                        </p:attrNameLst>
                                      </p:cBhvr>
                                      <p:to>
                                        <p:strVal val="visible"/>
                                      </p:to>
                                    </p:set>
                                    <p:animEffect filter="fade" transition="in">
                                      <p:cBhvr>
                                        <p:cTn dur="1000"/>
                                        <p:tgtEl>
                                          <p:spTgt spid="61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19"/>
                                        </p:tgtEl>
                                        <p:attrNameLst>
                                          <p:attrName>style.visibility</p:attrName>
                                        </p:attrNameLst>
                                      </p:cBhvr>
                                      <p:to>
                                        <p:strVal val="visible"/>
                                      </p:to>
                                    </p:set>
                                    <p:animEffect filter="fade" transition="in">
                                      <p:cBhvr>
                                        <p:cTn dur="1000"/>
                                        <p:tgtEl>
                                          <p:spTgt spid="619"/>
                                        </p:tgtEl>
                                      </p:cBhvr>
                                    </p:animEffect>
                                  </p:childTnLst>
                                </p:cTn>
                              </p:par>
                              <p:par>
                                <p:cTn fill="hold" nodeType="withEffect" presetClass="entr" presetID="10" presetSubtype="0">
                                  <p:stCondLst>
                                    <p:cond delay="0"/>
                                  </p:stCondLst>
                                  <p:childTnLst>
                                    <p:set>
                                      <p:cBhvr>
                                        <p:cTn dur="1" fill="hold">
                                          <p:stCondLst>
                                            <p:cond delay="0"/>
                                          </p:stCondLst>
                                        </p:cTn>
                                        <p:tgtEl>
                                          <p:spTgt spid="631"/>
                                        </p:tgtEl>
                                        <p:attrNameLst>
                                          <p:attrName>style.visibility</p:attrName>
                                        </p:attrNameLst>
                                      </p:cBhvr>
                                      <p:to>
                                        <p:strVal val="visible"/>
                                      </p:to>
                                    </p:set>
                                    <p:animEffect filter="fade" transition="in">
                                      <p:cBhvr>
                                        <p:cTn dur="1000"/>
                                        <p:tgtEl>
                                          <p:spTgt spid="63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42"/>
                                        </p:tgtEl>
                                        <p:attrNameLst>
                                          <p:attrName>style.visibility</p:attrName>
                                        </p:attrNameLst>
                                      </p:cBhvr>
                                      <p:to>
                                        <p:strVal val="visible"/>
                                      </p:to>
                                    </p:set>
                                    <p:animEffect filter="fade" transition="in">
                                      <p:cBhvr>
                                        <p:cTn dur="1000"/>
                                        <p:tgtEl>
                                          <p:spTgt spid="64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645"/>
                                        </p:tgtEl>
                                        <p:attrNameLst>
                                          <p:attrName>style.visibility</p:attrName>
                                        </p:attrNameLst>
                                      </p:cBhvr>
                                      <p:to>
                                        <p:strVal val="visible"/>
                                      </p:to>
                                    </p:set>
                                    <p:animEffect filter="fade" transition="in">
                                      <p:cBhvr>
                                        <p:cTn dur="1000"/>
                                        <p:tgtEl>
                                          <p:spTgt spid="645"/>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620"/>
                                        </p:tgtEl>
                                        <p:attrNameLst>
                                          <p:attrName>style.visibility</p:attrName>
                                        </p:attrNameLst>
                                      </p:cBhvr>
                                      <p:to>
                                        <p:strVal val="visible"/>
                                      </p:to>
                                    </p:set>
                                    <p:animEffect filter="fade" transition="in">
                                      <p:cBhvr>
                                        <p:cTn dur="1000"/>
                                        <p:tgtEl>
                                          <p:spTgt spid="6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23"/>
                                        </p:tgtEl>
                                        <p:attrNameLst>
                                          <p:attrName>style.visibility</p:attrName>
                                        </p:attrNameLst>
                                      </p:cBhvr>
                                      <p:to>
                                        <p:strVal val="visible"/>
                                      </p:to>
                                    </p:set>
                                    <p:animEffect filter="fade" transition="in">
                                      <p:cBhvr>
                                        <p:cTn dur="1000"/>
                                        <p:tgtEl>
                                          <p:spTgt spid="623"/>
                                        </p:tgtEl>
                                      </p:cBhvr>
                                    </p:animEffect>
                                  </p:childTnLst>
                                </p:cTn>
                              </p:par>
                              <p:par>
                                <p:cTn fill="hold" nodeType="withEffect" presetClass="entr" presetID="10" presetSubtype="0">
                                  <p:stCondLst>
                                    <p:cond delay="0"/>
                                  </p:stCondLst>
                                  <p:childTnLst>
                                    <p:set>
                                      <p:cBhvr>
                                        <p:cTn dur="1" fill="hold">
                                          <p:stCondLst>
                                            <p:cond delay="0"/>
                                          </p:stCondLst>
                                        </p:cTn>
                                        <p:tgtEl>
                                          <p:spTgt spid="624"/>
                                        </p:tgtEl>
                                        <p:attrNameLst>
                                          <p:attrName>style.visibility</p:attrName>
                                        </p:attrNameLst>
                                      </p:cBhvr>
                                      <p:to>
                                        <p:strVal val="visible"/>
                                      </p:to>
                                    </p:set>
                                    <p:animEffect filter="fade" transition="in">
                                      <p:cBhvr>
                                        <p:cTn dur="1000"/>
                                        <p:tgtEl>
                                          <p:spTgt spid="62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43"/>
                                        </p:tgtEl>
                                        <p:attrNameLst>
                                          <p:attrName>style.visibility</p:attrName>
                                        </p:attrNameLst>
                                      </p:cBhvr>
                                      <p:to>
                                        <p:strVal val="visible"/>
                                      </p:to>
                                    </p:set>
                                    <p:animEffect filter="fade" transition="in">
                                      <p:cBhvr>
                                        <p:cTn dur="1000"/>
                                        <p:tgtEl>
                                          <p:spTgt spid="64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646"/>
                                        </p:tgtEl>
                                        <p:attrNameLst>
                                          <p:attrName>style.visibility</p:attrName>
                                        </p:attrNameLst>
                                      </p:cBhvr>
                                      <p:to>
                                        <p:strVal val="visible"/>
                                      </p:to>
                                    </p:set>
                                    <p:animEffect filter="fade" transition="in">
                                      <p:cBhvr>
                                        <p:cTn dur="1000"/>
                                        <p:tgtEl>
                                          <p:spTgt spid="646"/>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638"/>
                                        </p:tgtEl>
                                        <p:attrNameLst>
                                          <p:attrName>style.visibility</p:attrName>
                                        </p:attrNameLst>
                                      </p:cBhvr>
                                      <p:to>
                                        <p:strVal val="visible"/>
                                      </p:to>
                                    </p:set>
                                    <p:animEffect filter="fade" transition="in">
                                      <p:cBhvr>
                                        <p:cTn dur="1000"/>
                                        <p:tgtEl>
                                          <p:spTgt spid="63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47"/>
                                        </p:tgtEl>
                                        <p:attrNameLst>
                                          <p:attrName>style.visibility</p:attrName>
                                        </p:attrNameLst>
                                      </p:cBhvr>
                                      <p:to>
                                        <p:strVal val="visible"/>
                                      </p:to>
                                    </p:set>
                                    <p:animEffect filter="fade" transition="in">
                                      <p:cBhvr>
                                        <p:cTn dur="1000"/>
                                        <p:tgtEl>
                                          <p:spTgt spid="647"/>
                                        </p:tgtEl>
                                      </p:cBhvr>
                                    </p:animEffect>
                                  </p:childTnLst>
                                </p:cTn>
                              </p:par>
                              <p:par>
                                <p:cTn fill="hold" nodeType="withEffect" presetClass="entr" presetID="10" presetSubtype="0">
                                  <p:stCondLst>
                                    <p:cond delay="0"/>
                                  </p:stCondLst>
                                  <p:childTnLst>
                                    <p:set>
                                      <p:cBhvr>
                                        <p:cTn dur="1" fill="hold">
                                          <p:stCondLst>
                                            <p:cond delay="0"/>
                                          </p:stCondLst>
                                        </p:cTn>
                                        <p:tgtEl>
                                          <p:spTgt spid="648"/>
                                        </p:tgtEl>
                                        <p:attrNameLst>
                                          <p:attrName>style.visibility</p:attrName>
                                        </p:attrNameLst>
                                      </p:cBhvr>
                                      <p:to>
                                        <p:strVal val="visible"/>
                                      </p:to>
                                    </p:set>
                                    <p:animEffect filter="fade" transition="in">
                                      <p:cBhvr>
                                        <p:cTn dur="1000"/>
                                        <p:tgtEl>
                                          <p:spTgt spid="648"/>
                                        </p:tgtEl>
                                      </p:cBhvr>
                                    </p:animEffect>
                                  </p:childTnLst>
                                </p:cTn>
                              </p:par>
                              <p:par>
                                <p:cTn fill="hold" nodeType="withEffect" presetClass="entr" presetID="10" presetSubtype="0">
                                  <p:stCondLst>
                                    <p:cond delay="0"/>
                                  </p:stCondLst>
                                  <p:childTnLst>
                                    <p:set>
                                      <p:cBhvr>
                                        <p:cTn dur="1" fill="hold">
                                          <p:stCondLst>
                                            <p:cond delay="0"/>
                                          </p:stCondLst>
                                        </p:cTn>
                                        <p:tgtEl>
                                          <p:spTgt spid="649"/>
                                        </p:tgtEl>
                                        <p:attrNameLst>
                                          <p:attrName>style.visibility</p:attrName>
                                        </p:attrNameLst>
                                      </p:cBhvr>
                                      <p:to>
                                        <p:strVal val="visible"/>
                                      </p:to>
                                    </p:set>
                                    <p:animEffect filter="fade" transition="in">
                                      <p:cBhvr>
                                        <p:cTn dur="1000"/>
                                        <p:tgtEl>
                                          <p:spTgt spid="64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0"/>
                                        </p:tgtEl>
                                        <p:attrNameLst>
                                          <p:attrName>style.visibility</p:attrName>
                                        </p:attrNameLst>
                                      </p:cBhvr>
                                      <p:to>
                                        <p:strVal val="visible"/>
                                      </p:to>
                                    </p:set>
                                    <p:animEffect filter="fade" transition="in">
                                      <p:cBhvr>
                                        <p:cTn dur="1000"/>
                                        <p:tgtEl>
                                          <p:spTgt spid="66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659"/>
                                        </p:tgtEl>
                                        <p:attrNameLst>
                                          <p:attrName>style.visibility</p:attrName>
                                        </p:attrNameLst>
                                      </p:cBhvr>
                                      <p:to>
                                        <p:strVal val="visible"/>
                                      </p:to>
                                    </p:set>
                                    <p:animEffect filter="fade" transition="in">
                                      <p:cBhvr>
                                        <p:cTn dur="1000"/>
                                        <p:tgtEl>
                                          <p:spTgt spid="659"/>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656"/>
                                        </p:tgtEl>
                                        <p:attrNameLst>
                                          <p:attrName>style.visibility</p:attrName>
                                        </p:attrNameLst>
                                      </p:cBhvr>
                                      <p:to>
                                        <p:strVal val="visible"/>
                                      </p:to>
                                    </p:set>
                                    <p:animEffect filter="fade" transition="in">
                                      <p:cBhvr>
                                        <p:cTn dur="1000"/>
                                        <p:tgtEl>
                                          <p:spTgt spid="6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61"/>
                                        </p:tgtEl>
                                        <p:attrNameLst>
                                          <p:attrName>style.visibility</p:attrName>
                                        </p:attrNameLst>
                                      </p:cBhvr>
                                      <p:to>
                                        <p:strVal val="visible"/>
                                      </p:to>
                                    </p:set>
                                    <p:animEffect filter="fade" transition="in">
                                      <p:cBhvr>
                                        <p:cTn dur="1000"/>
                                        <p:tgtEl>
                                          <p:spTgt spid="661"/>
                                        </p:tgtEl>
                                      </p:cBhvr>
                                    </p:animEffect>
                                  </p:childTnLst>
                                </p:cTn>
                              </p:par>
                              <p:par>
                                <p:cTn fill="hold" nodeType="withEffect" presetClass="entr" presetID="10" presetSubtype="0">
                                  <p:stCondLst>
                                    <p:cond delay="0"/>
                                  </p:stCondLst>
                                  <p:childTnLst>
                                    <p:set>
                                      <p:cBhvr>
                                        <p:cTn dur="1" fill="hold">
                                          <p:stCondLst>
                                            <p:cond delay="0"/>
                                          </p:stCondLst>
                                        </p:cTn>
                                        <p:tgtEl>
                                          <p:spTgt spid="662"/>
                                        </p:tgtEl>
                                        <p:attrNameLst>
                                          <p:attrName>style.visibility</p:attrName>
                                        </p:attrNameLst>
                                      </p:cBhvr>
                                      <p:to>
                                        <p:strVal val="visible"/>
                                      </p:to>
                                    </p:set>
                                    <p:animEffect filter="fade" transition="in">
                                      <p:cBhvr>
                                        <p:cTn dur="1000"/>
                                        <p:tgtEl>
                                          <p:spTgt spid="662"/>
                                        </p:tgtEl>
                                      </p:cBhvr>
                                    </p:animEffect>
                                  </p:childTnLst>
                                </p:cTn>
                              </p:par>
                              <p:par>
                                <p:cTn fill="hold" nodeType="withEffect" presetClass="entr" presetID="10" presetSubtype="0">
                                  <p:stCondLst>
                                    <p:cond delay="0"/>
                                  </p:stCondLst>
                                  <p:childTnLst>
                                    <p:set>
                                      <p:cBhvr>
                                        <p:cTn dur="1" fill="hold">
                                          <p:stCondLst>
                                            <p:cond delay="0"/>
                                          </p:stCondLst>
                                        </p:cTn>
                                        <p:tgtEl>
                                          <p:spTgt spid="663"/>
                                        </p:tgtEl>
                                        <p:attrNameLst>
                                          <p:attrName>style.visibility</p:attrName>
                                        </p:attrNameLst>
                                      </p:cBhvr>
                                      <p:to>
                                        <p:strVal val="visible"/>
                                      </p:to>
                                    </p:set>
                                    <p:animEffect filter="fade" transition="in">
                                      <p:cBhvr>
                                        <p:cTn dur="1000"/>
                                        <p:tgtEl>
                                          <p:spTgt spid="6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9" name="Shape 669"/>
        <p:cNvGrpSpPr/>
        <p:nvPr/>
      </p:nvGrpSpPr>
      <p:grpSpPr>
        <a:xfrm>
          <a:off x="0" y="0"/>
          <a:ext cx="0" cy="0"/>
          <a:chOff x="0" y="0"/>
          <a:chExt cx="0" cy="0"/>
        </a:xfrm>
      </p:grpSpPr>
      <p:sp>
        <p:nvSpPr>
          <p:cNvPr id="670" name="Google Shape;670;p79"/>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Although enqueuing into an Array-based Queue can be fairly straightforward in most cases, some edge cases can be relatively complicated. Try implementing enqueue using an array.</a:t>
            </a:r>
            <a:endParaRPr/>
          </a:p>
        </p:txBody>
      </p:sp>
      <p:sp>
        <p:nvSpPr>
          <p:cNvPr id="671" name="Google Shape;671;p7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672" name="Google Shape;672;p79"/>
          <p:cNvSpPr txBox="1"/>
          <p:nvPr>
            <p:ph idx="2" type="body"/>
          </p:nvPr>
        </p:nvSpPr>
        <p:spPr>
          <a:xfrm>
            <a:off x="3066350" y="1497825"/>
            <a:ext cx="5885400" cy="35157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Open your </a:t>
            </a:r>
            <a:r>
              <a:rPr lang="en" sz="1600">
                <a:latin typeface="Courier New"/>
                <a:ea typeface="Courier New"/>
                <a:cs typeface="Courier New"/>
                <a:sym typeface="Courier New"/>
              </a:rPr>
              <a:t>ArrayQueue</a:t>
            </a:r>
            <a:r>
              <a:rPr lang="en" sz="1600"/>
              <a:t> class and implement the </a:t>
            </a:r>
            <a:r>
              <a:rPr lang="en" sz="1600">
                <a:solidFill>
                  <a:srgbClr val="FF0000"/>
                </a:solidFill>
                <a:latin typeface="Courier New"/>
                <a:ea typeface="Courier New"/>
                <a:cs typeface="Courier New"/>
                <a:sym typeface="Courier New"/>
              </a:rPr>
              <a:t>enqueue</a:t>
            </a:r>
            <a:r>
              <a:rPr lang="en" sz="1600">
                <a:solidFill>
                  <a:srgbClr val="FF0000"/>
                </a:solidFill>
              </a:rPr>
              <a:t> </a:t>
            </a:r>
            <a:r>
              <a:rPr b="1" i="1" lang="en" sz="1600">
                <a:solidFill>
                  <a:srgbClr val="FF0000"/>
                </a:solidFill>
              </a:rPr>
              <a:t>method</a:t>
            </a:r>
            <a:r>
              <a:rPr lang="en" sz="1600"/>
              <a:t>.</a:t>
            </a:r>
            <a:endParaRPr sz="1600"/>
          </a:p>
          <a:p>
            <a:pPr indent="-317500" lvl="1" marL="914400" rtl="0" algn="l">
              <a:spcBef>
                <a:spcPts val="0"/>
              </a:spcBef>
              <a:spcAft>
                <a:spcPts val="0"/>
              </a:spcAft>
              <a:buSzPts val="1400"/>
              <a:buChar char="○"/>
            </a:pPr>
            <a:r>
              <a:rPr b="1" i="1" lang="en" sz="1400">
                <a:solidFill>
                  <a:srgbClr val="FF0000"/>
                </a:solidFill>
              </a:rPr>
              <a:t>Add</a:t>
            </a:r>
            <a:r>
              <a:rPr lang="en" sz="1400">
                <a:solidFill>
                  <a:srgbClr val="FF0000"/>
                </a:solidFill>
              </a:rPr>
              <a:t> </a:t>
            </a:r>
            <a:r>
              <a:rPr lang="en" sz="1400"/>
              <a:t>the new element to the </a:t>
            </a:r>
            <a:r>
              <a:rPr lang="en" sz="1400">
                <a:solidFill>
                  <a:srgbClr val="FF0000"/>
                </a:solidFill>
                <a:latin typeface="Courier New"/>
                <a:ea typeface="Courier New"/>
                <a:cs typeface="Courier New"/>
                <a:sym typeface="Courier New"/>
              </a:rPr>
              <a:t>back</a:t>
            </a:r>
            <a:r>
              <a:rPr lang="en" sz="1400">
                <a:solidFill>
                  <a:srgbClr val="FF0000"/>
                </a:solidFill>
              </a:rPr>
              <a:t> </a:t>
            </a:r>
            <a:r>
              <a:rPr b="1" i="1" lang="en" sz="1400">
                <a:solidFill>
                  <a:srgbClr val="FF0000"/>
                </a:solidFill>
              </a:rPr>
              <a:t>index</a:t>
            </a:r>
            <a:r>
              <a:rPr lang="en" sz="1400"/>
              <a:t>.</a:t>
            </a:r>
            <a:endParaRPr sz="1400"/>
          </a:p>
          <a:p>
            <a:pPr indent="-317500" lvl="1" marL="914400" rtl="0" algn="l">
              <a:spcBef>
                <a:spcPts val="0"/>
              </a:spcBef>
              <a:spcAft>
                <a:spcPts val="0"/>
              </a:spcAft>
              <a:buSzPts val="1400"/>
              <a:buChar char="○"/>
            </a:pPr>
            <a:r>
              <a:rPr b="1" i="1" lang="en" sz="1400">
                <a:solidFill>
                  <a:srgbClr val="FF0000"/>
                </a:solidFill>
              </a:rPr>
              <a:t>Increment</a:t>
            </a:r>
            <a:r>
              <a:rPr lang="en" sz="1400">
                <a:solidFill>
                  <a:srgbClr val="FF0000"/>
                </a:solidFill>
              </a:rPr>
              <a:t> </a:t>
            </a:r>
            <a:r>
              <a:rPr lang="en" sz="1400"/>
              <a:t>the </a:t>
            </a:r>
            <a:r>
              <a:rPr lang="en" sz="1400">
                <a:latin typeface="Courier New"/>
                <a:ea typeface="Courier New"/>
                <a:cs typeface="Courier New"/>
                <a:sym typeface="Courier New"/>
              </a:rPr>
              <a:t>back</a:t>
            </a:r>
            <a:r>
              <a:rPr lang="en" sz="1400"/>
              <a:t> index. Be sure to </a:t>
            </a:r>
            <a:r>
              <a:rPr b="1" i="1" lang="en" sz="1400">
                <a:solidFill>
                  <a:srgbClr val="FF0000"/>
                </a:solidFill>
              </a:rPr>
              <a:t>wrap around</a:t>
            </a:r>
            <a:r>
              <a:rPr lang="en" sz="1400">
                <a:solidFill>
                  <a:srgbClr val="FF0000"/>
                </a:solidFill>
              </a:rPr>
              <a:t> </a:t>
            </a:r>
            <a:r>
              <a:rPr lang="en" sz="1400"/>
              <a:t>if necessary.</a:t>
            </a:r>
            <a:endParaRPr sz="1400"/>
          </a:p>
          <a:p>
            <a:pPr indent="-317500" lvl="2" marL="1371600" rtl="0" algn="l">
              <a:spcBef>
                <a:spcPts val="0"/>
              </a:spcBef>
              <a:spcAft>
                <a:spcPts val="0"/>
              </a:spcAft>
              <a:buSzPts val="1400"/>
              <a:buChar char="■"/>
            </a:pPr>
            <a:r>
              <a:rPr b="1" i="1" lang="en" sz="1400">
                <a:solidFill>
                  <a:srgbClr val="FF0000"/>
                </a:solidFill>
              </a:rPr>
              <a:t>Hint</a:t>
            </a:r>
            <a:r>
              <a:rPr lang="en" sz="1400"/>
              <a:t>: use modulo with the length of the array.</a:t>
            </a:r>
            <a:endParaRPr sz="1400"/>
          </a:p>
          <a:p>
            <a:pPr indent="-317500" lvl="1" marL="914400" rtl="0" algn="l">
              <a:spcBef>
                <a:spcPts val="0"/>
              </a:spcBef>
              <a:spcAft>
                <a:spcPts val="0"/>
              </a:spcAft>
              <a:buSzPts val="1400"/>
              <a:buChar char="○"/>
            </a:pPr>
            <a:r>
              <a:rPr lang="en" sz="1400"/>
              <a:t>Don't forget to </a:t>
            </a:r>
            <a:r>
              <a:rPr b="1" i="1" lang="en" sz="1400">
                <a:solidFill>
                  <a:srgbClr val="FF0000"/>
                </a:solidFill>
              </a:rPr>
              <a:t>increment </a:t>
            </a:r>
            <a:r>
              <a:rPr lang="en" sz="1400">
                <a:solidFill>
                  <a:srgbClr val="FF0000"/>
                </a:solidFill>
                <a:latin typeface="Courier New"/>
                <a:ea typeface="Courier New"/>
                <a:cs typeface="Courier New"/>
                <a:sym typeface="Courier New"/>
              </a:rPr>
              <a:t>size</a:t>
            </a:r>
            <a:r>
              <a:rPr lang="en" sz="1400"/>
              <a:t>.</a:t>
            </a:r>
            <a:endParaRPr sz="1400"/>
          </a:p>
          <a:p>
            <a:pPr indent="-317500" lvl="1" marL="914400" rtl="0" algn="l">
              <a:spcBef>
                <a:spcPts val="0"/>
              </a:spcBef>
              <a:spcAft>
                <a:spcPts val="0"/>
              </a:spcAft>
              <a:buSzPts val="1400"/>
              <a:buChar char="○"/>
            </a:pPr>
            <a:r>
              <a:rPr lang="en" sz="1400"/>
              <a:t>For now </a:t>
            </a:r>
            <a:r>
              <a:rPr b="1" i="1" lang="en" sz="1400">
                <a:solidFill>
                  <a:srgbClr val="FF0000"/>
                </a:solidFill>
              </a:rPr>
              <a:t>do not worry</a:t>
            </a:r>
            <a:r>
              <a:rPr lang="en" sz="1400"/>
              <a:t> about resizing (yet).</a:t>
            </a:r>
            <a:endParaRPr sz="1400"/>
          </a:p>
          <a:p>
            <a:pPr indent="-330200" lvl="0" marL="457200" rtl="0" algn="l">
              <a:spcBef>
                <a:spcPts val="0"/>
              </a:spcBef>
              <a:spcAft>
                <a:spcPts val="0"/>
              </a:spcAft>
              <a:buSzPts val="1600"/>
              <a:buChar char="●"/>
            </a:pPr>
            <a:r>
              <a:rPr b="1" i="1" lang="en" sz="1600">
                <a:solidFill>
                  <a:srgbClr val="FF0000"/>
                </a:solidFill>
              </a:rPr>
              <a:t>Compile</a:t>
            </a:r>
            <a:r>
              <a:rPr lang="en" sz="1600"/>
              <a:t> your class.</a:t>
            </a:r>
            <a:endParaRPr sz="1600"/>
          </a:p>
          <a:p>
            <a:pPr indent="-330200" lvl="0" marL="457200" rtl="0" algn="l">
              <a:spcBef>
                <a:spcPts val="0"/>
              </a:spcBef>
              <a:spcAft>
                <a:spcPts val="0"/>
              </a:spcAft>
              <a:buSzPts val="1600"/>
              <a:buChar char="●"/>
            </a:pPr>
            <a:r>
              <a:rPr b="1" i="1" lang="en" sz="1600">
                <a:solidFill>
                  <a:srgbClr val="FF0000"/>
                </a:solidFill>
              </a:rPr>
              <a:t>Don't worry</a:t>
            </a:r>
            <a:r>
              <a:rPr lang="en" sz="1600"/>
              <a:t> about error handling at this point.</a:t>
            </a:r>
            <a:endParaRPr sz="1600"/>
          </a:p>
          <a:p>
            <a:pPr indent="-317500" lvl="1" marL="914400" rtl="0" algn="l">
              <a:spcBef>
                <a:spcPts val="0"/>
              </a:spcBef>
              <a:spcAft>
                <a:spcPts val="0"/>
              </a:spcAft>
              <a:buSzPts val="1400"/>
              <a:buChar char="○"/>
            </a:pPr>
            <a:r>
              <a:rPr lang="en" sz="1400"/>
              <a:t>What potential error(s) may occur?</a:t>
            </a:r>
            <a:endParaRPr sz="1400"/>
          </a:p>
          <a:p>
            <a:pPr indent="-317500" lvl="1" marL="914400" rtl="0" algn="l">
              <a:spcBef>
                <a:spcPts val="0"/>
              </a:spcBef>
              <a:spcAft>
                <a:spcPts val="0"/>
              </a:spcAft>
              <a:buSzPts val="1400"/>
              <a:buChar char="○"/>
            </a:pPr>
            <a:r>
              <a:rPr lang="en" sz="1400"/>
              <a:t>How might you handle the error(s) if they do occur?</a:t>
            </a:r>
            <a:endParaRPr sz="1400"/>
          </a:p>
          <a:p>
            <a:pPr indent="-317500" lvl="0" marL="457200" rtl="0" algn="l">
              <a:spcBef>
                <a:spcPts val="0"/>
              </a:spcBef>
              <a:spcAft>
                <a:spcPts val="0"/>
              </a:spcAft>
              <a:buSzPts val="1400"/>
              <a:buChar char="●"/>
            </a:pPr>
            <a:r>
              <a:rPr lang="en" sz="1400"/>
              <a:t>Use </a:t>
            </a:r>
            <a:r>
              <a:rPr lang="en" sz="1400">
                <a:latin typeface="Courier New"/>
                <a:ea typeface="Courier New"/>
                <a:cs typeface="Courier New"/>
                <a:sym typeface="Courier New"/>
              </a:rPr>
              <a:t>main</a:t>
            </a:r>
            <a:r>
              <a:rPr lang="en" sz="1400"/>
              <a:t> to enqueue a few values and print the queue.</a:t>
            </a:r>
            <a:endParaRPr sz="1400"/>
          </a:p>
        </p:txBody>
      </p:sp>
      <p:sp>
        <p:nvSpPr>
          <p:cNvPr id="673" name="Google Shape;673;p79"/>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Enqueue Using an Array</a:t>
            </a:r>
            <a:endParaRPr/>
          </a:p>
        </p:txBody>
      </p:sp>
      <p:sp>
        <p:nvSpPr>
          <p:cNvPr id="674" name="Google Shape;674;p79"/>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5.9</a:t>
            </a:r>
            <a:endParaRPr/>
          </a:p>
        </p:txBody>
      </p:sp>
      <p:graphicFrame>
        <p:nvGraphicFramePr>
          <p:cNvPr id="675" name="Google Shape;675;p79"/>
          <p:cNvGraphicFramePr/>
          <p:nvPr/>
        </p:nvGraphicFramePr>
        <p:xfrm>
          <a:off x="330171" y="2031213"/>
          <a:ext cx="3000000" cy="3000000"/>
        </p:xfrm>
        <a:graphic>
          <a:graphicData uri="http://schemas.openxmlformats.org/drawingml/2006/table">
            <a:tbl>
              <a:tblPr>
                <a:noFill/>
                <a:tableStyleId>{5D16334A-BD30-4DCF-A821-F696FD12572A}</a:tableStyleId>
              </a:tblPr>
              <a:tblGrid>
                <a:gridCol w="524750"/>
                <a:gridCol w="524750"/>
                <a:gridCol w="524750"/>
                <a:gridCol w="524750"/>
                <a:gridCol w="524750"/>
              </a:tblGrid>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"a"</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"b"</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"c"</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0</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1</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2</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3</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4</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pSp>
        <p:nvGrpSpPr>
          <p:cNvPr id="676" name="Google Shape;676;p79"/>
          <p:cNvGrpSpPr/>
          <p:nvPr/>
        </p:nvGrpSpPr>
        <p:grpSpPr>
          <a:xfrm>
            <a:off x="247571" y="2612538"/>
            <a:ext cx="693300" cy="311400"/>
            <a:chOff x="247571" y="2364650"/>
            <a:chExt cx="693300" cy="311400"/>
          </a:xfrm>
        </p:grpSpPr>
        <p:sp>
          <p:nvSpPr>
            <p:cNvPr id="677" name="Google Shape;677;p79"/>
            <p:cNvSpPr txBox="1"/>
            <p:nvPr/>
          </p:nvSpPr>
          <p:spPr>
            <a:xfrm>
              <a:off x="247571" y="2520350"/>
              <a:ext cx="693300" cy="15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front</a:t>
              </a:r>
              <a:endParaRPr b="0" i="0" sz="1000" u="none" cap="none" strike="noStrike">
                <a:solidFill>
                  <a:srgbClr val="000000"/>
                </a:solidFill>
                <a:latin typeface="Consolas"/>
                <a:ea typeface="Consolas"/>
                <a:cs typeface="Consolas"/>
                <a:sym typeface="Consolas"/>
              </a:endParaRPr>
            </a:p>
          </p:txBody>
        </p:sp>
        <p:cxnSp>
          <p:nvCxnSpPr>
            <p:cNvPr id="678" name="Google Shape;678;p79"/>
            <p:cNvCxnSpPr>
              <a:stCxn id="677" idx="0"/>
            </p:cNvCxnSpPr>
            <p:nvPr/>
          </p:nvCxnSpPr>
          <p:spPr>
            <a:xfrm rot="10800000">
              <a:off x="594221" y="2364650"/>
              <a:ext cx="0" cy="155700"/>
            </a:xfrm>
            <a:prstGeom prst="straightConnector1">
              <a:avLst/>
            </a:prstGeom>
            <a:noFill/>
            <a:ln cap="flat" cmpd="sng" w="19050">
              <a:solidFill>
                <a:srgbClr val="000000"/>
              </a:solidFill>
              <a:prstDash val="solid"/>
              <a:round/>
              <a:headEnd len="sm" w="sm" type="none"/>
              <a:tailEnd len="med" w="med" type="triangle"/>
            </a:ln>
          </p:spPr>
        </p:cxnSp>
      </p:grpSp>
      <p:grpSp>
        <p:nvGrpSpPr>
          <p:cNvPr id="679" name="Google Shape;679;p79"/>
          <p:cNvGrpSpPr/>
          <p:nvPr/>
        </p:nvGrpSpPr>
        <p:grpSpPr>
          <a:xfrm>
            <a:off x="1815612" y="2612538"/>
            <a:ext cx="693300" cy="311400"/>
            <a:chOff x="247559" y="2364650"/>
            <a:chExt cx="693300" cy="311400"/>
          </a:xfrm>
        </p:grpSpPr>
        <p:sp>
          <p:nvSpPr>
            <p:cNvPr id="680" name="Google Shape;680;p79"/>
            <p:cNvSpPr txBox="1"/>
            <p:nvPr/>
          </p:nvSpPr>
          <p:spPr>
            <a:xfrm>
              <a:off x="247559" y="2520350"/>
              <a:ext cx="693300" cy="15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back</a:t>
              </a:r>
              <a:endParaRPr b="0" i="0" sz="1000" u="none" cap="none" strike="noStrike">
                <a:solidFill>
                  <a:srgbClr val="000000"/>
                </a:solidFill>
                <a:latin typeface="Consolas"/>
                <a:ea typeface="Consolas"/>
                <a:cs typeface="Consolas"/>
                <a:sym typeface="Consolas"/>
              </a:endParaRPr>
            </a:p>
          </p:txBody>
        </p:sp>
        <p:cxnSp>
          <p:nvCxnSpPr>
            <p:cNvPr id="681" name="Google Shape;681;p79"/>
            <p:cNvCxnSpPr>
              <a:stCxn id="680" idx="0"/>
            </p:cNvCxnSpPr>
            <p:nvPr/>
          </p:nvCxnSpPr>
          <p:spPr>
            <a:xfrm rot="10800000">
              <a:off x="594209" y="2364650"/>
              <a:ext cx="0" cy="155700"/>
            </a:xfrm>
            <a:prstGeom prst="straightConnector1">
              <a:avLst/>
            </a:prstGeom>
            <a:noFill/>
            <a:ln cap="flat" cmpd="sng" w="19050">
              <a:solidFill>
                <a:srgbClr val="000000"/>
              </a:solidFill>
              <a:prstDash val="solid"/>
              <a:round/>
              <a:headEnd len="sm" w="sm" type="none"/>
              <a:tailEnd len="med" w="med" type="triangle"/>
            </a:ln>
          </p:spPr>
        </p:cxnSp>
      </p:grpSp>
    </p:spTree>
  </p:cSld>
  <p:clrMapOvr>
    <a:masterClrMapping/>
  </p:clrMapOvr>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5" name="Shape 685"/>
        <p:cNvGrpSpPr/>
        <p:nvPr/>
      </p:nvGrpSpPr>
      <p:grpSpPr>
        <a:xfrm>
          <a:off x="0" y="0"/>
          <a:ext cx="0" cy="0"/>
          <a:chOff x="0" y="0"/>
          <a:chExt cx="0" cy="0"/>
        </a:xfrm>
      </p:grpSpPr>
      <p:sp>
        <p:nvSpPr>
          <p:cNvPr id="686" name="Google Shape;686;p80"/>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A Closer Look at Dequeuing</a:t>
            </a:r>
            <a:endParaRPr/>
          </a:p>
        </p:txBody>
      </p:sp>
      <p:sp>
        <p:nvSpPr>
          <p:cNvPr id="687" name="Google Shape;687;p80"/>
          <p:cNvSpPr txBox="1"/>
          <p:nvPr>
            <p:ph idx="12" type="sldNum"/>
          </p:nvPr>
        </p:nvSpPr>
        <p:spPr>
          <a:xfrm>
            <a:off x="8548658" y="47394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graphicFrame>
        <p:nvGraphicFramePr>
          <p:cNvPr id="688" name="Google Shape;688;p80"/>
          <p:cNvGraphicFramePr/>
          <p:nvPr/>
        </p:nvGraphicFramePr>
        <p:xfrm>
          <a:off x="336600" y="2138607"/>
          <a:ext cx="3000000" cy="3000000"/>
        </p:xfrm>
        <a:graphic>
          <a:graphicData uri="http://schemas.openxmlformats.org/drawingml/2006/table">
            <a:tbl>
              <a:tblPr>
                <a:noFill/>
                <a:tableStyleId>{5D16334A-BD30-4DCF-A821-F696FD12572A}</a:tableStyleId>
              </a:tblPr>
              <a:tblGrid>
                <a:gridCol w="524750"/>
                <a:gridCol w="524750"/>
                <a:gridCol w="524750"/>
                <a:gridCol w="524750"/>
                <a:gridCol w="524750"/>
              </a:tblGrid>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"a"</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"b"</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"c"</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0</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1</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2</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3</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4</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689" name="Google Shape;689;p80"/>
          <p:cNvSpPr txBox="1"/>
          <p:nvPr>
            <p:ph idx="4294967295" type="body"/>
          </p:nvPr>
        </p:nvSpPr>
        <p:spPr>
          <a:xfrm>
            <a:off x="336625" y="1364950"/>
            <a:ext cx="2623800" cy="660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When </a:t>
            </a:r>
            <a:r>
              <a:rPr b="1" i="1" lang="en" sz="1200">
                <a:solidFill>
                  <a:srgbClr val="FF0000"/>
                </a:solidFill>
                <a:latin typeface="Arial"/>
                <a:ea typeface="Arial"/>
                <a:cs typeface="Arial"/>
                <a:sym typeface="Arial"/>
              </a:rPr>
              <a:t>dequeuing</a:t>
            </a:r>
            <a:r>
              <a:rPr lang="en" sz="1200">
                <a:solidFill>
                  <a:srgbClr val="000000"/>
                </a:solidFill>
                <a:latin typeface="Arial"/>
                <a:ea typeface="Arial"/>
                <a:cs typeface="Arial"/>
                <a:sym typeface="Arial"/>
              </a:rPr>
              <a:t>, the element at the </a:t>
            </a:r>
            <a:r>
              <a:rPr b="1" i="1" lang="en" sz="1200">
                <a:solidFill>
                  <a:srgbClr val="FF0000"/>
                </a:solidFill>
                <a:latin typeface="Arial"/>
                <a:ea typeface="Arial"/>
                <a:cs typeface="Arial"/>
                <a:sym typeface="Arial"/>
              </a:rPr>
              <a:t>front</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index is returned and the front index is </a:t>
            </a:r>
            <a:r>
              <a:rPr b="1" i="1" lang="en" sz="1200">
                <a:solidFill>
                  <a:srgbClr val="FF0000"/>
                </a:solidFill>
                <a:latin typeface="Arial"/>
                <a:ea typeface="Arial"/>
                <a:cs typeface="Arial"/>
                <a:sym typeface="Arial"/>
              </a:rPr>
              <a:t>incremented</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690" name="Google Shape;690;p80"/>
          <p:cNvSpPr txBox="1"/>
          <p:nvPr>
            <p:ph idx="4294967295" type="body"/>
          </p:nvPr>
        </p:nvSpPr>
        <p:spPr>
          <a:xfrm>
            <a:off x="336625" y="3441651"/>
            <a:ext cx="2623800" cy="723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It is important to set the value at the </a:t>
            </a:r>
            <a:r>
              <a:rPr b="1" i="1" lang="en" sz="1200">
                <a:solidFill>
                  <a:srgbClr val="FF0000"/>
                </a:solidFill>
                <a:latin typeface="Arial"/>
                <a:ea typeface="Arial"/>
                <a:cs typeface="Arial"/>
                <a:sym typeface="Arial"/>
              </a:rPr>
              <a:t>front</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index to </a:t>
            </a:r>
            <a:r>
              <a:rPr lang="en" sz="1200">
                <a:solidFill>
                  <a:srgbClr val="000000"/>
                </a:solidFill>
                <a:latin typeface="Courier New"/>
                <a:ea typeface="Courier New"/>
                <a:cs typeface="Courier New"/>
                <a:sym typeface="Courier New"/>
              </a:rPr>
              <a:t>null</a:t>
            </a:r>
            <a:r>
              <a:rPr lang="en" sz="1200">
                <a:solidFill>
                  <a:srgbClr val="000000"/>
                </a:solidFill>
                <a:latin typeface="Arial"/>
                <a:ea typeface="Arial"/>
                <a:cs typeface="Arial"/>
                <a:sym typeface="Arial"/>
              </a:rPr>
              <a:t> </a:t>
            </a:r>
            <a:r>
              <a:rPr b="1" i="1" lang="en" sz="1200">
                <a:solidFill>
                  <a:srgbClr val="FF0000"/>
                </a:solidFill>
                <a:latin typeface="Arial"/>
                <a:ea typeface="Arial"/>
                <a:cs typeface="Arial"/>
                <a:sym typeface="Arial"/>
              </a:rPr>
              <a:t>before </a:t>
            </a:r>
            <a:r>
              <a:rPr lang="en" sz="1200">
                <a:solidFill>
                  <a:srgbClr val="000000"/>
                </a:solidFill>
                <a:latin typeface="Arial"/>
                <a:ea typeface="Arial"/>
                <a:cs typeface="Arial"/>
                <a:sym typeface="Arial"/>
              </a:rPr>
              <a:t>the index is incremented.</a:t>
            </a:r>
            <a:endParaRPr sz="1200">
              <a:solidFill>
                <a:srgbClr val="000000"/>
              </a:solidFill>
              <a:latin typeface="Arial"/>
              <a:ea typeface="Arial"/>
              <a:cs typeface="Arial"/>
              <a:sym typeface="Arial"/>
            </a:endParaRPr>
          </a:p>
        </p:txBody>
      </p:sp>
      <p:sp>
        <p:nvSpPr>
          <p:cNvPr id="691" name="Google Shape;691;p80"/>
          <p:cNvSpPr txBox="1"/>
          <p:nvPr>
            <p:ph idx="4294967295" type="body"/>
          </p:nvPr>
        </p:nvSpPr>
        <p:spPr>
          <a:xfrm>
            <a:off x="336625" y="4262683"/>
            <a:ext cx="2623800" cy="660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This is because keeping a reference to the value will prevent it from being </a:t>
            </a:r>
            <a:r>
              <a:rPr b="1" i="1" lang="en" sz="1200">
                <a:solidFill>
                  <a:srgbClr val="FF0000"/>
                </a:solidFill>
                <a:latin typeface="Arial"/>
                <a:ea typeface="Arial"/>
                <a:cs typeface="Arial"/>
                <a:sym typeface="Arial"/>
              </a:rPr>
              <a:t>garbage collected</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692" name="Google Shape;692;p80"/>
          <p:cNvSpPr txBox="1"/>
          <p:nvPr>
            <p:ph idx="4294967295" type="body"/>
          </p:nvPr>
        </p:nvSpPr>
        <p:spPr>
          <a:xfrm>
            <a:off x="3197675" y="1364958"/>
            <a:ext cx="2623800" cy="660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If after incrementing the </a:t>
            </a:r>
            <a:r>
              <a:rPr b="1" i="1" lang="en" sz="1200">
                <a:solidFill>
                  <a:srgbClr val="FF0000"/>
                </a:solidFill>
                <a:latin typeface="Arial"/>
                <a:ea typeface="Arial"/>
                <a:cs typeface="Arial"/>
                <a:sym typeface="Arial"/>
              </a:rPr>
              <a:t>front </a:t>
            </a:r>
            <a:r>
              <a:rPr lang="en" sz="1200">
                <a:solidFill>
                  <a:srgbClr val="000000"/>
                </a:solidFill>
                <a:latin typeface="Arial"/>
                <a:ea typeface="Arial"/>
                <a:cs typeface="Arial"/>
                <a:sym typeface="Arial"/>
              </a:rPr>
              <a:t>index is equal to the array length, it </a:t>
            </a:r>
            <a:r>
              <a:rPr b="1" i="1" lang="en" sz="1200">
                <a:solidFill>
                  <a:srgbClr val="FF0000"/>
                </a:solidFill>
                <a:latin typeface="Arial"/>
                <a:ea typeface="Arial"/>
                <a:cs typeface="Arial"/>
                <a:sym typeface="Arial"/>
              </a:rPr>
              <a:t>wraps around</a:t>
            </a:r>
            <a:r>
              <a:rPr lang="en" sz="1200">
                <a:solidFill>
                  <a:srgbClr val="000000"/>
                </a:solidFill>
                <a:latin typeface="Arial"/>
                <a:ea typeface="Arial"/>
                <a:cs typeface="Arial"/>
                <a:sym typeface="Arial"/>
              </a:rPr>
              <a:t> to the beginning.</a:t>
            </a:r>
            <a:endParaRPr sz="1200">
              <a:solidFill>
                <a:srgbClr val="000000"/>
              </a:solidFill>
              <a:latin typeface="Arial"/>
              <a:ea typeface="Arial"/>
              <a:cs typeface="Arial"/>
              <a:sym typeface="Arial"/>
            </a:endParaRPr>
          </a:p>
        </p:txBody>
      </p:sp>
      <p:graphicFrame>
        <p:nvGraphicFramePr>
          <p:cNvPr id="693" name="Google Shape;693;p80"/>
          <p:cNvGraphicFramePr/>
          <p:nvPr/>
        </p:nvGraphicFramePr>
        <p:xfrm>
          <a:off x="3193624" y="2138607"/>
          <a:ext cx="3000000" cy="3000000"/>
        </p:xfrm>
        <a:graphic>
          <a:graphicData uri="http://schemas.openxmlformats.org/drawingml/2006/table">
            <a:tbl>
              <a:tblPr>
                <a:noFill/>
                <a:tableStyleId>{5D16334A-BD30-4DCF-A821-F696FD12572A}</a:tableStyleId>
              </a:tblPr>
              <a:tblGrid>
                <a:gridCol w="524750"/>
                <a:gridCol w="524750"/>
                <a:gridCol w="524750"/>
                <a:gridCol w="524750"/>
                <a:gridCol w="524750"/>
              </a:tblGrid>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"d"</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"f"</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0</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1</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2</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3</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4</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pSp>
        <p:nvGrpSpPr>
          <p:cNvPr id="694" name="Google Shape;694;p80"/>
          <p:cNvGrpSpPr/>
          <p:nvPr/>
        </p:nvGrpSpPr>
        <p:grpSpPr>
          <a:xfrm>
            <a:off x="4165917" y="2725409"/>
            <a:ext cx="2204429" cy="311400"/>
            <a:chOff x="6909118" y="2751127"/>
            <a:chExt cx="2204429" cy="311400"/>
          </a:xfrm>
        </p:grpSpPr>
        <p:grpSp>
          <p:nvGrpSpPr>
            <p:cNvPr id="695" name="Google Shape;695;p80"/>
            <p:cNvGrpSpPr/>
            <p:nvPr/>
          </p:nvGrpSpPr>
          <p:grpSpPr>
            <a:xfrm>
              <a:off x="6909118" y="2751127"/>
              <a:ext cx="693300" cy="311400"/>
              <a:chOff x="247571" y="2364650"/>
              <a:chExt cx="693300" cy="311400"/>
            </a:xfrm>
          </p:grpSpPr>
          <p:sp>
            <p:nvSpPr>
              <p:cNvPr id="696" name="Google Shape;696;p80"/>
              <p:cNvSpPr txBox="1"/>
              <p:nvPr/>
            </p:nvSpPr>
            <p:spPr>
              <a:xfrm>
                <a:off x="247571" y="2520350"/>
                <a:ext cx="693300" cy="15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back</a:t>
                </a:r>
                <a:endParaRPr b="0" i="0" sz="1000" u="none" cap="none" strike="noStrike">
                  <a:solidFill>
                    <a:srgbClr val="000000"/>
                  </a:solidFill>
                  <a:latin typeface="Consolas"/>
                  <a:ea typeface="Consolas"/>
                  <a:cs typeface="Consolas"/>
                  <a:sym typeface="Consolas"/>
                </a:endParaRPr>
              </a:p>
            </p:txBody>
          </p:sp>
          <p:cxnSp>
            <p:nvCxnSpPr>
              <p:cNvPr id="697" name="Google Shape;697;p80"/>
              <p:cNvCxnSpPr>
                <a:stCxn id="696" idx="0"/>
              </p:cNvCxnSpPr>
              <p:nvPr/>
            </p:nvCxnSpPr>
            <p:spPr>
              <a:xfrm rot="10800000">
                <a:off x="594221" y="2364650"/>
                <a:ext cx="0" cy="155700"/>
              </a:xfrm>
              <a:prstGeom prst="straightConnector1">
                <a:avLst/>
              </a:prstGeom>
              <a:noFill/>
              <a:ln cap="flat" cmpd="sng" w="19050">
                <a:solidFill>
                  <a:srgbClr val="000000"/>
                </a:solidFill>
                <a:prstDash val="solid"/>
                <a:round/>
                <a:headEnd len="sm" w="sm" type="none"/>
                <a:tailEnd len="med" w="med" type="triangle"/>
              </a:ln>
            </p:spPr>
          </p:cxnSp>
        </p:grpSp>
        <p:grpSp>
          <p:nvGrpSpPr>
            <p:cNvPr id="698" name="Google Shape;698;p80"/>
            <p:cNvGrpSpPr/>
            <p:nvPr/>
          </p:nvGrpSpPr>
          <p:grpSpPr>
            <a:xfrm>
              <a:off x="8420247" y="2751127"/>
              <a:ext cx="693300" cy="311400"/>
              <a:chOff x="247559" y="2364650"/>
              <a:chExt cx="693300" cy="311400"/>
            </a:xfrm>
          </p:grpSpPr>
          <p:sp>
            <p:nvSpPr>
              <p:cNvPr id="699" name="Google Shape;699;p80"/>
              <p:cNvSpPr txBox="1"/>
              <p:nvPr/>
            </p:nvSpPr>
            <p:spPr>
              <a:xfrm>
                <a:off x="247559" y="2520350"/>
                <a:ext cx="693300" cy="15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front</a:t>
                </a:r>
                <a:endParaRPr b="0" i="0" sz="1000" u="none" cap="none" strike="noStrike">
                  <a:solidFill>
                    <a:srgbClr val="000000"/>
                  </a:solidFill>
                  <a:latin typeface="Consolas"/>
                  <a:ea typeface="Consolas"/>
                  <a:cs typeface="Consolas"/>
                  <a:sym typeface="Consolas"/>
                </a:endParaRPr>
              </a:p>
            </p:txBody>
          </p:sp>
          <p:cxnSp>
            <p:nvCxnSpPr>
              <p:cNvPr id="700" name="Google Shape;700;p80"/>
              <p:cNvCxnSpPr>
                <a:stCxn id="699" idx="0"/>
              </p:cNvCxnSpPr>
              <p:nvPr/>
            </p:nvCxnSpPr>
            <p:spPr>
              <a:xfrm rot="10800000">
                <a:off x="594209" y="2364650"/>
                <a:ext cx="0" cy="155700"/>
              </a:xfrm>
              <a:prstGeom prst="straightConnector1">
                <a:avLst/>
              </a:prstGeom>
              <a:noFill/>
              <a:ln cap="flat" cmpd="sng" w="19050">
                <a:solidFill>
                  <a:srgbClr val="000000"/>
                </a:solidFill>
                <a:prstDash val="solid"/>
                <a:round/>
                <a:headEnd len="sm" w="sm" type="none"/>
                <a:tailEnd len="med" w="med" type="triangle"/>
              </a:ln>
            </p:spPr>
          </p:cxnSp>
        </p:grpSp>
      </p:grpSp>
      <p:grpSp>
        <p:nvGrpSpPr>
          <p:cNvPr id="701" name="Google Shape;701;p80"/>
          <p:cNvGrpSpPr/>
          <p:nvPr/>
        </p:nvGrpSpPr>
        <p:grpSpPr>
          <a:xfrm>
            <a:off x="3109124" y="2717325"/>
            <a:ext cx="693300" cy="311400"/>
            <a:chOff x="106129" y="3472896"/>
            <a:chExt cx="693300" cy="311400"/>
          </a:xfrm>
        </p:grpSpPr>
        <p:sp>
          <p:nvSpPr>
            <p:cNvPr id="702" name="Google Shape;702;p80"/>
            <p:cNvSpPr txBox="1"/>
            <p:nvPr/>
          </p:nvSpPr>
          <p:spPr>
            <a:xfrm>
              <a:off x="106129" y="3628596"/>
              <a:ext cx="693300" cy="15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front</a:t>
              </a:r>
              <a:endParaRPr b="0" i="0" sz="1000" u="none" cap="none" strike="noStrike">
                <a:solidFill>
                  <a:srgbClr val="000000"/>
                </a:solidFill>
                <a:latin typeface="Consolas"/>
                <a:ea typeface="Consolas"/>
                <a:cs typeface="Consolas"/>
                <a:sym typeface="Consolas"/>
              </a:endParaRPr>
            </a:p>
          </p:txBody>
        </p:sp>
        <p:cxnSp>
          <p:nvCxnSpPr>
            <p:cNvPr id="703" name="Google Shape;703;p80"/>
            <p:cNvCxnSpPr>
              <a:stCxn id="702" idx="0"/>
            </p:cNvCxnSpPr>
            <p:nvPr/>
          </p:nvCxnSpPr>
          <p:spPr>
            <a:xfrm rot="10800000">
              <a:off x="452779" y="3472896"/>
              <a:ext cx="0" cy="155700"/>
            </a:xfrm>
            <a:prstGeom prst="straightConnector1">
              <a:avLst/>
            </a:prstGeom>
            <a:noFill/>
            <a:ln cap="flat" cmpd="sng" w="19050">
              <a:solidFill>
                <a:srgbClr val="000000"/>
              </a:solidFill>
              <a:prstDash val="solid"/>
              <a:round/>
              <a:headEnd len="sm" w="sm" type="none"/>
              <a:tailEnd len="med" w="med" type="triangle"/>
            </a:ln>
          </p:spPr>
        </p:cxnSp>
      </p:grpSp>
      <p:sp>
        <p:nvSpPr>
          <p:cNvPr id="704" name="Google Shape;704;p80"/>
          <p:cNvSpPr txBox="1"/>
          <p:nvPr/>
        </p:nvSpPr>
        <p:spPr>
          <a:xfrm>
            <a:off x="5761025" y="2714671"/>
            <a:ext cx="465600" cy="3279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0000"/>
              </a:solidFill>
              <a:latin typeface="Consolas"/>
              <a:ea typeface="Consolas"/>
              <a:cs typeface="Consolas"/>
              <a:sym typeface="Consolas"/>
            </a:endParaRPr>
          </a:p>
        </p:txBody>
      </p:sp>
      <p:sp>
        <p:nvSpPr>
          <p:cNvPr id="705" name="Google Shape;705;p80"/>
          <p:cNvSpPr/>
          <p:nvPr/>
        </p:nvSpPr>
        <p:spPr>
          <a:xfrm>
            <a:off x="2988684" y="2951358"/>
            <a:ext cx="3367775" cy="264625"/>
          </a:xfrm>
          <a:custGeom>
            <a:rect b="b" l="l" r="r" t="t"/>
            <a:pathLst>
              <a:path extrusionOk="0" h="10585" w="134711">
                <a:moveTo>
                  <a:pt x="127430" y="257"/>
                </a:moveTo>
                <a:cubicBezTo>
                  <a:pt x="128416" y="643"/>
                  <a:pt x="138146" y="986"/>
                  <a:pt x="133345" y="2572"/>
                </a:cubicBezTo>
                <a:cubicBezTo>
                  <a:pt x="128544" y="4158"/>
                  <a:pt x="114828" y="8616"/>
                  <a:pt x="98626" y="9773"/>
                </a:cubicBezTo>
                <a:cubicBezTo>
                  <a:pt x="82424" y="10930"/>
                  <a:pt x="52420" y="10802"/>
                  <a:pt x="36132" y="9516"/>
                </a:cubicBezTo>
                <a:cubicBezTo>
                  <a:pt x="19844" y="8230"/>
                  <a:pt x="5100" y="3644"/>
                  <a:pt x="899" y="2058"/>
                </a:cubicBezTo>
                <a:cubicBezTo>
                  <a:pt x="-3301" y="472"/>
                  <a:pt x="9257" y="343"/>
                  <a:pt x="10929" y="0"/>
                </a:cubicBezTo>
              </a:path>
            </a:pathLst>
          </a:cu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06" name="Google Shape;706;p80"/>
          <p:cNvSpPr txBox="1"/>
          <p:nvPr>
            <p:ph idx="4294967295" type="body"/>
          </p:nvPr>
        </p:nvSpPr>
        <p:spPr>
          <a:xfrm>
            <a:off x="3197675" y="3365449"/>
            <a:ext cx="2623800" cy="5028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If the </a:t>
            </a:r>
            <a:r>
              <a:rPr lang="en" sz="1200">
                <a:solidFill>
                  <a:srgbClr val="FF0000"/>
                </a:solidFill>
                <a:latin typeface="Courier New"/>
                <a:ea typeface="Courier New"/>
                <a:cs typeface="Courier New"/>
                <a:sym typeface="Courier New"/>
              </a:rPr>
              <a:t>size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is </a:t>
            </a:r>
            <a:r>
              <a:rPr lang="en" sz="1200">
                <a:solidFill>
                  <a:srgbClr val="FF0000"/>
                </a:solidFill>
                <a:latin typeface="Courier New"/>
                <a:ea typeface="Courier New"/>
                <a:cs typeface="Courier New"/>
                <a:sym typeface="Courier New"/>
              </a:rPr>
              <a:t>0</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after a dequeue, the queue is </a:t>
            </a:r>
            <a:r>
              <a:rPr b="1" i="1" lang="en" sz="1200">
                <a:solidFill>
                  <a:srgbClr val="FF0000"/>
                </a:solidFill>
                <a:latin typeface="Arial"/>
                <a:ea typeface="Arial"/>
                <a:cs typeface="Arial"/>
                <a:sym typeface="Arial"/>
              </a:rPr>
              <a:t>empty</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graphicFrame>
        <p:nvGraphicFramePr>
          <p:cNvPr id="707" name="Google Shape;707;p80"/>
          <p:cNvGraphicFramePr/>
          <p:nvPr/>
        </p:nvGraphicFramePr>
        <p:xfrm>
          <a:off x="3193624" y="3973837"/>
          <a:ext cx="3000000" cy="3000000"/>
        </p:xfrm>
        <a:graphic>
          <a:graphicData uri="http://schemas.openxmlformats.org/drawingml/2006/table">
            <a:tbl>
              <a:tblPr>
                <a:noFill/>
                <a:tableStyleId>{5D16334A-BD30-4DCF-A821-F696FD12572A}</a:tableStyleId>
              </a:tblPr>
              <a:tblGrid>
                <a:gridCol w="524750"/>
                <a:gridCol w="524750"/>
                <a:gridCol w="524750"/>
                <a:gridCol w="524750"/>
                <a:gridCol w="524750"/>
              </a:tblGrid>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0</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1</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2</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3</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4</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pSp>
        <p:nvGrpSpPr>
          <p:cNvPr id="708" name="Google Shape;708;p80"/>
          <p:cNvGrpSpPr/>
          <p:nvPr/>
        </p:nvGrpSpPr>
        <p:grpSpPr>
          <a:xfrm>
            <a:off x="4165273" y="4542019"/>
            <a:ext cx="693300" cy="502800"/>
            <a:chOff x="253994" y="2345362"/>
            <a:chExt cx="693300" cy="502800"/>
          </a:xfrm>
        </p:grpSpPr>
        <p:sp>
          <p:nvSpPr>
            <p:cNvPr id="709" name="Google Shape;709;p80"/>
            <p:cNvSpPr txBox="1"/>
            <p:nvPr/>
          </p:nvSpPr>
          <p:spPr>
            <a:xfrm>
              <a:off x="253994" y="2501062"/>
              <a:ext cx="693300" cy="347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front</a:t>
              </a:r>
              <a:endParaRPr b="0" i="0" sz="1000" u="none" cap="none" strike="noStrike">
                <a:solidFill>
                  <a:srgbClr val="000000"/>
                </a:solidFill>
                <a:latin typeface="Consolas"/>
                <a:ea typeface="Consolas"/>
                <a:cs typeface="Consolas"/>
                <a:sym typeface="Consolas"/>
              </a:endParaRPr>
            </a:p>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back</a:t>
              </a:r>
              <a:endParaRPr b="0" i="0" sz="1000" u="none" cap="none" strike="noStrike">
                <a:solidFill>
                  <a:srgbClr val="000000"/>
                </a:solidFill>
                <a:latin typeface="Consolas"/>
                <a:ea typeface="Consolas"/>
                <a:cs typeface="Consolas"/>
                <a:sym typeface="Consolas"/>
              </a:endParaRPr>
            </a:p>
          </p:txBody>
        </p:sp>
        <p:cxnSp>
          <p:nvCxnSpPr>
            <p:cNvPr id="710" name="Google Shape;710;p80"/>
            <p:cNvCxnSpPr>
              <a:stCxn id="709" idx="0"/>
            </p:cNvCxnSpPr>
            <p:nvPr/>
          </p:nvCxnSpPr>
          <p:spPr>
            <a:xfrm rot="10800000">
              <a:off x="600644" y="2345362"/>
              <a:ext cx="0" cy="155700"/>
            </a:xfrm>
            <a:prstGeom prst="straightConnector1">
              <a:avLst/>
            </a:prstGeom>
            <a:noFill/>
            <a:ln cap="flat" cmpd="sng" w="19050">
              <a:solidFill>
                <a:srgbClr val="000000"/>
              </a:solidFill>
              <a:prstDash val="solid"/>
              <a:round/>
              <a:headEnd len="sm" w="sm" type="none"/>
              <a:tailEnd len="med" w="med" type="triangle"/>
            </a:ln>
          </p:spPr>
        </p:cxnSp>
      </p:grpSp>
      <p:grpSp>
        <p:nvGrpSpPr>
          <p:cNvPr id="711" name="Google Shape;711;p80"/>
          <p:cNvGrpSpPr/>
          <p:nvPr/>
        </p:nvGrpSpPr>
        <p:grpSpPr>
          <a:xfrm>
            <a:off x="1301500" y="2727314"/>
            <a:ext cx="693300" cy="311400"/>
            <a:chOff x="247559" y="2364650"/>
            <a:chExt cx="693300" cy="311400"/>
          </a:xfrm>
        </p:grpSpPr>
        <p:sp>
          <p:nvSpPr>
            <p:cNvPr id="712" name="Google Shape;712;p80"/>
            <p:cNvSpPr txBox="1"/>
            <p:nvPr/>
          </p:nvSpPr>
          <p:spPr>
            <a:xfrm>
              <a:off x="247559" y="2520350"/>
              <a:ext cx="693300" cy="15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back</a:t>
              </a:r>
              <a:endParaRPr b="0" i="0" sz="1000" u="none" cap="none" strike="noStrike">
                <a:solidFill>
                  <a:srgbClr val="000000"/>
                </a:solidFill>
                <a:latin typeface="Consolas"/>
                <a:ea typeface="Consolas"/>
                <a:cs typeface="Consolas"/>
                <a:sym typeface="Consolas"/>
              </a:endParaRPr>
            </a:p>
          </p:txBody>
        </p:sp>
        <p:cxnSp>
          <p:nvCxnSpPr>
            <p:cNvPr id="713" name="Google Shape;713;p80"/>
            <p:cNvCxnSpPr>
              <a:stCxn id="712" idx="0"/>
            </p:cNvCxnSpPr>
            <p:nvPr/>
          </p:nvCxnSpPr>
          <p:spPr>
            <a:xfrm rot="10800000">
              <a:off x="594209" y="2364650"/>
              <a:ext cx="0" cy="155700"/>
            </a:xfrm>
            <a:prstGeom prst="straightConnector1">
              <a:avLst/>
            </a:prstGeom>
            <a:noFill/>
            <a:ln cap="flat" cmpd="sng" w="19050">
              <a:solidFill>
                <a:srgbClr val="000000"/>
              </a:solidFill>
              <a:prstDash val="solid"/>
              <a:round/>
              <a:headEnd len="sm" w="sm" type="none"/>
              <a:tailEnd len="med" w="med" type="triangle"/>
            </a:ln>
          </p:spPr>
        </p:cxnSp>
      </p:grpSp>
      <p:grpSp>
        <p:nvGrpSpPr>
          <p:cNvPr id="714" name="Google Shape;714;p80"/>
          <p:cNvGrpSpPr/>
          <p:nvPr/>
        </p:nvGrpSpPr>
        <p:grpSpPr>
          <a:xfrm>
            <a:off x="247571" y="2727314"/>
            <a:ext cx="693300" cy="311400"/>
            <a:chOff x="247571" y="2364650"/>
            <a:chExt cx="693300" cy="311400"/>
          </a:xfrm>
        </p:grpSpPr>
        <p:sp>
          <p:nvSpPr>
            <p:cNvPr id="715" name="Google Shape;715;p80"/>
            <p:cNvSpPr txBox="1"/>
            <p:nvPr/>
          </p:nvSpPr>
          <p:spPr>
            <a:xfrm>
              <a:off x="247571" y="2520350"/>
              <a:ext cx="693300" cy="15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front</a:t>
              </a:r>
              <a:endParaRPr b="0" i="0" sz="1000" u="none" cap="none" strike="noStrike">
                <a:solidFill>
                  <a:srgbClr val="000000"/>
                </a:solidFill>
                <a:latin typeface="Consolas"/>
                <a:ea typeface="Consolas"/>
                <a:cs typeface="Consolas"/>
                <a:sym typeface="Consolas"/>
              </a:endParaRPr>
            </a:p>
          </p:txBody>
        </p:sp>
        <p:cxnSp>
          <p:nvCxnSpPr>
            <p:cNvPr id="716" name="Google Shape;716;p80"/>
            <p:cNvCxnSpPr>
              <a:stCxn id="715" idx="0"/>
            </p:cNvCxnSpPr>
            <p:nvPr/>
          </p:nvCxnSpPr>
          <p:spPr>
            <a:xfrm rot="10800000">
              <a:off x="594221" y="2364650"/>
              <a:ext cx="0" cy="155700"/>
            </a:xfrm>
            <a:prstGeom prst="straightConnector1">
              <a:avLst/>
            </a:prstGeom>
            <a:noFill/>
            <a:ln cap="flat" cmpd="sng" w="19050">
              <a:solidFill>
                <a:srgbClr val="000000"/>
              </a:solidFill>
              <a:prstDash val="solid"/>
              <a:round/>
              <a:headEnd len="sm" w="sm" type="none"/>
              <a:tailEnd len="med" w="med" type="triangle"/>
            </a:ln>
          </p:spPr>
        </p:cxnSp>
      </p:grpSp>
      <p:sp>
        <p:nvSpPr>
          <p:cNvPr id="717" name="Google Shape;717;p80"/>
          <p:cNvSpPr txBox="1"/>
          <p:nvPr/>
        </p:nvSpPr>
        <p:spPr>
          <a:xfrm>
            <a:off x="356288" y="2186283"/>
            <a:ext cx="465600" cy="250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0000"/>
                </a:solidFill>
                <a:latin typeface="Consolas"/>
                <a:ea typeface="Consolas"/>
                <a:cs typeface="Consolas"/>
                <a:sym typeface="Consolas"/>
              </a:rPr>
              <a:t>null</a:t>
            </a:r>
            <a:endParaRPr b="0" i="0" sz="1000" u="none" cap="none" strike="noStrike">
              <a:solidFill>
                <a:srgbClr val="FF0000"/>
              </a:solidFill>
              <a:latin typeface="Consolas"/>
              <a:ea typeface="Consolas"/>
              <a:cs typeface="Consolas"/>
              <a:sym typeface="Consolas"/>
            </a:endParaRPr>
          </a:p>
        </p:txBody>
      </p:sp>
      <p:grpSp>
        <p:nvGrpSpPr>
          <p:cNvPr id="718" name="Google Shape;718;p80"/>
          <p:cNvGrpSpPr/>
          <p:nvPr/>
        </p:nvGrpSpPr>
        <p:grpSpPr>
          <a:xfrm>
            <a:off x="780971" y="2727314"/>
            <a:ext cx="693300" cy="311400"/>
            <a:chOff x="247571" y="2364650"/>
            <a:chExt cx="693300" cy="311400"/>
          </a:xfrm>
        </p:grpSpPr>
        <p:sp>
          <p:nvSpPr>
            <p:cNvPr id="719" name="Google Shape;719;p80"/>
            <p:cNvSpPr txBox="1"/>
            <p:nvPr/>
          </p:nvSpPr>
          <p:spPr>
            <a:xfrm>
              <a:off x="247571" y="2520350"/>
              <a:ext cx="693300" cy="15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front</a:t>
              </a:r>
              <a:endParaRPr b="0" i="0" sz="1000" u="none" cap="none" strike="noStrike">
                <a:solidFill>
                  <a:srgbClr val="000000"/>
                </a:solidFill>
                <a:latin typeface="Consolas"/>
                <a:ea typeface="Consolas"/>
                <a:cs typeface="Consolas"/>
                <a:sym typeface="Consolas"/>
              </a:endParaRPr>
            </a:p>
          </p:txBody>
        </p:sp>
        <p:cxnSp>
          <p:nvCxnSpPr>
            <p:cNvPr id="720" name="Google Shape;720;p80"/>
            <p:cNvCxnSpPr>
              <a:stCxn id="719" idx="0"/>
            </p:cNvCxnSpPr>
            <p:nvPr/>
          </p:nvCxnSpPr>
          <p:spPr>
            <a:xfrm rot="10800000">
              <a:off x="594221" y="2364650"/>
              <a:ext cx="0" cy="155700"/>
            </a:xfrm>
            <a:prstGeom prst="straightConnector1">
              <a:avLst/>
            </a:prstGeom>
            <a:noFill/>
            <a:ln cap="flat" cmpd="sng" w="19050">
              <a:solidFill>
                <a:srgbClr val="000000"/>
              </a:solidFill>
              <a:prstDash val="solid"/>
              <a:round/>
              <a:headEnd len="sm" w="sm" type="none"/>
              <a:tailEnd len="med" w="med" type="triangle"/>
            </a:ln>
          </p:spPr>
        </p:cxnSp>
      </p:grpSp>
      <p:sp>
        <p:nvSpPr>
          <p:cNvPr id="721" name="Google Shape;721;p80"/>
          <p:cNvSpPr txBox="1"/>
          <p:nvPr/>
        </p:nvSpPr>
        <p:spPr>
          <a:xfrm>
            <a:off x="361425" y="2701664"/>
            <a:ext cx="465600" cy="3279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t/>
            </a:r>
            <a:endParaRPr b="0" i="0" sz="1000" u="none" cap="none" strike="noStrike">
              <a:solidFill>
                <a:srgbClr val="FF0000"/>
              </a:solidFill>
              <a:latin typeface="Consolas"/>
              <a:ea typeface="Consolas"/>
              <a:cs typeface="Consolas"/>
              <a:sym typeface="Consolas"/>
            </a:endParaRPr>
          </a:p>
        </p:txBody>
      </p:sp>
      <p:sp>
        <p:nvSpPr>
          <p:cNvPr id="722" name="Google Shape;722;p80"/>
          <p:cNvSpPr txBox="1"/>
          <p:nvPr>
            <p:ph idx="4294967295" type="body"/>
          </p:nvPr>
        </p:nvSpPr>
        <p:spPr>
          <a:xfrm>
            <a:off x="6398075" y="1359481"/>
            <a:ext cx="2623800" cy="660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There are at least two ways to handle calling </a:t>
            </a:r>
            <a:r>
              <a:rPr b="1" i="1" lang="en" sz="1200">
                <a:solidFill>
                  <a:srgbClr val="FF0000"/>
                </a:solidFill>
                <a:latin typeface="Arial"/>
                <a:ea typeface="Arial"/>
                <a:cs typeface="Arial"/>
                <a:sym typeface="Arial"/>
              </a:rPr>
              <a:t>dequeue</a:t>
            </a:r>
            <a:r>
              <a:rPr lang="en" sz="1200">
                <a:solidFill>
                  <a:srgbClr val="000000"/>
                </a:solidFill>
                <a:latin typeface="Arial"/>
                <a:ea typeface="Arial"/>
                <a:cs typeface="Arial"/>
                <a:sym typeface="Arial"/>
              </a:rPr>
              <a:t> on an </a:t>
            </a:r>
            <a:r>
              <a:rPr b="1" i="1" lang="en" sz="1200">
                <a:solidFill>
                  <a:srgbClr val="FF0000"/>
                </a:solidFill>
                <a:latin typeface="Arial"/>
                <a:ea typeface="Arial"/>
                <a:cs typeface="Arial"/>
                <a:sym typeface="Arial"/>
              </a:rPr>
              <a:t>empty queue</a:t>
            </a:r>
            <a:r>
              <a:rPr lang="en" sz="1200">
                <a:solidFill>
                  <a:srgbClr val="000000"/>
                </a:solidFill>
                <a:latin typeface="Arial"/>
                <a:ea typeface="Arial"/>
                <a:cs typeface="Arial"/>
                <a:sym typeface="Arial"/>
              </a:rPr>
              <a:t>... </a:t>
            </a:r>
            <a:endParaRPr sz="1200">
              <a:solidFill>
                <a:srgbClr val="000000"/>
              </a:solidFill>
              <a:latin typeface="Arial"/>
              <a:ea typeface="Arial"/>
              <a:cs typeface="Arial"/>
              <a:sym typeface="Arial"/>
            </a:endParaRPr>
          </a:p>
        </p:txBody>
      </p:sp>
      <p:graphicFrame>
        <p:nvGraphicFramePr>
          <p:cNvPr id="723" name="Google Shape;723;p80"/>
          <p:cNvGraphicFramePr/>
          <p:nvPr/>
        </p:nvGraphicFramePr>
        <p:xfrm>
          <a:off x="6394024" y="2120272"/>
          <a:ext cx="3000000" cy="3000000"/>
        </p:xfrm>
        <a:graphic>
          <a:graphicData uri="http://schemas.openxmlformats.org/drawingml/2006/table">
            <a:tbl>
              <a:tblPr>
                <a:noFill/>
                <a:tableStyleId>{5D16334A-BD30-4DCF-A821-F696FD12572A}</a:tableStyleId>
              </a:tblPr>
              <a:tblGrid>
                <a:gridCol w="524750"/>
                <a:gridCol w="524750"/>
                <a:gridCol w="524750"/>
                <a:gridCol w="524750"/>
                <a:gridCol w="524750"/>
              </a:tblGrid>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0</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1</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2</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3</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4</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pSp>
        <p:nvGrpSpPr>
          <p:cNvPr id="724" name="Google Shape;724;p80"/>
          <p:cNvGrpSpPr/>
          <p:nvPr/>
        </p:nvGrpSpPr>
        <p:grpSpPr>
          <a:xfrm>
            <a:off x="7365673" y="2688454"/>
            <a:ext cx="693300" cy="502800"/>
            <a:chOff x="253994" y="2345362"/>
            <a:chExt cx="693300" cy="502800"/>
          </a:xfrm>
        </p:grpSpPr>
        <p:sp>
          <p:nvSpPr>
            <p:cNvPr id="725" name="Google Shape;725;p80"/>
            <p:cNvSpPr txBox="1"/>
            <p:nvPr/>
          </p:nvSpPr>
          <p:spPr>
            <a:xfrm>
              <a:off x="253994" y="2501062"/>
              <a:ext cx="693300" cy="347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front</a:t>
              </a:r>
              <a:endParaRPr b="0" i="0" sz="1000" u="none" cap="none" strike="noStrike">
                <a:solidFill>
                  <a:srgbClr val="000000"/>
                </a:solidFill>
                <a:latin typeface="Consolas"/>
                <a:ea typeface="Consolas"/>
                <a:cs typeface="Consolas"/>
                <a:sym typeface="Consolas"/>
              </a:endParaRPr>
            </a:p>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back</a:t>
              </a:r>
              <a:endParaRPr b="0" i="0" sz="1000" u="none" cap="none" strike="noStrike">
                <a:solidFill>
                  <a:srgbClr val="000000"/>
                </a:solidFill>
                <a:latin typeface="Consolas"/>
                <a:ea typeface="Consolas"/>
                <a:cs typeface="Consolas"/>
                <a:sym typeface="Consolas"/>
              </a:endParaRPr>
            </a:p>
          </p:txBody>
        </p:sp>
        <p:cxnSp>
          <p:nvCxnSpPr>
            <p:cNvPr id="726" name="Google Shape;726;p80"/>
            <p:cNvCxnSpPr>
              <a:stCxn id="725" idx="0"/>
            </p:cNvCxnSpPr>
            <p:nvPr/>
          </p:nvCxnSpPr>
          <p:spPr>
            <a:xfrm rot="10800000">
              <a:off x="600644" y="2345362"/>
              <a:ext cx="0" cy="155700"/>
            </a:xfrm>
            <a:prstGeom prst="straightConnector1">
              <a:avLst/>
            </a:prstGeom>
            <a:noFill/>
            <a:ln cap="flat" cmpd="sng" w="19050">
              <a:solidFill>
                <a:srgbClr val="000000"/>
              </a:solidFill>
              <a:prstDash val="solid"/>
              <a:round/>
              <a:headEnd len="sm" w="sm" type="none"/>
              <a:tailEnd len="med" w="med" type="triangle"/>
            </a:ln>
          </p:spPr>
        </p:cxnSp>
      </p:grpSp>
      <p:sp>
        <p:nvSpPr>
          <p:cNvPr id="727" name="Google Shape;727;p80"/>
          <p:cNvSpPr txBox="1"/>
          <p:nvPr>
            <p:ph idx="4294967295" type="body"/>
          </p:nvPr>
        </p:nvSpPr>
        <p:spPr>
          <a:xfrm>
            <a:off x="6398075" y="3264473"/>
            <a:ext cx="2623800" cy="8442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The easiest is to simply </a:t>
            </a:r>
            <a:r>
              <a:rPr b="1" i="1" lang="en" sz="1200">
                <a:solidFill>
                  <a:srgbClr val="FF0000"/>
                </a:solidFill>
                <a:latin typeface="Arial"/>
                <a:ea typeface="Arial"/>
                <a:cs typeface="Arial"/>
                <a:sym typeface="Arial"/>
              </a:rPr>
              <a:t>return </a:t>
            </a:r>
            <a:r>
              <a:rPr lang="en" sz="1200">
                <a:solidFill>
                  <a:srgbClr val="FF0000"/>
                </a:solidFill>
                <a:latin typeface="Courier New"/>
                <a:ea typeface="Courier New"/>
                <a:cs typeface="Courier New"/>
                <a:sym typeface="Courier New"/>
              </a:rPr>
              <a:t>null</a:t>
            </a:r>
            <a:r>
              <a:rPr lang="en" sz="1200">
                <a:solidFill>
                  <a:srgbClr val="000000"/>
                </a:solidFill>
                <a:latin typeface="Arial"/>
                <a:ea typeface="Arial"/>
                <a:cs typeface="Arial"/>
                <a:sym typeface="Arial"/>
              </a:rPr>
              <a:t>. But this obfuscates the problem because it is possible to </a:t>
            </a:r>
            <a:r>
              <a:rPr b="1" i="1" lang="en" sz="1200">
                <a:solidFill>
                  <a:srgbClr val="FF0000"/>
                </a:solidFill>
                <a:latin typeface="Arial"/>
                <a:ea typeface="Arial"/>
                <a:cs typeface="Arial"/>
                <a:sym typeface="Arial"/>
              </a:rPr>
              <a:t>enqueue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a </a:t>
            </a:r>
            <a:r>
              <a:rPr lang="en" sz="1200">
                <a:solidFill>
                  <a:srgbClr val="000000"/>
                </a:solidFill>
                <a:latin typeface="Courier New"/>
                <a:ea typeface="Courier New"/>
                <a:cs typeface="Courier New"/>
                <a:sym typeface="Courier New"/>
              </a:rPr>
              <a:t>null</a:t>
            </a:r>
            <a:r>
              <a:rPr lang="en" sz="1200">
                <a:solidFill>
                  <a:srgbClr val="000000"/>
                </a:solidFill>
                <a:latin typeface="Arial"/>
                <a:ea typeface="Arial"/>
                <a:cs typeface="Arial"/>
                <a:sym typeface="Arial"/>
              </a:rPr>
              <a:t> value.</a:t>
            </a:r>
            <a:endParaRPr sz="1200">
              <a:solidFill>
                <a:srgbClr val="000000"/>
              </a:solidFill>
              <a:latin typeface="Arial"/>
              <a:ea typeface="Arial"/>
              <a:cs typeface="Arial"/>
              <a:sym typeface="Arial"/>
            </a:endParaRPr>
          </a:p>
        </p:txBody>
      </p:sp>
      <p:sp>
        <p:nvSpPr>
          <p:cNvPr id="728" name="Google Shape;728;p80"/>
          <p:cNvSpPr txBox="1"/>
          <p:nvPr>
            <p:ph idx="4294967295" type="body"/>
          </p:nvPr>
        </p:nvSpPr>
        <p:spPr>
          <a:xfrm>
            <a:off x="6400425" y="4217949"/>
            <a:ext cx="2623800" cy="544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Alternatively, an </a:t>
            </a:r>
            <a:r>
              <a:rPr b="1" i="1" lang="en" sz="1200">
                <a:solidFill>
                  <a:srgbClr val="FF0000"/>
                </a:solidFill>
                <a:latin typeface="Arial"/>
                <a:ea typeface="Arial"/>
                <a:cs typeface="Arial"/>
                <a:sym typeface="Arial"/>
              </a:rPr>
              <a:t>exception</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may be thrown. </a:t>
            </a:r>
            <a:endParaRPr sz="1200">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88"/>
                                        </p:tgtEl>
                                        <p:attrNameLst>
                                          <p:attrName>style.visibility</p:attrName>
                                        </p:attrNameLst>
                                      </p:cBhvr>
                                      <p:to>
                                        <p:strVal val="visible"/>
                                      </p:to>
                                    </p:set>
                                    <p:animEffect filter="fade" transition="in">
                                      <p:cBhvr>
                                        <p:cTn dur="1000"/>
                                        <p:tgtEl>
                                          <p:spTgt spid="688"/>
                                        </p:tgtEl>
                                      </p:cBhvr>
                                    </p:animEffect>
                                  </p:childTnLst>
                                </p:cTn>
                              </p:par>
                              <p:par>
                                <p:cTn fill="hold" nodeType="withEffect" presetClass="entr" presetID="10" presetSubtype="0">
                                  <p:stCondLst>
                                    <p:cond delay="0"/>
                                  </p:stCondLst>
                                  <p:childTnLst>
                                    <p:set>
                                      <p:cBhvr>
                                        <p:cTn dur="1" fill="hold">
                                          <p:stCondLst>
                                            <p:cond delay="0"/>
                                          </p:stCondLst>
                                        </p:cTn>
                                        <p:tgtEl>
                                          <p:spTgt spid="689"/>
                                        </p:tgtEl>
                                        <p:attrNameLst>
                                          <p:attrName>style.visibility</p:attrName>
                                        </p:attrNameLst>
                                      </p:cBhvr>
                                      <p:to>
                                        <p:strVal val="visible"/>
                                      </p:to>
                                    </p:set>
                                    <p:animEffect filter="fade" transition="in">
                                      <p:cBhvr>
                                        <p:cTn dur="1000"/>
                                        <p:tgtEl>
                                          <p:spTgt spid="689"/>
                                        </p:tgtEl>
                                      </p:cBhvr>
                                    </p:animEffect>
                                  </p:childTnLst>
                                </p:cTn>
                              </p:par>
                              <p:par>
                                <p:cTn fill="hold" nodeType="withEffect" presetClass="entr" presetID="10" presetSubtype="0">
                                  <p:stCondLst>
                                    <p:cond delay="0"/>
                                  </p:stCondLst>
                                  <p:childTnLst>
                                    <p:set>
                                      <p:cBhvr>
                                        <p:cTn dur="1" fill="hold">
                                          <p:stCondLst>
                                            <p:cond delay="0"/>
                                          </p:stCondLst>
                                        </p:cTn>
                                        <p:tgtEl>
                                          <p:spTgt spid="714"/>
                                        </p:tgtEl>
                                        <p:attrNameLst>
                                          <p:attrName>style.visibility</p:attrName>
                                        </p:attrNameLst>
                                      </p:cBhvr>
                                      <p:to>
                                        <p:strVal val="visible"/>
                                      </p:to>
                                    </p:set>
                                    <p:animEffect filter="fade" transition="in">
                                      <p:cBhvr>
                                        <p:cTn dur="1000"/>
                                        <p:tgtEl>
                                          <p:spTgt spid="714"/>
                                        </p:tgtEl>
                                      </p:cBhvr>
                                    </p:animEffect>
                                  </p:childTnLst>
                                </p:cTn>
                              </p:par>
                              <p:par>
                                <p:cTn fill="hold" nodeType="withEffect" presetClass="entr" presetID="10" presetSubtype="0">
                                  <p:stCondLst>
                                    <p:cond delay="0"/>
                                  </p:stCondLst>
                                  <p:childTnLst>
                                    <p:set>
                                      <p:cBhvr>
                                        <p:cTn dur="1" fill="hold">
                                          <p:stCondLst>
                                            <p:cond delay="0"/>
                                          </p:stCondLst>
                                        </p:cTn>
                                        <p:tgtEl>
                                          <p:spTgt spid="711"/>
                                        </p:tgtEl>
                                        <p:attrNameLst>
                                          <p:attrName>style.visibility</p:attrName>
                                        </p:attrNameLst>
                                      </p:cBhvr>
                                      <p:to>
                                        <p:strVal val="visible"/>
                                      </p:to>
                                    </p:set>
                                    <p:animEffect filter="fade" transition="in">
                                      <p:cBhvr>
                                        <p:cTn dur="1000"/>
                                        <p:tgtEl>
                                          <p:spTgt spid="7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0"/>
                                        </p:tgtEl>
                                        <p:attrNameLst>
                                          <p:attrName>style.visibility</p:attrName>
                                        </p:attrNameLst>
                                      </p:cBhvr>
                                      <p:to>
                                        <p:strVal val="visible"/>
                                      </p:to>
                                    </p:set>
                                    <p:animEffect filter="fade" transition="in">
                                      <p:cBhvr>
                                        <p:cTn dur="1000"/>
                                        <p:tgtEl>
                                          <p:spTgt spid="69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17"/>
                                        </p:tgtEl>
                                        <p:attrNameLst>
                                          <p:attrName>style.visibility</p:attrName>
                                        </p:attrNameLst>
                                      </p:cBhvr>
                                      <p:to>
                                        <p:strVal val="visible"/>
                                      </p:to>
                                    </p:set>
                                    <p:animEffect filter="fade" transition="in">
                                      <p:cBhvr>
                                        <p:cTn dur="1000"/>
                                        <p:tgtEl>
                                          <p:spTgt spid="71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1"/>
                                        </p:tgtEl>
                                        <p:attrNameLst>
                                          <p:attrName>style.visibility</p:attrName>
                                        </p:attrNameLst>
                                      </p:cBhvr>
                                      <p:to>
                                        <p:strVal val="visible"/>
                                      </p:to>
                                    </p:set>
                                    <p:animEffect filter="fade" transition="in">
                                      <p:cBhvr>
                                        <p:cTn dur="1000"/>
                                        <p:tgtEl>
                                          <p:spTgt spid="69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21"/>
                                        </p:tgtEl>
                                        <p:attrNameLst>
                                          <p:attrName>style.visibility</p:attrName>
                                        </p:attrNameLst>
                                      </p:cBhvr>
                                      <p:to>
                                        <p:strVal val="visible"/>
                                      </p:to>
                                    </p:set>
                                    <p:animEffect filter="fade" transition="in">
                                      <p:cBhvr>
                                        <p:cTn dur="1000"/>
                                        <p:tgtEl>
                                          <p:spTgt spid="72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718"/>
                                        </p:tgtEl>
                                        <p:attrNameLst>
                                          <p:attrName>style.visibility</p:attrName>
                                        </p:attrNameLst>
                                      </p:cBhvr>
                                      <p:to>
                                        <p:strVal val="visible"/>
                                      </p:to>
                                    </p:set>
                                    <p:animEffect filter="fade" transition="in">
                                      <p:cBhvr>
                                        <p:cTn dur="1000"/>
                                        <p:tgtEl>
                                          <p:spTgt spid="7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692"/>
                                        </p:tgtEl>
                                        <p:attrNameLst>
                                          <p:attrName>style.visibility</p:attrName>
                                        </p:attrNameLst>
                                      </p:cBhvr>
                                      <p:to>
                                        <p:strVal val="visible"/>
                                      </p:to>
                                    </p:set>
                                    <p:animEffect filter="fade" transition="in">
                                      <p:cBhvr>
                                        <p:cTn dur="1000"/>
                                        <p:tgtEl>
                                          <p:spTgt spid="692"/>
                                        </p:tgtEl>
                                      </p:cBhvr>
                                    </p:animEffect>
                                  </p:childTnLst>
                                </p:cTn>
                              </p:par>
                              <p:par>
                                <p:cTn fill="hold" nodeType="withEffect" presetClass="entr" presetID="10" presetSubtype="0">
                                  <p:stCondLst>
                                    <p:cond delay="0"/>
                                  </p:stCondLst>
                                  <p:childTnLst>
                                    <p:set>
                                      <p:cBhvr>
                                        <p:cTn dur="1" fill="hold">
                                          <p:stCondLst>
                                            <p:cond delay="0"/>
                                          </p:stCondLst>
                                        </p:cTn>
                                        <p:tgtEl>
                                          <p:spTgt spid="693"/>
                                        </p:tgtEl>
                                        <p:attrNameLst>
                                          <p:attrName>style.visibility</p:attrName>
                                        </p:attrNameLst>
                                      </p:cBhvr>
                                      <p:to>
                                        <p:strVal val="visible"/>
                                      </p:to>
                                    </p:set>
                                    <p:animEffect filter="fade" transition="in">
                                      <p:cBhvr>
                                        <p:cTn dur="1000"/>
                                        <p:tgtEl>
                                          <p:spTgt spid="693"/>
                                        </p:tgtEl>
                                      </p:cBhvr>
                                    </p:animEffect>
                                  </p:childTnLst>
                                </p:cTn>
                              </p:par>
                              <p:par>
                                <p:cTn fill="hold" nodeType="withEffect" presetClass="entr" presetID="10" presetSubtype="0">
                                  <p:stCondLst>
                                    <p:cond delay="0"/>
                                  </p:stCondLst>
                                  <p:childTnLst>
                                    <p:set>
                                      <p:cBhvr>
                                        <p:cTn dur="1" fill="hold">
                                          <p:stCondLst>
                                            <p:cond delay="0"/>
                                          </p:stCondLst>
                                        </p:cTn>
                                        <p:tgtEl>
                                          <p:spTgt spid="694"/>
                                        </p:tgtEl>
                                        <p:attrNameLst>
                                          <p:attrName>style.visibility</p:attrName>
                                        </p:attrNameLst>
                                      </p:cBhvr>
                                      <p:to>
                                        <p:strVal val="visible"/>
                                      </p:to>
                                    </p:set>
                                    <p:animEffect filter="fade" transition="in">
                                      <p:cBhvr>
                                        <p:cTn dur="1000"/>
                                        <p:tgtEl>
                                          <p:spTgt spid="69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05"/>
                                        </p:tgtEl>
                                        <p:attrNameLst>
                                          <p:attrName>style.visibility</p:attrName>
                                        </p:attrNameLst>
                                      </p:cBhvr>
                                      <p:to>
                                        <p:strVal val="visible"/>
                                      </p:to>
                                    </p:set>
                                    <p:animEffect filter="fade" transition="in">
                                      <p:cBhvr>
                                        <p:cTn dur="1000"/>
                                        <p:tgtEl>
                                          <p:spTgt spid="705"/>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704"/>
                                        </p:tgtEl>
                                        <p:attrNameLst>
                                          <p:attrName>style.visibility</p:attrName>
                                        </p:attrNameLst>
                                      </p:cBhvr>
                                      <p:to>
                                        <p:strVal val="visible"/>
                                      </p:to>
                                    </p:set>
                                    <p:animEffect filter="fade" transition="in">
                                      <p:cBhvr>
                                        <p:cTn dur="1000"/>
                                        <p:tgtEl>
                                          <p:spTgt spid="704"/>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701"/>
                                        </p:tgtEl>
                                        <p:attrNameLst>
                                          <p:attrName>style.visibility</p:attrName>
                                        </p:attrNameLst>
                                      </p:cBhvr>
                                      <p:to>
                                        <p:strVal val="visible"/>
                                      </p:to>
                                    </p:set>
                                    <p:animEffect filter="fade" transition="in">
                                      <p:cBhvr>
                                        <p:cTn dur="1000"/>
                                        <p:tgtEl>
                                          <p:spTgt spid="70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06"/>
                                        </p:tgtEl>
                                        <p:attrNameLst>
                                          <p:attrName>style.visibility</p:attrName>
                                        </p:attrNameLst>
                                      </p:cBhvr>
                                      <p:to>
                                        <p:strVal val="visible"/>
                                      </p:to>
                                    </p:set>
                                    <p:animEffect filter="fade" transition="in">
                                      <p:cBhvr>
                                        <p:cTn dur="1000"/>
                                        <p:tgtEl>
                                          <p:spTgt spid="706"/>
                                        </p:tgtEl>
                                      </p:cBhvr>
                                    </p:animEffect>
                                  </p:childTnLst>
                                </p:cTn>
                              </p:par>
                              <p:par>
                                <p:cTn fill="hold" nodeType="withEffect" presetClass="entr" presetID="10" presetSubtype="0">
                                  <p:stCondLst>
                                    <p:cond delay="0"/>
                                  </p:stCondLst>
                                  <p:childTnLst>
                                    <p:set>
                                      <p:cBhvr>
                                        <p:cTn dur="1" fill="hold">
                                          <p:stCondLst>
                                            <p:cond delay="0"/>
                                          </p:stCondLst>
                                        </p:cTn>
                                        <p:tgtEl>
                                          <p:spTgt spid="707"/>
                                        </p:tgtEl>
                                        <p:attrNameLst>
                                          <p:attrName>style.visibility</p:attrName>
                                        </p:attrNameLst>
                                      </p:cBhvr>
                                      <p:to>
                                        <p:strVal val="visible"/>
                                      </p:to>
                                    </p:set>
                                    <p:animEffect filter="fade" transition="in">
                                      <p:cBhvr>
                                        <p:cTn dur="1000"/>
                                        <p:tgtEl>
                                          <p:spTgt spid="707"/>
                                        </p:tgtEl>
                                      </p:cBhvr>
                                    </p:animEffect>
                                  </p:childTnLst>
                                </p:cTn>
                              </p:par>
                              <p:par>
                                <p:cTn fill="hold" nodeType="withEffect" presetClass="entr" presetID="10" presetSubtype="0">
                                  <p:stCondLst>
                                    <p:cond delay="0"/>
                                  </p:stCondLst>
                                  <p:childTnLst>
                                    <p:set>
                                      <p:cBhvr>
                                        <p:cTn dur="1" fill="hold">
                                          <p:stCondLst>
                                            <p:cond delay="0"/>
                                          </p:stCondLst>
                                        </p:cTn>
                                        <p:tgtEl>
                                          <p:spTgt spid="708"/>
                                        </p:tgtEl>
                                        <p:attrNameLst>
                                          <p:attrName>style.visibility</p:attrName>
                                        </p:attrNameLst>
                                      </p:cBhvr>
                                      <p:to>
                                        <p:strVal val="visible"/>
                                      </p:to>
                                    </p:set>
                                    <p:animEffect filter="fade" transition="in">
                                      <p:cBhvr>
                                        <p:cTn dur="1000"/>
                                        <p:tgtEl>
                                          <p:spTgt spid="7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2"/>
                                        </p:tgtEl>
                                        <p:attrNameLst>
                                          <p:attrName>style.visibility</p:attrName>
                                        </p:attrNameLst>
                                      </p:cBhvr>
                                      <p:to>
                                        <p:strVal val="visible"/>
                                      </p:to>
                                    </p:set>
                                    <p:animEffect filter="fade" transition="in">
                                      <p:cBhvr>
                                        <p:cTn dur="1000"/>
                                        <p:tgtEl>
                                          <p:spTgt spid="722"/>
                                        </p:tgtEl>
                                      </p:cBhvr>
                                    </p:animEffect>
                                  </p:childTnLst>
                                </p:cTn>
                              </p:par>
                              <p:par>
                                <p:cTn fill="hold" nodeType="withEffect" presetClass="entr" presetID="10" presetSubtype="0">
                                  <p:stCondLst>
                                    <p:cond delay="0"/>
                                  </p:stCondLst>
                                  <p:childTnLst>
                                    <p:set>
                                      <p:cBhvr>
                                        <p:cTn dur="1" fill="hold">
                                          <p:stCondLst>
                                            <p:cond delay="0"/>
                                          </p:stCondLst>
                                        </p:cTn>
                                        <p:tgtEl>
                                          <p:spTgt spid="723"/>
                                        </p:tgtEl>
                                        <p:attrNameLst>
                                          <p:attrName>style.visibility</p:attrName>
                                        </p:attrNameLst>
                                      </p:cBhvr>
                                      <p:to>
                                        <p:strVal val="visible"/>
                                      </p:to>
                                    </p:set>
                                    <p:animEffect filter="fade" transition="in">
                                      <p:cBhvr>
                                        <p:cTn dur="1000"/>
                                        <p:tgtEl>
                                          <p:spTgt spid="723"/>
                                        </p:tgtEl>
                                      </p:cBhvr>
                                    </p:animEffect>
                                  </p:childTnLst>
                                </p:cTn>
                              </p:par>
                              <p:par>
                                <p:cTn fill="hold" nodeType="withEffect" presetClass="entr" presetID="10" presetSubtype="0">
                                  <p:stCondLst>
                                    <p:cond delay="0"/>
                                  </p:stCondLst>
                                  <p:childTnLst>
                                    <p:set>
                                      <p:cBhvr>
                                        <p:cTn dur="1" fill="hold">
                                          <p:stCondLst>
                                            <p:cond delay="0"/>
                                          </p:stCondLst>
                                        </p:cTn>
                                        <p:tgtEl>
                                          <p:spTgt spid="724"/>
                                        </p:tgtEl>
                                        <p:attrNameLst>
                                          <p:attrName>style.visibility</p:attrName>
                                        </p:attrNameLst>
                                      </p:cBhvr>
                                      <p:to>
                                        <p:strVal val="visible"/>
                                      </p:to>
                                    </p:set>
                                    <p:animEffect filter="fade" transition="in">
                                      <p:cBhvr>
                                        <p:cTn dur="1000"/>
                                        <p:tgtEl>
                                          <p:spTgt spid="72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7"/>
                                        </p:tgtEl>
                                        <p:attrNameLst>
                                          <p:attrName>style.visibility</p:attrName>
                                        </p:attrNameLst>
                                      </p:cBhvr>
                                      <p:to>
                                        <p:strVal val="visible"/>
                                      </p:to>
                                    </p:set>
                                    <p:animEffect filter="fade" transition="in">
                                      <p:cBhvr>
                                        <p:cTn dur="1000"/>
                                        <p:tgtEl>
                                          <p:spTgt spid="7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8"/>
                                        </p:tgtEl>
                                        <p:attrNameLst>
                                          <p:attrName>style.visibility</p:attrName>
                                        </p:attrNameLst>
                                      </p:cBhvr>
                                      <p:to>
                                        <p:strVal val="visible"/>
                                      </p:to>
                                    </p:set>
                                    <p:animEffect filter="fade" transition="in">
                                      <p:cBhvr>
                                        <p:cTn dur="1000"/>
                                        <p:tgtEl>
                                          <p:spTgt spid="7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2" name="Shape 732"/>
        <p:cNvGrpSpPr/>
        <p:nvPr/>
      </p:nvGrpSpPr>
      <p:grpSpPr>
        <a:xfrm>
          <a:off x="0" y="0"/>
          <a:ext cx="0" cy="0"/>
          <a:chOff x="0" y="0"/>
          <a:chExt cx="0" cy="0"/>
        </a:xfrm>
      </p:grpSpPr>
      <p:sp>
        <p:nvSpPr>
          <p:cNvPr id="733" name="Google Shape;733;p81"/>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Dequeuing from an Array-based Queue is also usually straightforward and uses logic similar to the enqueue method for edge cases. Try implementing the dequeue method on your queue now.</a:t>
            </a:r>
            <a:endParaRPr/>
          </a:p>
        </p:txBody>
      </p:sp>
      <p:sp>
        <p:nvSpPr>
          <p:cNvPr id="734" name="Google Shape;734;p8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35" name="Google Shape;735;p81"/>
          <p:cNvSpPr txBox="1"/>
          <p:nvPr>
            <p:ph idx="2" type="body"/>
          </p:nvPr>
        </p:nvSpPr>
        <p:spPr>
          <a:xfrm>
            <a:off x="3025675" y="1574025"/>
            <a:ext cx="5915400" cy="32877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Open your </a:t>
            </a:r>
            <a:r>
              <a:rPr lang="en" sz="1500">
                <a:latin typeface="Courier New"/>
                <a:ea typeface="Courier New"/>
                <a:cs typeface="Courier New"/>
                <a:sym typeface="Courier New"/>
              </a:rPr>
              <a:t>ArrayQueue</a:t>
            </a:r>
            <a:r>
              <a:rPr lang="en" sz="1500"/>
              <a:t> class and implement the </a:t>
            </a:r>
            <a:r>
              <a:rPr lang="en" sz="1500">
                <a:solidFill>
                  <a:srgbClr val="FF0000"/>
                </a:solidFill>
                <a:latin typeface="Courier New"/>
                <a:ea typeface="Courier New"/>
                <a:cs typeface="Courier New"/>
                <a:sym typeface="Courier New"/>
              </a:rPr>
              <a:t>dequeue</a:t>
            </a:r>
            <a:r>
              <a:rPr lang="en" sz="1500">
                <a:solidFill>
                  <a:srgbClr val="FF0000"/>
                </a:solidFill>
              </a:rPr>
              <a:t> </a:t>
            </a:r>
            <a:r>
              <a:rPr b="1" i="1" lang="en" sz="1500">
                <a:solidFill>
                  <a:srgbClr val="FF0000"/>
                </a:solidFill>
              </a:rPr>
              <a:t>method</a:t>
            </a:r>
            <a:r>
              <a:rPr lang="en" sz="1500"/>
              <a:t>.</a:t>
            </a:r>
            <a:endParaRPr sz="1500"/>
          </a:p>
          <a:p>
            <a:pPr indent="-311150" lvl="1" marL="914400" rtl="0" algn="l">
              <a:spcBef>
                <a:spcPts val="0"/>
              </a:spcBef>
              <a:spcAft>
                <a:spcPts val="0"/>
              </a:spcAft>
              <a:buSzPts val="1300"/>
              <a:buChar char="○"/>
            </a:pPr>
            <a:r>
              <a:rPr lang="en" sz="1300"/>
              <a:t>Save the element at the </a:t>
            </a:r>
            <a:r>
              <a:rPr lang="en" sz="1300">
                <a:solidFill>
                  <a:srgbClr val="FF0000"/>
                </a:solidFill>
                <a:latin typeface="Courier New"/>
                <a:ea typeface="Courier New"/>
                <a:cs typeface="Courier New"/>
                <a:sym typeface="Courier New"/>
              </a:rPr>
              <a:t>front</a:t>
            </a:r>
            <a:r>
              <a:rPr lang="en" sz="1300">
                <a:solidFill>
                  <a:srgbClr val="FF0000"/>
                </a:solidFill>
              </a:rPr>
              <a:t> </a:t>
            </a:r>
            <a:r>
              <a:rPr b="1" i="1" lang="en" sz="1300">
                <a:solidFill>
                  <a:srgbClr val="FF0000"/>
                </a:solidFill>
              </a:rPr>
              <a:t>index</a:t>
            </a:r>
            <a:r>
              <a:rPr lang="en" sz="1300"/>
              <a:t> in a </a:t>
            </a:r>
            <a:r>
              <a:rPr b="1" i="1" lang="en" sz="1300">
                <a:solidFill>
                  <a:srgbClr val="FF0000"/>
                </a:solidFill>
              </a:rPr>
              <a:t>temporary variable</a:t>
            </a:r>
            <a:r>
              <a:rPr lang="en" sz="1300"/>
              <a:t>.</a:t>
            </a:r>
            <a:endParaRPr sz="1300"/>
          </a:p>
          <a:p>
            <a:pPr indent="-311150" lvl="1" marL="914400" rtl="0" algn="l">
              <a:spcBef>
                <a:spcPts val="0"/>
              </a:spcBef>
              <a:spcAft>
                <a:spcPts val="0"/>
              </a:spcAft>
              <a:buSzPts val="1300"/>
              <a:buChar char="○"/>
            </a:pPr>
            <a:r>
              <a:rPr lang="en" sz="1300"/>
              <a:t>Set the value at the </a:t>
            </a:r>
            <a:r>
              <a:rPr lang="en" sz="1300">
                <a:solidFill>
                  <a:srgbClr val="FF0000"/>
                </a:solidFill>
                <a:latin typeface="Courier New"/>
                <a:ea typeface="Courier New"/>
                <a:cs typeface="Courier New"/>
                <a:sym typeface="Courier New"/>
              </a:rPr>
              <a:t>front</a:t>
            </a:r>
            <a:r>
              <a:rPr lang="en" sz="1300">
                <a:solidFill>
                  <a:srgbClr val="FF0000"/>
                </a:solidFill>
              </a:rPr>
              <a:t> </a:t>
            </a:r>
            <a:r>
              <a:rPr lang="en" sz="1300"/>
              <a:t>index to </a:t>
            </a:r>
            <a:r>
              <a:rPr lang="en" sz="1300">
                <a:solidFill>
                  <a:srgbClr val="FF0000"/>
                </a:solidFill>
                <a:latin typeface="Courier New"/>
                <a:ea typeface="Courier New"/>
                <a:cs typeface="Courier New"/>
                <a:sym typeface="Courier New"/>
              </a:rPr>
              <a:t>null</a:t>
            </a:r>
            <a:r>
              <a:rPr lang="en" sz="1300"/>
              <a:t>. Why?</a:t>
            </a:r>
            <a:endParaRPr sz="1300"/>
          </a:p>
          <a:p>
            <a:pPr indent="-311150" lvl="1" marL="914400" rtl="0" algn="l">
              <a:spcBef>
                <a:spcPts val="0"/>
              </a:spcBef>
              <a:spcAft>
                <a:spcPts val="0"/>
              </a:spcAft>
              <a:buSzPts val="1300"/>
              <a:buChar char="○"/>
            </a:pPr>
            <a:r>
              <a:rPr b="1" i="1" lang="en" sz="1300">
                <a:solidFill>
                  <a:srgbClr val="FF0000"/>
                </a:solidFill>
              </a:rPr>
              <a:t>Increment</a:t>
            </a:r>
            <a:r>
              <a:rPr lang="en" sz="1300">
                <a:solidFill>
                  <a:srgbClr val="FF0000"/>
                </a:solidFill>
              </a:rPr>
              <a:t> </a:t>
            </a:r>
            <a:r>
              <a:rPr lang="en" sz="1300"/>
              <a:t>the </a:t>
            </a:r>
            <a:r>
              <a:rPr lang="en" sz="1300">
                <a:latin typeface="Courier New"/>
                <a:ea typeface="Courier New"/>
                <a:cs typeface="Courier New"/>
                <a:sym typeface="Courier New"/>
              </a:rPr>
              <a:t>front</a:t>
            </a:r>
            <a:r>
              <a:rPr lang="en" sz="1300"/>
              <a:t> index. Be sure to </a:t>
            </a:r>
            <a:r>
              <a:rPr b="1" i="1" lang="en" sz="1300">
                <a:solidFill>
                  <a:srgbClr val="FF0000"/>
                </a:solidFill>
              </a:rPr>
              <a:t>wrap around</a:t>
            </a:r>
            <a:r>
              <a:rPr lang="en" sz="1300"/>
              <a:t> if necessary.</a:t>
            </a:r>
            <a:endParaRPr sz="1300"/>
          </a:p>
          <a:p>
            <a:pPr indent="-311150" lvl="1" marL="914400" rtl="0" algn="l">
              <a:spcBef>
                <a:spcPts val="0"/>
              </a:spcBef>
              <a:spcAft>
                <a:spcPts val="0"/>
              </a:spcAft>
              <a:buSzPts val="1300"/>
              <a:buChar char="○"/>
            </a:pPr>
            <a:r>
              <a:rPr lang="en" sz="1300"/>
              <a:t>Don't forget to </a:t>
            </a:r>
            <a:r>
              <a:rPr b="1" i="1" lang="en" sz="1300">
                <a:solidFill>
                  <a:srgbClr val="FF0000"/>
                </a:solidFill>
              </a:rPr>
              <a:t>decrement</a:t>
            </a:r>
            <a:r>
              <a:rPr lang="en" sz="1300">
                <a:solidFill>
                  <a:srgbClr val="FF0000"/>
                </a:solidFill>
              </a:rPr>
              <a:t> </a:t>
            </a:r>
            <a:r>
              <a:rPr lang="en" sz="1300">
                <a:solidFill>
                  <a:srgbClr val="FF0000"/>
                </a:solidFill>
                <a:latin typeface="Courier New"/>
                <a:ea typeface="Courier New"/>
                <a:cs typeface="Courier New"/>
                <a:sym typeface="Courier New"/>
              </a:rPr>
              <a:t>size</a:t>
            </a:r>
            <a:r>
              <a:rPr lang="en" sz="1300"/>
              <a:t>!</a:t>
            </a:r>
            <a:endParaRPr sz="1300"/>
          </a:p>
          <a:p>
            <a:pPr indent="-311150" lvl="1" marL="914400" rtl="0" algn="l">
              <a:spcBef>
                <a:spcPts val="0"/>
              </a:spcBef>
              <a:spcAft>
                <a:spcPts val="0"/>
              </a:spcAft>
              <a:buSzPts val="1300"/>
              <a:buChar char="○"/>
            </a:pPr>
            <a:r>
              <a:rPr b="1" i="1" lang="en" sz="1300">
                <a:solidFill>
                  <a:srgbClr val="FF0000"/>
                </a:solidFill>
              </a:rPr>
              <a:t>Return</a:t>
            </a:r>
            <a:r>
              <a:rPr lang="en" sz="1300">
                <a:solidFill>
                  <a:srgbClr val="FF0000"/>
                </a:solidFill>
              </a:rPr>
              <a:t> </a:t>
            </a:r>
            <a:r>
              <a:rPr lang="en" sz="1300"/>
              <a:t>the temporary variable.</a:t>
            </a:r>
            <a:endParaRPr sz="1300"/>
          </a:p>
          <a:p>
            <a:pPr indent="-323850" lvl="0" marL="457200" rtl="0" algn="l">
              <a:spcBef>
                <a:spcPts val="0"/>
              </a:spcBef>
              <a:spcAft>
                <a:spcPts val="0"/>
              </a:spcAft>
              <a:buSzPts val="1500"/>
              <a:buChar char="●"/>
            </a:pPr>
            <a:r>
              <a:rPr b="1" i="1" lang="en" sz="1500">
                <a:solidFill>
                  <a:srgbClr val="FF0000"/>
                </a:solidFill>
              </a:rPr>
              <a:t>Compile</a:t>
            </a:r>
            <a:r>
              <a:rPr lang="en" sz="1500"/>
              <a:t> your class.</a:t>
            </a:r>
            <a:endParaRPr sz="1500"/>
          </a:p>
          <a:p>
            <a:pPr indent="-323850" lvl="0" marL="457200" rtl="0" algn="l">
              <a:spcBef>
                <a:spcPts val="0"/>
              </a:spcBef>
              <a:spcAft>
                <a:spcPts val="0"/>
              </a:spcAft>
              <a:buSzPts val="1500"/>
              <a:buChar char="●"/>
            </a:pPr>
            <a:r>
              <a:rPr b="1" i="1" lang="en" sz="1500">
                <a:solidFill>
                  <a:srgbClr val="FF0000"/>
                </a:solidFill>
              </a:rPr>
              <a:t>Don't worry</a:t>
            </a:r>
            <a:r>
              <a:rPr lang="en" sz="1500"/>
              <a:t> about error handling at this point.</a:t>
            </a:r>
            <a:endParaRPr sz="1500"/>
          </a:p>
          <a:p>
            <a:pPr indent="-311150" lvl="1" marL="914400" rtl="0" algn="l">
              <a:spcBef>
                <a:spcPts val="0"/>
              </a:spcBef>
              <a:spcAft>
                <a:spcPts val="0"/>
              </a:spcAft>
              <a:buSzPts val="1300"/>
              <a:buChar char="○"/>
            </a:pPr>
            <a:r>
              <a:rPr lang="en" sz="1300"/>
              <a:t>What potential error(s) may occur?</a:t>
            </a:r>
            <a:endParaRPr sz="1300"/>
          </a:p>
          <a:p>
            <a:pPr indent="-311150" lvl="1" marL="914400" rtl="0" algn="l">
              <a:spcBef>
                <a:spcPts val="0"/>
              </a:spcBef>
              <a:spcAft>
                <a:spcPts val="0"/>
              </a:spcAft>
              <a:buSzPts val="1300"/>
              <a:buChar char="○"/>
            </a:pPr>
            <a:r>
              <a:rPr lang="en" sz="1300"/>
              <a:t>How might you handle the error(s) if they do occur?</a:t>
            </a:r>
            <a:endParaRPr sz="1300"/>
          </a:p>
          <a:p>
            <a:pPr indent="-311150" lvl="0" marL="457200" rtl="0" algn="l">
              <a:spcBef>
                <a:spcPts val="0"/>
              </a:spcBef>
              <a:spcAft>
                <a:spcPts val="0"/>
              </a:spcAft>
              <a:buSzPts val="1300"/>
              <a:buChar char="●"/>
            </a:pPr>
            <a:r>
              <a:rPr lang="en"/>
              <a:t>Use </a:t>
            </a:r>
            <a:r>
              <a:rPr lang="en">
                <a:latin typeface="Courier New"/>
                <a:ea typeface="Courier New"/>
                <a:cs typeface="Courier New"/>
                <a:sym typeface="Courier New"/>
              </a:rPr>
              <a:t>main</a:t>
            </a:r>
            <a:r>
              <a:rPr lang="en"/>
              <a:t> to dequeue a few values and print them out. Print your queue as well.</a:t>
            </a:r>
            <a:endParaRPr/>
          </a:p>
        </p:txBody>
      </p:sp>
      <p:sp>
        <p:nvSpPr>
          <p:cNvPr id="736" name="Google Shape;736;p81"/>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Dequeue Using an Array</a:t>
            </a:r>
            <a:endParaRPr/>
          </a:p>
        </p:txBody>
      </p:sp>
      <p:sp>
        <p:nvSpPr>
          <p:cNvPr id="737" name="Google Shape;737;p81"/>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5.10</a:t>
            </a:r>
            <a:endParaRPr/>
          </a:p>
        </p:txBody>
      </p:sp>
      <p:graphicFrame>
        <p:nvGraphicFramePr>
          <p:cNvPr id="738" name="Google Shape;738;p81"/>
          <p:cNvGraphicFramePr/>
          <p:nvPr/>
        </p:nvGraphicFramePr>
        <p:xfrm>
          <a:off x="253971" y="2031213"/>
          <a:ext cx="3000000" cy="3000000"/>
        </p:xfrm>
        <a:graphic>
          <a:graphicData uri="http://schemas.openxmlformats.org/drawingml/2006/table">
            <a:tbl>
              <a:tblPr>
                <a:noFill/>
                <a:tableStyleId>{5D16334A-BD30-4DCF-A821-F696FD12572A}</a:tableStyleId>
              </a:tblPr>
              <a:tblGrid>
                <a:gridCol w="524750"/>
                <a:gridCol w="524750"/>
                <a:gridCol w="524750"/>
                <a:gridCol w="524750"/>
                <a:gridCol w="524750"/>
              </a:tblGrid>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"a"</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"b"</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"c"</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0</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1</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2</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3</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4</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pSp>
        <p:nvGrpSpPr>
          <p:cNvPr id="739" name="Google Shape;739;p81"/>
          <p:cNvGrpSpPr/>
          <p:nvPr/>
        </p:nvGrpSpPr>
        <p:grpSpPr>
          <a:xfrm>
            <a:off x="171371" y="2612538"/>
            <a:ext cx="693300" cy="311400"/>
            <a:chOff x="247571" y="2364650"/>
            <a:chExt cx="693300" cy="311400"/>
          </a:xfrm>
        </p:grpSpPr>
        <p:sp>
          <p:nvSpPr>
            <p:cNvPr id="740" name="Google Shape;740;p81"/>
            <p:cNvSpPr txBox="1"/>
            <p:nvPr/>
          </p:nvSpPr>
          <p:spPr>
            <a:xfrm>
              <a:off x="247571" y="2520350"/>
              <a:ext cx="693300" cy="15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front</a:t>
              </a:r>
              <a:endParaRPr b="0" i="0" sz="1000" u="none" cap="none" strike="noStrike">
                <a:solidFill>
                  <a:srgbClr val="000000"/>
                </a:solidFill>
                <a:latin typeface="Consolas"/>
                <a:ea typeface="Consolas"/>
                <a:cs typeface="Consolas"/>
                <a:sym typeface="Consolas"/>
              </a:endParaRPr>
            </a:p>
          </p:txBody>
        </p:sp>
        <p:cxnSp>
          <p:nvCxnSpPr>
            <p:cNvPr id="741" name="Google Shape;741;p81"/>
            <p:cNvCxnSpPr>
              <a:stCxn id="740" idx="0"/>
            </p:cNvCxnSpPr>
            <p:nvPr/>
          </p:nvCxnSpPr>
          <p:spPr>
            <a:xfrm rot="10800000">
              <a:off x="594221" y="2364650"/>
              <a:ext cx="0" cy="155700"/>
            </a:xfrm>
            <a:prstGeom prst="straightConnector1">
              <a:avLst/>
            </a:prstGeom>
            <a:noFill/>
            <a:ln cap="flat" cmpd="sng" w="19050">
              <a:solidFill>
                <a:srgbClr val="000000"/>
              </a:solidFill>
              <a:prstDash val="solid"/>
              <a:round/>
              <a:headEnd len="sm" w="sm" type="none"/>
              <a:tailEnd len="med" w="med" type="triangle"/>
            </a:ln>
          </p:spPr>
        </p:cxnSp>
      </p:grpSp>
      <p:grpSp>
        <p:nvGrpSpPr>
          <p:cNvPr id="742" name="Google Shape;742;p81"/>
          <p:cNvGrpSpPr/>
          <p:nvPr/>
        </p:nvGrpSpPr>
        <p:grpSpPr>
          <a:xfrm>
            <a:off x="1739412" y="2612538"/>
            <a:ext cx="693300" cy="311400"/>
            <a:chOff x="247559" y="2364650"/>
            <a:chExt cx="693300" cy="311400"/>
          </a:xfrm>
        </p:grpSpPr>
        <p:sp>
          <p:nvSpPr>
            <p:cNvPr id="743" name="Google Shape;743;p81"/>
            <p:cNvSpPr txBox="1"/>
            <p:nvPr/>
          </p:nvSpPr>
          <p:spPr>
            <a:xfrm>
              <a:off x="247559" y="2520350"/>
              <a:ext cx="693300" cy="15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back</a:t>
              </a:r>
              <a:endParaRPr b="0" i="0" sz="1000" u="none" cap="none" strike="noStrike">
                <a:solidFill>
                  <a:srgbClr val="000000"/>
                </a:solidFill>
                <a:latin typeface="Consolas"/>
                <a:ea typeface="Consolas"/>
                <a:cs typeface="Consolas"/>
                <a:sym typeface="Consolas"/>
              </a:endParaRPr>
            </a:p>
          </p:txBody>
        </p:sp>
        <p:cxnSp>
          <p:nvCxnSpPr>
            <p:cNvPr id="744" name="Google Shape;744;p81"/>
            <p:cNvCxnSpPr>
              <a:stCxn id="743" idx="0"/>
            </p:cNvCxnSpPr>
            <p:nvPr/>
          </p:nvCxnSpPr>
          <p:spPr>
            <a:xfrm rot="10800000">
              <a:off x="594209" y="2364650"/>
              <a:ext cx="0" cy="155700"/>
            </a:xfrm>
            <a:prstGeom prst="straightConnector1">
              <a:avLst/>
            </a:prstGeom>
            <a:noFill/>
            <a:ln cap="flat" cmpd="sng" w="19050">
              <a:solidFill>
                <a:srgbClr val="000000"/>
              </a:solidFill>
              <a:prstDash val="solid"/>
              <a:round/>
              <a:headEnd len="sm" w="sm" type="none"/>
              <a:tailEnd len="med" w="med" type="triangle"/>
            </a:ln>
          </p:spPr>
        </p:cxnSp>
      </p:grpSp>
    </p:spTree>
  </p:cSld>
  <p:clrMapOvr>
    <a:masterClrMapping/>
  </p:clrMapOvr>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8" name="Shape 748"/>
        <p:cNvGrpSpPr/>
        <p:nvPr/>
      </p:nvGrpSpPr>
      <p:grpSpPr>
        <a:xfrm>
          <a:off x="0" y="0"/>
          <a:ext cx="0" cy="0"/>
          <a:chOff x="0" y="0"/>
          <a:chExt cx="0" cy="0"/>
        </a:xfrm>
      </p:grpSpPr>
      <p:sp>
        <p:nvSpPr>
          <p:cNvPr id="749" name="Google Shape;749;p82"/>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u="sng"/>
              <a:t>A Closer Look at Resizing</a:t>
            </a:r>
            <a:endParaRPr u="sng"/>
          </a:p>
        </p:txBody>
      </p:sp>
      <p:sp>
        <p:nvSpPr>
          <p:cNvPr id="750" name="Google Shape;750;p82"/>
          <p:cNvSpPr txBox="1"/>
          <p:nvPr>
            <p:ph idx="12" type="sldNum"/>
          </p:nvPr>
        </p:nvSpPr>
        <p:spPr>
          <a:xfrm>
            <a:off x="8605562" y="4912321"/>
            <a:ext cx="548700" cy="2208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751" name="Google Shape;751;p82"/>
          <p:cNvSpPr txBox="1"/>
          <p:nvPr>
            <p:ph idx="4294967295" type="body"/>
          </p:nvPr>
        </p:nvSpPr>
        <p:spPr>
          <a:xfrm>
            <a:off x="315775" y="1410906"/>
            <a:ext cx="2623800" cy="660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If </a:t>
            </a:r>
            <a:r>
              <a:rPr b="1" i="1" lang="en" sz="1200">
                <a:solidFill>
                  <a:srgbClr val="FF0000"/>
                </a:solidFill>
                <a:latin typeface="Arial"/>
                <a:ea typeface="Arial"/>
                <a:cs typeface="Arial"/>
                <a:sym typeface="Arial"/>
              </a:rPr>
              <a:t>before enqueuing</a:t>
            </a:r>
            <a:r>
              <a:rPr lang="en" sz="1200">
                <a:solidFill>
                  <a:srgbClr val="000000"/>
                </a:solidFill>
                <a:latin typeface="Arial"/>
                <a:ea typeface="Arial"/>
                <a:cs typeface="Arial"/>
                <a:sym typeface="Arial"/>
              </a:rPr>
              <a:t> the </a:t>
            </a:r>
            <a:r>
              <a:rPr b="1" i="1" lang="en" sz="1200">
                <a:solidFill>
                  <a:srgbClr val="FF0000"/>
                </a:solidFill>
                <a:latin typeface="Arial"/>
                <a:ea typeface="Arial"/>
                <a:cs typeface="Arial"/>
                <a:sym typeface="Arial"/>
              </a:rPr>
              <a:t>size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is equal to the </a:t>
            </a:r>
            <a:r>
              <a:rPr b="1" i="1" lang="en" sz="1200">
                <a:solidFill>
                  <a:srgbClr val="FF0000"/>
                </a:solidFill>
                <a:latin typeface="Arial"/>
                <a:ea typeface="Arial"/>
                <a:cs typeface="Arial"/>
                <a:sym typeface="Arial"/>
              </a:rPr>
              <a:t>length</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of the array, then the </a:t>
            </a:r>
            <a:r>
              <a:rPr b="1" i="1" lang="en" sz="1200">
                <a:solidFill>
                  <a:srgbClr val="FF0000"/>
                </a:solidFill>
                <a:latin typeface="Arial"/>
                <a:ea typeface="Arial"/>
                <a:cs typeface="Arial"/>
                <a:sym typeface="Arial"/>
              </a:rPr>
              <a:t>array is full</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graphicFrame>
        <p:nvGraphicFramePr>
          <p:cNvPr id="752" name="Google Shape;752;p82"/>
          <p:cNvGraphicFramePr/>
          <p:nvPr/>
        </p:nvGraphicFramePr>
        <p:xfrm>
          <a:off x="311724" y="2171697"/>
          <a:ext cx="3000000" cy="3000000"/>
        </p:xfrm>
        <a:graphic>
          <a:graphicData uri="http://schemas.openxmlformats.org/drawingml/2006/table">
            <a:tbl>
              <a:tblPr>
                <a:noFill/>
                <a:tableStyleId>{5D16334A-BD30-4DCF-A821-F696FD12572A}</a:tableStyleId>
              </a:tblPr>
              <a:tblGrid>
                <a:gridCol w="524750"/>
                <a:gridCol w="524750"/>
                <a:gridCol w="524750"/>
                <a:gridCol w="524750"/>
                <a:gridCol w="524750"/>
              </a:tblGrid>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"f"</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"g"</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"c"</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"d"</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0</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1</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2</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3</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4</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pSp>
        <p:nvGrpSpPr>
          <p:cNvPr id="753" name="Google Shape;753;p82"/>
          <p:cNvGrpSpPr/>
          <p:nvPr/>
        </p:nvGrpSpPr>
        <p:grpSpPr>
          <a:xfrm>
            <a:off x="1283373" y="2739879"/>
            <a:ext cx="693300" cy="502800"/>
            <a:chOff x="253994" y="2345362"/>
            <a:chExt cx="693300" cy="502800"/>
          </a:xfrm>
        </p:grpSpPr>
        <p:sp>
          <p:nvSpPr>
            <p:cNvPr id="754" name="Google Shape;754;p82"/>
            <p:cNvSpPr txBox="1"/>
            <p:nvPr/>
          </p:nvSpPr>
          <p:spPr>
            <a:xfrm>
              <a:off x="253994" y="2501062"/>
              <a:ext cx="693300" cy="3471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front</a:t>
              </a:r>
              <a:endParaRPr b="0" i="0" sz="1000" u="none" cap="none" strike="noStrike">
                <a:solidFill>
                  <a:srgbClr val="000000"/>
                </a:solidFill>
                <a:latin typeface="Consolas"/>
                <a:ea typeface="Consolas"/>
                <a:cs typeface="Consolas"/>
                <a:sym typeface="Consolas"/>
              </a:endParaRPr>
            </a:p>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back</a:t>
              </a:r>
              <a:endParaRPr b="0" i="0" sz="1000" u="none" cap="none" strike="noStrike">
                <a:solidFill>
                  <a:srgbClr val="000000"/>
                </a:solidFill>
                <a:latin typeface="Consolas"/>
                <a:ea typeface="Consolas"/>
                <a:cs typeface="Consolas"/>
                <a:sym typeface="Consolas"/>
              </a:endParaRPr>
            </a:p>
          </p:txBody>
        </p:sp>
        <p:cxnSp>
          <p:nvCxnSpPr>
            <p:cNvPr id="755" name="Google Shape;755;p82"/>
            <p:cNvCxnSpPr>
              <a:stCxn id="754" idx="0"/>
            </p:cNvCxnSpPr>
            <p:nvPr/>
          </p:nvCxnSpPr>
          <p:spPr>
            <a:xfrm rot="10800000">
              <a:off x="600644" y="2345362"/>
              <a:ext cx="0" cy="155700"/>
            </a:xfrm>
            <a:prstGeom prst="straightConnector1">
              <a:avLst/>
            </a:prstGeom>
            <a:noFill/>
            <a:ln cap="flat" cmpd="sng" w="19050">
              <a:solidFill>
                <a:srgbClr val="000000"/>
              </a:solidFill>
              <a:prstDash val="solid"/>
              <a:round/>
              <a:headEnd len="sm" w="sm" type="none"/>
              <a:tailEnd len="med" w="med" type="triangle"/>
            </a:ln>
          </p:spPr>
        </p:cxnSp>
      </p:grpSp>
      <p:sp>
        <p:nvSpPr>
          <p:cNvPr id="756" name="Google Shape;756;p82"/>
          <p:cNvSpPr txBox="1"/>
          <p:nvPr>
            <p:ph idx="4294967295" type="body"/>
          </p:nvPr>
        </p:nvSpPr>
        <p:spPr>
          <a:xfrm>
            <a:off x="315775" y="3392106"/>
            <a:ext cx="2623800" cy="660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At this point, the array will need to be </a:t>
            </a:r>
            <a:r>
              <a:rPr b="1" i="1" lang="en" sz="1200">
                <a:solidFill>
                  <a:srgbClr val="FF0000"/>
                </a:solidFill>
                <a:latin typeface="Arial"/>
                <a:ea typeface="Arial"/>
                <a:cs typeface="Arial"/>
                <a:sym typeface="Arial"/>
              </a:rPr>
              <a:t>resized</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in order to make room for additional elements.</a:t>
            </a:r>
            <a:endParaRPr sz="1200">
              <a:solidFill>
                <a:srgbClr val="000000"/>
              </a:solidFill>
              <a:latin typeface="Arial"/>
              <a:ea typeface="Arial"/>
              <a:cs typeface="Arial"/>
              <a:sym typeface="Arial"/>
            </a:endParaRPr>
          </a:p>
        </p:txBody>
      </p:sp>
      <p:sp>
        <p:nvSpPr>
          <p:cNvPr id="757" name="Google Shape;757;p82"/>
          <p:cNvSpPr txBox="1"/>
          <p:nvPr>
            <p:ph idx="4294967295" type="body"/>
          </p:nvPr>
        </p:nvSpPr>
        <p:spPr>
          <a:xfrm>
            <a:off x="315775" y="4154106"/>
            <a:ext cx="2623800" cy="660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This will require making a </a:t>
            </a:r>
            <a:r>
              <a:rPr b="1" i="1" lang="en" sz="1200">
                <a:solidFill>
                  <a:srgbClr val="FF0000"/>
                </a:solidFill>
                <a:latin typeface="Arial"/>
                <a:ea typeface="Arial"/>
                <a:cs typeface="Arial"/>
                <a:sym typeface="Arial"/>
              </a:rPr>
              <a:t>new</a:t>
            </a:r>
            <a:r>
              <a:rPr lang="en" sz="1200">
                <a:solidFill>
                  <a:srgbClr val="000000"/>
                </a:solidFill>
                <a:latin typeface="Arial"/>
                <a:ea typeface="Arial"/>
                <a:cs typeface="Arial"/>
                <a:sym typeface="Arial"/>
              </a:rPr>
              <a:t>,</a:t>
            </a:r>
            <a:r>
              <a:rPr b="1" i="1" lang="en" sz="1200">
                <a:solidFill>
                  <a:srgbClr val="000000"/>
                </a:solidFill>
                <a:latin typeface="Arial"/>
                <a:ea typeface="Arial"/>
                <a:cs typeface="Arial"/>
                <a:sym typeface="Arial"/>
              </a:rPr>
              <a:t> </a:t>
            </a:r>
            <a:r>
              <a:rPr b="1" i="1" lang="en" sz="1200">
                <a:solidFill>
                  <a:srgbClr val="FF0000"/>
                </a:solidFill>
                <a:latin typeface="Arial"/>
                <a:ea typeface="Arial"/>
                <a:cs typeface="Arial"/>
                <a:sym typeface="Arial"/>
              </a:rPr>
              <a:t>bigger array</a:t>
            </a:r>
            <a:r>
              <a:rPr lang="en" sz="1200">
                <a:solidFill>
                  <a:srgbClr val="000000"/>
                </a:solidFill>
                <a:latin typeface="Arial"/>
                <a:ea typeface="Arial"/>
                <a:cs typeface="Arial"/>
                <a:sym typeface="Arial"/>
              </a:rPr>
              <a:t>, and </a:t>
            </a:r>
            <a:r>
              <a:rPr b="1" i="1" lang="en" sz="1200">
                <a:solidFill>
                  <a:srgbClr val="FF0000"/>
                </a:solidFill>
                <a:latin typeface="Arial"/>
                <a:ea typeface="Arial"/>
                <a:cs typeface="Arial"/>
                <a:sym typeface="Arial"/>
              </a:rPr>
              <a:t>copying </a:t>
            </a:r>
            <a:r>
              <a:rPr lang="en" sz="1200">
                <a:solidFill>
                  <a:srgbClr val="000000"/>
                </a:solidFill>
                <a:latin typeface="Arial"/>
                <a:ea typeface="Arial"/>
                <a:cs typeface="Arial"/>
                <a:sym typeface="Arial"/>
              </a:rPr>
              <a:t>the elements into it.</a:t>
            </a:r>
            <a:endParaRPr sz="1200">
              <a:solidFill>
                <a:srgbClr val="000000"/>
              </a:solidFill>
              <a:latin typeface="Arial"/>
              <a:ea typeface="Arial"/>
              <a:cs typeface="Arial"/>
              <a:sym typeface="Arial"/>
            </a:endParaRPr>
          </a:p>
        </p:txBody>
      </p:sp>
      <p:graphicFrame>
        <p:nvGraphicFramePr>
          <p:cNvPr id="758" name="Google Shape;758;p82"/>
          <p:cNvGraphicFramePr/>
          <p:nvPr/>
        </p:nvGraphicFramePr>
        <p:xfrm>
          <a:off x="3274224" y="2236497"/>
          <a:ext cx="3000000" cy="3000000"/>
        </p:xfrm>
        <a:graphic>
          <a:graphicData uri="http://schemas.openxmlformats.org/drawingml/2006/table">
            <a:tbl>
              <a:tblPr>
                <a:noFill/>
                <a:tableStyleId>{5D16334A-BD30-4DCF-A821-F696FD12572A}</a:tableStyleId>
              </a:tblPr>
              <a:tblGrid>
                <a:gridCol w="524750"/>
                <a:gridCol w="524750"/>
                <a:gridCol w="524750"/>
                <a:gridCol w="524750"/>
                <a:gridCol w="524750"/>
              </a:tblGrid>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"f"</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"g"</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"c"</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"d"</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0</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1</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2</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3</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4</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aphicFrame>
        <p:nvGraphicFramePr>
          <p:cNvPr id="759" name="Google Shape;759;p82"/>
          <p:cNvGraphicFramePr/>
          <p:nvPr/>
        </p:nvGraphicFramePr>
        <p:xfrm>
          <a:off x="3274224" y="3303297"/>
          <a:ext cx="3000000" cy="3000000"/>
        </p:xfrm>
        <a:graphic>
          <a:graphicData uri="http://schemas.openxmlformats.org/drawingml/2006/table">
            <a:tbl>
              <a:tblPr>
                <a:noFill/>
                <a:tableStyleId>{5D16334A-BD30-4DCF-A821-F696FD12572A}</a:tableStyleId>
              </a:tblPr>
              <a:tblGrid>
                <a:gridCol w="525350"/>
                <a:gridCol w="525350"/>
                <a:gridCol w="525350"/>
                <a:gridCol w="525350"/>
                <a:gridCol w="525350"/>
                <a:gridCol w="525350"/>
                <a:gridCol w="525350"/>
                <a:gridCol w="525350"/>
                <a:gridCol w="525350"/>
                <a:gridCol w="525350"/>
              </a:tblGrid>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0</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1</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2</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3</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4</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5</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6</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7</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8</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9</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pSp>
        <p:nvGrpSpPr>
          <p:cNvPr id="760" name="Google Shape;760;p82"/>
          <p:cNvGrpSpPr/>
          <p:nvPr/>
        </p:nvGrpSpPr>
        <p:grpSpPr>
          <a:xfrm>
            <a:off x="5811111" y="3907938"/>
            <a:ext cx="693300" cy="311400"/>
            <a:chOff x="247559" y="2364650"/>
            <a:chExt cx="693300" cy="311400"/>
          </a:xfrm>
        </p:grpSpPr>
        <p:sp>
          <p:nvSpPr>
            <p:cNvPr id="761" name="Google Shape;761;p82"/>
            <p:cNvSpPr txBox="1"/>
            <p:nvPr/>
          </p:nvSpPr>
          <p:spPr>
            <a:xfrm>
              <a:off x="247559" y="2520350"/>
              <a:ext cx="693300" cy="15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back</a:t>
              </a:r>
              <a:endParaRPr b="0" i="0" sz="1000" u="none" cap="none" strike="noStrike">
                <a:solidFill>
                  <a:srgbClr val="000000"/>
                </a:solidFill>
                <a:latin typeface="Consolas"/>
                <a:ea typeface="Consolas"/>
                <a:cs typeface="Consolas"/>
                <a:sym typeface="Consolas"/>
              </a:endParaRPr>
            </a:p>
          </p:txBody>
        </p:sp>
        <p:cxnSp>
          <p:nvCxnSpPr>
            <p:cNvPr id="762" name="Google Shape;762;p82"/>
            <p:cNvCxnSpPr>
              <a:stCxn id="761" idx="0"/>
            </p:cNvCxnSpPr>
            <p:nvPr/>
          </p:nvCxnSpPr>
          <p:spPr>
            <a:xfrm rot="10800000">
              <a:off x="594209" y="2364650"/>
              <a:ext cx="0" cy="155700"/>
            </a:xfrm>
            <a:prstGeom prst="straightConnector1">
              <a:avLst/>
            </a:prstGeom>
            <a:noFill/>
            <a:ln cap="flat" cmpd="sng" w="19050">
              <a:solidFill>
                <a:srgbClr val="000000"/>
              </a:solidFill>
              <a:prstDash val="solid"/>
              <a:round/>
              <a:headEnd len="sm" w="sm" type="none"/>
              <a:tailEnd len="med" w="med" type="triangle"/>
            </a:ln>
          </p:spPr>
        </p:cxnSp>
      </p:grpSp>
      <p:grpSp>
        <p:nvGrpSpPr>
          <p:cNvPr id="763" name="Google Shape;763;p82"/>
          <p:cNvGrpSpPr/>
          <p:nvPr/>
        </p:nvGrpSpPr>
        <p:grpSpPr>
          <a:xfrm>
            <a:off x="3194606" y="3907938"/>
            <a:ext cx="693300" cy="311400"/>
            <a:chOff x="247571" y="2364650"/>
            <a:chExt cx="693300" cy="311400"/>
          </a:xfrm>
        </p:grpSpPr>
        <p:sp>
          <p:nvSpPr>
            <p:cNvPr id="764" name="Google Shape;764;p82"/>
            <p:cNvSpPr txBox="1"/>
            <p:nvPr/>
          </p:nvSpPr>
          <p:spPr>
            <a:xfrm>
              <a:off x="247571" y="2520350"/>
              <a:ext cx="693300" cy="155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front</a:t>
              </a:r>
              <a:endParaRPr b="0" i="0" sz="1000" u="none" cap="none" strike="noStrike">
                <a:solidFill>
                  <a:srgbClr val="000000"/>
                </a:solidFill>
                <a:latin typeface="Consolas"/>
                <a:ea typeface="Consolas"/>
                <a:cs typeface="Consolas"/>
                <a:sym typeface="Consolas"/>
              </a:endParaRPr>
            </a:p>
          </p:txBody>
        </p:sp>
        <p:cxnSp>
          <p:nvCxnSpPr>
            <p:cNvPr id="765" name="Google Shape;765;p82"/>
            <p:cNvCxnSpPr>
              <a:stCxn id="764" idx="0"/>
            </p:cNvCxnSpPr>
            <p:nvPr/>
          </p:nvCxnSpPr>
          <p:spPr>
            <a:xfrm rot="10800000">
              <a:off x="594221" y="2364650"/>
              <a:ext cx="0" cy="155700"/>
            </a:xfrm>
            <a:prstGeom prst="straightConnector1">
              <a:avLst/>
            </a:prstGeom>
            <a:noFill/>
            <a:ln cap="flat" cmpd="sng" w="19050">
              <a:solidFill>
                <a:srgbClr val="000000"/>
              </a:solidFill>
              <a:prstDash val="solid"/>
              <a:round/>
              <a:headEnd len="sm" w="sm" type="none"/>
              <a:tailEnd len="med" w="med" type="triangle"/>
            </a:ln>
          </p:spPr>
        </p:cxnSp>
      </p:grpSp>
      <p:cxnSp>
        <p:nvCxnSpPr>
          <p:cNvPr id="766" name="Google Shape;766;p82"/>
          <p:cNvCxnSpPr/>
          <p:nvPr/>
        </p:nvCxnSpPr>
        <p:spPr>
          <a:xfrm flipH="1">
            <a:off x="3587000" y="2804260"/>
            <a:ext cx="970800" cy="486300"/>
          </a:xfrm>
          <a:prstGeom prst="straightConnector1">
            <a:avLst/>
          </a:prstGeom>
          <a:noFill/>
          <a:ln cap="flat" cmpd="sng" w="19050">
            <a:solidFill>
              <a:srgbClr val="FF0000"/>
            </a:solidFill>
            <a:prstDash val="solid"/>
            <a:round/>
            <a:headEnd len="sm" w="sm" type="none"/>
            <a:tailEnd len="med" w="med" type="triangle"/>
          </a:ln>
        </p:spPr>
      </p:cxnSp>
      <p:cxnSp>
        <p:nvCxnSpPr>
          <p:cNvPr id="767" name="Google Shape;767;p82"/>
          <p:cNvCxnSpPr/>
          <p:nvPr/>
        </p:nvCxnSpPr>
        <p:spPr>
          <a:xfrm flipH="1">
            <a:off x="4120400" y="2804260"/>
            <a:ext cx="970800" cy="486300"/>
          </a:xfrm>
          <a:prstGeom prst="straightConnector1">
            <a:avLst/>
          </a:prstGeom>
          <a:noFill/>
          <a:ln cap="flat" cmpd="sng" w="19050">
            <a:solidFill>
              <a:srgbClr val="FF0000"/>
            </a:solidFill>
            <a:prstDash val="solid"/>
            <a:round/>
            <a:headEnd len="sm" w="sm" type="none"/>
            <a:tailEnd len="med" w="med" type="triangle"/>
          </a:ln>
        </p:spPr>
      </p:cxnSp>
      <p:cxnSp>
        <p:nvCxnSpPr>
          <p:cNvPr id="768" name="Google Shape;768;p82"/>
          <p:cNvCxnSpPr/>
          <p:nvPr/>
        </p:nvCxnSpPr>
        <p:spPr>
          <a:xfrm flipH="1">
            <a:off x="4653800" y="2804260"/>
            <a:ext cx="970800" cy="486300"/>
          </a:xfrm>
          <a:prstGeom prst="straightConnector1">
            <a:avLst/>
          </a:prstGeom>
          <a:noFill/>
          <a:ln cap="flat" cmpd="sng" w="19050">
            <a:solidFill>
              <a:srgbClr val="FF0000"/>
            </a:solidFill>
            <a:prstDash val="solid"/>
            <a:round/>
            <a:headEnd len="sm" w="sm" type="none"/>
            <a:tailEnd len="med" w="med" type="triangle"/>
          </a:ln>
        </p:spPr>
      </p:cxnSp>
      <p:cxnSp>
        <p:nvCxnSpPr>
          <p:cNvPr id="769" name="Google Shape;769;p82"/>
          <p:cNvCxnSpPr/>
          <p:nvPr/>
        </p:nvCxnSpPr>
        <p:spPr>
          <a:xfrm>
            <a:off x="3575100" y="2798016"/>
            <a:ext cx="1516200" cy="486300"/>
          </a:xfrm>
          <a:prstGeom prst="straightConnector1">
            <a:avLst/>
          </a:prstGeom>
          <a:noFill/>
          <a:ln cap="flat" cmpd="sng" w="19050">
            <a:solidFill>
              <a:srgbClr val="4A86E8"/>
            </a:solidFill>
            <a:prstDash val="solid"/>
            <a:round/>
            <a:headEnd len="sm" w="sm" type="none"/>
            <a:tailEnd len="med" w="med" type="triangle"/>
          </a:ln>
        </p:spPr>
      </p:cxnSp>
      <p:cxnSp>
        <p:nvCxnSpPr>
          <p:cNvPr id="770" name="Google Shape;770;p82"/>
          <p:cNvCxnSpPr/>
          <p:nvPr/>
        </p:nvCxnSpPr>
        <p:spPr>
          <a:xfrm>
            <a:off x="4108500" y="2798016"/>
            <a:ext cx="1516200" cy="486300"/>
          </a:xfrm>
          <a:prstGeom prst="straightConnector1">
            <a:avLst/>
          </a:prstGeom>
          <a:noFill/>
          <a:ln cap="flat" cmpd="sng" w="19050">
            <a:solidFill>
              <a:srgbClr val="4A86E8"/>
            </a:solidFill>
            <a:prstDash val="solid"/>
            <a:round/>
            <a:headEnd len="sm" w="sm" type="none"/>
            <a:tailEnd len="med" w="med" type="triangle"/>
          </a:ln>
        </p:spPr>
      </p:cxnSp>
      <p:sp>
        <p:nvSpPr>
          <p:cNvPr id="771" name="Google Shape;771;p82"/>
          <p:cNvSpPr txBox="1"/>
          <p:nvPr>
            <p:ph idx="4294967295" type="body"/>
          </p:nvPr>
        </p:nvSpPr>
        <p:spPr>
          <a:xfrm>
            <a:off x="3281146" y="1410906"/>
            <a:ext cx="2623800" cy="660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First, a new, bigger array is created (usually </a:t>
            </a:r>
            <a:r>
              <a:rPr b="1" i="1" lang="en" sz="1200">
                <a:solidFill>
                  <a:srgbClr val="FF0000"/>
                </a:solidFill>
                <a:latin typeface="Arial"/>
                <a:ea typeface="Arial"/>
                <a:cs typeface="Arial"/>
                <a:sym typeface="Arial"/>
              </a:rPr>
              <a:t>double the size</a:t>
            </a:r>
            <a:r>
              <a:rPr lang="en" sz="1200">
                <a:solidFill>
                  <a:srgbClr val="000000"/>
                </a:solidFill>
                <a:latin typeface="Arial"/>
                <a:ea typeface="Arial"/>
                <a:cs typeface="Arial"/>
                <a:sym typeface="Arial"/>
              </a:rPr>
              <a:t> of the current array).</a:t>
            </a:r>
            <a:endParaRPr sz="1200">
              <a:solidFill>
                <a:srgbClr val="000000"/>
              </a:solidFill>
              <a:latin typeface="Arial"/>
              <a:ea typeface="Arial"/>
              <a:cs typeface="Arial"/>
              <a:sym typeface="Arial"/>
            </a:endParaRPr>
          </a:p>
        </p:txBody>
      </p:sp>
      <p:sp>
        <p:nvSpPr>
          <p:cNvPr id="772" name="Google Shape;772;p82"/>
          <p:cNvSpPr txBox="1"/>
          <p:nvPr>
            <p:ph idx="4294967295" type="body"/>
          </p:nvPr>
        </p:nvSpPr>
        <p:spPr>
          <a:xfrm>
            <a:off x="6246525" y="1410900"/>
            <a:ext cx="2623800" cy="865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Then, beginning at the </a:t>
            </a:r>
            <a:r>
              <a:rPr b="1" i="1" lang="en" sz="1200">
                <a:solidFill>
                  <a:srgbClr val="FF0000"/>
                </a:solidFill>
                <a:latin typeface="Arial"/>
                <a:ea typeface="Arial"/>
                <a:cs typeface="Arial"/>
                <a:sym typeface="Arial"/>
              </a:rPr>
              <a:t>front</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index in the </a:t>
            </a:r>
            <a:r>
              <a:rPr b="1" i="1" lang="en" sz="1200">
                <a:solidFill>
                  <a:srgbClr val="FF0000"/>
                </a:solidFill>
                <a:latin typeface="Arial"/>
                <a:ea typeface="Arial"/>
                <a:cs typeface="Arial"/>
                <a:sym typeface="Arial"/>
              </a:rPr>
              <a:t>old</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array, elements are copied into the </a:t>
            </a:r>
            <a:r>
              <a:rPr b="1" i="1" lang="en" sz="1200">
                <a:solidFill>
                  <a:srgbClr val="FF0000"/>
                </a:solidFill>
                <a:latin typeface="Arial"/>
                <a:ea typeface="Arial"/>
                <a:cs typeface="Arial"/>
                <a:sym typeface="Arial"/>
              </a:rPr>
              <a:t>new </a:t>
            </a:r>
            <a:r>
              <a:rPr lang="en" sz="1200">
                <a:solidFill>
                  <a:srgbClr val="000000"/>
                </a:solidFill>
                <a:latin typeface="Arial"/>
                <a:ea typeface="Arial"/>
                <a:cs typeface="Arial"/>
                <a:sym typeface="Arial"/>
              </a:rPr>
              <a:t>array beginning at </a:t>
            </a:r>
            <a:r>
              <a:rPr b="1" i="1" lang="en" sz="1200">
                <a:solidFill>
                  <a:srgbClr val="FF0000"/>
                </a:solidFill>
                <a:latin typeface="Arial"/>
                <a:ea typeface="Arial"/>
                <a:cs typeface="Arial"/>
                <a:sym typeface="Arial"/>
              </a:rPr>
              <a:t>index </a:t>
            </a:r>
            <a:r>
              <a:rPr lang="en" sz="1200">
                <a:solidFill>
                  <a:srgbClr val="FF0000"/>
                </a:solidFill>
                <a:latin typeface="Courier New"/>
                <a:ea typeface="Courier New"/>
                <a:cs typeface="Courier New"/>
                <a:sym typeface="Courier New"/>
              </a:rPr>
              <a:t>0</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773" name="Google Shape;773;p82"/>
          <p:cNvSpPr txBox="1"/>
          <p:nvPr/>
        </p:nvSpPr>
        <p:spPr>
          <a:xfrm>
            <a:off x="3302371" y="3348571"/>
            <a:ext cx="465600" cy="250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0000"/>
                </a:solidFill>
                <a:latin typeface="Consolas"/>
                <a:ea typeface="Consolas"/>
                <a:cs typeface="Consolas"/>
                <a:sym typeface="Consolas"/>
              </a:rPr>
              <a:t>"c"</a:t>
            </a:r>
            <a:endParaRPr b="0" i="0" sz="1000" u="none" cap="none" strike="noStrike">
              <a:solidFill>
                <a:srgbClr val="FF0000"/>
              </a:solidFill>
              <a:latin typeface="Consolas"/>
              <a:ea typeface="Consolas"/>
              <a:cs typeface="Consolas"/>
              <a:sym typeface="Consolas"/>
            </a:endParaRPr>
          </a:p>
        </p:txBody>
      </p:sp>
      <p:sp>
        <p:nvSpPr>
          <p:cNvPr id="774" name="Google Shape;774;p82"/>
          <p:cNvSpPr txBox="1"/>
          <p:nvPr/>
        </p:nvSpPr>
        <p:spPr>
          <a:xfrm>
            <a:off x="3835771" y="3348571"/>
            <a:ext cx="465600" cy="250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0000"/>
                </a:solidFill>
                <a:latin typeface="Consolas"/>
                <a:ea typeface="Consolas"/>
                <a:cs typeface="Consolas"/>
                <a:sym typeface="Consolas"/>
              </a:rPr>
              <a:t>"d"</a:t>
            </a:r>
            <a:endParaRPr b="0" i="0" sz="1000" u="none" cap="none" strike="noStrike">
              <a:solidFill>
                <a:srgbClr val="FF0000"/>
              </a:solidFill>
              <a:latin typeface="Consolas"/>
              <a:ea typeface="Consolas"/>
              <a:cs typeface="Consolas"/>
              <a:sym typeface="Consolas"/>
            </a:endParaRPr>
          </a:p>
        </p:txBody>
      </p:sp>
      <p:sp>
        <p:nvSpPr>
          <p:cNvPr id="775" name="Google Shape;775;p82"/>
          <p:cNvSpPr txBox="1"/>
          <p:nvPr/>
        </p:nvSpPr>
        <p:spPr>
          <a:xfrm>
            <a:off x="4356312" y="3348571"/>
            <a:ext cx="465600" cy="250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0000"/>
                </a:solidFill>
                <a:latin typeface="Consolas"/>
                <a:ea typeface="Consolas"/>
                <a:cs typeface="Consolas"/>
                <a:sym typeface="Consolas"/>
              </a:rPr>
              <a:t>"e"</a:t>
            </a:r>
            <a:endParaRPr b="0" i="0" sz="1000" u="none" cap="none" strike="noStrike">
              <a:solidFill>
                <a:srgbClr val="FF0000"/>
              </a:solidFill>
              <a:latin typeface="Consolas"/>
              <a:ea typeface="Consolas"/>
              <a:cs typeface="Consolas"/>
              <a:sym typeface="Consolas"/>
            </a:endParaRPr>
          </a:p>
        </p:txBody>
      </p:sp>
      <p:sp>
        <p:nvSpPr>
          <p:cNvPr id="776" name="Google Shape;776;p82"/>
          <p:cNvSpPr txBox="1"/>
          <p:nvPr/>
        </p:nvSpPr>
        <p:spPr>
          <a:xfrm>
            <a:off x="4889712" y="3348571"/>
            <a:ext cx="465600" cy="250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4A86E8"/>
                </a:solidFill>
                <a:latin typeface="Consolas"/>
                <a:ea typeface="Consolas"/>
                <a:cs typeface="Consolas"/>
                <a:sym typeface="Consolas"/>
              </a:rPr>
              <a:t>"f"</a:t>
            </a:r>
            <a:endParaRPr b="0" i="0" sz="1000" u="none" cap="none" strike="noStrike">
              <a:solidFill>
                <a:srgbClr val="4A86E8"/>
              </a:solidFill>
              <a:latin typeface="Consolas"/>
              <a:ea typeface="Consolas"/>
              <a:cs typeface="Consolas"/>
              <a:sym typeface="Consolas"/>
            </a:endParaRPr>
          </a:p>
        </p:txBody>
      </p:sp>
      <p:sp>
        <p:nvSpPr>
          <p:cNvPr id="777" name="Google Shape;777;p82"/>
          <p:cNvSpPr txBox="1"/>
          <p:nvPr/>
        </p:nvSpPr>
        <p:spPr>
          <a:xfrm>
            <a:off x="5423112" y="3348571"/>
            <a:ext cx="465600" cy="250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4A86E8"/>
                </a:solidFill>
                <a:latin typeface="Consolas"/>
                <a:ea typeface="Consolas"/>
                <a:cs typeface="Consolas"/>
                <a:sym typeface="Consolas"/>
              </a:rPr>
              <a:t>"g"</a:t>
            </a:r>
            <a:endParaRPr b="0" i="0" sz="1000" u="none" cap="none" strike="noStrike">
              <a:solidFill>
                <a:srgbClr val="4A86E8"/>
              </a:solidFill>
              <a:latin typeface="Consolas"/>
              <a:ea typeface="Consolas"/>
              <a:cs typeface="Consolas"/>
              <a:sym typeface="Consolas"/>
            </a:endParaRPr>
          </a:p>
        </p:txBody>
      </p:sp>
      <p:sp>
        <p:nvSpPr>
          <p:cNvPr id="778" name="Google Shape;778;p82"/>
          <p:cNvSpPr txBox="1"/>
          <p:nvPr>
            <p:ph idx="4294967295" type="body"/>
          </p:nvPr>
        </p:nvSpPr>
        <p:spPr>
          <a:xfrm>
            <a:off x="6236725" y="2455675"/>
            <a:ext cx="2623800" cy="660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When the copy reaches the </a:t>
            </a:r>
            <a:r>
              <a:rPr b="1" i="1" lang="en" sz="1200">
                <a:solidFill>
                  <a:srgbClr val="FF0000"/>
                </a:solidFill>
                <a:latin typeface="Arial"/>
                <a:ea typeface="Arial"/>
                <a:cs typeface="Arial"/>
                <a:sym typeface="Arial"/>
              </a:rPr>
              <a:t>end </a:t>
            </a:r>
            <a:r>
              <a:rPr lang="en" sz="1200">
                <a:solidFill>
                  <a:srgbClr val="000000"/>
                </a:solidFill>
                <a:latin typeface="Arial"/>
                <a:ea typeface="Arial"/>
                <a:cs typeface="Arial"/>
                <a:sym typeface="Arial"/>
              </a:rPr>
              <a:t>of the old array, it </a:t>
            </a:r>
            <a:r>
              <a:rPr b="1" i="1" lang="en" sz="1200">
                <a:solidFill>
                  <a:srgbClr val="FF0000"/>
                </a:solidFill>
                <a:latin typeface="Arial"/>
                <a:ea typeface="Arial"/>
                <a:cs typeface="Arial"/>
                <a:sym typeface="Arial"/>
              </a:rPr>
              <a:t>wraps around</a:t>
            </a:r>
            <a:r>
              <a:rPr lang="en" sz="1200">
                <a:solidFill>
                  <a:srgbClr val="000000"/>
                </a:solidFill>
                <a:latin typeface="Arial"/>
                <a:ea typeface="Arial"/>
                <a:cs typeface="Arial"/>
                <a:sym typeface="Arial"/>
              </a:rPr>
              <a:t> to </a:t>
            </a:r>
            <a:r>
              <a:rPr b="1" i="1" lang="en" sz="1200">
                <a:solidFill>
                  <a:srgbClr val="FF0000"/>
                </a:solidFill>
                <a:latin typeface="Arial"/>
                <a:ea typeface="Arial"/>
                <a:cs typeface="Arial"/>
                <a:sym typeface="Arial"/>
              </a:rPr>
              <a:t>index </a:t>
            </a:r>
            <a:r>
              <a:rPr lang="en" sz="1200">
                <a:solidFill>
                  <a:srgbClr val="FF0000"/>
                </a:solidFill>
                <a:latin typeface="Courier New"/>
                <a:ea typeface="Courier New"/>
                <a:cs typeface="Courier New"/>
                <a:sym typeface="Courier New"/>
              </a:rPr>
              <a:t>0</a:t>
            </a:r>
            <a:r>
              <a:rPr lang="en" sz="1200">
                <a:solidFill>
                  <a:srgbClr val="000000"/>
                </a:solidFill>
                <a:latin typeface="Arial"/>
                <a:ea typeface="Arial"/>
                <a:cs typeface="Arial"/>
                <a:sym typeface="Arial"/>
              </a:rPr>
              <a:t> and </a:t>
            </a:r>
            <a:r>
              <a:rPr b="1" i="1" lang="en" sz="1200">
                <a:solidFill>
                  <a:srgbClr val="4A86E8"/>
                </a:solidFill>
                <a:latin typeface="Arial"/>
                <a:ea typeface="Arial"/>
                <a:cs typeface="Arial"/>
                <a:sym typeface="Arial"/>
              </a:rPr>
              <a:t>continues </a:t>
            </a:r>
            <a:r>
              <a:rPr lang="en" sz="1200">
                <a:solidFill>
                  <a:srgbClr val="000000"/>
                </a:solidFill>
                <a:latin typeface="Arial"/>
                <a:ea typeface="Arial"/>
                <a:cs typeface="Arial"/>
                <a:sym typeface="Arial"/>
              </a:rPr>
              <a:t>from there.  </a:t>
            </a:r>
            <a:endParaRPr sz="1200">
              <a:solidFill>
                <a:srgbClr val="000000"/>
              </a:solidFill>
              <a:latin typeface="Arial"/>
              <a:ea typeface="Arial"/>
              <a:cs typeface="Arial"/>
              <a:sym typeface="Arial"/>
            </a:endParaRPr>
          </a:p>
        </p:txBody>
      </p:sp>
      <p:sp>
        <p:nvSpPr>
          <p:cNvPr id="779" name="Google Shape;779;p82"/>
          <p:cNvSpPr txBox="1"/>
          <p:nvPr>
            <p:ph idx="4294967295" type="body"/>
          </p:nvPr>
        </p:nvSpPr>
        <p:spPr>
          <a:xfrm>
            <a:off x="6236725" y="4335503"/>
            <a:ext cx="2623800" cy="5028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The </a:t>
            </a:r>
            <a:r>
              <a:rPr b="1" i="1" lang="en" sz="1200">
                <a:solidFill>
                  <a:srgbClr val="FF0000"/>
                </a:solidFill>
                <a:latin typeface="Arial"/>
                <a:ea typeface="Arial"/>
                <a:cs typeface="Arial"/>
                <a:sym typeface="Arial"/>
              </a:rPr>
              <a:t>front</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is set to </a:t>
            </a:r>
            <a:r>
              <a:rPr lang="en" sz="1200">
                <a:solidFill>
                  <a:srgbClr val="FF0000"/>
                </a:solidFill>
                <a:latin typeface="Courier New"/>
                <a:ea typeface="Courier New"/>
                <a:cs typeface="Courier New"/>
                <a:sym typeface="Courier New"/>
              </a:rPr>
              <a:t>0</a:t>
            </a:r>
            <a:r>
              <a:rPr lang="en" sz="1200">
                <a:solidFill>
                  <a:srgbClr val="000000"/>
                </a:solidFill>
                <a:latin typeface="Arial"/>
                <a:ea typeface="Arial"/>
                <a:cs typeface="Arial"/>
                <a:sym typeface="Arial"/>
              </a:rPr>
              <a:t> and </a:t>
            </a:r>
            <a:r>
              <a:rPr b="1" i="1" lang="en" sz="1200">
                <a:solidFill>
                  <a:srgbClr val="FF0000"/>
                </a:solidFill>
                <a:latin typeface="Arial"/>
                <a:ea typeface="Arial"/>
                <a:cs typeface="Arial"/>
                <a:sym typeface="Arial"/>
              </a:rPr>
              <a:t>back</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is set to </a:t>
            </a:r>
            <a:r>
              <a:rPr lang="en" sz="1200">
                <a:solidFill>
                  <a:srgbClr val="FF0000"/>
                </a:solidFill>
                <a:latin typeface="Courier New"/>
                <a:ea typeface="Courier New"/>
                <a:cs typeface="Courier New"/>
                <a:sym typeface="Courier New"/>
              </a:rPr>
              <a:t>size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in the new array.</a:t>
            </a:r>
            <a:endParaRPr sz="1200">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1"/>
                                        </p:tgtEl>
                                        <p:attrNameLst>
                                          <p:attrName>style.visibility</p:attrName>
                                        </p:attrNameLst>
                                      </p:cBhvr>
                                      <p:to>
                                        <p:strVal val="visible"/>
                                      </p:to>
                                    </p:set>
                                    <p:animEffect filter="fade" transition="in">
                                      <p:cBhvr>
                                        <p:cTn dur="1000"/>
                                        <p:tgtEl>
                                          <p:spTgt spid="751"/>
                                        </p:tgtEl>
                                      </p:cBhvr>
                                    </p:animEffect>
                                  </p:childTnLst>
                                </p:cTn>
                              </p:par>
                              <p:par>
                                <p:cTn fill="hold" nodeType="withEffect" presetClass="entr" presetID="10" presetSubtype="0">
                                  <p:stCondLst>
                                    <p:cond delay="0"/>
                                  </p:stCondLst>
                                  <p:childTnLst>
                                    <p:set>
                                      <p:cBhvr>
                                        <p:cTn dur="1" fill="hold">
                                          <p:stCondLst>
                                            <p:cond delay="0"/>
                                          </p:stCondLst>
                                        </p:cTn>
                                        <p:tgtEl>
                                          <p:spTgt spid="752"/>
                                        </p:tgtEl>
                                        <p:attrNameLst>
                                          <p:attrName>style.visibility</p:attrName>
                                        </p:attrNameLst>
                                      </p:cBhvr>
                                      <p:to>
                                        <p:strVal val="visible"/>
                                      </p:to>
                                    </p:set>
                                    <p:animEffect filter="fade" transition="in">
                                      <p:cBhvr>
                                        <p:cTn dur="1000"/>
                                        <p:tgtEl>
                                          <p:spTgt spid="752"/>
                                        </p:tgtEl>
                                      </p:cBhvr>
                                    </p:animEffect>
                                  </p:childTnLst>
                                </p:cTn>
                              </p:par>
                              <p:par>
                                <p:cTn fill="hold" nodeType="withEffect" presetClass="entr" presetID="10" presetSubtype="0">
                                  <p:stCondLst>
                                    <p:cond delay="0"/>
                                  </p:stCondLst>
                                  <p:childTnLst>
                                    <p:set>
                                      <p:cBhvr>
                                        <p:cTn dur="1" fill="hold">
                                          <p:stCondLst>
                                            <p:cond delay="0"/>
                                          </p:stCondLst>
                                        </p:cTn>
                                        <p:tgtEl>
                                          <p:spTgt spid="753"/>
                                        </p:tgtEl>
                                        <p:attrNameLst>
                                          <p:attrName>style.visibility</p:attrName>
                                        </p:attrNameLst>
                                      </p:cBhvr>
                                      <p:to>
                                        <p:strVal val="visible"/>
                                      </p:to>
                                    </p:set>
                                    <p:animEffect filter="fade" transition="in">
                                      <p:cBhvr>
                                        <p:cTn dur="1000"/>
                                        <p:tgtEl>
                                          <p:spTgt spid="7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6"/>
                                        </p:tgtEl>
                                        <p:attrNameLst>
                                          <p:attrName>style.visibility</p:attrName>
                                        </p:attrNameLst>
                                      </p:cBhvr>
                                      <p:to>
                                        <p:strVal val="visible"/>
                                      </p:to>
                                    </p:set>
                                    <p:animEffect filter="fade" transition="in">
                                      <p:cBhvr>
                                        <p:cTn dur="1000"/>
                                        <p:tgtEl>
                                          <p:spTgt spid="75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57"/>
                                        </p:tgtEl>
                                        <p:attrNameLst>
                                          <p:attrName>style.visibility</p:attrName>
                                        </p:attrNameLst>
                                      </p:cBhvr>
                                      <p:to>
                                        <p:strVal val="visible"/>
                                      </p:to>
                                    </p:set>
                                    <p:animEffect filter="fade" transition="in">
                                      <p:cBhvr>
                                        <p:cTn dur="1000"/>
                                        <p:tgtEl>
                                          <p:spTgt spid="75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1"/>
                                        </p:tgtEl>
                                        <p:attrNameLst>
                                          <p:attrName>style.visibility</p:attrName>
                                        </p:attrNameLst>
                                      </p:cBhvr>
                                      <p:to>
                                        <p:strVal val="visible"/>
                                      </p:to>
                                    </p:set>
                                    <p:animEffect filter="fade" transition="in">
                                      <p:cBhvr>
                                        <p:cTn dur="1000"/>
                                        <p:tgtEl>
                                          <p:spTgt spid="771"/>
                                        </p:tgtEl>
                                      </p:cBhvr>
                                    </p:animEffect>
                                  </p:childTnLst>
                                </p:cTn>
                              </p:par>
                              <p:par>
                                <p:cTn fill="hold" nodeType="withEffect" presetClass="entr" presetID="10" presetSubtype="0">
                                  <p:stCondLst>
                                    <p:cond delay="0"/>
                                  </p:stCondLst>
                                  <p:childTnLst>
                                    <p:set>
                                      <p:cBhvr>
                                        <p:cTn dur="1" fill="hold">
                                          <p:stCondLst>
                                            <p:cond delay="0"/>
                                          </p:stCondLst>
                                        </p:cTn>
                                        <p:tgtEl>
                                          <p:spTgt spid="758"/>
                                        </p:tgtEl>
                                        <p:attrNameLst>
                                          <p:attrName>style.visibility</p:attrName>
                                        </p:attrNameLst>
                                      </p:cBhvr>
                                      <p:to>
                                        <p:strVal val="visible"/>
                                      </p:to>
                                    </p:set>
                                    <p:animEffect filter="fade" transition="in">
                                      <p:cBhvr>
                                        <p:cTn dur="1000"/>
                                        <p:tgtEl>
                                          <p:spTgt spid="75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59"/>
                                        </p:tgtEl>
                                        <p:attrNameLst>
                                          <p:attrName>style.visibility</p:attrName>
                                        </p:attrNameLst>
                                      </p:cBhvr>
                                      <p:to>
                                        <p:strVal val="visible"/>
                                      </p:to>
                                    </p:set>
                                    <p:animEffect filter="fade" transition="in">
                                      <p:cBhvr>
                                        <p:cTn dur="1000"/>
                                        <p:tgtEl>
                                          <p:spTgt spid="75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2"/>
                                        </p:tgtEl>
                                        <p:attrNameLst>
                                          <p:attrName>style.visibility</p:attrName>
                                        </p:attrNameLst>
                                      </p:cBhvr>
                                      <p:to>
                                        <p:strVal val="visible"/>
                                      </p:to>
                                    </p:set>
                                    <p:animEffect filter="fade" transition="in">
                                      <p:cBhvr>
                                        <p:cTn dur="1000"/>
                                        <p:tgtEl>
                                          <p:spTgt spid="77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66"/>
                                        </p:tgtEl>
                                        <p:attrNameLst>
                                          <p:attrName>style.visibility</p:attrName>
                                        </p:attrNameLst>
                                      </p:cBhvr>
                                      <p:to>
                                        <p:strVal val="visible"/>
                                      </p:to>
                                    </p:set>
                                    <p:animEffect filter="fade" transition="in">
                                      <p:cBhvr>
                                        <p:cTn dur="1000"/>
                                        <p:tgtEl>
                                          <p:spTgt spid="766"/>
                                        </p:tgtEl>
                                      </p:cBhvr>
                                    </p:animEffect>
                                  </p:childTnLst>
                                </p:cTn>
                              </p:par>
                              <p:par>
                                <p:cTn fill="hold" nodeType="withEffect" presetClass="entr" presetID="10" presetSubtype="0">
                                  <p:stCondLst>
                                    <p:cond delay="0"/>
                                  </p:stCondLst>
                                  <p:childTnLst>
                                    <p:set>
                                      <p:cBhvr>
                                        <p:cTn dur="1" fill="hold">
                                          <p:stCondLst>
                                            <p:cond delay="0"/>
                                          </p:stCondLst>
                                        </p:cTn>
                                        <p:tgtEl>
                                          <p:spTgt spid="773"/>
                                        </p:tgtEl>
                                        <p:attrNameLst>
                                          <p:attrName>style.visibility</p:attrName>
                                        </p:attrNameLst>
                                      </p:cBhvr>
                                      <p:to>
                                        <p:strVal val="visible"/>
                                      </p:to>
                                    </p:set>
                                    <p:animEffect filter="fade" transition="in">
                                      <p:cBhvr>
                                        <p:cTn dur="1000"/>
                                        <p:tgtEl>
                                          <p:spTgt spid="77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767"/>
                                        </p:tgtEl>
                                        <p:attrNameLst>
                                          <p:attrName>style.visibility</p:attrName>
                                        </p:attrNameLst>
                                      </p:cBhvr>
                                      <p:to>
                                        <p:strVal val="visible"/>
                                      </p:to>
                                    </p:set>
                                    <p:animEffect filter="fade" transition="in">
                                      <p:cBhvr>
                                        <p:cTn dur="1000"/>
                                        <p:tgtEl>
                                          <p:spTgt spid="767"/>
                                        </p:tgtEl>
                                      </p:cBhvr>
                                    </p:animEffect>
                                  </p:childTnLst>
                                </p:cTn>
                              </p:par>
                              <p:par>
                                <p:cTn fill="hold" nodeType="withEffect" presetClass="entr" presetID="10" presetSubtype="0">
                                  <p:stCondLst>
                                    <p:cond delay="0"/>
                                  </p:stCondLst>
                                  <p:childTnLst>
                                    <p:set>
                                      <p:cBhvr>
                                        <p:cTn dur="1" fill="hold">
                                          <p:stCondLst>
                                            <p:cond delay="0"/>
                                          </p:stCondLst>
                                        </p:cTn>
                                        <p:tgtEl>
                                          <p:spTgt spid="774"/>
                                        </p:tgtEl>
                                        <p:attrNameLst>
                                          <p:attrName>style.visibility</p:attrName>
                                        </p:attrNameLst>
                                      </p:cBhvr>
                                      <p:to>
                                        <p:strVal val="visible"/>
                                      </p:to>
                                    </p:set>
                                    <p:animEffect filter="fade" transition="in">
                                      <p:cBhvr>
                                        <p:cTn dur="1000"/>
                                        <p:tgtEl>
                                          <p:spTgt spid="774"/>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768"/>
                                        </p:tgtEl>
                                        <p:attrNameLst>
                                          <p:attrName>style.visibility</p:attrName>
                                        </p:attrNameLst>
                                      </p:cBhvr>
                                      <p:to>
                                        <p:strVal val="visible"/>
                                      </p:to>
                                    </p:set>
                                    <p:animEffect filter="fade" transition="in">
                                      <p:cBhvr>
                                        <p:cTn dur="1000"/>
                                        <p:tgtEl>
                                          <p:spTgt spid="768"/>
                                        </p:tgtEl>
                                      </p:cBhvr>
                                    </p:animEffect>
                                  </p:childTnLst>
                                </p:cTn>
                              </p:par>
                              <p:par>
                                <p:cTn fill="hold" nodeType="withEffect" presetClass="entr" presetID="10" presetSubtype="0">
                                  <p:stCondLst>
                                    <p:cond delay="0"/>
                                  </p:stCondLst>
                                  <p:childTnLst>
                                    <p:set>
                                      <p:cBhvr>
                                        <p:cTn dur="1" fill="hold">
                                          <p:stCondLst>
                                            <p:cond delay="0"/>
                                          </p:stCondLst>
                                        </p:cTn>
                                        <p:tgtEl>
                                          <p:spTgt spid="775"/>
                                        </p:tgtEl>
                                        <p:attrNameLst>
                                          <p:attrName>style.visibility</p:attrName>
                                        </p:attrNameLst>
                                      </p:cBhvr>
                                      <p:to>
                                        <p:strVal val="visible"/>
                                      </p:to>
                                    </p:set>
                                    <p:animEffect filter="fade" transition="in">
                                      <p:cBhvr>
                                        <p:cTn dur="1000"/>
                                        <p:tgtEl>
                                          <p:spTgt spid="77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8"/>
                                        </p:tgtEl>
                                        <p:attrNameLst>
                                          <p:attrName>style.visibility</p:attrName>
                                        </p:attrNameLst>
                                      </p:cBhvr>
                                      <p:to>
                                        <p:strVal val="visible"/>
                                      </p:to>
                                    </p:set>
                                    <p:animEffect filter="fade" transition="in">
                                      <p:cBhvr>
                                        <p:cTn dur="1000"/>
                                        <p:tgtEl>
                                          <p:spTgt spid="77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69"/>
                                        </p:tgtEl>
                                        <p:attrNameLst>
                                          <p:attrName>style.visibility</p:attrName>
                                        </p:attrNameLst>
                                      </p:cBhvr>
                                      <p:to>
                                        <p:strVal val="visible"/>
                                      </p:to>
                                    </p:set>
                                    <p:animEffect filter="fade" transition="in">
                                      <p:cBhvr>
                                        <p:cTn dur="1000"/>
                                        <p:tgtEl>
                                          <p:spTgt spid="769"/>
                                        </p:tgtEl>
                                      </p:cBhvr>
                                    </p:animEffect>
                                  </p:childTnLst>
                                </p:cTn>
                              </p:par>
                              <p:par>
                                <p:cTn fill="hold" nodeType="withEffect" presetClass="entr" presetID="10" presetSubtype="0">
                                  <p:stCondLst>
                                    <p:cond delay="0"/>
                                  </p:stCondLst>
                                  <p:childTnLst>
                                    <p:set>
                                      <p:cBhvr>
                                        <p:cTn dur="1" fill="hold">
                                          <p:stCondLst>
                                            <p:cond delay="0"/>
                                          </p:stCondLst>
                                        </p:cTn>
                                        <p:tgtEl>
                                          <p:spTgt spid="776"/>
                                        </p:tgtEl>
                                        <p:attrNameLst>
                                          <p:attrName>style.visibility</p:attrName>
                                        </p:attrNameLst>
                                      </p:cBhvr>
                                      <p:to>
                                        <p:strVal val="visible"/>
                                      </p:to>
                                    </p:set>
                                    <p:animEffect filter="fade" transition="in">
                                      <p:cBhvr>
                                        <p:cTn dur="1000"/>
                                        <p:tgtEl>
                                          <p:spTgt spid="77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770"/>
                                        </p:tgtEl>
                                        <p:attrNameLst>
                                          <p:attrName>style.visibility</p:attrName>
                                        </p:attrNameLst>
                                      </p:cBhvr>
                                      <p:to>
                                        <p:strVal val="visible"/>
                                      </p:to>
                                    </p:set>
                                    <p:animEffect filter="fade" transition="in">
                                      <p:cBhvr>
                                        <p:cTn dur="1000"/>
                                        <p:tgtEl>
                                          <p:spTgt spid="770"/>
                                        </p:tgtEl>
                                      </p:cBhvr>
                                    </p:animEffect>
                                  </p:childTnLst>
                                </p:cTn>
                              </p:par>
                              <p:par>
                                <p:cTn fill="hold" nodeType="withEffect" presetClass="entr" presetID="10" presetSubtype="0">
                                  <p:stCondLst>
                                    <p:cond delay="0"/>
                                  </p:stCondLst>
                                  <p:childTnLst>
                                    <p:set>
                                      <p:cBhvr>
                                        <p:cTn dur="1" fill="hold">
                                          <p:stCondLst>
                                            <p:cond delay="0"/>
                                          </p:stCondLst>
                                        </p:cTn>
                                        <p:tgtEl>
                                          <p:spTgt spid="777"/>
                                        </p:tgtEl>
                                        <p:attrNameLst>
                                          <p:attrName>style.visibility</p:attrName>
                                        </p:attrNameLst>
                                      </p:cBhvr>
                                      <p:to>
                                        <p:strVal val="visible"/>
                                      </p:to>
                                    </p:set>
                                    <p:animEffect filter="fade" transition="in">
                                      <p:cBhvr>
                                        <p:cTn dur="1000"/>
                                        <p:tgtEl>
                                          <p:spTgt spid="77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79"/>
                                        </p:tgtEl>
                                        <p:attrNameLst>
                                          <p:attrName>style.visibility</p:attrName>
                                        </p:attrNameLst>
                                      </p:cBhvr>
                                      <p:to>
                                        <p:strVal val="visible"/>
                                      </p:to>
                                    </p:set>
                                    <p:animEffect filter="fade" transition="in">
                                      <p:cBhvr>
                                        <p:cTn dur="1000"/>
                                        <p:tgtEl>
                                          <p:spTgt spid="77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763"/>
                                        </p:tgtEl>
                                        <p:attrNameLst>
                                          <p:attrName>style.visibility</p:attrName>
                                        </p:attrNameLst>
                                      </p:cBhvr>
                                      <p:to>
                                        <p:strVal val="visible"/>
                                      </p:to>
                                    </p:set>
                                    <p:animEffect filter="fade" transition="in">
                                      <p:cBhvr>
                                        <p:cTn dur="1000"/>
                                        <p:tgtEl>
                                          <p:spTgt spid="763"/>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760"/>
                                        </p:tgtEl>
                                        <p:attrNameLst>
                                          <p:attrName>style.visibility</p:attrName>
                                        </p:attrNameLst>
                                      </p:cBhvr>
                                      <p:to>
                                        <p:strVal val="visible"/>
                                      </p:to>
                                    </p:set>
                                    <p:animEffect filter="fade" transition="in">
                                      <p:cBhvr>
                                        <p:cTn dur="1000"/>
                                        <p:tgtEl>
                                          <p:spTgt spid="76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3" name="Shape 783"/>
        <p:cNvGrpSpPr/>
        <p:nvPr/>
      </p:nvGrpSpPr>
      <p:grpSpPr>
        <a:xfrm>
          <a:off x="0" y="0"/>
          <a:ext cx="0" cy="0"/>
          <a:chOff x="0" y="0"/>
          <a:chExt cx="0" cy="0"/>
        </a:xfrm>
      </p:grpSpPr>
      <p:sp>
        <p:nvSpPr>
          <p:cNvPr id="784" name="Google Shape;784;p83"/>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A Node-based Queue never "fills up" because we can always add another node to the back. But arrays are fixed-size, and so we may eventually run out of space. The solution is to make a new, larger array and copy the elements into it. </a:t>
            </a:r>
            <a:endParaRPr/>
          </a:p>
        </p:txBody>
      </p:sp>
      <p:sp>
        <p:nvSpPr>
          <p:cNvPr id="785" name="Google Shape;785;p8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786" name="Google Shape;786;p83"/>
          <p:cNvSpPr txBox="1"/>
          <p:nvPr>
            <p:ph idx="2" type="body"/>
          </p:nvPr>
        </p:nvSpPr>
        <p:spPr>
          <a:xfrm>
            <a:off x="4095325" y="1784100"/>
            <a:ext cx="4740900" cy="32832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Open your </a:t>
            </a:r>
            <a:r>
              <a:rPr lang="en" sz="1500">
                <a:latin typeface="Courier New"/>
                <a:ea typeface="Courier New"/>
                <a:cs typeface="Courier New"/>
                <a:sym typeface="Courier New"/>
              </a:rPr>
              <a:t>ArrayQueue</a:t>
            </a:r>
            <a:r>
              <a:rPr lang="en" sz="1500"/>
              <a:t> class and navigate to the </a:t>
            </a:r>
            <a:r>
              <a:rPr lang="en" sz="1500">
                <a:solidFill>
                  <a:srgbClr val="FF0000"/>
                </a:solidFill>
                <a:latin typeface="Courier New"/>
                <a:ea typeface="Courier New"/>
                <a:cs typeface="Courier New"/>
                <a:sym typeface="Courier New"/>
              </a:rPr>
              <a:t>enqueue</a:t>
            </a:r>
            <a:r>
              <a:rPr lang="en" sz="1500">
                <a:solidFill>
                  <a:srgbClr val="FF0000"/>
                </a:solidFill>
              </a:rPr>
              <a:t> </a:t>
            </a:r>
            <a:r>
              <a:rPr b="1" i="1" lang="en" sz="1500">
                <a:solidFill>
                  <a:srgbClr val="FF0000"/>
                </a:solidFill>
              </a:rPr>
              <a:t>method</a:t>
            </a:r>
            <a:r>
              <a:rPr lang="en" sz="1500"/>
              <a:t> and modify it to resize the array </a:t>
            </a:r>
            <a:r>
              <a:rPr b="1" i="1" lang="en" sz="1500">
                <a:solidFill>
                  <a:srgbClr val="FF0000"/>
                </a:solidFill>
              </a:rPr>
              <a:t>if the array is full</a:t>
            </a:r>
            <a:r>
              <a:rPr lang="en" sz="1500"/>
              <a:t>.</a:t>
            </a:r>
            <a:endParaRPr sz="1500"/>
          </a:p>
          <a:p>
            <a:pPr indent="-311150" lvl="1" marL="914400" rtl="0" algn="l">
              <a:spcBef>
                <a:spcPts val="0"/>
              </a:spcBef>
              <a:spcAft>
                <a:spcPts val="0"/>
              </a:spcAft>
              <a:buSzPts val="1300"/>
              <a:buChar char="○"/>
            </a:pPr>
            <a:r>
              <a:rPr lang="en" sz="1300"/>
              <a:t>Make a new array that is double the size.</a:t>
            </a:r>
            <a:endParaRPr sz="1300"/>
          </a:p>
          <a:p>
            <a:pPr indent="-311150" lvl="1" marL="914400" rtl="0" algn="l">
              <a:spcBef>
                <a:spcPts val="0"/>
              </a:spcBef>
              <a:spcAft>
                <a:spcPts val="0"/>
              </a:spcAft>
              <a:buSzPts val="1300"/>
              <a:buChar char="○"/>
            </a:pPr>
            <a:r>
              <a:rPr lang="en" sz="1300"/>
              <a:t>Use a loop to copy beginning </a:t>
            </a:r>
            <a:r>
              <a:rPr b="1" i="1" lang="en" sz="1300">
                <a:solidFill>
                  <a:srgbClr val="FF0000"/>
                </a:solidFill>
              </a:rPr>
              <a:t>from the</a:t>
            </a:r>
            <a:r>
              <a:rPr lang="en" sz="1300">
                <a:solidFill>
                  <a:srgbClr val="FF0000"/>
                </a:solidFill>
              </a:rPr>
              <a:t> </a:t>
            </a:r>
            <a:r>
              <a:rPr lang="en" sz="1300">
                <a:solidFill>
                  <a:srgbClr val="FF0000"/>
                </a:solidFill>
                <a:latin typeface="Courier New"/>
                <a:ea typeface="Courier New"/>
                <a:cs typeface="Courier New"/>
                <a:sym typeface="Courier New"/>
              </a:rPr>
              <a:t>front</a:t>
            </a:r>
            <a:r>
              <a:rPr lang="en" sz="1300">
                <a:solidFill>
                  <a:srgbClr val="FF0000"/>
                </a:solidFill>
              </a:rPr>
              <a:t> </a:t>
            </a:r>
            <a:r>
              <a:rPr b="1" i="1" lang="en" sz="1300">
                <a:solidFill>
                  <a:srgbClr val="FF0000"/>
                </a:solidFill>
              </a:rPr>
              <a:t>index</a:t>
            </a:r>
            <a:r>
              <a:rPr lang="en" sz="1300"/>
              <a:t> in the old array and </a:t>
            </a:r>
            <a:r>
              <a:rPr b="1" i="1" lang="en" sz="1300">
                <a:solidFill>
                  <a:srgbClr val="FF0000"/>
                </a:solidFill>
              </a:rPr>
              <a:t>into index </a:t>
            </a:r>
            <a:r>
              <a:rPr lang="en" sz="1300">
                <a:solidFill>
                  <a:srgbClr val="FF0000"/>
                </a:solidFill>
                <a:latin typeface="Courier New"/>
                <a:ea typeface="Courier New"/>
                <a:cs typeface="Courier New"/>
                <a:sym typeface="Courier New"/>
              </a:rPr>
              <a:t>0</a:t>
            </a:r>
            <a:r>
              <a:rPr lang="en" sz="1300"/>
              <a:t> in the new array.</a:t>
            </a:r>
            <a:endParaRPr sz="1300"/>
          </a:p>
          <a:p>
            <a:pPr indent="-311150" lvl="2" marL="1371600" rtl="0" algn="l">
              <a:spcBef>
                <a:spcPts val="0"/>
              </a:spcBef>
              <a:spcAft>
                <a:spcPts val="0"/>
              </a:spcAft>
              <a:buSzPts val="1300"/>
              <a:buChar char="■"/>
            </a:pPr>
            <a:r>
              <a:rPr b="1" i="1" lang="en" sz="1300">
                <a:solidFill>
                  <a:srgbClr val="FF0000"/>
                </a:solidFill>
              </a:rPr>
              <a:t>Hint</a:t>
            </a:r>
            <a:r>
              <a:rPr lang="en" sz="1300"/>
              <a:t>: The </a:t>
            </a:r>
            <a:r>
              <a:rPr lang="en" sz="1300">
                <a:solidFill>
                  <a:srgbClr val="FF0000"/>
                </a:solidFill>
                <a:latin typeface="Courier New"/>
                <a:ea typeface="Courier New"/>
                <a:cs typeface="Courier New"/>
                <a:sym typeface="Courier New"/>
              </a:rPr>
              <a:t>destination</a:t>
            </a:r>
            <a:r>
              <a:rPr lang="en" sz="1300">
                <a:solidFill>
                  <a:srgbClr val="FF0000"/>
                </a:solidFill>
              </a:rPr>
              <a:t> </a:t>
            </a:r>
            <a:r>
              <a:rPr lang="en" sz="1300"/>
              <a:t>index starts at </a:t>
            </a:r>
            <a:r>
              <a:rPr lang="en" sz="1300">
                <a:solidFill>
                  <a:srgbClr val="FF0000"/>
                </a:solidFill>
                <a:latin typeface="Courier New"/>
                <a:ea typeface="Courier New"/>
                <a:cs typeface="Courier New"/>
                <a:sym typeface="Courier New"/>
              </a:rPr>
              <a:t>0</a:t>
            </a:r>
            <a:r>
              <a:rPr lang="en" sz="1300"/>
              <a:t> and ends at </a:t>
            </a:r>
            <a:r>
              <a:rPr lang="en" sz="1300">
                <a:solidFill>
                  <a:srgbClr val="FF0000"/>
                </a:solidFill>
                <a:latin typeface="Courier New"/>
                <a:ea typeface="Courier New"/>
                <a:cs typeface="Courier New"/>
                <a:sym typeface="Courier New"/>
              </a:rPr>
              <a:t>size-1</a:t>
            </a:r>
            <a:endParaRPr sz="1300">
              <a:solidFill>
                <a:srgbClr val="FF0000"/>
              </a:solidFill>
              <a:latin typeface="Courier New"/>
              <a:ea typeface="Courier New"/>
              <a:cs typeface="Courier New"/>
              <a:sym typeface="Courier New"/>
            </a:endParaRPr>
          </a:p>
          <a:p>
            <a:pPr indent="-311150" lvl="2" marL="1371600" rtl="0" algn="l">
              <a:spcBef>
                <a:spcPts val="0"/>
              </a:spcBef>
              <a:spcAft>
                <a:spcPts val="0"/>
              </a:spcAft>
              <a:buSzPts val="1300"/>
              <a:buChar char="■"/>
            </a:pPr>
            <a:r>
              <a:rPr b="1" i="1" lang="en" sz="1300">
                <a:solidFill>
                  <a:srgbClr val="FF0000"/>
                </a:solidFill>
              </a:rPr>
              <a:t>Hint</a:t>
            </a:r>
            <a:r>
              <a:rPr lang="en" sz="1300"/>
              <a:t>: The </a:t>
            </a:r>
            <a:r>
              <a:rPr lang="en" sz="1300">
                <a:solidFill>
                  <a:srgbClr val="FF0000"/>
                </a:solidFill>
                <a:latin typeface="Courier New"/>
                <a:ea typeface="Courier New"/>
                <a:cs typeface="Courier New"/>
                <a:sym typeface="Courier New"/>
              </a:rPr>
              <a:t>source</a:t>
            </a:r>
            <a:r>
              <a:rPr lang="en" sz="1300">
                <a:solidFill>
                  <a:srgbClr val="FF0000"/>
                </a:solidFill>
              </a:rPr>
              <a:t> </a:t>
            </a:r>
            <a:r>
              <a:rPr lang="en" sz="1300"/>
              <a:t>index is </a:t>
            </a:r>
            <a:r>
              <a:rPr lang="en" sz="1300">
                <a:solidFill>
                  <a:srgbClr val="FF0000"/>
                </a:solidFill>
                <a:latin typeface="Courier New"/>
                <a:ea typeface="Courier New"/>
                <a:cs typeface="Courier New"/>
                <a:sym typeface="Courier New"/>
              </a:rPr>
              <a:t>(front + destination) % size</a:t>
            </a:r>
            <a:r>
              <a:rPr lang="en" sz="1300">
                <a:solidFill>
                  <a:schemeClr val="lt2"/>
                </a:solidFill>
              </a:rPr>
              <a:t>.</a:t>
            </a:r>
            <a:endParaRPr sz="1300">
              <a:solidFill>
                <a:schemeClr val="lt2"/>
              </a:solidFill>
            </a:endParaRPr>
          </a:p>
          <a:p>
            <a:pPr indent="-311150" lvl="1" marL="914400" rtl="0" algn="l">
              <a:spcBef>
                <a:spcPts val="0"/>
              </a:spcBef>
              <a:spcAft>
                <a:spcPts val="0"/>
              </a:spcAft>
              <a:buClr>
                <a:schemeClr val="lt2"/>
              </a:buClr>
              <a:buSzPts val="1300"/>
              <a:buChar char="○"/>
            </a:pPr>
            <a:r>
              <a:rPr lang="en" sz="1300">
                <a:solidFill>
                  <a:schemeClr val="lt2"/>
                </a:solidFill>
              </a:rPr>
              <a:t>Don't forget to set </a:t>
            </a:r>
            <a:r>
              <a:rPr lang="en" sz="1300">
                <a:solidFill>
                  <a:srgbClr val="FF0000"/>
                </a:solidFill>
                <a:latin typeface="Courier New"/>
                <a:ea typeface="Courier New"/>
                <a:cs typeface="Courier New"/>
                <a:sym typeface="Courier New"/>
              </a:rPr>
              <a:t>front</a:t>
            </a:r>
            <a:r>
              <a:rPr lang="en" sz="1300">
                <a:solidFill>
                  <a:srgbClr val="FF0000"/>
                </a:solidFill>
              </a:rPr>
              <a:t> </a:t>
            </a:r>
            <a:r>
              <a:rPr lang="en" sz="1300">
                <a:solidFill>
                  <a:schemeClr val="lt2"/>
                </a:solidFill>
              </a:rPr>
              <a:t>to </a:t>
            </a:r>
            <a:r>
              <a:rPr lang="en" sz="1300">
                <a:solidFill>
                  <a:srgbClr val="FF0000"/>
                </a:solidFill>
                <a:latin typeface="Courier New"/>
                <a:ea typeface="Courier New"/>
                <a:cs typeface="Courier New"/>
                <a:sym typeface="Courier New"/>
              </a:rPr>
              <a:t>0</a:t>
            </a:r>
            <a:r>
              <a:rPr lang="en" sz="1300">
                <a:solidFill>
                  <a:schemeClr val="lt2"/>
                </a:solidFill>
              </a:rPr>
              <a:t> and </a:t>
            </a:r>
            <a:r>
              <a:rPr lang="en" sz="1300">
                <a:solidFill>
                  <a:srgbClr val="FF0000"/>
                </a:solidFill>
                <a:latin typeface="Courier New"/>
                <a:ea typeface="Courier New"/>
                <a:cs typeface="Courier New"/>
                <a:sym typeface="Courier New"/>
              </a:rPr>
              <a:t>back</a:t>
            </a:r>
            <a:r>
              <a:rPr lang="en" sz="1300">
                <a:solidFill>
                  <a:srgbClr val="FF0000"/>
                </a:solidFill>
              </a:rPr>
              <a:t> </a:t>
            </a:r>
            <a:r>
              <a:rPr lang="en" sz="1300">
                <a:solidFill>
                  <a:schemeClr val="lt2"/>
                </a:solidFill>
              </a:rPr>
              <a:t>to </a:t>
            </a:r>
            <a:r>
              <a:rPr lang="en" sz="1300">
                <a:solidFill>
                  <a:srgbClr val="FF0000"/>
                </a:solidFill>
                <a:latin typeface="Courier New"/>
                <a:ea typeface="Courier New"/>
                <a:cs typeface="Courier New"/>
                <a:sym typeface="Courier New"/>
              </a:rPr>
              <a:t>size</a:t>
            </a:r>
            <a:r>
              <a:rPr lang="en" sz="1300">
                <a:solidFill>
                  <a:schemeClr val="lt2"/>
                </a:solidFill>
              </a:rPr>
              <a:t>!</a:t>
            </a:r>
            <a:endParaRPr sz="1300">
              <a:solidFill>
                <a:schemeClr val="lt2"/>
              </a:solidFill>
            </a:endParaRPr>
          </a:p>
          <a:p>
            <a:pPr indent="-323850" lvl="0" marL="457200" rtl="0" algn="l">
              <a:spcBef>
                <a:spcPts val="0"/>
              </a:spcBef>
              <a:spcAft>
                <a:spcPts val="0"/>
              </a:spcAft>
              <a:buSzPts val="1500"/>
              <a:buChar char="●"/>
            </a:pPr>
            <a:r>
              <a:rPr b="1" i="1" lang="en" sz="1500">
                <a:solidFill>
                  <a:srgbClr val="FF0000"/>
                </a:solidFill>
              </a:rPr>
              <a:t>Compile</a:t>
            </a:r>
            <a:r>
              <a:rPr lang="en" sz="1500"/>
              <a:t> your class.</a:t>
            </a:r>
            <a:endParaRPr sz="1500"/>
          </a:p>
        </p:txBody>
      </p:sp>
      <p:sp>
        <p:nvSpPr>
          <p:cNvPr id="787" name="Google Shape;787;p83"/>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Resizing</a:t>
            </a:r>
            <a:endParaRPr/>
          </a:p>
        </p:txBody>
      </p:sp>
      <p:sp>
        <p:nvSpPr>
          <p:cNvPr id="788" name="Google Shape;788;p83"/>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5.11</a:t>
            </a:r>
            <a:endParaRPr/>
          </a:p>
        </p:txBody>
      </p:sp>
      <p:pic>
        <p:nvPicPr>
          <p:cNvPr id="789" name="Google Shape;789;p83"/>
          <p:cNvPicPr preferRelativeResize="0"/>
          <p:nvPr/>
        </p:nvPicPr>
        <p:blipFill>
          <a:blip r:embed="rId3">
            <a:alphaModFix/>
          </a:blip>
          <a:stretch>
            <a:fillRect/>
          </a:stretch>
        </p:blipFill>
        <p:spPr>
          <a:xfrm>
            <a:off x="152400" y="2001325"/>
            <a:ext cx="3942924" cy="2481807"/>
          </a:xfrm>
          <a:prstGeom prst="rect">
            <a:avLst/>
          </a:prstGeom>
          <a:noFill/>
          <a:ln>
            <a:noFill/>
          </a:ln>
        </p:spPr>
      </p:pic>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93" name="Shape 793"/>
        <p:cNvGrpSpPr/>
        <p:nvPr/>
      </p:nvGrpSpPr>
      <p:grpSpPr>
        <a:xfrm>
          <a:off x="0" y="0"/>
          <a:ext cx="0" cy="0"/>
          <a:chOff x="0" y="0"/>
          <a:chExt cx="0" cy="0"/>
        </a:xfrm>
      </p:grpSpPr>
      <p:sp>
        <p:nvSpPr>
          <p:cNvPr id="794" name="Google Shape;794;p84"/>
          <p:cNvSpPr txBox="1"/>
          <p:nvPr>
            <p:ph idx="12" type="sldNum"/>
          </p:nvPr>
        </p:nvSpPr>
        <p:spPr>
          <a:xfrm>
            <a:off x="90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795" name="Google Shape;795;p84"/>
          <p:cNvSpPr txBox="1"/>
          <p:nvPr>
            <p:ph type="title"/>
          </p:nvPr>
        </p:nvSpPr>
        <p:spPr>
          <a:xfrm>
            <a:off x="5188525" y="1199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Queue Complexity</a:t>
            </a:r>
            <a:endParaRPr/>
          </a:p>
        </p:txBody>
      </p:sp>
      <p:sp>
        <p:nvSpPr>
          <p:cNvPr id="796" name="Google Shape;796;p84"/>
          <p:cNvSpPr txBox="1"/>
          <p:nvPr>
            <p:ph idx="1" type="body"/>
          </p:nvPr>
        </p:nvSpPr>
        <p:spPr>
          <a:xfrm>
            <a:off x="225075" y="-32475"/>
            <a:ext cx="4563900" cy="5110200"/>
          </a:xfrm>
          <a:prstGeom prst="rect">
            <a:avLst/>
          </a:prstGeom>
          <a:noFill/>
          <a:ln>
            <a:noFill/>
          </a:ln>
        </p:spPr>
        <p:txBody>
          <a:bodyPr anchorCtr="0" anchor="t" bIns="91425" lIns="91425" spcFirstLastPara="1" rIns="91425" wrap="square" tIns="91425">
            <a:spAutoFit/>
          </a:bodyPr>
          <a:lstStyle/>
          <a:p>
            <a:pPr indent="-304800" lvl="0" marL="457200" rtl="0" algn="l">
              <a:lnSpc>
                <a:spcPct val="100000"/>
              </a:lnSpc>
              <a:spcBef>
                <a:spcPts val="0"/>
              </a:spcBef>
              <a:spcAft>
                <a:spcPts val="0"/>
              </a:spcAft>
              <a:buSzPts val="1200"/>
              <a:buChar char="●"/>
            </a:pPr>
            <a:r>
              <a:rPr lang="en" sz="1200"/>
              <a:t>So far</a:t>
            </a:r>
            <a:r>
              <a:rPr lang="en" sz="1200"/>
              <a:t>, we have discussed two different implementations of the </a:t>
            </a:r>
            <a:r>
              <a:rPr b="1" i="1" lang="en" sz="1200">
                <a:solidFill>
                  <a:srgbClr val="FF0000"/>
                </a:solidFill>
              </a:rPr>
              <a:t>queue</a:t>
            </a:r>
            <a:r>
              <a:rPr lang="en" sz="1200">
                <a:solidFill>
                  <a:srgbClr val="FF0000"/>
                </a:solidFill>
              </a:rPr>
              <a:t> </a:t>
            </a:r>
            <a:r>
              <a:rPr lang="en" sz="1200"/>
              <a:t>abstract data type: </a:t>
            </a:r>
            <a:r>
              <a:rPr b="1" i="1" lang="en" sz="1200">
                <a:solidFill>
                  <a:srgbClr val="FF0000"/>
                </a:solidFill>
              </a:rPr>
              <a:t>node-based</a:t>
            </a:r>
            <a:r>
              <a:rPr lang="en" sz="1200"/>
              <a:t> and </a:t>
            </a:r>
            <a:r>
              <a:rPr b="1" i="1" lang="en" sz="1200">
                <a:solidFill>
                  <a:srgbClr val="FF0000"/>
                </a:solidFill>
              </a:rPr>
              <a:t>array-based</a:t>
            </a:r>
            <a:r>
              <a:rPr lang="en" sz="1200"/>
              <a:t>.</a:t>
            </a:r>
            <a:endParaRPr b="1" i="1" sz="1200"/>
          </a:p>
          <a:p>
            <a:pPr indent="-298450" lvl="1" marL="914400" rtl="0" algn="l">
              <a:lnSpc>
                <a:spcPct val="100000"/>
              </a:lnSpc>
              <a:spcBef>
                <a:spcPts val="0"/>
              </a:spcBef>
              <a:spcAft>
                <a:spcPts val="0"/>
              </a:spcAft>
              <a:buSzPts val="1100"/>
              <a:buChar char="○"/>
            </a:pPr>
            <a:r>
              <a:rPr lang="en"/>
              <a:t>From the perspective of the user, there is no difference between the </a:t>
            </a:r>
            <a:r>
              <a:rPr b="1" i="1" lang="en">
                <a:solidFill>
                  <a:srgbClr val="FF0000"/>
                </a:solidFill>
              </a:rPr>
              <a:t>behavior </a:t>
            </a:r>
            <a:r>
              <a:rPr lang="en"/>
              <a:t>of the two implementations. </a:t>
            </a:r>
            <a:endParaRPr/>
          </a:p>
          <a:p>
            <a:pPr indent="-298450" lvl="1" marL="914400" rtl="0" algn="l">
              <a:lnSpc>
                <a:spcPct val="100000"/>
              </a:lnSpc>
              <a:spcBef>
                <a:spcPts val="0"/>
              </a:spcBef>
              <a:spcAft>
                <a:spcPts val="0"/>
              </a:spcAft>
              <a:buSzPts val="1100"/>
              <a:buChar char="○"/>
            </a:pPr>
            <a:r>
              <a:rPr lang="en"/>
              <a:t>Choosing which implementation to use requires a deep understanding of the strengths and weaknesses of each under different circumstances.</a:t>
            </a:r>
            <a:endParaRPr/>
          </a:p>
          <a:p>
            <a:pPr indent="-304800" lvl="0" marL="457200" rtl="0" algn="l">
              <a:lnSpc>
                <a:spcPct val="100000"/>
              </a:lnSpc>
              <a:spcBef>
                <a:spcPts val="1000"/>
              </a:spcBef>
              <a:spcAft>
                <a:spcPts val="0"/>
              </a:spcAft>
              <a:buSzPts val="1200"/>
              <a:buChar char="●"/>
            </a:pPr>
            <a:r>
              <a:rPr lang="en" sz="1200"/>
              <a:t>The expected </a:t>
            </a:r>
            <a:r>
              <a:rPr b="1" i="1" lang="en" sz="1200">
                <a:solidFill>
                  <a:srgbClr val="FF0000"/>
                </a:solidFill>
              </a:rPr>
              <a:t>time complexity</a:t>
            </a:r>
            <a:r>
              <a:rPr b="1" i="1" lang="en" sz="1200"/>
              <a:t> </a:t>
            </a:r>
            <a:r>
              <a:rPr lang="en" sz="1200"/>
              <a:t>of all operations on </a:t>
            </a:r>
            <a:r>
              <a:rPr b="1" i="1" lang="en" sz="1200">
                <a:solidFill>
                  <a:srgbClr val="FF0000"/>
                </a:solidFill>
              </a:rPr>
              <a:t>both</a:t>
            </a:r>
            <a:r>
              <a:rPr lang="en" sz="1200">
                <a:solidFill>
                  <a:srgbClr val="FF0000"/>
                </a:solidFill>
              </a:rPr>
              <a:t> </a:t>
            </a:r>
            <a:r>
              <a:rPr lang="en" sz="1200"/>
              <a:t>queue implementations is </a:t>
            </a:r>
            <a:r>
              <a:rPr b="1" i="1" lang="en" sz="1200">
                <a:solidFill>
                  <a:srgbClr val="FF0000"/>
                </a:solidFill>
              </a:rPr>
              <a:t>constant time</a:t>
            </a:r>
            <a:r>
              <a:rPr lang="en" sz="1200"/>
              <a:t> (</a:t>
            </a:r>
            <a:r>
              <a:rPr b="1" i="1" lang="en" sz="1200">
                <a:solidFill>
                  <a:srgbClr val="FF0000"/>
                </a:solidFill>
              </a:rPr>
              <a:t>O(1)</a:t>
            </a:r>
            <a:r>
              <a:rPr lang="en" sz="1200"/>
              <a:t>).</a:t>
            </a:r>
            <a:endParaRPr sz="1200"/>
          </a:p>
          <a:p>
            <a:pPr indent="-298450" lvl="1" marL="914400" rtl="0" algn="l">
              <a:lnSpc>
                <a:spcPct val="100000"/>
              </a:lnSpc>
              <a:spcBef>
                <a:spcPts val="0"/>
              </a:spcBef>
              <a:spcAft>
                <a:spcPts val="0"/>
              </a:spcAft>
              <a:buSzPts val="1100"/>
              <a:buChar char="○"/>
            </a:pPr>
            <a:r>
              <a:rPr lang="en"/>
              <a:t>In fact, this is also the </a:t>
            </a:r>
            <a:r>
              <a:rPr b="1" i="1" lang="en">
                <a:solidFill>
                  <a:srgbClr val="FF0000"/>
                </a:solidFill>
              </a:rPr>
              <a:t>worst case</a:t>
            </a:r>
            <a:r>
              <a:rPr lang="en"/>
              <a:t> time complexity for </a:t>
            </a:r>
            <a:r>
              <a:rPr b="1" i="1" lang="en">
                <a:solidFill>
                  <a:srgbClr val="FF0000"/>
                </a:solidFill>
              </a:rPr>
              <a:t>all</a:t>
            </a:r>
            <a:r>
              <a:rPr b="1" i="1" lang="en"/>
              <a:t> </a:t>
            </a:r>
            <a:r>
              <a:rPr lang="en"/>
              <a:t>operations on a </a:t>
            </a:r>
            <a:r>
              <a:rPr b="1" i="1" lang="en">
                <a:solidFill>
                  <a:srgbClr val="FF0000"/>
                </a:solidFill>
              </a:rPr>
              <a:t>node-based</a:t>
            </a:r>
            <a:r>
              <a:rPr lang="en"/>
              <a:t> queue.</a:t>
            </a:r>
            <a:endParaRPr/>
          </a:p>
          <a:p>
            <a:pPr indent="-304800" lvl="0" marL="457200" rtl="0" algn="l">
              <a:lnSpc>
                <a:spcPct val="100000"/>
              </a:lnSpc>
              <a:spcBef>
                <a:spcPts val="1000"/>
              </a:spcBef>
              <a:spcAft>
                <a:spcPts val="0"/>
              </a:spcAft>
              <a:buSzPts val="1200"/>
              <a:buChar char="●"/>
            </a:pPr>
            <a:r>
              <a:rPr lang="en" sz="1200"/>
              <a:t>The </a:t>
            </a:r>
            <a:r>
              <a:rPr b="1" i="1" lang="en" sz="1200">
                <a:solidFill>
                  <a:srgbClr val="FF0000"/>
                </a:solidFill>
              </a:rPr>
              <a:t>worst case</a:t>
            </a:r>
            <a:r>
              <a:rPr lang="en" sz="1200"/>
              <a:t> time complexity for </a:t>
            </a:r>
            <a:r>
              <a:rPr b="1" i="1" lang="en" sz="1200">
                <a:solidFill>
                  <a:srgbClr val="FF0000"/>
                </a:solidFill>
              </a:rPr>
              <a:t>enqueue</a:t>
            </a:r>
            <a:r>
              <a:rPr lang="en" sz="1200">
                <a:solidFill>
                  <a:srgbClr val="FF0000"/>
                </a:solidFill>
              </a:rPr>
              <a:t> </a:t>
            </a:r>
            <a:r>
              <a:rPr lang="en" sz="1200"/>
              <a:t>on an </a:t>
            </a:r>
            <a:r>
              <a:rPr b="1" i="1" lang="en" sz="1200">
                <a:solidFill>
                  <a:srgbClr val="FF0000"/>
                </a:solidFill>
              </a:rPr>
              <a:t>array-based</a:t>
            </a:r>
            <a:r>
              <a:rPr lang="en" sz="1200"/>
              <a:t> queue occurs when the </a:t>
            </a:r>
            <a:r>
              <a:rPr b="1" i="1" lang="en" sz="1200">
                <a:solidFill>
                  <a:srgbClr val="FF0000"/>
                </a:solidFill>
              </a:rPr>
              <a:t>array is full</a:t>
            </a:r>
            <a:r>
              <a:rPr lang="en" sz="1200"/>
              <a:t>.</a:t>
            </a:r>
            <a:endParaRPr sz="1200"/>
          </a:p>
          <a:p>
            <a:pPr indent="-298450" lvl="1" marL="914400" rtl="0" algn="l">
              <a:lnSpc>
                <a:spcPct val="100000"/>
              </a:lnSpc>
              <a:spcBef>
                <a:spcPts val="0"/>
              </a:spcBef>
              <a:spcAft>
                <a:spcPts val="0"/>
              </a:spcAft>
              <a:buSzPts val="1100"/>
              <a:buChar char="○"/>
            </a:pPr>
            <a:r>
              <a:rPr lang="en"/>
              <a:t>This requires that the elements be </a:t>
            </a:r>
            <a:r>
              <a:rPr b="1" i="1" lang="en">
                <a:solidFill>
                  <a:srgbClr val="FF0000"/>
                </a:solidFill>
              </a:rPr>
              <a:t>copied</a:t>
            </a:r>
            <a:r>
              <a:rPr lang="en">
                <a:solidFill>
                  <a:srgbClr val="FF0000"/>
                </a:solidFill>
              </a:rPr>
              <a:t> </a:t>
            </a:r>
            <a:r>
              <a:rPr lang="en"/>
              <a:t>into a new array; a</a:t>
            </a:r>
            <a:r>
              <a:rPr lang="en">
                <a:solidFill>
                  <a:srgbClr val="FF0000"/>
                </a:solidFill>
              </a:rPr>
              <a:t> </a:t>
            </a:r>
            <a:r>
              <a:rPr b="1" i="1" lang="en">
                <a:solidFill>
                  <a:srgbClr val="FF0000"/>
                </a:solidFill>
              </a:rPr>
              <a:t>linear time</a:t>
            </a:r>
            <a:r>
              <a:rPr lang="en"/>
              <a:t> operation (</a:t>
            </a:r>
            <a:r>
              <a:rPr b="1" i="1" lang="en">
                <a:solidFill>
                  <a:srgbClr val="FF0000"/>
                </a:solidFill>
              </a:rPr>
              <a:t>O(n)</a:t>
            </a:r>
            <a:r>
              <a:rPr lang="en"/>
              <a:t>).</a:t>
            </a:r>
            <a:endParaRPr/>
          </a:p>
          <a:p>
            <a:pPr indent="-298450" lvl="1" marL="914400" rtl="0" algn="l">
              <a:lnSpc>
                <a:spcPct val="100000"/>
              </a:lnSpc>
              <a:spcBef>
                <a:spcPts val="0"/>
              </a:spcBef>
              <a:spcAft>
                <a:spcPts val="0"/>
              </a:spcAft>
              <a:buSzPts val="1100"/>
              <a:buChar char="○"/>
            </a:pPr>
            <a:r>
              <a:rPr b="1" i="1" lang="en">
                <a:solidFill>
                  <a:srgbClr val="FF0000"/>
                </a:solidFill>
              </a:rPr>
              <a:t>Doubling</a:t>
            </a:r>
            <a:r>
              <a:rPr lang="en">
                <a:solidFill>
                  <a:srgbClr val="FF0000"/>
                </a:solidFill>
              </a:rPr>
              <a:t> </a:t>
            </a:r>
            <a:r>
              <a:rPr lang="en"/>
              <a:t>the size of the array each time it is resized will ensure that the copy operation is </a:t>
            </a:r>
            <a:r>
              <a:rPr b="1" i="1" lang="en">
                <a:solidFill>
                  <a:srgbClr val="FF0000"/>
                </a:solidFill>
              </a:rPr>
              <a:t>rare</a:t>
            </a:r>
            <a:r>
              <a:rPr lang="en"/>
              <a:t>.</a:t>
            </a:r>
            <a:endParaRPr/>
          </a:p>
          <a:p>
            <a:pPr indent="-298450" lvl="1" marL="914400" rtl="0" algn="l">
              <a:lnSpc>
                <a:spcPct val="100000"/>
              </a:lnSpc>
              <a:spcBef>
                <a:spcPts val="0"/>
              </a:spcBef>
              <a:spcAft>
                <a:spcPts val="0"/>
              </a:spcAft>
              <a:buSzPts val="1100"/>
              <a:buChar char="○"/>
            </a:pPr>
            <a:r>
              <a:rPr lang="en"/>
              <a:t>If the maximum number of elements is known, the array may be </a:t>
            </a:r>
            <a:r>
              <a:rPr b="1" i="1" lang="en">
                <a:solidFill>
                  <a:srgbClr val="FF0000"/>
                </a:solidFill>
              </a:rPr>
              <a:t>pre-allocated</a:t>
            </a:r>
            <a:r>
              <a:rPr lang="en"/>
              <a:t> to avoid copying entirely.</a:t>
            </a:r>
            <a:endParaRPr/>
          </a:p>
          <a:p>
            <a:pPr indent="-304800" lvl="0" marL="457200" rtl="0" algn="l">
              <a:lnSpc>
                <a:spcPct val="100000"/>
              </a:lnSpc>
              <a:spcBef>
                <a:spcPts val="1000"/>
              </a:spcBef>
              <a:spcAft>
                <a:spcPts val="0"/>
              </a:spcAft>
              <a:buSzPts val="1200"/>
              <a:buChar char="●"/>
            </a:pPr>
            <a:r>
              <a:rPr lang="en" sz="1200"/>
              <a:t>The </a:t>
            </a:r>
            <a:r>
              <a:rPr b="1" i="1" lang="en" sz="1200">
                <a:solidFill>
                  <a:srgbClr val="FF0000"/>
                </a:solidFill>
              </a:rPr>
              <a:t>space complexity</a:t>
            </a:r>
            <a:r>
              <a:rPr lang="en" sz="1200"/>
              <a:t> of </a:t>
            </a:r>
            <a:r>
              <a:rPr b="1" i="1" lang="en" sz="1200">
                <a:solidFill>
                  <a:srgbClr val="FF0000"/>
                </a:solidFill>
              </a:rPr>
              <a:t>both</a:t>
            </a:r>
            <a:r>
              <a:rPr lang="en" sz="1200">
                <a:solidFill>
                  <a:srgbClr val="FF0000"/>
                </a:solidFill>
              </a:rPr>
              <a:t> </a:t>
            </a:r>
            <a:r>
              <a:rPr lang="en" sz="1200"/>
              <a:t>implementations is different.</a:t>
            </a:r>
            <a:endParaRPr sz="1200"/>
          </a:p>
          <a:p>
            <a:pPr indent="-298450" lvl="1" marL="914400" rtl="0" algn="l">
              <a:lnSpc>
                <a:spcPct val="100000"/>
              </a:lnSpc>
              <a:spcBef>
                <a:spcPts val="0"/>
              </a:spcBef>
              <a:spcAft>
                <a:spcPts val="0"/>
              </a:spcAft>
              <a:buSzPts val="1100"/>
              <a:buChar char="○"/>
            </a:pPr>
            <a:r>
              <a:rPr lang="en"/>
              <a:t>Creating a</a:t>
            </a:r>
            <a:r>
              <a:rPr lang="en">
                <a:solidFill>
                  <a:srgbClr val="FF0000"/>
                </a:solidFill>
              </a:rPr>
              <a:t> </a:t>
            </a:r>
            <a:r>
              <a:rPr b="1" i="1" lang="en">
                <a:solidFill>
                  <a:srgbClr val="FF0000"/>
                </a:solidFill>
              </a:rPr>
              <a:t>node</a:t>
            </a:r>
            <a:r>
              <a:rPr lang="en">
                <a:solidFill>
                  <a:srgbClr val="FF0000"/>
                </a:solidFill>
              </a:rPr>
              <a:t> </a:t>
            </a:r>
            <a:r>
              <a:rPr b="1" i="1" lang="en">
                <a:solidFill>
                  <a:srgbClr val="FF0000"/>
                </a:solidFill>
              </a:rPr>
              <a:t>object</a:t>
            </a:r>
            <a:r>
              <a:rPr lang="en"/>
              <a:t> for every element in a node-based queue uses more memory than an array.</a:t>
            </a:r>
            <a:endParaRPr/>
          </a:p>
          <a:p>
            <a:pPr indent="-298450" lvl="1" marL="914400" rtl="0" algn="l">
              <a:lnSpc>
                <a:spcPct val="100000"/>
              </a:lnSpc>
              <a:spcBef>
                <a:spcPts val="0"/>
              </a:spcBef>
              <a:spcAft>
                <a:spcPts val="0"/>
              </a:spcAft>
              <a:buSzPts val="1100"/>
              <a:buChar char="○"/>
            </a:pPr>
            <a:r>
              <a:rPr lang="en"/>
              <a:t>On the other hand, the </a:t>
            </a:r>
            <a:r>
              <a:rPr b="1" i="1" lang="en">
                <a:solidFill>
                  <a:srgbClr val="FF0000"/>
                </a:solidFill>
              </a:rPr>
              <a:t>array-based</a:t>
            </a:r>
            <a:r>
              <a:rPr b="1" i="1" lang="en"/>
              <a:t> </a:t>
            </a:r>
            <a:r>
              <a:rPr lang="en"/>
              <a:t>queue </a:t>
            </a:r>
            <a:r>
              <a:rPr b="1" i="1" lang="en">
                <a:solidFill>
                  <a:srgbClr val="FF0000"/>
                </a:solidFill>
              </a:rPr>
              <a:t>usually</a:t>
            </a:r>
            <a:r>
              <a:rPr lang="en">
                <a:solidFill>
                  <a:srgbClr val="FF0000"/>
                </a:solidFill>
              </a:rPr>
              <a:t> </a:t>
            </a:r>
            <a:r>
              <a:rPr lang="en"/>
              <a:t>over-allocates its array, and so uses more memory.</a:t>
            </a:r>
            <a:endParaRPr/>
          </a:p>
        </p:txBody>
      </p:sp>
      <p:sp>
        <p:nvSpPr>
          <p:cNvPr id="797" name="Google Shape;797;p84"/>
          <p:cNvSpPr txBox="1"/>
          <p:nvPr>
            <p:ph idx="3" type="body"/>
          </p:nvPr>
        </p:nvSpPr>
        <p:spPr>
          <a:xfrm>
            <a:off x="5156691" y="3316925"/>
            <a:ext cx="3706500" cy="687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b="1" i="1" lang="en" sz="1200">
                <a:solidFill>
                  <a:srgbClr val="FF0000"/>
                </a:solidFill>
              </a:rPr>
              <a:t>Generally</a:t>
            </a:r>
            <a:r>
              <a:rPr lang="en" sz="1200"/>
              <a:t>, when there is a tradeoff between time complexity (</a:t>
            </a:r>
            <a:r>
              <a:rPr b="1" i="1" lang="en" sz="1200">
                <a:solidFill>
                  <a:srgbClr val="FF0000"/>
                </a:solidFill>
              </a:rPr>
              <a:t>speed</a:t>
            </a:r>
            <a:r>
              <a:rPr lang="en" sz="1200"/>
              <a:t>) and space complexity (</a:t>
            </a:r>
            <a:r>
              <a:rPr b="1" i="1" lang="en" sz="1200">
                <a:solidFill>
                  <a:srgbClr val="FF0000"/>
                </a:solidFill>
              </a:rPr>
              <a:t>memory</a:t>
            </a:r>
            <a:r>
              <a:rPr lang="en" sz="1200"/>
              <a:t>), we prefer time complexity.</a:t>
            </a:r>
            <a:endParaRPr sz="1200"/>
          </a:p>
        </p:txBody>
      </p:sp>
      <p:pic>
        <p:nvPicPr>
          <p:cNvPr id="798" name="Google Shape;798;p84"/>
          <p:cNvPicPr preferRelativeResize="0"/>
          <p:nvPr/>
        </p:nvPicPr>
        <p:blipFill rotWithShape="1">
          <a:blip r:embed="rId3">
            <a:alphaModFix/>
          </a:blip>
          <a:srcRect b="0" l="0" r="0" t="0"/>
          <a:stretch/>
        </p:blipFill>
        <p:spPr>
          <a:xfrm>
            <a:off x="5315391" y="792199"/>
            <a:ext cx="3389101" cy="2417174"/>
          </a:xfrm>
          <a:prstGeom prst="rect">
            <a:avLst/>
          </a:prstGeom>
          <a:noFill/>
          <a:ln cap="flat" cmpd="sng" w="19050">
            <a:solidFill>
              <a:srgbClr val="666666"/>
            </a:solidFill>
            <a:prstDash val="solid"/>
            <a:round/>
            <a:headEnd len="sm" w="sm" type="none"/>
            <a:tailEnd len="sm" w="sm" type="none"/>
          </a:ln>
        </p:spPr>
      </p:pic>
      <p:sp>
        <p:nvSpPr>
          <p:cNvPr id="799" name="Google Shape;799;p84"/>
          <p:cNvSpPr txBox="1"/>
          <p:nvPr>
            <p:ph idx="3" type="body"/>
          </p:nvPr>
        </p:nvSpPr>
        <p:spPr>
          <a:xfrm>
            <a:off x="5156691" y="4112075"/>
            <a:ext cx="3706500" cy="870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That being said, there is so little difference between the time complexity of both implementations (except in rare circumstances) that </a:t>
            </a:r>
            <a:r>
              <a:rPr b="1" i="1" lang="en" sz="1200">
                <a:solidFill>
                  <a:srgbClr val="FF0000"/>
                </a:solidFill>
              </a:rPr>
              <a:t>either implementation</a:t>
            </a:r>
            <a:r>
              <a:rPr lang="en" sz="1200">
                <a:solidFill>
                  <a:srgbClr val="FF0000"/>
                </a:solidFill>
              </a:rPr>
              <a:t> </a:t>
            </a:r>
            <a:r>
              <a:rPr b="1" i="1" lang="en" sz="1200">
                <a:solidFill>
                  <a:srgbClr val="FF0000"/>
                </a:solidFill>
              </a:rPr>
              <a:t>is appropriate</a:t>
            </a:r>
            <a:r>
              <a:rPr lang="en" sz="1200"/>
              <a:t> for most problems.</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6">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796">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7"/>
                                        </p:tgtEl>
                                        <p:attrNameLst>
                                          <p:attrName>style.visibility</p:attrName>
                                        </p:attrNameLst>
                                      </p:cBhvr>
                                      <p:to>
                                        <p:strVal val="visible"/>
                                      </p:to>
                                    </p:set>
                                    <p:animEffect filter="fade" transition="in">
                                      <p:cBhvr>
                                        <p:cTn dur="1000"/>
                                        <p:tgtEl>
                                          <p:spTgt spid="79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99"/>
                                        </p:tgtEl>
                                        <p:attrNameLst>
                                          <p:attrName>style.visibility</p:attrName>
                                        </p:attrNameLst>
                                      </p:cBhvr>
                                      <p:to>
                                        <p:strVal val="visible"/>
                                      </p:to>
                                    </p:set>
                                    <p:animEffect filter="fade" transition="in">
                                      <p:cBhvr>
                                        <p:cTn dur="1000"/>
                                        <p:tgtEl>
                                          <p:spTgt spid="7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03" name="Shape 803"/>
        <p:cNvGrpSpPr/>
        <p:nvPr/>
      </p:nvGrpSpPr>
      <p:grpSpPr>
        <a:xfrm>
          <a:off x="0" y="0"/>
          <a:ext cx="0" cy="0"/>
          <a:chOff x="0" y="0"/>
          <a:chExt cx="0" cy="0"/>
        </a:xfrm>
      </p:grpSpPr>
      <p:sp>
        <p:nvSpPr>
          <p:cNvPr id="804" name="Google Shape;804;p85"/>
          <p:cNvSpPr txBox="1"/>
          <p:nvPr>
            <p:ph type="title"/>
          </p:nvPr>
        </p:nvSpPr>
        <p:spPr>
          <a:xfrm>
            <a:off x="5188525" y="1199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Generics</a:t>
            </a:r>
            <a:endParaRPr/>
          </a:p>
        </p:txBody>
      </p:sp>
      <p:sp>
        <p:nvSpPr>
          <p:cNvPr id="805" name="Google Shape;805;p85"/>
          <p:cNvSpPr txBox="1"/>
          <p:nvPr>
            <p:ph idx="1" type="body"/>
          </p:nvPr>
        </p:nvSpPr>
        <p:spPr>
          <a:xfrm>
            <a:off x="129625" y="119925"/>
            <a:ext cx="4545300" cy="4777200"/>
          </a:xfrm>
          <a:prstGeom prst="rect">
            <a:avLst/>
          </a:prstGeom>
          <a:noFill/>
          <a:ln>
            <a:noFill/>
          </a:ln>
        </p:spPr>
        <p:txBody>
          <a:bodyPr anchorCtr="0" anchor="ctr" bIns="91425" lIns="91425" spcFirstLastPara="1" rIns="91425" wrap="square" tIns="91425">
            <a:noAutofit/>
          </a:bodyPr>
          <a:lstStyle/>
          <a:p>
            <a:pPr indent="-311150" lvl="0" marL="457200" rtl="0" algn="l">
              <a:lnSpc>
                <a:spcPct val="100000"/>
              </a:lnSpc>
              <a:spcBef>
                <a:spcPts val="0"/>
              </a:spcBef>
              <a:spcAft>
                <a:spcPts val="0"/>
              </a:spcAft>
              <a:buSzPts val="1300"/>
              <a:buChar char="●"/>
            </a:pPr>
            <a:r>
              <a:rPr lang="en"/>
              <a:t>The queue interface and implementations that we have written so far only work with </a:t>
            </a:r>
            <a:r>
              <a:rPr lang="en">
                <a:latin typeface="Courier New"/>
                <a:ea typeface="Courier New"/>
                <a:cs typeface="Courier New"/>
                <a:sym typeface="Courier New"/>
              </a:rPr>
              <a:t>String</a:t>
            </a:r>
            <a:r>
              <a:rPr lang="en"/>
              <a:t>s.</a:t>
            </a:r>
            <a:endParaRPr/>
          </a:p>
          <a:p>
            <a:pPr indent="-298450" lvl="1" marL="914400" rtl="0" algn="l">
              <a:lnSpc>
                <a:spcPct val="100000"/>
              </a:lnSpc>
              <a:spcBef>
                <a:spcPts val="0"/>
              </a:spcBef>
              <a:spcAft>
                <a:spcPts val="0"/>
              </a:spcAft>
              <a:buSzPts val="1100"/>
              <a:buChar char="○"/>
            </a:pPr>
            <a:r>
              <a:rPr lang="en"/>
              <a:t>If we wanted a queue that worked with </a:t>
            </a:r>
            <a:r>
              <a:rPr lang="en">
                <a:latin typeface="Courier New"/>
                <a:ea typeface="Courier New"/>
                <a:cs typeface="Courier New"/>
                <a:sym typeface="Courier New"/>
              </a:rPr>
              <a:t>double</a:t>
            </a:r>
            <a:r>
              <a:rPr lang="en"/>
              <a:t>s, or </a:t>
            </a:r>
            <a:r>
              <a:rPr lang="en">
                <a:latin typeface="Courier New"/>
                <a:ea typeface="Courier New"/>
                <a:cs typeface="Courier New"/>
                <a:sym typeface="Courier New"/>
              </a:rPr>
              <a:t>int</a:t>
            </a:r>
            <a:r>
              <a:rPr lang="en"/>
              <a:t>s, or </a:t>
            </a:r>
            <a:r>
              <a:rPr lang="en">
                <a:latin typeface="Courier New"/>
                <a:ea typeface="Courier New"/>
                <a:cs typeface="Courier New"/>
                <a:sym typeface="Courier New"/>
              </a:rPr>
              <a:t>Goat</a:t>
            </a:r>
            <a:r>
              <a:rPr lang="en"/>
              <a:t>s, we would need to make a new interface and implementation by basically </a:t>
            </a:r>
            <a:r>
              <a:rPr b="1" i="1" lang="en">
                <a:solidFill>
                  <a:srgbClr val="FF0000"/>
                </a:solidFill>
              </a:rPr>
              <a:t>copy/pasting</a:t>
            </a:r>
            <a:r>
              <a:rPr lang="en"/>
              <a:t>, and doing a </a:t>
            </a:r>
            <a:r>
              <a:rPr b="1" i="1" lang="en">
                <a:solidFill>
                  <a:srgbClr val="FF0000"/>
                </a:solidFill>
              </a:rPr>
              <a:t>search &amp; replace</a:t>
            </a:r>
            <a:r>
              <a:rPr lang="en"/>
              <a:t> with the new type.</a:t>
            </a:r>
            <a:endParaRPr/>
          </a:p>
          <a:p>
            <a:pPr indent="-311150" lvl="0" marL="457200" rtl="0" algn="l">
              <a:lnSpc>
                <a:spcPct val="100000"/>
              </a:lnSpc>
              <a:spcBef>
                <a:spcPts val="1000"/>
              </a:spcBef>
              <a:spcAft>
                <a:spcPts val="0"/>
              </a:spcAft>
              <a:buSzPts val="1300"/>
              <a:buChar char="●"/>
            </a:pPr>
            <a:r>
              <a:rPr lang="en"/>
              <a:t>It turns out that Java has a feature that does essentially the same thing without having to write a new class each time: </a:t>
            </a:r>
            <a:r>
              <a:rPr b="1" i="1" lang="en">
                <a:solidFill>
                  <a:srgbClr val="FF0000"/>
                </a:solidFill>
              </a:rPr>
              <a:t>generics</a:t>
            </a:r>
            <a:r>
              <a:rPr lang="en"/>
              <a:t>.</a:t>
            </a:r>
            <a:endParaRPr/>
          </a:p>
          <a:p>
            <a:pPr indent="-311150" lvl="0" marL="457200" rtl="0" algn="l">
              <a:lnSpc>
                <a:spcPct val="100000"/>
              </a:lnSpc>
              <a:spcBef>
                <a:spcPts val="1000"/>
              </a:spcBef>
              <a:spcAft>
                <a:spcPts val="0"/>
              </a:spcAft>
              <a:buSzPts val="1300"/>
              <a:buChar char="●"/>
            </a:pPr>
            <a:r>
              <a:rPr lang="en"/>
              <a:t>A </a:t>
            </a:r>
            <a:r>
              <a:rPr b="1" i="1" lang="en">
                <a:solidFill>
                  <a:srgbClr val="FF0000"/>
                </a:solidFill>
              </a:rPr>
              <a:t>generic type</a:t>
            </a:r>
            <a:r>
              <a:rPr lang="en"/>
              <a:t> declares one or more</a:t>
            </a:r>
            <a:r>
              <a:rPr lang="en">
                <a:solidFill>
                  <a:srgbClr val="FF0000"/>
                </a:solidFill>
              </a:rPr>
              <a:t> </a:t>
            </a:r>
            <a:r>
              <a:rPr b="1" i="1" lang="en">
                <a:solidFill>
                  <a:srgbClr val="FF0000"/>
                </a:solidFill>
              </a:rPr>
              <a:t>type parameters</a:t>
            </a:r>
            <a:r>
              <a:rPr lang="en"/>
              <a:t> between </a:t>
            </a:r>
            <a:r>
              <a:rPr b="1" i="1" lang="en">
                <a:solidFill>
                  <a:srgbClr val="FF0000"/>
                </a:solidFill>
              </a:rPr>
              <a:t>angle brackets</a:t>
            </a:r>
            <a:r>
              <a:rPr lang="en">
                <a:solidFill>
                  <a:srgbClr val="FF0000"/>
                </a:solidFill>
              </a:rPr>
              <a:t> </a:t>
            </a:r>
            <a:r>
              <a:rPr lang="en"/>
              <a:t>(</a:t>
            </a:r>
            <a:r>
              <a:rPr lang="en">
                <a:latin typeface="Consolas"/>
                <a:ea typeface="Consolas"/>
                <a:cs typeface="Consolas"/>
                <a:sym typeface="Consolas"/>
              </a:rPr>
              <a:t>&lt;&gt;</a:t>
            </a:r>
            <a:r>
              <a:rPr lang="en"/>
              <a:t>).</a:t>
            </a:r>
            <a:endParaRPr/>
          </a:p>
          <a:p>
            <a:pPr indent="-298450" lvl="1" marL="914400" rtl="0" algn="l">
              <a:lnSpc>
                <a:spcPct val="100000"/>
              </a:lnSpc>
              <a:spcBef>
                <a:spcPts val="0"/>
              </a:spcBef>
              <a:spcAft>
                <a:spcPts val="0"/>
              </a:spcAft>
              <a:buSzPts val="1100"/>
              <a:buFont typeface="Courier New"/>
              <a:buChar char="○"/>
            </a:pPr>
            <a:r>
              <a:rPr lang="en">
                <a:solidFill>
                  <a:srgbClr val="FF0000"/>
                </a:solidFill>
                <a:latin typeface="Courier New"/>
                <a:ea typeface="Courier New"/>
                <a:cs typeface="Courier New"/>
                <a:sym typeface="Courier New"/>
              </a:rPr>
              <a:t>public class Foo</a:t>
            </a:r>
            <a:r>
              <a:rPr lang="en" u="sng">
                <a:solidFill>
                  <a:srgbClr val="FF0000"/>
                </a:solidFill>
                <a:latin typeface="Courier New"/>
                <a:ea typeface="Courier New"/>
                <a:cs typeface="Courier New"/>
                <a:sym typeface="Courier New"/>
              </a:rPr>
              <a:t>&lt;Bar, Bel&gt;</a:t>
            </a:r>
            <a:r>
              <a:rPr lang="en">
                <a:solidFill>
                  <a:srgbClr val="FF0000"/>
                </a:solidFill>
                <a:latin typeface="Courier New"/>
                <a:ea typeface="Courier New"/>
                <a:cs typeface="Courier New"/>
                <a:sym typeface="Courier New"/>
              </a:rPr>
              <a:t> {...}</a:t>
            </a:r>
            <a:endParaRPr>
              <a:latin typeface="Courier New"/>
              <a:ea typeface="Courier New"/>
              <a:cs typeface="Courier New"/>
              <a:sym typeface="Courier New"/>
            </a:endParaRPr>
          </a:p>
          <a:p>
            <a:pPr indent="-298450" lvl="1" marL="914400" rtl="0" algn="l">
              <a:lnSpc>
                <a:spcPct val="100000"/>
              </a:lnSpc>
              <a:spcBef>
                <a:spcPts val="0"/>
              </a:spcBef>
              <a:spcAft>
                <a:spcPts val="0"/>
              </a:spcAft>
              <a:buSzPts val="1100"/>
              <a:buFont typeface="Courier New"/>
              <a:buChar char="○"/>
            </a:pPr>
            <a:r>
              <a:rPr lang="en">
                <a:solidFill>
                  <a:srgbClr val="FF0000"/>
                </a:solidFill>
                <a:latin typeface="Courier New"/>
                <a:ea typeface="Courier New"/>
                <a:cs typeface="Courier New"/>
                <a:sym typeface="Courier New"/>
              </a:rPr>
              <a:t>public interface Operation</a:t>
            </a:r>
            <a:r>
              <a:rPr lang="en" u="sng">
                <a:solidFill>
                  <a:srgbClr val="FF0000"/>
                </a:solidFill>
                <a:latin typeface="Courier New"/>
                <a:ea typeface="Courier New"/>
                <a:cs typeface="Courier New"/>
                <a:sym typeface="Courier New"/>
              </a:rPr>
              <a:t>&lt;N&gt;</a:t>
            </a:r>
            <a:r>
              <a:rPr lang="en">
                <a:solidFill>
                  <a:srgbClr val="FF0000"/>
                </a:solidFill>
                <a:latin typeface="Courier New"/>
                <a:ea typeface="Courier New"/>
                <a:cs typeface="Courier New"/>
                <a:sym typeface="Courier New"/>
              </a:rPr>
              <a:t>{ ... }</a:t>
            </a:r>
            <a:endParaRPr>
              <a:solidFill>
                <a:srgbClr val="FF0000"/>
              </a:solidFill>
              <a:latin typeface="Courier New"/>
              <a:ea typeface="Courier New"/>
              <a:cs typeface="Courier New"/>
              <a:sym typeface="Courier New"/>
            </a:endParaRPr>
          </a:p>
          <a:p>
            <a:pPr indent="-298450" lvl="1" marL="914400" rtl="0" algn="l">
              <a:lnSpc>
                <a:spcPct val="100000"/>
              </a:lnSpc>
              <a:spcBef>
                <a:spcPts val="0"/>
              </a:spcBef>
              <a:spcAft>
                <a:spcPts val="0"/>
              </a:spcAft>
              <a:buSzPts val="1100"/>
              <a:buChar char="○"/>
            </a:pPr>
            <a:r>
              <a:rPr lang="en"/>
              <a:t>The type parameters should </a:t>
            </a:r>
            <a:r>
              <a:rPr b="1" i="1" lang="en">
                <a:solidFill>
                  <a:srgbClr val="FF0000"/>
                </a:solidFill>
              </a:rPr>
              <a:t>never</a:t>
            </a:r>
            <a:r>
              <a:rPr lang="en">
                <a:solidFill>
                  <a:srgbClr val="FF0000"/>
                </a:solidFill>
              </a:rPr>
              <a:t> </a:t>
            </a:r>
            <a:r>
              <a:rPr lang="en"/>
              <a:t>use the name of a real type, e.g. </a:t>
            </a:r>
            <a:r>
              <a:rPr lang="en">
                <a:latin typeface="Courier New"/>
                <a:ea typeface="Courier New"/>
                <a:cs typeface="Courier New"/>
                <a:sym typeface="Courier New"/>
              </a:rPr>
              <a:t>String</a:t>
            </a:r>
            <a:r>
              <a:rPr lang="en"/>
              <a:t>, </a:t>
            </a:r>
            <a:r>
              <a:rPr lang="en">
                <a:latin typeface="Courier New"/>
                <a:ea typeface="Courier New"/>
                <a:cs typeface="Courier New"/>
                <a:sym typeface="Courier New"/>
              </a:rPr>
              <a:t>Scanner</a:t>
            </a:r>
            <a:r>
              <a:rPr lang="en"/>
              <a:t>, etc.</a:t>
            </a:r>
            <a:endParaRPr/>
          </a:p>
          <a:p>
            <a:pPr indent="-298450" lvl="1" marL="914400" rtl="0" algn="l">
              <a:lnSpc>
                <a:spcPct val="100000"/>
              </a:lnSpc>
              <a:spcBef>
                <a:spcPts val="0"/>
              </a:spcBef>
              <a:spcAft>
                <a:spcPts val="0"/>
              </a:spcAft>
              <a:buSzPts val="1100"/>
              <a:buChar char="○"/>
            </a:pPr>
            <a:r>
              <a:rPr lang="en"/>
              <a:t>The type parameter can be used inside the class as though it is a real type, e.g. as </a:t>
            </a:r>
            <a:r>
              <a:rPr b="1" i="1" lang="en">
                <a:solidFill>
                  <a:srgbClr val="FF0000"/>
                </a:solidFill>
              </a:rPr>
              <a:t>variables</a:t>
            </a:r>
            <a:r>
              <a:rPr lang="en"/>
              <a:t>, </a:t>
            </a:r>
            <a:r>
              <a:rPr b="1" i="1" lang="en">
                <a:solidFill>
                  <a:srgbClr val="FF0000"/>
                </a:solidFill>
              </a:rPr>
              <a:t>parameters</a:t>
            </a:r>
            <a:r>
              <a:rPr lang="en"/>
              <a:t>, </a:t>
            </a:r>
            <a:r>
              <a:rPr b="1" i="1" lang="en">
                <a:solidFill>
                  <a:srgbClr val="FF0000"/>
                </a:solidFill>
              </a:rPr>
              <a:t>return types</a:t>
            </a:r>
            <a:r>
              <a:rPr lang="en"/>
              <a:t>, etc.</a:t>
            </a:r>
            <a:endParaRPr/>
          </a:p>
          <a:p>
            <a:pPr indent="-311150" lvl="0" marL="457200" rtl="0" algn="l">
              <a:lnSpc>
                <a:spcPct val="100000"/>
              </a:lnSpc>
              <a:spcBef>
                <a:spcPts val="1000"/>
              </a:spcBef>
              <a:spcAft>
                <a:spcPts val="0"/>
              </a:spcAft>
              <a:buSzPts val="1300"/>
              <a:buChar char="●"/>
            </a:pPr>
            <a:r>
              <a:rPr lang="en"/>
              <a:t>When a variable of the generic class is declared, a </a:t>
            </a:r>
            <a:r>
              <a:rPr b="1" i="1" lang="en">
                <a:solidFill>
                  <a:srgbClr val="FF0000"/>
                </a:solidFill>
              </a:rPr>
              <a:t>real type</a:t>
            </a:r>
            <a:r>
              <a:rPr lang="en">
                <a:solidFill>
                  <a:srgbClr val="FF0000"/>
                </a:solidFill>
              </a:rPr>
              <a:t> </a:t>
            </a:r>
            <a:r>
              <a:rPr lang="en"/>
              <a:t>is specified in place of each type parameter, e.g. </a:t>
            </a:r>
            <a:r>
              <a:rPr lang="en">
                <a:solidFill>
                  <a:srgbClr val="FF0000"/>
                </a:solidFill>
                <a:latin typeface="Courier New"/>
                <a:ea typeface="Courier New"/>
                <a:cs typeface="Courier New"/>
                <a:sym typeface="Courier New"/>
              </a:rPr>
              <a:t>Operation&lt;String&gt; myClass;</a:t>
            </a:r>
            <a:endParaRPr>
              <a:solidFill>
                <a:srgbClr val="FF0000"/>
              </a:solidFill>
            </a:endParaRPr>
          </a:p>
          <a:p>
            <a:pPr indent="-298450" lvl="1" marL="914400" rtl="0" algn="l">
              <a:lnSpc>
                <a:spcPct val="100000"/>
              </a:lnSpc>
              <a:spcBef>
                <a:spcPts val="0"/>
              </a:spcBef>
              <a:spcAft>
                <a:spcPts val="0"/>
              </a:spcAft>
              <a:buSzPts val="1100"/>
              <a:buChar char="○"/>
            </a:pPr>
            <a:r>
              <a:rPr lang="en"/>
              <a:t>The </a:t>
            </a:r>
            <a:r>
              <a:rPr b="1" i="1" lang="en">
                <a:solidFill>
                  <a:srgbClr val="FF0000"/>
                </a:solidFill>
              </a:rPr>
              <a:t>Java compiler</a:t>
            </a:r>
            <a:r>
              <a:rPr lang="en"/>
              <a:t> makes sure that </a:t>
            </a:r>
            <a:r>
              <a:rPr b="1" i="1" lang="en">
                <a:solidFill>
                  <a:srgbClr val="FF0000"/>
                </a:solidFill>
              </a:rPr>
              <a:t>only</a:t>
            </a:r>
            <a:r>
              <a:rPr lang="en">
                <a:solidFill>
                  <a:srgbClr val="FF0000"/>
                </a:solidFill>
              </a:rPr>
              <a:t> </a:t>
            </a:r>
            <a:r>
              <a:rPr lang="en"/>
              <a:t>the type(s) specified when the variable is declared are used with </a:t>
            </a:r>
            <a:r>
              <a:rPr b="1" i="1" lang="en">
                <a:solidFill>
                  <a:srgbClr val="FF0000"/>
                </a:solidFill>
              </a:rPr>
              <a:t>this instance</a:t>
            </a:r>
            <a:r>
              <a:rPr lang="en"/>
              <a:t> of the generic class.</a:t>
            </a:r>
            <a:endParaRPr/>
          </a:p>
        </p:txBody>
      </p:sp>
      <p:sp>
        <p:nvSpPr>
          <p:cNvPr id="806" name="Google Shape;806;p85"/>
          <p:cNvSpPr txBox="1"/>
          <p:nvPr>
            <p:ph idx="2" type="body"/>
          </p:nvPr>
        </p:nvSpPr>
        <p:spPr>
          <a:xfrm>
            <a:off x="5192225" y="1286175"/>
            <a:ext cx="3706500" cy="24237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1000">
                <a:solidFill>
                  <a:srgbClr val="6AA84F"/>
                </a:solidFill>
                <a:latin typeface="Consolas"/>
                <a:ea typeface="Consolas"/>
                <a:cs typeface="Consolas"/>
                <a:sym typeface="Consolas"/>
              </a:rPr>
              <a:t>1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solidFill>
                  <a:srgbClr val="000000"/>
                </a:solidFill>
                <a:latin typeface="Consolas"/>
                <a:ea typeface="Consolas"/>
                <a:cs typeface="Consolas"/>
                <a:sym typeface="Consolas"/>
              </a:rPr>
              <a:t> Container&lt;</a:t>
            </a:r>
            <a:r>
              <a:rPr lang="en" sz="1000">
                <a:solidFill>
                  <a:srgbClr val="0000FF"/>
                </a:solidFill>
                <a:latin typeface="Consolas"/>
                <a:ea typeface="Consolas"/>
                <a:cs typeface="Consolas"/>
                <a:sym typeface="Consolas"/>
              </a:rPr>
              <a:t>T</a:t>
            </a:r>
            <a:r>
              <a:rPr lang="en" sz="1000">
                <a:solidFill>
                  <a:srgbClr val="000000"/>
                </a:solidFill>
                <a:latin typeface="Consolas"/>
                <a:ea typeface="Consolas"/>
                <a:cs typeface="Consolas"/>
                <a:sym typeface="Consolas"/>
              </a:rPr>
              <a:t>&gt;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6AA84F"/>
                </a:solidFill>
                <a:latin typeface="Consolas"/>
                <a:ea typeface="Consolas"/>
                <a:cs typeface="Consolas"/>
                <a:sym typeface="Consolas"/>
              </a:rPr>
              <a:t>2</a:t>
            </a:r>
            <a:r>
              <a:rPr lang="en" sz="1000">
                <a:solidFill>
                  <a:srgbClr val="6AA84F"/>
                </a:solidFill>
                <a:latin typeface="Consolas"/>
                <a:ea typeface="Consolas"/>
                <a:cs typeface="Consolas"/>
                <a:sym typeface="Consolas"/>
              </a:rPr>
              <a:t>  </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private</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T</a:t>
            </a:r>
            <a:r>
              <a:rPr lang="en" sz="1000">
                <a:solidFill>
                  <a:srgbClr val="000000"/>
                </a:solidFill>
                <a:latin typeface="Consolas"/>
                <a:ea typeface="Consolas"/>
                <a:cs typeface="Consolas"/>
                <a:sym typeface="Consolas"/>
              </a:rPr>
              <a:t> value;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6AA84F"/>
                </a:solidFill>
                <a:latin typeface="Consolas"/>
                <a:ea typeface="Consolas"/>
                <a:cs typeface="Consolas"/>
                <a:sym typeface="Consolas"/>
              </a:rPr>
              <a:t>3</a:t>
            </a:r>
            <a:r>
              <a:rPr lang="en" sz="1000">
                <a:solidFill>
                  <a:srgbClr val="6AA84F"/>
                </a:solidFill>
                <a:latin typeface="Consolas"/>
                <a:ea typeface="Consolas"/>
                <a:cs typeface="Consolas"/>
                <a:sym typeface="Consolas"/>
              </a:rPr>
              <a:t>  </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6AA84F"/>
                </a:solidFill>
                <a:latin typeface="Consolas"/>
                <a:ea typeface="Consolas"/>
                <a:cs typeface="Consolas"/>
                <a:sym typeface="Consolas"/>
              </a:rPr>
              <a:t>4</a:t>
            </a:r>
            <a:r>
              <a:rPr lang="en" sz="1000">
                <a:solidFill>
                  <a:srgbClr val="6AA84F"/>
                </a:solidFill>
                <a:latin typeface="Consolas"/>
                <a:ea typeface="Consolas"/>
                <a:cs typeface="Consolas"/>
                <a:sym typeface="Consolas"/>
              </a:rPr>
              <a:t>  </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Container(</a:t>
            </a:r>
            <a:r>
              <a:rPr lang="en" sz="1000">
                <a:solidFill>
                  <a:srgbClr val="0000FF"/>
                </a:solidFill>
                <a:latin typeface="Consolas"/>
                <a:ea typeface="Consolas"/>
                <a:cs typeface="Consolas"/>
                <a:sym typeface="Consolas"/>
              </a:rPr>
              <a:t>T</a:t>
            </a:r>
            <a:r>
              <a:rPr lang="en" sz="1000">
                <a:solidFill>
                  <a:srgbClr val="000000"/>
                </a:solidFill>
                <a:latin typeface="Consolas"/>
                <a:ea typeface="Consolas"/>
                <a:cs typeface="Consolas"/>
                <a:sym typeface="Consolas"/>
              </a:rPr>
              <a:t> value)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6AA84F"/>
                </a:solidFill>
                <a:latin typeface="Consolas"/>
                <a:ea typeface="Consolas"/>
                <a:cs typeface="Consolas"/>
                <a:sym typeface="Consolas"/>
              </a:rPr>
              <a:t>5</a:t>
            </a:r>
            <a:r>
              <a:rPr lang="en" sz="1000">
                <a:solidFill>
                  <a:srgbClr val="6AA84F"/>
                </a:solidFill>
                <a:latin typeface="Consolas"/>
                <a:ea typeface="Consolas"/>
                <a:cs typeface="Consolas"/>
                <a:sym typeface="Consolas"/>
              </a:rPr>
              <a:t>  </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this</a:t>
            </a:r>
            <a:r>
              <a:rPr lang="en" sz="1000">
                <a:solidFill>
                  <a:srgbClr val="000000"/>
                </a:solidFill>
                <a:latin typeface="Consolas"/>
                <a:ea typeface="Consolas"/>
                <a:cs typeface="Consolas"/>
                <a:sym typeface="Consolas"/>
              </a:rPr>
              <a:t>.value = value;</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6AA84F"/>
                </a:solidFill>
                <a:latin typeface="Consolas"/>
                <a:ea typeface="Consolas"/>
                <a:cs typeface="Consolas"/>
                <a:sym typeface="Consolas"/>
              </a:rPr>
              <a:t>6</a:t>
            </a:r>
            <a:r>
              <a:rPr lang="en" sz="1000">
                <a:solidFill>
                  <a:srgbClr val="6AA84F"/>
                </a:solidFill>
                <a:latin typeface="Consolas"/>
                <a:ea typeface="Consolas"/>
                <a:cs typeface="Consolas"/>
                <a:sym typeface="Consolas"/>
              </a:rPr>
              <a:t>  </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6AA84F"/>
                </a:solidFill>
                <a:latin typeface="Consolas"/>
                <a:ea typeface="Consolas"/>
                <a:cs typeface="Consolas"/>
                <a:sym typeface="Consolas"/>
              </a:rPr>
              <a:t>7</a:t>
            </a:r>
            <a:r>
              <a:rPr lang="en" sz="1000">
                <a:solidFill>
                  <a:srgbClr val="6AA84F"/>
                </a:solidFill>
                <a:latin typeface="Consolas"/>
                <a:ea typeface="Consolas"/>
                <a:cs typeface="Consolas"/>
                <a:sym typeface="Consolas"/>
              </a:rPr>
              <a:t>  </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6AA84F"/>
                </a:solidFill>
                <a:latin typeface="Consolas"/>
                <a:ea typeface="Consolas"/>
                <a:cs typeface="Consolas"/>
                <a:sym typeface="Consolas"/>
              </a:rPr>
              <a:t>8</a:t>
            </a:r>
            <a:r>
              <a:rPr lang="en" sz="1000">
                <a:solidFill>
                  <a:srgbClr val="6AA84F"/>
                </a:solidFill>
                <a:latin typeface="Consolas"/>
                <a:ea typeface="Consolas"/>
                <a:cs typeface="Consolas"/>
                <a:sym typeface="Consolas"/>
              </a:rPr>
              <a:t>  </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T</a:t>
            </a:r>
            <a:r>
              <a:rPr lang="en" sz="1000">
                <a:solidFill>
                  <a:srgbClr val="000000"/>
                </a:solidFill>
                <a:latin typeface="Consolas"/>
                <a:ea typeface="Consolas"/>
                <a:cs typeface="Consolas"/>
                <a:sym typeface="Consolas"/>
              </a:rPr>
              <a:t> getValue()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6AA84F"/>
                </a:solidFill>
                <a:latin typeface="Consolas"/>
                <a:ea typeface="Consolas"/>
                <a:cs typeface="Consolas"/>
                <a:sym typeface="Consolas"/>
              </a:rPr>
              <a:t>9</a:t>
            </a:r>
            <a:r>
              <a:rPr lang="en" sz="1000">
                <a:solidFill>
                  <a:srgbClr val="6AA84F"/>
                </a:solidFill>
                <a:latin typeface="Consolas"/>
                <a:ea typeface="Consolas"/>
                <a:cs typeface="Consolas"/>
                <a:sym typeface="Consolas"/>
              </a:rPr>
              <a:t>  </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return</a:t>
            </a:r>
            <a:r>
              <a:rPr lang="en" sz="1000">
                <a:solidFill>
                  <a:srgbClr val="000000"/>
                </a:solidFill>
                <a:latin typeface="Consolas"/>
                <a:ea typeface="Consolas"/>
                <a:cs typeface="Consolas"/>
                <a:sym typeface="Consolas"/>
              </a:rPr>
              <a:t> value;</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6AA84F"/>
                </a:solidFill>
                <a:latin typeface="Consolas"/>
                <a:ea typeface="Consolas"/>
                <a:cs typeface="Consolas"/>
                <a:sym typeface="Consolas"/>
              </a:rPr>
              <a:t>10 </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6AA84F"/>
                </a:solidFill>
                <a:latin typeface="Consolas"/>
                <a:ea typeface="Consolas"/>
                <a:cs typeface="Consolas"/>
                <a:sym typeface="Consolas"/>
              </a:rPr>
              <a:t>11  </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6AA84F"/>
                </a:solidFill>
                <a:latin typeface="Consolas"/>
                <a:ea typeface="Consolas"/>
                <a:cs typeface="Consolas"/>
                <a:sym typeface="Consolas"/>
              </a:rPr>
              <a:t>12 </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void</a:t>
            </a:r>
            <a:r>
              <a:rPr lang="en" sz="1000">
                <a:solidFill>
                  <a:srgbClr val="000000"/>
                </a:solidFill>
                <a:latin typeface="Consolas"/>
                <a:ea typeface="Consolas"/>
                <a:cs typeface="Consolas"/>
                <a:sym typeface="Consolas"/>
              </a:rPr>
              <a:t> setValue(</a:t>
            </a:r>
            <a:r>
              <a:rPr lang="en" sz="1000">
                <a:solidFill>
                  <a:srgbClr val="0000FF"/>
                </a:solidFill>
                <a:latin typeface="Consolas"/>
                <a:ea typeface="Consolas"/>
                <a:cs typeface="Consolas"/>
                <a:sym typeface="Consolas"/>
              </a:rPr>
              <a:t>T</a:t>
            </a:r>
            <a:r>
              <a:rPr lang="en" sz="1000">
                <a:solidFill>
                  <a:srgbClr val="000000"/>
                </a:solidFill>
                <a:latin typeface="Consolas"/>
                <a:ea typeface="Consolas"/>
                <a:cs typeface="Consolas"/>
                <a:sym typeface="Consolas"/>
              </a:rPr>
              <a:t> value)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6AA84F"/>
                </a:solidFill>
                <a:latin typeface="Consolas"/>
                <a:ea typeface="Consolas"/>
                <a:cs typeface="Consolas"/>
                <a:sym typeface="Consolas"/>
              </a:rPr>
              <a:t>13 </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this</a:t>
            </a:r>
            <a:r>
              <a:rPr lang="en" sz="1000">
                <a:solidFill>
                  <a:srgbClr val="000000"/>
                </a:solidFill>
                <a:latin typeface="Consolas"/>
                <a:ea typeface="Consolas"/>
                <a:cs typeface="Consolas"/>
                <a:sym typeface="Consolas"/>
              </a:rPr>
              <a:t>.value = value;</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6AA84F"/>
                </a:solidFill>
                <a:latin typeface="Consolas"/>
                <a:ea typeface="Consolas"/>
                <a:cs typeface="Consolas"/>
                <a:sym typeface="Consolas"/>
              </a:rPr>
              <a:t>14 </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6AA84F"/>
                </a:solidFill>
                <a:latin typeface="Consolas"/>
                <a:ea typeface="Consolas"/>
                <a:cs typeface="Consolas"/>
                <a:sym typeface="Consolas"/>
              </a:rPr>
              <a:t>15 </a:t>
            </a:r>
            <a:r>
              <a:rPr lang="en" sz="1000">
                <a:solidFill>
                  <a:srgbClr val="000000"/>
                </a:solidFill>
                <a:latin typeface="Consolas"/>
                <a:ea typeface="Consolas"/>
                <a:cs typeface="Consolas"/>
                <a:sym typeface="Consolas"/>
              </a:rPr>
              <a:t>}</a:t>
            </a:r>
            <a:endParaRPr sz="1000">
              <a:solidFill>
                <a:srgbClr val="999999"/>
              </a:solidFill>
              <a:latin typeface="Consolas"/>
              <a:ea typeface="Consolas"/>
              <a:cs typeface="Consolas"/>
              <a:sym typeface="Consolas"/>
            </a:endParaRPr>
          </a:p>
        </p:txBody>
      </p:sp>
      <p:sp>
        <p:nvSpPr>
          <p:cNvPr id="807" name="Google Shape;807;p85"/>
          <p:cNvSpPr txBox="1"/>
          <p:nvPr>
            <p:ph idx="12" type="sldNum"/>
          </p:nvPr>
        </p:nvSpPr>
        <p:spPr>
          <a:xfrm>
            <a:off x="14258" y="47394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808" name="Google Shape;808;p85"/>
          <p:cNvSpPr txBox="1"/>
          <p:nvPr>
            <p:ph idx="3" type="body"/>
          </p:nvPr>
        </p:nvSpPr>
        <p:spPr>
          <a:xfrm>
            <a:off x="5188525" y="3798926"/>
            <a:ext cx="3706500" cy="638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The </a:t>
            </a:r>
            <a:r>
              <a:rPr b="1" i="1" lang="en" sz="1200">
                <a:solidFill>
                  <a:srgbClr val="FF0000"/>
                </a:solidFill>
              </a:rPr>
              <a:t>fake</a:t>
            </a:r>
            <a:r>
              <a:rPr lang="en" sz="1200">
                <a:solidFill>
                  <a:srgbClr val="FF0000"/>
                </a:solidFill>
              </a:rPr>
              <a:t> </a:t>
            </a:r>
            <a:r>
              <a:rPr lang="en" sz="1200"/>
              <a:t>type name(s) can then be used as though they are </a:t>
            </a:r>
            <a:r>
              <a:rPr b="1" i="1" lang="en" sz="1200">
                <a:solidFill>
                  <a:srgbClr val="FF0000"/>
                </a:solidFill>
              </a:rPr>
              <a:t>real </a:t>
            </a:r>
            <a:r>
              <a:rPr lang="en" sz="1200"/>
              <a:t>types inside the body of the class, i.e. as </a:t>
            </a:r>
            <a:r>
              <a:rPr b="1" i="1" lang="en" sz="1200">
                <a:solidFill>
                  <a:srgbClr val="FF0000"/>
                </a:solidFill>
              </a:rPr>
              <a:t>fields</a:t>
            </a:r>
            <a:r>
              <a:rPr lang="en" sz="1200"/>
              <a:t>, </a:t>
            </a:r>
            <a:r>
              <a:rPr b="1" i="1" lang="en" sz="1200">
                <a:solidFill>
                  <a:srgbClr val="FF0000"/>
                </a:solidFill>
              </a:rPr>
              <a:t>parameters</a:t>
            </a:r>
            <a:r>
              <a:rPr lang="en" sz="1200"/>
              <a:t>, and </a:t>
            </a:r>
            <a:r>
              <a:rPr b="1" i="1" lang="en" sz="1200">
                <a:solidFill>
                  <a:srgbClr val="FF0000"/>
                </a:solidFill>
              </a:rPr>
              <a:t>return values</a:t>
            </a:r>
            <a:r>
              <a:rPr lang="en" sz="1200"/>
              <a:t>.</a:t>
            </a:r>
            <a:endParaRPr sz="1200"/>
          </a:p>
        </p:txBody>
      </p:sp>
      <p:sp>
        <p:nvSpPr>
          <p:cNvPr id="809" name="Google Shape;809;p85"/>
          <p:cNvSpPr txBox="1"/>
          <p:nvPr>
            <p:ph idx="3" type="body"/>
          </p:nvPr>
        </p:nvSpPr>
        <p:spPr>
          <a:xfrm>
            <a:off x="5192225" y="4526075"/>
            <a:ext cx="3706500" cy="455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When a variable of the </a:t>
            </a:r>
            <a:r>
              <a:rPr b="1" i="1" lang="en" sz="1200">
                <a:solidFill>
                  <a:srgbClr val="FF0000"/>
                </a:solidFill>
              </a:rPr>
              <a:t>generic class</a:t>
            </a:r>
            <a:r>
              <a:rPr lang="en" sz="1200">
                <a:solidFill>
                  <a:srgbClr val="FF0000"/>
                </a:solidFill>
              </a:rPr>
              <a:t> </a:t>
            </a:r>
            <a:r>
              <a:rPr lang="en" sz="1200"/>
              <a:t>is declared, </a:t>
            </a:r>
            <a:r>
              <a:rPr b="1" i="1" lang="en" sz="1200">
                <a:solidFill>
                  <a:srgbClr val="FF0000"/>
                </a:solidFill>
              </a:rPr>
              <a:t>real types</a:t>
            </a:r>
            <a:r>
              <a:rPr lang="en" sz="1200">
                <a:solidFill>
                  <a:srgbClr val="FF0000"/>
                </a:solidFill>
              </a:rPr>
              <a:t> </a:t>
            </a:r>
            <a:r>
              <a:rPr lang="en" sz="1200"/>
              <a:t>are substituted for the </a:t>
            </a:r>
            <a:r>
              <a:rPr b="1" i="1" lang="en" sz="1200">
                <a:solidFill>
                  <a:srgbClr val="FF0000"/>
                </a:solidFill>
              </a:rPr>
              <a:t>fake</a:t>
            </a:r>
            <a:r>
              <a:rPr lang="en" sz="1200">
                <a:solidFill>
                  <a:srgbClr val="FF0000"/>
                </a:solidFill>
              </a:rPr>
              <a:t> </a:t>
            </a:r>
            <a:r>
              <a:rPr lang="en" sz="1200"/>
              <a:t>ones.</a:t>
            </a:r>
            <a:endParaRPr sz="1200"/>
          </a:p>
        </p:txBody>
      </p:sp>
      <p:grpSp>
        <p:nvGrpSpPr>
          <p:cNvPr id="810" name="Google Shape;810;p85"/>
          <p:cNvGrpSpPr/>
          <p:nvPr/>
        </p:nvGrpSpPr>
        <p:grpSpPr>
          <a:xfrm>
            <a:off x="7003025" y="1079800"/>
            <a:ext cx="267600" cy="469500"/>
            <a:chOff x="7003025" y="1079800"/>
            <a:chExt cx="267600" cy="469500"/>
          </a:xfrm>
        </p:grpSpPr>
        <p:sp>
          <p:nvSpPr>
            <p:cNvPr id="811" name="Google Shape;811;p85"/>
            <p:cNvSpPr/>
            <p:nvPr/>
          </p:nvSpPr>
          <p:spPr>
            <a:xfrm>
              <a:off x="7003025" y="1329400"/>
              <a:ext cx="267600" cy="2199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12" name="Google Shape;812;p85"/>
            <p:cNvCxnSpPr>
              <a:stCxn id="811" idx="0"/>
            </p:cNvCxnSpPr>
            <p:nvPr/>
          </p:nvCxnSpPr>
          <p:spPr>
            <a:xfrm rot="10800000">
              <a:off x="7136825" y="1079800"/>
              <a:ext cx="0" cy="249600"/>
            </a:xfrm>
            <a:prstGeom prst="straightConnector1">
              <a:avLst/>
            </a:prstGeom>
            <a:noFill/>
            <a:ln cap="flat" cmpd="sng" w="19050">
              <a:solidFill>
                <a:srgbClr val="FF0000"/>
              </a:solidFill>
              <a:prstDash val="solid"/>
              <a:round/>
              <a:headEnd len="med" w="med" type="none"/>
              <a:tailEnd len="med" w="med" type="none"/>
            </a:ln>
          </p:spPr>
        </p:cxnSp>
      </p:grpSp>
      <p:sp>
        <p:nvSpPr>
          <p:cNvPr id="813" name="Google Shape;813;p85"/>
          <p:cNvSpPr txBox="1"/>
          <p:nvPr>
            <p:ph idx="3" type="body"/>
          </p:nvPr>
        </p:nvSpPr>
        <p:spPr>
          <a:xfrm>
            <a:off x="5188525" y="728125"/>
            <a:ext cx="3706500" cy="455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A </a:t>
            </a:r>
            <a:r>
              <a:rPr b="1" i="1" lang="en" sz="1200">
                <a:solidFill>
                  <a:srgbClr val="FF0000"/>
                </a:solidFill>
              </a:rPr>
              <a:t>generic class</a:t>
            </a:r>
            <a:r>
              <a:rPr lang="en" sz="1200"/>
              <a:t> declares one or more </a:t>
            </a:r>
            <a:r>
              <a:rPr b="1" i="1" lang="en" sz="1200">
                <a:solidFill>
                  <a:srgbClr val="FF0000"/>
                </a:solidFill>
              </a:rPr>
              <a:t>type parameters</a:t>
            </a:r>
            <a:r>
              <a:rPr lang="en" sz="1200"/>
              <a:t> in angle brackets (</a:t>
            </a:r>
            <a:r>
              <a:rPr lang="en" sz="1200">
                <a:solidFill>
                  <a:srgbClr val="FF0000"/>
                </a:solidFill>
                <a:latin typeface="Courier New"/>
                <a:ea typeface="Courier New"/>
                <a:cs typeface="Courier New"/>
                <a:sym typeface="Courier New"/>
              </a:rPr>
              <a:t>&lt;&gt;</a:t>
            </a:r>
            <a:r>
              <a:rPr lang="en" sz="1200"/>
              <a:t>).</a:t>
            </a:r>
            <a:endParaRPr sz="1200"/>
          </a:p>
        </p:txBody>
      </p:sp>
      <p:grpSp>
        <p:nvGrpSpPr>
          <p:cNvPr id="814" name="Google Shape;814;p85"/>
          <p:cNvGrpSpPr/>
          <p:nvPr/>
        </p:nvGrpSpPr>
        <p:grpSpPr>
          <a:xfrm>
            <a:off x="7145105" y="3003225"/>
            <a:ext cx="838800" cy="799350"/>
            <a:chOff x="7145105" y="3003225"/>
            <a:chExt cx="838800" cy="799350"/>
          </a:xfrm>
        </p:grpSpPr>
        <p:sp>
          <p:nvSpPr>
            <p:cNvPr id="815" name="Google Shape;815;p85"/>
            <p:cNvSpPr/>
            <p:nvPr/>
          </p:nvSpPr>
          <p:spPr>
            <a:xfrm>
              <a:off x="7145105" y="3003225"/>
              <a:ext cx="267600" cy="2199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16" name="Google Shape;816;p85"/>
            <p:cNvCxnSpPr>
              <a:stCxn id="815" idx="3"/>
            </p:cNvCxnSpPr>
            <p:nvPr/>
          </p:nvCxnSpPr>
          <p:spPr>
            <a:xfrm>
              <a:off x="7412705" y="3113175"/>
              <a:ext cx="571200" cy="689400"/>
            </a:xfrm>
            <a:prstGeom prst="bentConnector2">
              <a:avLst/>
            </a:prstGeom>
            <a:noFill/>
            <a:ln cap="flat" cmpd="sng" w="19050">
              <a:solidFill>
                <a:srgbClr val="FF0000"/>
              </a:solidFill>
              <a:prstDash val="solid"/>
              <a:round/>
              <a:headEnd len="med" w="med" type="none"/>
              <a:tailEnd len="med" w="med" type="none"/>
            </a:ln>
          </p:spPr>
        </p:cxnSp>
      </p:grpSp>
      <p:grpSp>
        <p:nvGrpSpPr>
          <p:cNvPr id="817" name="Google Shape;817;p85"/>
          <p:cNvGrpSpPr/>
          <p:nvPr/>
        </p:nvGrpSpPr>
        <p:grpSpPr>
          <a:xfrm>
            <a:off x="5867550" y="2381125"/>
            <a:ext cx="560400" cy="1409550"/>
            <a:chOff x="5867550" y="2381125"/>
            <a:chExt cx="560400" cy="1409550"/>
          </a:xfrm>
        </p:grpSpPr>
        <p:sp>
          <p:nvSpPr>
            <p:cNvPr id="818" name="Google Shape;818;p85"/>
            <p:cNvSpPr/>
            <p:nvPr/>
          </p:nvSpPr>
          <p:spPr>
            <a:xfrm>
              <a:off x="6160350" y="2381125"/>
              <a:ext cx="267600" cy="2199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19" name="Google Shape;819;p85"/>
            <p:cNvCxnSpPr>
              <a:stCxn id="818" idx="1"/>
            </p:cNvCxnSpPr>
            <p:nvPr/>
          </p:nvCxnSpPr>
          <p:spPr>
            <a:xfrm flipH="1">
              <a:off x="5867550" y="2491075"/>
              <a:ext cx="292800" cy="1299600"/>
            </a:xfrm>
            <a:prstGeom prst="bentConnector2">
              <a:avLst/>
            </a:prstGeom>
            <a:noFill/>
            <a:ln cap="flat" cmpd="sng" w="19050">
              <a:solidFill>
                <a:srgbClr val="FF0000"/>
              </a:solidFill>
              <a:prstDash val="solid"/>
              <a:round/>
              <a:headEnd len="med" w="med" type="none"/>
              <a:tailEnd len="med" w="med" type="none"/>
            </a:ln>
          </p:spPr>
        </p:cxnSp>
      </p:grpSp>
      <p:grpSp>
        <p:nvGrpSpPr>
          <p:cNvPr id="820" name="Google Shape;820;p85"/>
          <p:cNvGrpSpPr/>
          <p:nvPr/>
        </p:nvGrpSpPr>
        <p:grpSpPr>
          <a:xfrm>
            <a:off x="5516575" y="1481800"/>
            <a:ext cx="984900" cy="2308950"/>
            <a:chOff x="5516575" y="1481800"/>
            <a:chExt cx="984900" cy="2308950"/>
          </a:xfrm>
        </p:grpSpPr>
        <p:sp>
          <p:nvSpPr>
            <p:cNvPr id="821" name="Google Shape;821;p85"/>
            <p:cNvSpPr/>
            <p:nvPr/>
          </p:nvSpPr>
          <p:spPr>
            <a:xfrm>
              <a:off x="6233875" y="1481800"/>
              <a:ext cx="267600" cy="2199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22" name="Google Shape;822;p85"/>
            <p:cNvCxnSpPr>
              <a:stCxn id="821" idx="1"/>
            </p:cNvCxnSpPr>
            <p:nvPr/>
          </p:nvCxnSpPr>
          <p:spPr>
            <a:xfrm flipH="1">
              <a:off x="5516575" y="1591750"/>
              <a:ext cx="717300" cy="2199000"/>
            </a:xfrm>
            <a:prstGeom prst="bentConnector2">
              <a:avLst/>
            </a:prstGeom>
            <a:noFill/>
            <a:ln cap="flat" cmpd="sng" w="19050">
              <a:solidFill>
                <a:srgbClr val="FF0000"/>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5">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5">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5">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5">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5">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5">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5">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5">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5">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05">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13"/>
                                        </p:tgtEl>
                                        <p:attrNameLst>
                                          <p:attrName>style.visibility</p:attrName>
                                        </p:attrNameLst>
                                      </p:cBhvr>
                                      <p:to>
                                        <p:strVal val="visible"/>
                                      </p:to>
                                    </p:set>
                                    <p:animEffect filter="fade" transition="in">
                                      <p:cBhvr>
                                        <p:cTn dur="1000"/>
                                        <p:tgtEl>
                                          <p:spTgt spid="81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10"/>
                                        </p:tgtEl>
                                        <p:attrNameLst>
                                          <p:attrName>style.visibility</p:attrName>
                                        </p:attrNameLst>
                                      </p:cBhvr>
                                      <p:to>
                                        <p:strVal val="visible"/>
                                      </p:to>
                                    </p:set>
                                    <p:animEffect filter="fade" transition="in">
                                      <p:cBhvr>
                                        <p:cTn dur="1000"/>
                                        <p:tgtEl>
                                          <p:spTgt spid="810"/>
                                        </p:tgtEl>
                                      </p:cBhvr>
                                    </p:animEffect>
                                  </p:childTnLst>
                                </p:cTn>
                              </p:par>
                              <p:par>
                                <p:cTn fill="hold" nodeType="withEffect" presetClass="entr" presetID="10" presetSubtype="0">
                                  <p:stCondLst>
                                    <p:cond delay="0"/>
                                  </p:stCondLst>
                                  <p:childTnLst>
                                    <p:set>
                                      <p:cBhvr>
                                        <p:cTn dur="1" fill="hold">
                                          <p:stCondLst>
                                            <p:cond delay="0"/>
                                          </p:stCondLst>
                                        </p:cTn>
                                        <p:tgtEl>
                                          <p:spTgt spid="806"/>
                                        </p:tgtEl>
                                        <p:attrNameLst>
                                          <p:attrName>style.visibility</p:attrName>
                                        </p:attrNameLst>
                                      </p:cBhvr>
                                      <p:to>
                                        <p:strVal val="visible"/>
                                      </p:to>
                                    </p:set>
                                    <p:animEffect filter="fade" transition="in">
                                      <p:cBhvr>
                                        <p:cTn dur="1000"/>
                                        <p:tgtEl>
                                          <p:spTgt spid="80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8"/>
                                        </p:tgtEl>
                                        <p:attrNameLst>
                                          <p:attrName>style.visibility</p:attrName>
                                        </p:attrNameLst>
                                      </p:cBhvr>
                                      <p:to>
                                        <p:strVal val="visible"/>
                                      </p:to>
                                    </p:set>
                                    <p:animEffect filter="fade" transition="in">
                                      <p:cBhvr>
                                        <p:cTn dur="1000"/>
                                        <p:tgtEl>
                                          <p:spTgt spid="80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20"/>
                                        </p:tgtEl>
                                        <p:attrNameLst>
                                          <p:attrName>style.visibility</p:attrName>
                                        </p:attrNameLst>
                                      </p:cBhvr>
                                      <p:to>
                                        <p:strVal val="visible"/>
                                      </p:to>
                                    </p:set>
                                    <p:animEffect filter="fade" transition="in">
                                      <p:cBhvr>
                                        <p:cTn dur="1000"/>
                                        <p:tgtEl>
                                          <p:spTgt spid="820"/>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817"/>
                                        </p:tgtEl>
                                        <p:attrNameLst>
                                          <p:attrName>style.visibility</p:attrName>
                                        </p:attrNameLst>
                                      </p:cBhvr>
                                      <p:to>
                                        <p:strVal val="visible"/>
                                      </p:to>
                                    </p:set>
                                    <p:animEffect filter="fade" transition="in">
                                      <p:cBhvr>
                                        <p:cTn dur="1000"/>
                                        <p:tgtEl>
                                          <p:spTgt spid="817"/>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814"/>
                                        </p:tgtEl>
                                        <p:attrNameLst>
                                          <p:attrName>style.visibility</p:attrName>
                                        </p:attrNameLst>
                                      </p:cBhvr>
                                      <p:to>
                                        <p:strVal val="visible"/>
                                      </p:to>
                                    </p:set>
                                    <p:animEffect filter="fade" transition="in">
                                      <p:cBhvr>
                                        <p:cTn dur="1000"/>
                                        <p:tgtEl>
                                          <p:spTgt spid="81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09"/>
                                        </p:tgtEl>
                                        <p:attrNameLst>
                                          <p:attrName>style.visibility</p:attrName>
                                        </p:attrNameLst>
                                      </p:cBhvr>
                                      <p:to>
                                        <p:strVal val="visible"/>
                                      </p:to>
                                    </p:set>
                                    <p:animEffect filter="fade" transition="in">
                                      <p:cBhvr>
                                        <p:cTn dur="1000"/>
                                        <p:tgtEl>
                                          <p:spTgt spid="80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26" name="Shape 826"/>
        <p:cNvGrpSpPr/>
        <p:nvPr/>
      </p:nvGrpSpPr>
      <p:grpSpPr>
        <a:xfrm>
          <a:off x="0" y="0"/>
          <a:ext cx="0" cy="0"/>
          <a:chOff x="0" y="0"/>
          <a:chExt cx="0" cy="0"/>
        </a:xfrm>
      </p:grpSpPr>
      <p:sp>
        <p:nvSpPr>
          <p:cNvPr id="827" name="Google Shape;827;p86"/>
          <p:cNvSpPr txBox="1"/>
          <p:nvPr>
            <p:ph idx="4294967295" type="body"/>
          </p:nvPr>
        </p:nvSpPr>
        <p:spPr>
          <a:xfrm>
            <a:off x="2916013" y="2786835"/>
            <a:ext cx="3253200" cy="9666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SzPts val="1300"/>
              <a:buNone/>
            </a:pPr>
            <a:r>
              <a:t/>
            </a:r>
            <a:endParaRPr sz="1000">
              <a:solidFill>
                <a:srgbClr val="4EC9B0"/>
              </a:solidFill>
              <a:latin typeface="Consolas"/>
              <a:ea typeface="Consolas"/>
              <a:cs typeface="Consolas"/>
              <a:sym typeface="Consolas"/>
            </a:endParaRPr>
          </a:p>
        </p:txBody>
      </p:sp>
      <p:sp>
        <p:nvSpPr>
          <p:cNvPr id="828" name="Google Shape;828;p86"/>
          <p:cNvSpPr txBox="1"/>
          <p:nvPr/>
        </p:nvSpPr>
        <p:spPr>
          <a:xfrm>
            <a:off x="2913666" y="3267953"/>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Consolas"/>
                <a:ea typeface="Consolas"/>
                <a:cs typeface="Consolas"/>
                <a:sym typeface="Consolas"/>
              </a:rPr>
              <a:t>c.setValue(</a:t>
            </a:r>
            <a:r>
              <a:rPr lang="en" sz="1000">
                <a:solidFill>
                  <a:srgbClr val="098658"/>
                </a:solidFill>
                <a:latin typeface="Consolas"/>
                <a:ea typeface="Consolas"/>
                <a:cs typeface="Consolas"/>
                <a:sym typeface="Consolas"/>
              </a:rPr>
              <a:t>123</a:t>
            </a:r>
            <a:r>
              <a:rPr lang="en" sz="1000">
                <a:latin typeface="Consolas"/>
                <a:ea typeface="Consolas"/>
                <a:cs typeface="Consolas"/>
                <a:sym typeface="Consolas"/>
              </a:rPr>
              <a:t>);</a:t>
            </a:r>
            <a:endParaRPr/>
          </a:p>
        </p:txBody>
      </p:sp>
      <p:sp>
        <p:nvSpPr>
          <p:cNvPr id="829" name="Google Shape;829;p86"/>
          <p:cNvSpPr txBox="1"/>
          <p:nvPr>
            <p:ph idx="12" type="sldNum"/>
          </p:nvPr>
        </p:nvSpPr>
        <p:spPr>
          <a:xfrm>
            <a:off x="8605618" y="47394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830" name="Google Shape;830;p86"/>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A Closer Look at Generics</a:t>
            </a:r>
            <a:endParaRPr/>
          </a:p>
        </p:txBody>
      </p:sp>
      <p:sp>
        <p:nvSpPr>
          <p:cNvPr id="831" name="Google Shape;831;p86"/>
          <p:cNvSpPr txBox="1"/>
          <p:nvPr>
            <p:ph idx="4294967295" type="body"/>
          </p:nvPr>
        </p:nvSpPr>
        <p:spPr>
          <a:xfrm>
            <a:off x="196300" y="2088208"/>
            <a:ext cx="2556600" cy="1965000"/>
          </a:xfrm>
          <a:prstGeom prst="rect">
            <a:avLst/>
          </a:prstGeom>
          <a:solidFill>
            <a:schemeClr val="lt1"/>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800">
                <a:solidFill>
                  <a:srgbClr val="6AA84F"/>
                </a:solidFill>
                <a:latin typeface="Consolas"/>
                <a:ea typeface="Consolas"/>
                <a:cs typeface="Consolas"/>
                <a:sym typeface="Consolas"/>
              </a:rPr>
              <a:t>1  </a:t>
            </a:r>
            <a:r>
              <a:rPr lang="en" sz="800">
                <a:solidFill>
                  <a:srgbClr val="0000FF"/>
                </a:solidFill>
                <a:latin typeface="Consolas"/>
                <a:ea typeface="Consolas"/>
                <a:cs typeface="Consolas"/>
                <a:sym typeface="Consolas"/>
              </a:rPr>
              <a:t>public</a:t>
            </a:r>
            <a:r>
              <a:rPr lang="en" sz="800">
                <a:solidFill>
                  <a:srgbClr val="000000"/>
                </a:solidFill>
                <a:latin typeface="Consolas"/>
                <a:ea typeface="Consolas"/>
                <a:cs typeface="Consolas"/>
                <a:sym typeface="Consolas"/>
              </a:rPr>
              <a:t> </a:t>
            </a:r>
            <a:r>
              <a:rPr lang="en" sz="800">
                <a:solidFill>
                  <a:srgbClr val="0000FF"/>
                </a:solidFill>
                <a:latin typeface="Consolas"/>
                <a:ea typeface="Consolas"/>
                <a:cs typeface="Consolas"/>
                <a:sym typeface="Consolas"/>
              </a:rPr>
              <a:t>class</a:t>
            </a:r>
            <a:r>
              <a:rPr lang="en" sz="800">
                <a:solidFill>
                  <a:srgbClr val="000000"/>
                </a:solidFill>
                <a:latin typeface="Consolas"/>
                <a:ea typeface="Consolas"/>
                <a:cs typeface="Consolas"/>
                <a:sym typeface="Consolas"/>
              </a:rPr>
              <a:t> Container&lt;</a:t>
            </a:r>
            <a:r>
              <a:rPr lang="en" sz="800">
                <a:solidFill>
                  <a:srgbClr val="0000FF"/>
                </a:solidFill>
                <a:latin typeface="Consolas"/>
                <a:ea typeface="Consolas"/>
                <a:cs typeface="Consolas"/>
                <a:sym typeface="Consolas"/>
              </a:rPr>
              <a:t>T</a:t>
            </a:r>
            <a:r>
              <a:rPr lang="en" sz="800">
                <a:solidFill>
                  <a:srgbClr val="000000"/>
                </a:solidFill>
                <a:latin typeface="Consolas"/>
                <a:ea typeface="Consolas"/>
                <a:cs typeface="Consolas"/>
                <a:sym typeface="Consolas"/>
              </a:rPr>
              <a:t>&gt; {</a:t>
            </a:r>
            <a:endParaRPr sz="8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6AA84F"/>
                </a:solidFill>
                <a:latin typeface="Consolas"/>
                <a:ea typeface="Consolas"/>
                <a:cs typeface="Consolas"/>
                <a:sym typeface="Consolas"/>
              </a:rPr>
              <a:t>2  </a:t>
            </a:r>
            <a:r>
              <a:rPr lang="en" sz="800">
                <a:solidFill>
                  <a:srgbClr val="000000"/>
                </a:solidFill>
                <a:latin typeface="Consolas"/>
                <a:ea typeface="Consolas"/>
                <a:cs typeface="Consolas"/>
                <a:sym typeface="Consolas"/>
              </a:rPr>
              <a:t>    </a:t>
            </a:r>
            <a:r>
              <a:rPr lang="en" sz="800">
                <a:solidFill>
                  <a:srgbClr val="0000FF"/>
                </a:solidFill>
                <a:latin typeface="Consolas"/>
                <a:ea typeface="Consolas"/>
                <a:cs typeface="Consolas"/>
                <a:sym typeface="Consolas"/>
              </a:rPr>
              <a:t>private</a:t>
            </a:r>
            <a:r>
              <a:rPr lang="en" sz="800">
                <a:solidFill>
                  <a:srgbClr val="000000"/>
                </a:solidFill>
                <a:latin typeface="Consolas"/>
                <a:ea typeface="Consolas"/>
                <a:cs typeface="Consolas"/>
                <a:sym typeface="Consolas"/>
              </a:rPr>
              <a:t> </a:t>
            </a:r>
            <a:r>
              <a:rPr lang="en" sz="800">
                <a:solidFill>
                  <a:srgbClr val="0000FF"/>
                </a:solidFill>
                <a:latin typeface="Consolas"/>
                <a:ea typeface="Consolas"/>
                <a:cs typeface="Consolas"/>
                <a:sym typeface="Consolas"/>
              </a:rPr>
              <a:t>T</a:t>
            </a:r>
            <a:r>
              <a:rPr lang="en" sz="800">
                <a:solidFill>
                  <a:srgbClr val="000000"/>
                </a:solidFill>
                <a:latin typeface="Consolas"/>
                <a:ea typeface="Consolas"/>
                <a:cs typeface="Consolas"/>
                <a:sym typeface="Consolas"/>
              </a:rPr>
              <a:t> value;  </a:t>
            </a:r>
            <a:endParaRPr sz="8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6AA84F"/>
                </a:solidFill>
                <a:latin typeface="Consolas"/>
                <a:ea typeface="Consolas"/>
                <a:cs typeface="Consolas"/>
                <a:sym typeface="Consolas"/>
              </a:rPr>
              <a:t>3  </a:t>
            </a:r>
            <a:r>
              <a:rPr lang="en" sz="800">
                <a:solidFill>
                  <a:srgbClr val="000000"/>
                </a:solidFill>
                <a:latin typeface="Consolas"/>
                <a:ea typeface="Consolas"/>
                <a:cs typeface="Consolas"/>
                <a:sym typeface="Consolas"/>
              </a:rPr>
              <a:t>   </a:t>
            </a:r>
            <a:endParaRPr sz="8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6AA84F"/>
                </a:solidFill>
                <a:latin typeface="Consolas"/>
                <a:ea typeface="Consolas"/>
                <a:cs typeface="Consolas"/>
                <a:sym typeface="Consolas"/>
              </a:rPr>
              <a:t>4  </a:t>
            </a:r>
            <a:r>
              <a:rPr lang="en" sz="800">
                <a:solidFill>
                  <a:srgbClr val="000000"/>
                </a:solidFill>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solidFill>
                  <a:srgbClr val="000000"/>
                </a:solidFill>
                <a:latin typeface="Consolas"/>
                <a:ea typeface="Consolas"/>
                <a:cs typeface="Consolas"/>
                <a:sym typeface="Consolas"/>
              </a:rPr>
              <a:t> Container(</a:t>
            </a:r>
            <a:r>
              <a:rPr lang="en" sz="800">
                <a:solidFill>
                  <a:srgbClr val="0000FF"/>
                </a:solidFill>
                <a:latin typeface="Consolas"/>
                <a:ea typeface="Consolas"/>
                <a:cs typeface="Consolas"/>
                <a:sym typeface="Consolas"/>
              </a:rPr>
              <a:t>T</a:t>
            </a:r>
            <a:r>
              <a:rPr lang="en" sz="800">
                <a:solidFill>
                  <a:srgbClr val="000000"/>
                </a:solidFill>
                <a:latin typeface="Consolas"/>
                <a:ea typeface="Consolas"/>
                <a:cs typeface="Consolas"/>
                <a:sym typeface="Consolas"/>
              </a:rPr>
              <a:t> value) {</a:t>
            </a:r>
            <a:endParaRPr sz="8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6AA84F"/>
                </a:solidFill>
                <a:latin typeface="Consolas"/>
                <a:ea typeface="Consolas"/>
                <a:cs typeface="Consolas"/>
                <a:sym typeface="Consolas"/>
              </a:rPr>
              <a:t>5  </a:t>
            </a:r>
            <a:r>
              <a:rPr lang="en" sz="800">
                <a:solidFill>
                  <a:srgbClr val="000000"/>
                </a:solidFill>
                <a:latin typeface="Consolas"/>
                <a:ea typeface="Consolas"/>
                <a:cs typeface="Consolas"/>
                <a:sym typeface="Consolas"/>
              </a:rPr>
              <a:t>        </a:t>
            </a:r>
            <a:r>
              <a:rPr lang="en" sz="800">
                <a:solidFill>
                  <a:srgbClr val="0000FF"/>
                </a:solidFill>
                <a:latin typeface="Consolas"/>
                <a:ea typeface="Consolas"/>
                <a:cs typeface="Consolas"/>
                <a:sym typeface="Consolas"/>
              </a:rPr>
              <a:t>this</a:t>
            </a:r>
            <a:r>
              <a:rPr lang="en" sz="800">
                <a:solidFill>
                  <a:srgbClr val="000000"/>
                </a:solidFill>
                <a:latin typeface="Consolas"/>
                <a:ea typeface="Consolas"/>
                <a:cs typeface="Consolas"/>
                <a:sym typeface="Consolas"/>
              </a:rPr>
              <a:t>.value = value;</a:t>
            </a:r>
            <a:endParaRPr sz="8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6AA84F"/>
                </a:solidFill>
                <a:latin typeface="Consolas"/>
                <a:ea typeface="Consolas"/>
                <a:cs typeface="Consolas"/>
                <a:sym typeface="Consolas"/>
              </a:rPr>
              <a:t>6  </a:t>
            </a:r>
            <a:r>
              <a:rPr lang="en" sz="800">
                <a:solidFill>
                  <a:srgbClr val="000000"/>
                </a:solidFill>
                <a:latin typeface="Consolas"/>
                <a:ea typeface="Consolas"/>
                <a:cs typeface="Consolas"/>
                <a:sym typeface="Consolas"/>
              </a:rPr>
              <a:t>    }</a:t>
            </a:r>
            <a:endParaRPr sz="8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6AA84F"/>
                </a:solidFill>
                <a:latin typeface="Consolas"/>
                <a:ea typeface="Consolas"/>
                <a:cs typeface="Consolas"/>
                <a:sym typeface="Consolas"/>
              </a:rPr>
              <a:t>7  </a:t>
            </a:r>
            <a:r>
              <a:rPr lang="en" sz="800">
                <a:solidFill>
                  <a:srgbClr val="000000"/>
                </a:solidFill>
                <a:latin typeface="Consolas"/>
                <a:ea typeface="Consolas"/>
                <a:cs typeface="Consolas"/>
                <a:sym typeface="Consolas"/>
              </a:rPr>
              <a:t>     </a:t>
            </a:r>
            <a:endParaRPr sz="8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6AA84F"/>
                </a:solidFill>
                <a:latin typeface="Consolas"/>
                <a:ea typeface="Consolas"/>
                <a:cs typeface="Consolas"/>
                <a:sym typeface="Consolas"/>
              </a:rPr>
              <a:t>8  </a:t>
            </a:r>
            <a:r>
              <a:rPr lang="en" sz="800">
                <a:solidFill>
                  <a:srgbClr val="000000"/>
                </a:solidFill>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solidFill>
                  <a:srgbClr val="000000"/>
                </a:solidFill>
                <a:latin typeface="Consolas"/>
                <a:ea typeface="Consolas"/>
                <a:cs typeface="Consolas"/>
                <a:sym typeface="Consolas"/>
              </a:rPr>
              <a:t> </a:t>
            </a:r>
            <a:r>
              <a:rPr lang="en" sz="800">
                <a:solidFill>
                  <a:srgbClr val="0000FF"/>
                </a:solidFill>
                <a:latin typeface="Consolas"/>
                <a:ea typeface="Consolas"/>
                <a:cs typeface="Consolas"/>
                <a:sym typeface="Consolas"/>
              </a:rPr>
              <a:t>T</a:t>
            </a:r>
            <a:r>
              <a:rPr lang="en" sz="800">
                <a:solidFill>
                  <a:srgbClr val="000000"/>
                </a:solidFill>
                <a:latin typeface="Consolas"/>
                <a:ea typeface="Consolas"/>
                <a:cs typeface="Consolas"/>
                <a:sym typeface="Consolas"/>
              </a:rPr>
              <a:t> getValue() {</a:t>
            </a:r>
            <a:endParaRPr sz="8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6AA84F"/>
                </a:solidFill>
                <a:latin typeface="Consolas"/>
                <a:ea typeface="Consolas"/>
                <a:cs typeface="Consolas"/>
                <a:sym typeface="Consolas"/>
              </a:rPr>
              <a:t>9  </a:t>
            </a:r>
            <a:r>
              <a:rPr lang="en" sz="800">
                <a:solidFill>
                  <a:srgbClr val="000000"/>
                </a:solidFill>
                <a:latin typeface="Consolas"/>
                <a:ea typeface="Consolas"/>
                <a:cs typeface="Consolas"/>
                <a:sym typeface="Consolas"/>
              </a:rPr>
              <a:t>        </a:t>
            </a:r>
            <a:r>
              <a:rPr lang="en" sz="800">
                <a:solidFill>
                  <a:srgbClr val="0000FF"/>
                </a:solidFill>
                <a:latin typeface="Consolas"/>
                <a:ea typeface="Consolas"/>
                <a:cs typeface="Consolas"/>
                <a:sym typeface="Consolas"/>
              </a:rPr>
              <a:t>return</a:t>
            </a:r>
            <a:r>
              <a:rPr lang="en" sz="800">
                <a:solidFill>
                  <a:srgbClr val="000000"/>
                </a:solidFill>
                <a:latin typeface="Consolas"/>
                <a:ea typeface="Consolas"/>
                <a:cs typeface="Consolas"/>
                <a:sym typeface="Consolas"/>
              </a:rPr>
              <a:t> value;</a:t>
            </a:r>
            <a:endParaRPr sz="8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6AA84F"/>
                </a:solidFill>
                <a:latin typeface="Consolas"/>
                <a:ea typeface="Consolas"/>
                <a:cs typeface="Consolas"/>
                <a:sym typeface="Consolas"/>
              </a:rPr>
              <a:t>10 </a:t>
            </a:r>
            <a:r>
              <a:rPr lang="en" sz="800">
                <a:solidFill>
                  <a:srgbClr val="000000"/>
                </a:solidFill>
                <a:latin typeface="Consolas"/>
                <a:ea typeface="Consolas"/>
                <a:cs typeface="Consolas"/>
                <a:sym typeface="Consolas"/>
              </a:rPr>
              <a:t>    }</a:t>
            </a:r>
            <a:endParaRPr sz="8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6AA84F"/>
                </a:solidFill>
                <a:latin typeface="Consolas"/>
                <a:ea typeface="Consolas"/>
                <a:cs typeface="Consolas"/>
                <a:sym typeface="Consolas"/>
              </a:rPr>
              <a:t>11  </a:t>
            </a:r>
            <a:r>
              <a:rPr lang="en" sz="800">
                <a:solidFill>
                  <a:srgbClr val="000000"/>
                </a:solidFill>
                <a:latin typeface="Consolas"/>
                <a:ea typeface="Consolas"/>
                <a:cs typeface="Consolas"/>
                <a:sym typeface="Consolas"/>
              </a:rPr>
              <a:t>     </a:t>
            </a:r>
            <a:endParaRPr sz="8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6AA84F"/>
                </a:solidFill>
                <a:latin typeface="Consolas"/>
                <a:ea typeface="Consolas"/>
                <a:cs typeface="Consolas"/>
                <a:sym typeface="Consolas"/>
              </a:rPr>
              <a:t>12 </a:t>
            </a:r>
            <a:r>
              <a:rPr lang="en" sz="800">
                <a:solidFill>
                  <a:srgbClr val="000000"/>
                </a:solidFill>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solidFill>
                  <a:srgbClr val="000000"/>
                </a:solidFill>
                <a:latin typeface="Consolas"/>
                <a:ea typeface="Consolas"/>
                <a:cs typeface="Consolas"/>
                <a:sym typeface="Consolas"/>
              </a:rPr>
              <a:t> </a:t>
            </a:r>
            <a:r>
              <a:rPr lang="en" sz="800">
                <a:solidFill>
                  <a:srgbClr val="0000FF"/>
                </a:solidFill>
                <a:latin typeface="Consolas"/>
                <a:ea typeface="Consolas"/>
                <a:cs typeface="Consolas"/>
                <a:sym typeface="Consolas"/>
              </a:rPr>
              <a:t>void</a:t>
            </a:r>
            <a:r>
              <a:rPr lang="en" sz="800">
                <a:solidFill>
                  <a:srgbClr val="000000"/>
                </a:solidFill>
                <a:latin typeface="Consolas"/>
                <a:ea typeface="Consolas"/>
                <a:cs typeface="Consolas"/>
                <a:sym typeface="Consolas"/>
              </a:rPr>
              <a:t> setValue(</a:t>
            </a:r>
            <a:r>
              <a:rPr lang="en" sz="800">
                <a:solidFill>
                  <a:srgbClr val="0000FF"/>
                </a:solidFill>
                <a:latin typeface="Consolas"/>
                <a:ea typeface="Consolas"/>
                <a:cs typeface="Consolas"/>
                <a:sym typeface="Consolas"/>
              </a:rPr>
              <a:t>T</a:t>
            </a:r>
            <a:r>
              <a:rPr lang="en" sz="800">
                <a:solidFill>
                  <a:srgbClr val="000000"/>
                </a:solidFill>
                <a:latin typeface="Consolas"/>
                <a:ea typeface="Consolas"/>
                <a:cs typeface="Consolas"/>
                <a:sym typeface="Consolas"/>
              </a:rPr>
              <a:t> value) {</a:t>
            </a:r>
            <a:endParaRPr sz="8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6AA84F"/>
                </a:solidFill>
                <a:latin typeface="Consolas"/>
                <a:ea typeface="Consolas"/>
                <a:cs typeface="Consolas"/>
                <a:sym typeface="Consolas"/>
              </a:rPr>
              <a:t>13 </a:t>
            </a:r>
            <a:r>
              <a:rPr lang="en" sz="800">
                <a:solidFill>
                  <a:srgbClr val="000000"/>
                </a:solidFill>
                <a:latin typeface="Consolas"/>
                <a:ea typeface="Consolas"/>
                <a:cs typeface="Consolas"/>
                <a:sym typeface="Consolas"/>
              </a:rPr>
              <a:t>        </a:t>
            </a:r>
            <a:r>
              <a:rPr lang="en" sz="800">
                <a:solidFill>
                  <a:srgbClr val="0000FF"/>
                </a:solidFill>
                <a:latin typeface="Consolas"/>
                <a:ea typeface="Consolas"/>
                <a:cs typeface="Consolas"/>
                <a:sym typeface="Consolas"/>
              </a:rPr>
              <a:t>this</a:t>
            </a:r>
            <a:r>
              <a:rPr lang="en" sz="800">
                <a:solidFill>
                  <a:srgbClr val="000000"/>
                </a:solidFill>
                <a:latin typeface="Consolas"/>
                <a:ea typeface="Consolas"/>
                <a:cs typeface="Consolas"/>
                <a:sym typeface="Consolas"/>
              </a:rPr>
              <a:t>.value = value;</a:t>
            </a:r>
            <a:endParaRPr sz="8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6AA84F"/>
                </a:solidFill>
                <a:latin typeface="Consolas"/>
                <a:ea typeface="Consolas"/>
                <a:cs typeface="Consolas"/>
                <a:sym typeface="Consolas"/>
              </a:rPr>
              <a:t>14 </a:t>
            </a:r>
            <a:r>
              <a:rPr lang="en" sz="800">
                <a:solidFill>
                  <a:srgbClr val="000000"/>
                </a:solidFill>
                <a:latin typeface="Consolas"/>
                <a:ea typeface="Consolas"/>
                <a:cs typeface="Consolas"/>
                <a:sym typeface="Consolas"/>
              </a:rPr>
              <a:t>    }</a:t>
            </a:r>
            <a:endParaRPr sz="8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6AA84F"/>
                </a:solidFill>
                <a:latin typeface="Consolas"/>
                <a:ea typeface="Consolas"/>
                <a:cs typeface="Consolas"/>
                <a:sym typeface="Consolas"/>
              </a:rPr>
              <a:t>15 </a:t>
            </a:r>
            <a:r>
              <a:rPr lang="en" sz="800">
                <a:solidFill>
                  <a:srgbClr val="000000"/>
                </a:solidFill>
                <a:latin typeface="Consolas"/>
                <a:ea typeface="Consolas"/>
                <a:cs typeface="Consolas"/>
                <a:sym typeface="Consolas"/>
              </a:rPr>
              <a:t>}</a:t>
            </a:r>
            <a:endParaRPr sz="800">
              <a:solidFill>
                <a:srgbClr val="999999"/>
              </a:solidFill>
              <a:latin typeface="Consolas"/>
              <a:ea typeface="Consolas"/>
              <a:cs typeface="Consolas"/>
              <a:sym typeface="Consolas"/>
            </a:endParaRPr>
          </a:p>
        </p:txBody>
      </p:sp>
      <p:sp>
        <p:nvSpPr>
          <p:cNvPr id="832" name="Google Shape;832;p86"/>
          <p:cNvSpPr txBox="1"/>
          <p:nvPr>
            <p:ph idx="4294967295" type="body"/>
          </p:nvPr>
        </p:nvSpPr>
        <p:spPr>
          <a:xfrm>
            <a:off x="6332350" y="2304671"/>
            <a:ext cx="2556600" cy="19650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None/>
            </a:pPr>
            <a:r>
              <a:rPr lang="en" sz="800">
                <a:solidFill>
                  <a:srgbClr val="6AA84F"/>
                </a:solidFill>
                <a:latin typeface="Consolas"/>
                <a:ea typeface="Consolas"/>
                <a:cs typeface="Consolas"/>
                <a:sym typeface="Consolas"/>
              </a:rPr>
              <a:t>1  </a:t>
            </a:r>
            <a:r>
              <a:rPr lang="en" sz="800">
                <a:solidFill>
                  <a:srgbClr val="0000FF"/>
                </a:solidFill>
                <a:latin typeface="Consolas"/>
                <a:ea typeface="Consolas"/>
                <a:cs typeface="Consolas"/>
                <a:sym typeface="Consolas"/>
              </a:rPr>
              <a:t>public</a:t>
            </a:r>
            <a:r>
              <a:rPr lang="en" sz="800">
                <a:solidFill>
                  <a:srgbClr val="000000"/>
                </a:solidFill>
                <a:latin typeface="Consolas"/>
                <a:ea typeface="Consolas"/>
                <a:cs typeface="Consolas"/>
                <a:sym typeface="Consolas"/>
              </a:rPr>
              <a:t> </a:t>
            </a:r>
            <a:r>
              <a:rPr lang="en" sz="800">
                <a:solidFill>
                  <a:srgbClr val="0000FF"/>
                </a:solidFill>
                <a:latin typeface="Consolas"/>
                <a:ea typeface="Consolas"/>
                <a:cs typeface="Consolas"/>
                <a:sym typeface="Consolas"/>
              </a:rPr>
              <a:t>class</a:t>
            </a:r>
            <a:r>
              <a:rPr lang="en" sz="800">
                <a:solidFill>
                  <a:srgbClr val="000000"/>
                </a:solidFill>
                <a:latin typeface="Consolas"/>
                <a:ea typeface="Consolas"/>
                <a:cs typeface="Consolas"/>
                <a:sym typeface="Consolas"/>
              </a:rPr>
              <a:t> Container&lt;   </a:t>
            </a:r>
            <a:r>
              <a:rPr lang="en" sz="800">
                <a:solidFill>
                  <a:srgbClr val="0000FF"/>
                </a:solidFill>
                <a:latin typeface="Consolas"/>
                <a:ea typeface="Consolas"/>
                <a:cs typeface="Consolas"/>
                <a:sym typeface="Consolas"/>
              </a:rPr>
              <a:t>T   </a:t>
            </a:r>
            <a:r>
              <a:rPr lang="en" sz="800">
                <a:solidFill>
                  <a:srgbClr val="000000"/>
                </a:solidFill>
                <a:latin typeface="Consolas"/>
                <a:ea typeface="Consolas"/>
                <a:cs typeface="Consolas"/>
                <a:sym typeface="Consolas"/>
              </a:rPr>
              <a:t>&gt; {</a:t>
            </a:r>
            <a:endParaRPr sz="8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6AA84F"/>
                </a:solidFill>
                <a:latin typeface="Consolas"/>
                <a:ea typeface="Consolas"/>
                <a:cs typeface="Consolas"/>
                <a:sym typeface="Consolas"/>
              </a:rPr>
              <a:t>2 </a:t>
            </a:r>
            <a:r>
              <a:rPr lang="en" sz="800">
                <a:solidFill>
                  <a:srgbClr val="000000"/>
                </a:solidFill>
                <a:latin typeface="Consolas"/>
                <a:ea typeface="Consolas"/>
                <a:cs typeface="Consolas"/>
                <a:sym typeface="Consolas"/>
              </a:rPr>
              <a:t>    </a:t>
            </a:r>
            <a:r>
              <a:rPr lang="en" sz="800">
                <a:solidFill>
                  <a:srgbClr val="0000FF"/>
                </a:solidFill>
                <a:latin typeface="Consolas"/>
                <a:ea typeface="Consolas"/>
                <a:cs typeface="Consolas"/>
                <a:sym typeface="Consolas"/>
              </a:rPr>
              <a:t>private</a:t>
            </a:r>
            <a:r>
              <a:rPr lang="en" sz="800">
                <a:solidFill>
                  <a:srgbClr val="000000"/>
                </a:solidFill>
                <a:latin typeface="Consolas"/>
                <a:ea typeface="Consolas"/>
                <a:cs typeface="Consolas"/>
                <a:sym typeface="Consolas"/>
              </a:rPr>
              <a:t>    </a:t>
            </a:r>
            <a:r>
              <a:rPr lang="en" sz="800">
                <a:solidFill>
                  <a:srgbClr val="0000FF"/>
                </a:solidFill>
                <a:latin typeface="Consolas"/>
                <a:ea typeface="Consolas"/>
                <a:cs typeface="Consolas"/>
                <a:sym typeface="Consolas"/>
              </a:rPr>
              <a:t>T</a:t>
            </a:r>
            <a:r>
              <a:rPr lang="en" sz="800">
                <a:solidFill>
                  <a:srgbClr val="000000"/>
                </a:solidFill>
                <a:latin typeface="Consolas"/>
                <a:ea typeface="Consolas"/>
                <a:cs typeface="Consolas"/>
                <a:sym typeface="Consolas"/>
              </a:rPr>
              <a:t>    value;  </a:t>
            </a:r>
            <a:endParaRPr sz="8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6AA84F"/>
                </a:solidFill>
                <a:latin typeface="Consolas"/>
                <a:ea typeface="Consolas"/>
                <a:cs typeface="Consolas"/>
                <a:sym typeface="Consolas"/>
              </a:rPr>
              <a:t>3  </a:t>
            </a:r>
            <a:r>
              <a:rPr lang="en" sz="800">
                <a:solidFill>
                  <a:srgbClr val="000000"/>
                </a:solidFill>
                <a:latin typeface="Consolas"/>
                <a:ea typeface="Consolas"/>
                <a:cs typeface="Consolas"/>
                <a:sym typeface="Consolas"/>
              </a:rPr>
              <a:t>   </a:t>
            </a:r>
            <a:endParaRPr sz="8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6AA84F"/>
                </a:solidFill>
                <a:latin typeface="Consolas"/>
                <a:ea typeface="Consolas"/>
                <a:cs typeface="Consolas"/>
                <a:sym typeface="Consolas"/>
              </a:rPr>
              <a:t>4 </a:t>
            </a:r>
            <a:r>
              <a:rPr lang="en" sz="800">
                <a:solidFill>
                  <a:srgbClr val="000000"/>
                </a:solidFill>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solidFill>
                  <a:srgbClr val="000000"/>
                </a:solidFill>
                <a:latin typeface="Consolas"/>
                <a:ea typeface="Consolas"/>
                <a:cs typeface="Consolas"/>
                <a:sym typeface="Consolas"/>
              </a:rPr>
              <a:t> Container(   </a:t>
            </a:r>
            <a:r>
              <a:rPr lang="en" sz="800">
                <a:solidFill>
                  <a:srgbClr val="0000FF"/>
                </a:solidFill>
                <a:latin typeface="Consolas"/>
                <a:ea typeface="Consolas"/>
                <a:cs typeface="Consolas"/>
                <a:sym typeface="Consolas"/>
              </a:rPr>
              <a:t>T    </a:t>
            </a:r>
            <a:r>
              <a:rPr lang="en" sz="800">
                <a:solidFill>
                  <a:srgbClr val="000000"/>
                </a:solidFill>
                <a:latin typeface="Consolas"/>
                <a:ea typeface="Consolas"/>
                <a:cs typeface="Consolas"/>
                <a:sym typeface="Consolas"/>
              </a:rPr>
              <a:t>value) {</a:t>
            </a:r>
            <a:endParaRPr sz="8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6AA84F"/>
                </a:solidFill>
                <a:latin typeface="Consolas"/>
                <a:ea typeface="Consolas"/>
                <a:cs typeface="Consolas"/>
                <a:sym typeface="Consolas"/>
              </a:rPr>
              <a:t>5</a:t>
            </a:r>
            <a:r>
              <a:rPr lang="en" sz="800">
                <a:solidFill>
                  <a:srgbClr val="000000"/>
                </a:solidFill>
                <a:latin typeface="Consolas"/>
                <a:ea typeface="Consolas"/>
                <a:cs typeface="Consolas"/>
                <a:sym typeface="Consolas"/>
              </a:rPr>
              <a:t>        </a:t>
            </a:r>
            <a:r>
              <a:rPr lang="en" sz="800">
                <a:solidFill>
                  <a:srgbClr val="0000FF"/>
                </a:solidFill>
                <a:latin typeface="Consolas"/>
                <a:ea typeface="Consolas"/>
                <a:cs typeface="Consolas"/>
                <a:sym typeface="Consolas"/>
              </a:rPr>
              <a:t>this</a:t>
            </a:r>
            <a:r>
              <a:rPr lang="en" sz="800">
                <a:solidFill>
                  <a:srgbClr val="000000"/>
                </a:solidFill>
                <a:latin typeface="Consolas"/>
                <a:ea typeface="Consolas"/>
                <a:cs typeface="Consolas"/>
                <a:sym typeface="Consolas"/>
              </a:rPr>
              <a:t>.value = value;</a:t>
            </a:r>
            <a:endParaRPr sz="8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6AA84F"/>
                </a:solidFill>
                <a:latin typeface="Consolas"/>
                <a:ea typeface="Consolas"/>
                <a:cs typeface="Consolas"/>
                <a:sym typeface="Consolas"/>
              </a:rPr>
              <a:t>6 </a:t>
            </a:r>
            <a:r>
              <a:rPr lang="en" sz="800">
                <a:solidFill>
                  <a:srgbClr val="000000"/>
                </a:solidFill>
                <a:latin typeface="Consolas"/>
                <a:ea typeface="Consolas"/>
                <a:cs typeface="Consolas"/>
                <a:sym typeface="Consolas"/>
              </a:rPr>
              <a:t>    }</a:t>
            </a:r>
            <a:endParaRPr sz="8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6AA84F"/>
                </a:solidFill>
                <a:latin typeface="Consolas"/>
                <a:ea typeface="Consolas"/>
                <a:cs typeface="Consolas"/>
                <a:sym typeface="Consolas"/>
              </a:rPr>
              <a:t>7  </a:t>
            </a:r>
            <a:r>
              <a:rPr lang="en" sz="800">
                <a:solidFill>
                  <a:srgbClr val="000000"/>
                </a:solidFill>
                <a:latin typeface="Consolas"/>
                <a:ea typeface="Consolas"/>
                <a:cs typeface="Consolas"/>
                <a:sym typeface="Consolas"/>
              </a:rPr>
              <a:t>     </a:t>
            </a:r>
            <a:endParaRPr sz="8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6AA84F"/>
                </a:solidFill>
                <a:latin typeface="Consolas"/>
                <a:ea typeface="Consolas"/>
                <a:cs typeface="Consolas"/>
                <a:sym typeface="Consolas"/>
              </a:rPr>
              <a:t>8 </a:t>
            </a:r>
            <a:r>
              <a:rPr lang="en" sz="800">
                <a:solidFill>
                  <a:srgbClr val="000000"/>
                </a:solidFill>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solidFill>
                  <a:srgbClr val="000000"/>
                </a:solidFill>
                <a:latin typeface="Consolas"/>
                <a:ea typeface="Consolas"/>
                <a:cs typeface="Consolas"/>
                <a:sym typeface="Consolas"/>
              </a:rPr>
              <a:t>    </a:t>
            </a:r>
            <a:r>
              <a:rPr lang="en" sz="800">
                <a:solidFill>
                  <a:srgbClr val="0000FF"/>
                </a:solidFill>
                <a:latin typeface="Consolas"/>
                <a:ea typeface="Consolas"/>
                <a:cs typeface="Consolas"/>
                <a:sym typeface="Consolas"/>
              </a:rPr>
              <a:t>T</a:t>
            </a:r>
            <a:r>
              <a:rPr lang="en" sz="800">
                <a:solidFill>
                  <a:srgbClr val="000000"/>
                </a:solidFill>
                <a:latin typeface="Consolas"/>
                <a:ea typeface="Consolas"/>
                <a:cs typeface="Consolas"/>
                <a:sym typeface="Consolas"/>
              </a:rPr>
              <a:t>    getValue() {</a:t>
            </a:r>
            <a:endParaRPr sz="8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6AA84F"/>
                </a:solidFill>
                <a:latin typeface="Consolas"/>
                <a:ea typeface="Consolas"/>
                <a:cs typeface="Consolas"/>
                <a:sym typeface="Consolas"/>
              </a:rPr>
              <a:t>9</a:t>
            </a:r>
            <a:r>
              <a:rPr lang="en" sz="800">
                <a:solidFill>
                  <a:srgbClr val="000000"/>
                </a:solidFill>
                <a:latin typeface="Consolas"/>
                <a:ea typeface="Consolas"/>
                <a:cs typeface="Consolas"/>
                <a:sym typeface="Consolas"/>
              </a:rPr>
              <a:t>        </a:t>
            </a:r>
            <a:r>
              <a:rPr lang="en" sz="800">
                <a:solidFill>
                  <a:srgbClr val="0000FF"/>
                </a:solidFill>
                <a:latin typeface="Consolas"/>
                <a:ea typeface="Consolas"/>
                <a:cs typeface="Consolas"/>
                <a:sym typeface="Consolas"/>
              </a:rPr>
              <a:t>return</a:t>
            </a:r>
            <a:r>
              <a:rPr lang="en" sz="800">
                <a:solidFill>
                  <a:srgbClr val="000000"/>
                </a:solidFill>
                <a:latin typeface="Consolas"/>
                <a:ea typeface="Consolas"/>
                <a:cs typeface="Consolas"/>
                <a:sym typeface="Consolas"/>
              </a:rPr>
              <a:t> value;</a:t>
            </a:r>
            <a:endParaRPr sz="8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6AA84F"/>
                </a:solidFill>
                <a:latin typeface="Consolas"/>
                <a:ea typeface="Consolas"/>
                <a:cs typeface="Consolas"/>
                <a:sym typeface="Consolas"/>
              </a:rPr>
              <a:t>10</a:t>
            </a:r>
            <a:r>
              <a:rPr lang="en" sz="800">
                <a:solidFill>
                  <a:srgbClr val="000000"/>
                </a:solidFill>
                <a:latin typeface="Consolas"/>
                <a:ea typeface="Consolas"/>
                <a:cs typeface="Consolas"/>
                <a:sym typeface="Consolas"/>
              </a:rPr>
              <a:t>    }</a:t>
            </a:r>
            <a:endParaRPr sz="8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6AA84F"/>
                </a:solidFill>
                <a:latin typeface="Consolas"/>
                <a:ea typeface="Consolas"/>
                <a:cs typeface="Consolas"/>
                <a:sym typeface="Consolas"/>
              </a:rPr>
              <a:t>11  </a:t>
            </a:r>
            <a:r>
              <a:rPr lang="en" sz="800">
                <a:solidFill>
                  <a:srgbClr val="000000"/>
                </a:solidFill>
                <a:latin typeface="Consolas"/>
                <a:ea typeface="Consolas"/>
                <a:cs typeface="Consolas"/>
                <a:sym typeface="Consolas"/>
              </a:rPr>
              <a:t>     </a:t>
            </a:r>
            <a:endParaRPr sz="8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6AA84F"/>
                </a:solidFill>
                <a:latin typeface="Consolas"/>
                <a:ea typeface="Consolas"/>
                <a:cs typeface="Consolas"/>
                <a:sym typeface="Consolas"/>
              </a:rPr>
              <a:t>12</a:t>
            </a:r>
            <a:r>
              <a:rPr lang="en" sz="800">
                <a:solidFill>
                  <a:srgbClr val="000000"/>
                </a:solidFill>
                <a:latin typeface="Consolas"/>
                <a:ea typeface="Consolas"/>
                <a:cs typeface="Consolas"/>
                <a:sym typeface="Consolas"/>
              </a:rPr>
              <a:t>    </a:t>
            </a:r>
            <a:r>
              <a:rPr lang="en" sz="800">
                <a:solidFill>
                  <a:srgbClr val="0000FF"/>
                </a:solidFill>
                <a:latin typeface="Consolas"/>
                <a:ea typeface="Consolas"/>
                <a:cs typeface="Consolas"/>
                <a:sym typeface="Consolas"/>
              </a:rPr>
              <a:t>public</a:t>
            </a:r>
            <a:r>
              <a:rPr lang="en" sz="800">
                <a:solidFill>
                  <a:srgbClr val="000000"/>
                </a:solidFill>
                <a:latin typeface="Consolas"/>
                <a:ea typeface="Consolas"/>
                <a:cs typeface="Consolas"/>
                <a:sym typeface="Consolas"/>
              </a:rPr>
              <a:t> </a:t>
            </a:r>
            <a:r>
              <a:rPr lang="en" sz="800">
                <a:solidFill>
                  <a:srgbClr val="0000FF"/>
                </a:solidFill>
                <a:latin typeface="Consolas"/>
                <a:ea typeface="Consolas"/>
                <a:cs typeface="Consolas"/>
                <a:sym typeface="Consolas"/>
              </a:rPr>
              <a:t>void</a:t>
            </a:r>
            <a:r>
              <a:rPr lang="en" sz="800">
                <a:solidFill>
                  <a:srgbClr val="000000"/>
                </a:solidFill>
                <a:latin typeface="Consolas"/>
                <a:ea typeface="Consolas"/>
                <a:cs typeface="Consolas"/>
                <a:sym typeface="Consolas"/>
              </a:rPr>
              <a:t> setValue(   </a:t>
            </a:r>
            <a:r>
              <a:rPr lang="en" sz="800">
                <a:solidFill>
                  <a:srgbClr val="0000FF"/>
                </a:solidFill>
                <a:latin typeface="Consolas"/>
                <a:ea typeface="Consolas"/>
                <a:cs typeface="Consolas"/>
                <a:sym typeface="Consolas"/>
              </a:rPr>
              <a:t>T   </a:t>
            </a:r>
            <a:r>
              <a:rPr lang="en" sz="800">
                <a:solidFill>
                  <a:srgbClr val="000000"/>
                </a:solidFill>
                <a:latin typeface="Consolas"/>
                <a:ea typeface="Consolas"/>
                <a:cs typeface="Consolas"/>
                <a:sym typeface="Consolas"/>
              </a:rPr>
              <a:t>value) {</a:t>
            </a:r>
            <a:endParaRPr sz="8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6AA84F"/>
                </a:solidFill>
                <a:latin typeface="Consolas"/>
                <a:ea typeface="Consolas"/>
                <a:cs typeface="Consolas"/>
                <a:sym typeface="Consolas"/>
              </a:rPr>
              <a:t>13</a:t>
            </a:r>
            <a:r>
              <a:rPr lang="en" sz="800">
                <a:solidFill>
                  <a:srgbClr val="000000"/>
                </a:solidFill>
                <a:latin typeface="Consolas"/>
                <a:ea typeface="Consolas"/>
                <a:cs typeface="Consolas"/>
                <a:sym typeface="Consolas"/>
              </a:rPr>
              <a:t>       </a:t>
            </a:r>
            <a:r>
              <a:rPr lang="en" sz="800">
                <a:solidFill>
                  <a:srgbClr val="0000FF"/>
                </a:solidFill>
                <a:latin typeface="Consolas"/>
                <a:ea typeface="Consolas"/>
                <a:cs typeface="Consolas"/>
                <a:sym typeface="Consolas"/>
              </a:rPr>
              <a:t>this</a:t>
            </a:r>
            <a:r>
              <a:rPr lang="en" sz="800">
                <a:solidFill>
                  <a:srgbClr val="000000"/>
                </a:solidFill>
                <a:latin typeface="Consolas"/>
                <a:ea typeface="Consolas"/>
                <a:cs typeface="Consolas"/>
                <a:sym typeface="Consolas"/>
              </a:rPr>
              <a:t>.value = value;</a:t>
            </a:r>
            <a:endParaRPr sz="8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6AA84F"/>
                </a:solidFill>
                <a:latin typeface="Consolas"/>
                <a:ea typeface="Consolas"/>
                <a:cs typeface="Consolas"/>
                <a:sym typeface="Consolas"/>
              </a:rPr>
              <a:t>14</a:t>
            </a:r>
            <a:r>
              <a:rPr lang="en" sz="800">
                <a:solidFill>
                  <a:srgbClr val="000000"/>
                </a:solidFill>
                <a:latin typeface="Consolas"/>
                <a:ea typeface="Consolas"/>
                <a:cs typeface="Consolas"/>
                <a:sym typeface="Consolas"/>
              </a:rPr>
              <a:t>    }</a:t>
            </a:r>
            <a:endParaRPr sz="8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800">
                <a:solidFill>
                  <a:srgbClr val="6AA84F"/>
                </a:solidFill>
                <a:latin typeface="Consolas"/>
                <a:ea typeface="Consolas"/>
                <a:cs typeface="Consolas"/>
                <a:sym typeface="Consolas"/>
              </a:rPr>
              <a:t>15 </a:t>
            </a:r>
            <a:r>
              <a:rPr lang="en" sz="800">
                <a:solidFill>
                  <a:srgbClr val="000000"/>
                </a:solidFill>
                <a:latin typeface="Consolas"/>
                <a:ea typeface="Consolas"/>
                <a:cs typeface="Consolas"/>
                <a:sym typeface="Consolas"/>
              </a:rPr>
              <a:t>}</a:t>
            </a:r>
            <a:endParaRPr sz="800">
              <a:solidFill>
                <a:srgbClr val="999999"/>
              </a:solidFill>
              <a:latin typeface="Consolas"/>
              <a:ea typeface="Consolas"/>
              <a:cs typeface="Consolas"/>
              <a:sym typeface="Consolas"/>
            </a:endParaRPr>
          </a:p>
        </p:txBody>
      </p:sp>
      <p:sp>
        <p:nvSpPr>
          <p:cNvPr id="833" name="Google Shape;833;p86"/>
          <p:cNvSpPr txBox="1"/>
          <p:nvPr>
            <p:ph idx="4294967295" type="body"/>
          </p:nvPr>
        </p:nvSpPr>
        <p:spPr>
          <a:xfrm>
            <a:off x="193750" y="1372758"/>
            <a:ext cx="2561700" cy="623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A </a:t>
            </a:r>
            <a:r>
              <a:rPr b="1" i="1" lang="en" sz="1200">
                <a:solidFill>
                  <a:srgbClr val="FF0000"/>
                </a:solidFill>
                <a:latin typeface="Arial"/>
                <a:ea typeface="Arial"/>
                <a:cs typeface="Arial"/>
                <a:sym typeface="Arial"/>
              </a:rPr>
              <a:t>generic type</a:t>
            </a:r>
            <a:r>
              <a:rPr lang="en" sz="1200">
                <a:solidFill>
                  <a:srgbClr val="000000"/>
                </a:solidFill>
                <a:latin typeface="Arial"/>
                <a:ea typeface="Arial"/>
                <a:cs typeface="Arial"/>
                <a:sym typeface="Arial"/>
              </a:rPr>
              <a:t> declares one or more </a:t>
            </a:r>
            <a:r>
              <a:rPr b="1" i="1" lang="en" sz="1200">
                <a:solidFill>
                  <a:srgbClr val="FF0000"/>
                </a:solidFill>
                <a:latin typeface="Arial"/>
                <a:ea typeface="Arial"/>
                <a:cs typeface="Arial"/>
                <a:sym typeface="Arial"/>
              </a:rPr>
              <a:t>type parameters</a:t>
            </a:r>
            <a:r>
              <a:rPr lang="en" sz="1200">
                <a:solidFill>
                  <a:srgbClr val="000000"/>
                </a:solidFill>
                <a:latin typeface="Arial"/>
                <a:ea typeface="Arial"/>
                <a:cs typeface="Arial"/>
                <a:sym typeface="Arial"/>
              </a:rPr>
              <a:t> with </a:t>
            </a:r>
            <a:r>
              <a:rPr b="1" i="1" lang="en" sz="1200">
                <a:solidFill>
                  <a:srgbClr val="FF0000"/>
                </a:solidFill>
                <a:latin typeface="Arial"/>
                <a:ea typeface="Arial"/>
                <a:cs typeface="Arial"/>
                <a:sym typeface="Arial"/>
              </a:rPr>
              <a:t>fake </a:t>
            </a:r>
            <a:r>
              <a:rPr lang="en" sz="1200">
                <a:solidFill>
                  <a:srgbClr val="000000"/>
                </a:solidFill>
                <a:latin typeface="Arial"/>
                <a:ea typeface="Arial"/>
                <a:cs typeface="Arial"/>
                <a:sym typeface="Arial"/>
              </a:rPr>
              <a:t>type names.</a:t>
            </a:r>
            <a:endParaRPr sz="1200">
              <a:solidFill>
                <a:srgbClr val="FF0000"/>
              </a:solidFill>
              <a:latin typeface="Arial"/>
              <a:ea typeface="Arial"/>
              <a:cs typeface="Arial"/>
              <a:sym typeface="Arial"/>
            </a:endParaRPr>
          </a:p>
        </p:txBody>
      </p:sp>
      <p:sp>
        <p:nvSpPr>
          <p:cNvPr id="834" name="Google Shape;834;p86"/>
          <p:cNvSpPr txBox="1"/>
          <p:nvPr>
            <p:ph idx="4294967295" type="body"/>
          </p:nvPr>
        </p:nvSpPr>
        <p:spPr>
          <a:xfrm>
            <a:off x="2916013" y="3832358"/>
            <a:ext cx="3253200" cy="623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From that point forward, only the specified type can be used </a:t>
            </a:r>
            <a:r>
              <a:rPr b="1" i="1" lang="en" sz="1200">
                <a:solidFill>
                  <a:srgbClr val="FF0000"/>
                </a:solidFill>
                <a:latin typeface="Arial"/>
                <a:ea typeface="Arial"/>
                <a:cs typeface="Arial"/>
                <a:sym typeface="Arial"/>
              </a:rPr>
              <a:t>with that specific instance</a:t>
            </a:r>
            <a:r>
              <a:rPr lang="en" sz="1200">
                <a:solidFill>
                  <a:srgbClr val="000000"/>
                </a:solidFill>
                <a:latin typeface="Arial"/>
                <a:ea typeface="Arial"/>
                <a:cs typeface="Arial"/>
                <a:sym typeface="Arial"/>
              </a:rPr>
              <a:t> of the generic type.</a:t>
            </a:r>
            <a:endParaRPr sz="1200">
              <a:solidFill>
                <a:srgbClr val="FF0000"/>
              </a:solidFill>
              <a:latin typeface="Arial"/>
              <a:ea typeface="Arial"/>
              <a:cs typeface="Arial"/>
              <a:sym typeface="Arial"/>
            </a:endParaRPr>
          </a:p>
        </p:txBody>
      </p:sp>
      <p:cxnSp>
        <p:nvCxnSpPr>
          <p:cNvPr id="835" name="Google Shape;835;p86"/>
          <p:cNvCxnSpPr/>
          <p:nvPr/>
        </p:nvCxnSpPr>
        <p:spPr>
          <a:xfrm>
            <a:off x="3014333" y="3538260"/>
            <a:ext cx="1090200" cy="0"/>
          </a:xfrm>
          <a:prstGeom prst="straightConnector1">
            <a:avLst/>
          </a:prstGeom>
          <a:noFill/>
          <a:ln cap="flat" cmpd="sng" w="19050">
            <a:solidFill>
              <a:srgbClr val="FF0000"/>
            </a:solidFill>
            <a:prstDash val="dash"/>
            <a:round/>
            <a:headEnd len="sm" w="sm" type="none"/>
            <a:tailEnd len="sm" w="sm" type="none"/>
          </a:ln>
        </p:spPr>
      </p:cxnSp>
      <p:sp>
        <p:nvSpPr>
          <p:cNvPr id="836" name="Google Shape;836;p86"/>
          <p:cNvSpPr txBox="1"/>
          <p:nvPr>
            <p:ph idx="4294967295" type="body"/>
          </p:nvPr>
        </p:nvSpPr>
        <p:spPr>
          <a:xfrm>
            <a:off x="2916000" y="4526033"/>
            <a:ext cx="3253200" cy="513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Trying to use a </a:t>
            </a:r>
            <a:r>
              <a:rPr b="1" i="1" lang="en" sz="1200">
                <a:solidFill>
                  <a:srgbClr val="FF0000"/>
                </a:solidFill>
                <a:latin typeface="Arial"/>
                <a:ea typeface="Arial"/>
                <a:cs typeface="Arial"/>
                <a:sym typeface="Arial"/>
              </a:rPr>
              <a:t>different type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with the </a:t>
            </a:r>
            <a:r>
              <a:rPr b="1" i="1" lang="en" sz="1200">
                <a:solidFill>
                  <a:srgbClr val="FF0000"/>
                </a:solidFill>
                <a:latin typeface="Arial"/>
                <a:ea typeface="Arial"/>
                <a:cs typeface="Arial"/>
                <a:sym typeface="Arial"/>
              </a:rPr>
              <a:t>same</a:t>
            </a:r>
            <a:r>
              <a:rPr b="1" i="1" lang="en" sz="1200">
                <a:solidFill>
                  <a:srgbClr val="000000"/>
                </a:solidFill>
                <a:latin typeface="Arial"/>
                <a:ea typeface="Arial"/>
                <a:cs typeface="Arial"/>
                <a:sym typeface="Arial"/>
              </a:rPr>
              <a:t> </a:t>
            </a:r>
            <a:r>
              <a:rPr b="1" i="1" lang="en" sz="1200">
                <a:solidFill>
                  <a:srgbClr val="FF0000"/>
                </a:solidFill>
                <a:latin typeface="Arial"/>
                <a:ea typeface="Arial"/>
                <a:cs typeface="Arial"/>
                <a:sym typeface="Arial"/>
              </a:rPr>
              <a:t>instance</a:t>
            </a:r>
            <a:r>
              <a:rPr lang="en" sz="1200">
                <a:solidFill>
                  <a:srgbClr val="000000"/>
                </a:solidFill>
                <a:latin typeface="Arial"/>
                <a:ea typeface="Arial"/>
                <a:cs typeface="Arial"/>
                <a:sym typeface="Arial"/>
              </a:rPr>
              <a:t> will cause a </a:t>
            </a:r>
            <a:r>
              <a:rPr b="1" i="1" lang="en" sz="1200">
                <a:solidFill>
                  <a:srgbClr val="FF0000"/>
                </a:solidFill>
                <a:latin typeface="Arial"/>
                <a:ea typeface="Arial"/>
                <a:cs typeface="Arial"/>
                <a:sym typeface="Arial"/>
              </a:rPr>
              <a:t>compiler error</a:t>
            </a:r>
            <a:r>
              <a:rPr lang="en" sz="1200">
                <a:solidFill>
                  <a:srgbClr val="000000"/>
                </a:solidFill>
                <a:latin typeface="Arial"/>
                <a:ea typeface="Arial"/>
                <a:cs typeface="Arial"/>
                <a:sym typeface="Arial"/>
              </a:rPr>
              <a:t>.</a:t>
            </a:r>
            <a:endParaRPr sz="1200">
              <a:solidFill>
                <a:srgbClr val="FF0000"/>
              </a:solidFill>
              <a:latin typeface="Arial"/>
              <a:ea typeface="Arial"/>
              <a:cs typeface="Arial"/>
              <a:sym typeface="Arial"/>
            </a:endParaRPr>
          </a:p>
        </p:txBody>
      </p:sp>
      <p:sp>
        <p:nvSpPr>
          <p:cNvPr id="837" name="Google Shape;837;p86"/>
          <p:cNvSpPr txBox="1"/>
          <p:nvPr>
            <p:ph idx="4294967295" type="body"/>
          </p:nvPr>
        </p:nvSpPr>
        <p:spPr>
          <a:xfrm>
            <a:off x="2916013" y="2097813"/>
            <a:ext cx="3253200" cy="623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Note that the </a:t>
            </a:r>
            <a:r>
              <a:rPr b="1" i="1" lang="en" sz="1200">
                <a:solidFill>
                  <a:srgbClr val="FF0000"/>
                </a:solidFill>
                <a:latin typeface="Arial"/>
                <a:ea typeface="Arial"/>
                <a:cs typeface="Arial"/>
                <a:sym typeface="Arial"/>
              </a:rPr>
              <a:t>diamond operator</a:t>
            </a:r>
            <a:r>
              <a:rPr lang="en" sz="1200">
                <a:solidFill>
                  <a:srgbClr val="000000"/>
                </a:solidFill>
                <a:latin typeface="Arial"/>
                <a:ea typeface="Arial"/>
                <a:cs typeface="Arial"/>
                <a:sym typeface="Arial"/>
              </a:rPr>
              <a:t> (</a:t>
            </a:r>
            <a:r>
              <a:rPr lang="en" sz="1200">
                <a:solidFill>
                  <a:srgbClr val="FF0000"/>
                </a:solidFill>
                <a:latin typeface="Courier New"/>
                <a:ea typeface="Courier New"/>
                <a:cs typeface="Courier New"/>
                <a:sym typeface="Courier New"/>
              </a:rPr>
              <a:t>&lt;&gt;</a:t>
            </a:r>
            <a:r>
              <a:rPr lang="en" sz="1200">
                <a:solidFill>
                  <a:srgbClr val="000000"/>
                </a:solidFill>
                <a:latin typeface="Arial"/>
                <a:ea typeface="Arial"/>
                <a:cs typeface="Arial"/>
                <a:sym typeface="Arial"/>
              </a:rPr>
              <a:t>) can be used on the </a:t>
            </a:r>
            <a:r>
              <a:rPr b="1" i="1" lang="en" sz="1200">
                <a:solidFill>
                  <a:srgbClr val="FF0000"/>
                </a:solidFill>
                <a:latin typeface="Arial"/>
                <a:ea typeface="Arial"/>
                <a:cs typeface="Arial"/>
                <a:sym typeface="Arial"/>
              </a:rPr>
              <a:t>right</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side of an assignment (the types are </a:t>
            </a:r>
            <a:r>
              <a:rPr b="1" i="1" lang="en" sz="1200">
                <a:solidFill>
                  <a:srgbClr val="FF0000"/>
                </a:solidFill>
                <a:latin typeface="Arial"/>
                <a:ea typeface="Arial"/>
                <a:cs typeface="Arial"/>
                <a:sym typeface="Arial"/>
              </a:rPr>
              <a:t>inferred </a:t>
            </a:r>
            <a:r>
              <a:rPr lang="en" sz="1200">
                <a:solidFill>
                  <a:srgbClr val="000000"/>
                </a:solidFill>
                <a:latin typeface="Arial"/>
                <a:ea typeface="Arial"/>
                <a:cs typeface="Arial"/>
                <a:sym typeface="Arial"/>
              </a:rPr>
              <a:t>from the </a:t>
            </a:r>
            <a:r>
              <a:rPr b="1" i="1" lang="en" sz="1200">
                <a:solidFill>
                  <a:srgbClr val="FF0000"/>
                </a:solidFill>
                <a:latin typeface="Arial"/>
                <a:ea typeface="Arial"/>
                <a:cs typeface="Arial"/>
                <a:sym typeface="Arial"/>
              </a:rPr>
              <a:t>left</a:t>
            </a:r>
            <a:r>
              <a:rPr lang="en" sz="1200">
                <a:solidFill>
                  <a:srgbClr val="000000"/>
                </a:solidFill>
                <a:latin typeface="Arial"/>
                <a:ea typeface="Arial"/>
                <a:cs typeface="Arial"/>
                <a:sym typeface="Arial"/>
              </a:rPr>
              <a:t>).</a:t>
            </a:r>
            <a:endParaRPr sz="1200">
              <a:solidFill>
                <a:srgbClr val="FF0000"/>
              </a:solidFill>
              <a:latin typeface="Arial"/>
              <a:ea typeface="Arial"/>
              <a:cs typeface="Arial"/>
              <a:sym typeface="Arial"/>
            </a:endParaRPr>
          </a:p>
        </p:txBody>
      </p:sp>
      <p:sp>
        <p:nvSpPr>
          <p:cNvPr id="838" name="Google Shape;838;p86"/>
          <p:cNvSpPr txBox="1"/>
          <p:nvPr>
            <p:ph idx="4294967295" type="body"/>
          </p:nvPr>
        </p:nvSpPr>
        <p:spPr>
          <a:xfrm>
            <a:off x="2916025" y="1372758"/>
            <a:ext cx="3253200" cy="623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When a variable of the generic type is declared and/or instantiated, a </a:t>
            </a:r>
            <a:r>
              <a:rPr b="1" i="1" lang="en" sz="1200">
                <a:solidFill>
                  <a:srgbClr val="FF0000"/>
                </a:solidFill>
                <a:latin typeface="Arial"/>
                <a:ea typeface="Arial"/>
                <a:cs typeface="Arial"/>
                <a:sym typeface="Arial"/>
              </a:rPr>
              <a:t>real type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is specified for-each type parameter...</a:t>
            </a:r>
            <a:endParaRPr sz="1200">
              <a:solidFill>
                <a:srgbClr val="FF0000"/>
              </a:solidFill>
              <a:latin typeface="Arial"/>
              <a:ea typeface="Arial"/>
              <a:cs typeface="Arial"/>
              <a:sym typeface="Arial"/>
            </a:endParaRPr>
          </a:p>
        </p:txBody>
      </p:sp>
      <p:sp>
        <p:nvSpPr>
          <p:cNvPr id="839" name="Google Shape;839;p86"/>
          <p:cNvSpPr txBox="1"/>
          <p:nvPr>
            <p:ph idx="4294967295" type="body"/>
          </p:nvPr>
        </p:nvSpPr>
        <p:spPr>
          <a:xfrm>
            <a:off x="6329800" y="1372747"/>
            <a:ext cx="2561700" cy="82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When </a:t>
            </a:r>
            <a:r>
              <a:rPr b="1" i="1" lang="en" sz="1200">
                <a:solidFill>
                  <a:srgbClr val="FF0000"/>
                </a:solidFill>
                <a:latin typeface="Arial"/>
                <a:ea typeface="Arial"/>
                <a:cs typeface="Arial"/>
                <a:sym typeface="Arial"/>
              </a:rPr>
              <a:t>each instance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is created with a real type, it is as though the Java compiler does a </a:t>
            </a:r>
            <a:r>
              <a:rPr b="1" i="1" lang="en" sz="1200">
                <a:solidFill>
                  <a:srgbClr val="FF0000"/>
                </a:solidFill>
                <a:latin typeface="Arial"/>
                <a:ea typeface="Arial"/>
                <a:cs typeface="Arial"/>
                <a:sym typeface="Arial"/>
              </a:rPr>
              <a:t>search and replace</a:t>
            </a:r>
            <a:r>
              <a:rPr lang="en" sz="1200">
                <a:solidFill>
                  <a:srgbClr val="000000"/>
                </a:solidFill>
                <a:latin typeface="Arial"/>
                <a:ea typeface="Arial"/>
                <a:cs typeface="Arial"/>
                <a:sym typeface="Arial"/>
              </a:rPr>
              <a:t>...</a:t>
            </a:r>
            <a:endParaRPr sz="1200">
              <a:solidFill>
                <a:srgbClr val="FF0000"/>
              </a:solidFill>
              <a:latin typeface="Arial"/>
              <a:ea typeface="Arial"/>
              <a:cs typeface="Arial"/>
              <a:sym typeface="Arial"/>
            </a:endParaRPr>
          </a:p>
        </p:txBody>
      </p:sp>
      <p:sp>
        <p:nvSpPr>
          <p:cNvPr id="840" name="Google Shape;840;p86"/>
          <p:cNvSpPr txBox="1"/>
          <p:nvPr>
            <p:ph idx="4294967295" type="body"/>
          </p:nvPr>
        </p:nvSpPr>
        <p:spPr>
          <a:xfrm>
            <a:off x="6329800" y="4372675"/>
            <a:ext cx="2561700" cy="654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...and the</a:t>
            </a:r>
            <a:r>
              <a:rPr b="1" i="1" lang="en" sz="1200">
                <a:solidFill>
                  <a:srgbClr val="000000"/>
                </a:solidFill>
                <a:latin typeface="Arial"/>
                <a:ea typeface="Arial"/>
                <a:cs typeface="Arial"/>
                <a:sym typeface="Arial"/>
              </a:rPr>
              <a:t> </a:t>
            </a:r>
            <a:r>
              <a:rPr b="1" i="1" lang="en" sz="1200">
                <a:solidFill>
                  <a:srgbClr val="FF0000"/>
                </a:solidFill>
                <a:latin typeface="Arial"/>
                <a:ea typeface="Arial"/>
                <a:cs typeface="Arial"/>
                <a:sym typeface="Arial"/>
              </a:rPr>
              <a:t>type parameter</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is replaced with the </a:t>
            </a:r>
            <a:r>
              <a:rPr b="1" i="1" lang="en" sz="1200">
                <a:solidFill>
                  <a:srgbClr val="FF0000"/>
                </a:solidFill>
                <a:latin typeface="Arial"/>
                <a:ea typeface="Arial"/>
                <a:cs typeface="Arial"/>
                <a:sym typeface="Arial"/>
              </a:rPr>
              <a:t>real type</a:t>
            </a:r>
            <a:r>
              <a:rPr lang="en" sz="1200">
                <a:solidFill>
                  <a:srgbClr val="000000"/>
                </a:solidFill>
                <a:latin typeface="Arial"/>
                <a:ea typeface="Arial"/>
                <a:cs typeface="Arial"/>
                <a:sym typeface="Arial"/>
              </a:rPr>
              <a:t> wherever it occurs in the class.</a:t>
            </a:r>
            <a:endParaRPr sz="1200">
              <a:solidFill>
                <a:srgbClr val="FF0000"/>
              </a:solidFill>
              <a:latin typeface="Arial"/>
              <a:ea typeface="Arial"/>
              <a:cs typeface="Arial"/>
              <a:sym typeface="Arial"/>
            </a:endParaRPr>
          </a:p>
        </p:txBody>
      </p:sp>
      <p:grpSp>
        <p:nvGrpSpPr>
          <p:cNvPr id="841" name="Google Shape;841;p86"/>
          <p:cNvGrpSpPr/>
          <p:nvPr/>
        </p:nvGrpSpPr>
        <p:grpSpPr>
          <a:xfrm>
            <a:off x="7074395" y="2366812"/>
            <a:ext cx="1320099" cy="1485854"/>
            <a:chOff x="6998195" y="2366812"/>
            <a:chExt cx="1320099" cy="1485854"/>
          </a:xfrm>
        </p:grpSpPr>
        <p:sp>
          <p:nvSpPr>
            <p:cNvPr id="842" name="Google Shape;842;p86"/>
            <p:cNvSpPr txBox="1"/>
            <p:nvPr/>
          </p:nvSpPr>
          <p:spPr>
            <a:xfrm>
              <a:off x="7722475" y="2366812"/>
              <a:ext cx="548700" cy="147000"/>
            </a:xfrm>
            <a:prstGeom prst="rect">
              <a:avLst/>
            </a:prstGeom>
            <a:noFill/>
            <a:ln>
              <a:noFill/>
            </a:ln>
          </p:spPr>
          <p:txBody>
            <a:bodyPr anchorCtr="0" anchor="ctr" bIns="91425" lIns="91425" spcFirstLastPara="1" rIns="91425" wrap="square" tIns="91425">
              <a:noAutofit/>
            </a:bodyPr>
            <a:lstStyle/>
            <a:p>
              <a:pPr indent="0" lvl="0" marL="0" marR="0" rtl="0" algn="ctr">
                <a:lnSpc>
                  <a:spcPct val="135714"/>
                </a:lnSpc>
                <a:spcBef>
                  <a:spcPts val="0"/>
                </a:spcBef>
                <a:spcAft>
                  <a:spcPts val="0"/>
                </a:spcAft>
                <a:buClr>
                  <a:srgbClr val="000000"/>
                </a:buClr>
                <a:buSzPts val="800"/>
                <a:buFont typeface="Arial"/>
                <a:buNone/>
              </a:pPr>
              <a:r>
                <a:rPr b="0" i="0" lang="en" sz="800" u="none" cap="none" strike="noStrike">
                  <a:solidFill>
                    <a:srgbClr val="FF0000"/>
                  </a:solidFill>
                  <a:highlight>
                    <a:srgbClr val="FFFFFF"/>
                  </a:highlight>
                  <a:latin typeface="Consolas"/>
                  <a:ea typeface="Consolas"/>
                  <a:cs typeface="Consolas"/>
                  <a:sym typeface="Consolas"/>
                </a:rPr>
                <a:t>String</a:t>
              </a:r>
              <a:endParaRPr b="0" i="0" sz="800" u="none" cap="none" strike="noStrike">
                <a:solidFill>
                  <a:srgbClr val="FF0000"/>
                </a:solidFill>
                <a:highlight>
                  <a:srgbClr val="FFFFFF"/>
                </a:highlight>
                <a:latin typeface="Roboto"/>
                <a:ea typeface="Roboto"/>
                <a:cs typeface="Roboto"/>
                <a:sym typeface="Roboto"/>
              </a:endParaRPr>
            </a:p>
          </p:txBody>
        </p:sp>
        <p:sp>
          <p:nvSpPr>
            <p:cNvPr id="843" name="Google Shape;843;p86"/>
            <p:cNvSpPr txBox="1"/>
            <p:nvPr/>
          </p:nvSpPr>
          <p:spPr>
            <a:xfrm>
              <a:off x="7074395" y="2493558"/>
              <a:ext cx="548700" cy="147000"/>
            </a:xfrm>
            <a:prstGeom prst="rect">
              <a:avLst/>
            </a:prstGeom>
            <a:noFill/>
            <a:ln>
              <a:noFill/>
            </a:ln>
          </p:spPr>
          <p:txBody>
            <a:bodyPr anchorCtr="0" anchor="ctr" bIns="91425" lIns="91425" spcFirstLastPara="1" rIns="91425" wrap="square" tIns="91425">
              <a:noAutofit/>
            </a:bodyPr>
            <a:lstStyle/>
            <a:p>
              <a:pPr indent="0" lvl="0" marL="0" marR="0" rtl="0" algn="ctr">
                <a:lnSpc>
                  <a:spcPct val="135714"/>
                </a:lnSpc>
                <a:spcBef>
                  <a:spcPts val="0"/>
                </a:spcBef>
                <a:spcAft>
                  <a:spcPts val="0"/>
                </a:spcAft>
                <a:buClr>
                  <a:srgbClr val="000000"/>
                </a:buClr>
                <a:buSzPts val="800"/>
                <a:buFont typeface="Arial"/>
                <a:buNone/>
              </a:pPr>
              <a:r>
                <a:rPr b="0" i="0" lang="en" sz="800" u="none" cap="none" strike="noStrike">
                  <a:solidFill>
                    <a:srgbClr val="FF0000"/>
                  </a:solidFill>
                  <a:highlight>
                    <a:srgbClr val="FFFFFF"/>
                  </a:highlight>
                  <a:latin typeface="Consolas"/>
                  <a:ea typeface="Consolas"/>
                  <a:cs typeface="Consolas"/>
                  <a:sym typeface="Consolas"/>
                </a:rPr>
                <a:t>String</a:t>
              </a:r>
              <a:endParaRPr b="0" i="0" sz="800" u="none" cap="none" strike="noStrike">
                <a:solidFill>
                  <a:srgbClr val="FF0000"/>
                </a:solidFill>
                <a:highlight>
                  <a:srgbClr val="FFFFFF"/>
                </a:highlight>
                <a:latin typeface="Roboto"/>
                <a:ea typeface="Roboto"/>
                <a:cs typeface="Roboto"/>
                <a:sym typeface="Roboto"/>
              </a:endParaRPr>
            </a:p>
          </p:txBody>
        </p:sp>
        <p:sp>
          <p:nvSpPr>
            <p:cNvPr id="844" name="Google Shape;844;p86"/>
            <p:cNvSpPr txBox="1"/>
            <p:nvPr/>
          </p:nvSpPr>
          <p:spPr>
            <a:xfrm>
              <a:off x="7601382" y="2734985"/>
              <a:ext cx="548700" cy="147000"/>
            </a:xfrm>
            <a:prstGeom prst="rect">
              <a:avLst/>
            </a:prstGeom>
            <a:noFill/>
            <a:ln>
              <a:noFill/>
            </a:ln>
          </p:spPr>
          <p:txBody>
            <a:bodyPr anchorCtr="0" anchor="ctr" bIns="91425" lIns="91425" spcFirstLastPara="1" rIns="91425" wrap="square" tIns="91425">
              <a:noAutofit/>
            </a:bodyPr>
            <a:lstStyle/>
            <a:p>
              <a:pPr indent="0" lvl="0" marL="0" marR="0" rtl="0" algn="ctr">
                <a:lnSpc>
                  <a:spcPct val="135714"/>
                </a:lnSpc>
                <a:spcBef>
                  <a:spcPts val="0"/>
                </a:spcBef>
                <a:spcAft>
                  <a:spcPts val="0"/>
                </a:spcAft>
                <a:buClr>
                  <a:srgbClr val="000000"/>
                </a:buClr>
                <a:buSzPts val="800"/>
                <a:buFont typeface="Arial"/>
                <a:buNone/>
              </a:pPr>
              <a:r>
                <a:rPr b="0" i="0" lang="en" sz="800" u="none" cap="none" strike="noStrike">
                  <a:solidFill>
                    <a:srgbClr val="FF0000"/>
                  </a:solidFill>
                  <a:highlight>
                    <a:srgbClr val="FFFFFF"/>
                  </a:highlight>
                  <a:latin typeface="Consolas"/>
                  <a:ea typeface="Consolas"/>
                  <a:cs typeface="Consolas"/>
                  <a:sym typeface="Consolas"/>
                </a:rPr>
                <a:t>String</a:t>
              </a:r>
              <a:endParaRPr b="0" i="0" sz="800" u="none" cap="none" strike="noStrike">
                <a:solidFill>
                  <a:srgbClr val="FF0000"/>
                </a:solidFill>
                <a:highlight>
                  <a:srgbClr val="FFFFFF"/>
                </a:highlight>
                <a:latin typeface="Roboto"/>
                <a:ea typeface="Roboto"/>
                <a:cs typeface="Roboto"/>
                <a:sym typeface="Roboto"/>
              </a:endParaRPr>
            </a:p>
          </p:txBody>
        </p:sp>
        <p:sp>
          <p:nvSpPr>
            <p:cNvPr id="845" name="Google Shape;845;p86"/>
            <p:cNvSpPr txBox="1"/>
            <p:nvPr/>
          </p:nvSpPr>
          <p:spPr>
            <a:xfrm>
              <a:off x="6998195" y="3207679"/>
              <a:ext cx="548700" cy="147000"/>
            </a:xfrm>
            <a:prstGeom prst="rect">
              <a:avLst/>
            </a:prstGeom>
            <a:noFill/>
            <a:ln>
              <a:noFill/>
            </a:ln>
          </p:spPr>
          <p:txBody>
            <a:bodyPr anchorCtr="0" anchor="ctr" bIns="91425" lIns="91425" spcFirstLastPara="1" rIns="91425" wrap="square" tIns="91425">
              <a:noAutofit/>
            </a:bodyPr>
            <a:lstStyle/>
            <a:p>
              <a:pPr indent="0" lvl="0" marL="0" marR="0" rtl="0" algn="ctr">
                <a:lnSpc>
                  <a:spcPct val="135714"/>
                </a:lnSpc>
                <a:spcBef>
                  <a:spcPts val="0"/>
                </a:spcBef>
                <a:spcAft>
                  <a:spcPts val="0"/>
                </a:spcAft>
                <a:buClr>
                  <a:srgbClr val="000000"/>
                </a:buClr>
                <a:buSzPts val="800"/>
                <a:buFont typeface="Arial"/>
                <a:buNone/>
              </a:pPr>
              <a:r>
                <a:rPr b="0" i="0" lang="en" sz="800" u="none" cap="none" strike="noStrike">
                  <a:solidFill>
                    <a:srgbClr val="FF0000"/>
                  </a:solidFill>
                  <a:highlight>
                    <a:srgbClr val="FFFFFF"/>
                  </a:highlight>
                  <a:latin typeface="Consolas"/>
                  <a:ea typeface="Consolas"/>
                  <a:cs typeface="Consolas"/>
                  <a:sym typeface="Consolas"/>
                </a:rPr>
                <a:t>String</a:t>
              </a:r>
              <a:endParaRPr b="0" i="0" sz="800" u="none" cap="none" strike="noStrike">
                <a:solidFill>
                  <a:srgbClr val="FF0000"/>
                </a:solidFill>
                <a:highlight>
                  <a:srgbClr val="FFFFFF"/>
                </a:highlight>
                <a:latin typeface="Roboto"/>
                <a:ea typeface="Roboto"/>
                <a:cs typeface="Roboto"/>
                <a:sym typeface="Roboto"/>
              </a:endParaRPr>
            </a:p>
          </p:txBody>
        </p:sp>
        <p:sp>
          <p:nvSpPr>
            <p:cNvPr id="846" name="Google Shape;846;p86"/>
            <p:cNvSpPr txBox="1"/>
            <p:nvPr/>
          </p:nvSpPr>
          <p:spPr>
            <a:xfrm>
              <a:off x="7769594" y="3705666"/>
              <a:ext cx="548700" cy="147000"/>
            </a:xfrm>
            <a:prstGeom prst="rect">
              <a:avLst/>
            </a:prstGeom>
            <a:noFill/>
            <a:ln>
              <a:noFill/>
            </a:ln>
          </p:spPr>
          <p:txBody>
            <a:bodyPr anchorCtr="0" anchor="ctr" bIns="91425" lIns="91425" spcFirstLastPara="1" rIns="91425" wrap="square" tIns="91425">
              <a:noAutofit/>
            </a:bodyPr>
            <a:lstStyle/>
            <a:p>
              <a:pPr indent="0" lvl="0" marL="0" marR="0" rtl="0" algn="ctr">
                <a:lnSpc>
                  <a:spcPct val="135714"/>
                </a:lnSpc>
                <a:spcBef>
                  <a:spcPts val="0"/>
                </a:spcBef>
                <a:spcAft>
                  <a:spcPts val="0"/>
                </a:spcAft>
                <a:buClr>
                  <a:srgbClr val="000000"/>
                </a:buClr>
                <a:buSzPts val="800"/>
                <a:buFont typeface="Arial"/>
                <a:buNone/>
              </a:pPr>
              <a:r>
                <a:rPr b="0" i="0" lang="en" sz="800" u="none" cap="none" strike="noStrike">
                  <a:solidFill>
                    <a:srgbClr val="FF0000"/>
                  </a:solidFill>
                  <a:highlight>
                    <a:srgbClr val="FFFFFF"/>
                  </a:highlight>
                  <a:latin typeface="Consolas"/>
                  <a:ea typeface="Consolas"/>
                  <a:cs typeface="Consolas"/>
                  <a:sym typeface="Consolas"/>
                </a:rPr>
                <a:t>String</a:t>
              </a:r>
              <a:endParaRPr b="0" i="0" sz="800" u="none" cap="none" strike="noStrike">
                <a:solidFill>
                  <a:srgbClr val="FF0000"/>
                </a:solidFill>
                <a:highlight>
                  <a:srgbClr val="FFFFFF"/>
                </a:highlight>
                <a:latin typeface="Roboto"/>
                <a:ea typeface="Roboto"/>
                <a:cs typeface="Roboto"/>
                <a:sym typeface="Roboto"/>
              </a:endParaRPr>
            </a:p>
          </p:txBody>
        </p:sp>
      </p:grpSp>
      <p:grpSp>
        <p:nvGrpSpPr>
          <p:cNvPr id="847" name="Google Shape;847;p86"/>
          <p:cNvGrpSpPr/>
          <p:nvPr/>
        </p:nvGrpSpPr>
        <p:grpSpPr>
          <a:xfrm>
            <a:off x="1664075" y="1983400"/>
            <a:ext cx="231900" cy="303300"/>
            <a:chOff x="1664075" y="1983400"/>
            <a:chExt cx="231900" cy="303300"/>
          </a:xfrm>
        </p:grpSpPr>
        <p:sp>
          <p:nvSpPr>
            <p:cNvPr id="848" name="Google Shape;848;p86"/>
            <p:cNvSpPr/>
            <p:nvPr/>
          </p:nvSpPr>
          <p:spPr>
            <a:xfrm>
              <a:off x="1664075" y="2143900"/>
              <a:ext cx="231900" cy="142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49" name="Google Shape;849;p86"/>
            <p:cNvCxnSpPr>
              <a:stCxn id="848" idx="0"/>
            </p:cNvCxnSpPr>
            <p:nvPr/>
          </p:nvCxnSpPr>
          <p:spPr>
            <a:xfrm rot="10800000">
              <a:off x="1780025" y="1983400"/>
              <a:ext cx="0" cy="160500"/>
            </a:xfrm>
            <a:prstGeom prst="straightConnector1">
              <a:avLst/>
            </a:prstGeom>
            <a:noFill/>
            <a:ln cap="flat" cmpd="sng" w="19050">
              <a:solidFill>
                <a:srgbClr val="FF0000"/>
              </a:solidFill>
              <a:prstDash val="solid"/>
              <a:round/>
              <a:headEnd len="med" w="med" type="none"/>
              <a:tailEnd len="med" w="med" type="none"/>
            </a:ln>
          </p:spPr>
        </p:cxnSp>
      </p:grpSp>
      <p:grpSp>
        <p:nvGrpSpPr>
          <p:cNvPr id="850" name="Google Shape;850;p86"/>
          <p:cNvGrpSpPr/>
          <p:nvPr/>
        </p:nvGrpSpPr>
        <p:grpSpPr>
          <a:xfrm>
            <a:off x="983415" y="3002225"/>
            <a:ext cx="491185" cy="1222008"/>
            <a:chOff x="983415" y="3002225"/>
            <a:chExt cx="491185" cy="1222008"/>
          </a:xfrm>
        </p:grpSpPr>
        <p:sp>
          <p:nvSpPr>
            <p:cNvPr id="851" name="Google Shape;851;p86"/>
            <p:cNvSpPr/>
            <p:nvPr/>
          </p:nvSpPr>
          <p:spPr>
            <a:xfrm>
              <a:off x="983415" y="3002225"/>
              <a:ext cx="231900" cy="142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52" name="Google Shape;852;p86"/>
            <p:cNvCxnSpPr>
              <a:stCxn id="853" idx="0"/>
              <a:endCxn id="851" idx="1"/>
            </p:cNvCxnSpPr>
            <p:nvPr/>
          </p:nvCxnSpPr>
          <p:spPr>
            <a:xfrm flipH="1" rot="5400000">
              <a:off x="653800" y="3403433"/>
              <a:ext cx="1150500" cy="491100"/>
            </a:xfrm>
            <a:prstGeom prst="bentConnector4">
              <a:avLst>
                <a:gd fmla="val 46902" name="adj1"/>
                <a:gd fmla="val 148505" name="adj2"/>
              </a:avLst>
            </a:prstGeom>
            <a:noFill/>
            <a:ln cap="flat" cmpd="sng" w="19050">
              <a:solidFill>
                <a:srgbClr val="FF0000"/>
              </a:solidFill>
              <a:prstDash val="solid"/>
              <a:round/>
              <a:headEnd len="med" w="med" type="none"/>
              <a:tailEnd len="med" w="med" type="none"/>
            </a:ln>
          </p:spPr>
        </p:cxnSp>
      </p:grpSp>
      <p:grpSp>
        <p:nvGrpSpPr>
          <p:cNvPr id="854" name="Google Shape;854;p86"/>
          <p:cNvGrpSpPr/>
          <p:nvPr/>
        </p:nvGrpSpPr>
        <p:grpSpPr>
          <a:xfrm>
            <a:off x="1575177" y="2515300"/>
            <a:ext cx="760800" cy="1715400"/>
            <a:chOff x="1575177" y="2515300"/>
            <a:chExt cx="760800" cy="1715400"/>
          </a:xfrm>
        </p:grpSpPr>
        <p:sp>
          <p:nvSpPr>
            <p:cNvPr id="855" name="Google Shape;855;p86"/>
            <p:cNvSpPr/>
            <p:nvPr/>
          </p:nvSpPr>
          <p:spPr>
            <a:xfrm>
              <a:off x="1575177" y="2515300"/>
              <a:ext cx="502200" cy="142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56" name="Google Shape;856;p86"/>
            <p:cNvCxnSpPr>
              <a:stCxn id="855" idx="3"/>
            </p:cNvCxnSpPr>
            <p:nvPr/>
          </p:nvCxnSpPr>
          <p:spPr>
            <a:xfrm>
              <a:off x="2077377" y="2586700"/>
              <a:ext cx="258600" cy="1644000"/>
            </a:xfrm>
            <a:prstGeom prst="bentConnector2">
              <a:avLst/>
            </a:prstGeom>
            <a:noFill/>
            <a:ln cap="flat" cmpd="sng" w="19050">
              <a:solidFill>
                <a:srgbClr val="FF0000"/>
              </a:solidFill>
              <a:prstDash val="solid"/>
              <a:round/>
              <a:headEnd len="med" w="med" type="none"/>
              <a:tailEnd len="med" w="med" type="none"/>
            </a:ln>
          </p:spPr>
        </p:cxnSp>
      </p:grpSp>
      <p:grpSp>
        <p:nvGrpSpPr>
          <p:cNvPr id="857" name="Google Shape;857;p86"/>
          <p:cNvGrpSpPr/>
          <p:nvPr/>
        </p:nvGrpSpPr>
        <p:grpSpPr>
          <a:xfrm>
            <a:off x="463050" y="2280755"/>
            <a:ext cx="1127400" cy="1950000"/>
            <a:chOff x="463050" y="2280755"/>
            <a:chExt cx="1127400" cy="1950000"/>
          </a:xfrm>
        </p:grpSpPr>
        <p:sp>
          <p:nvSpPr>
            <p:cNvPr id="858" name="Google Shape;858;p86"/>
            <p:cNvSpPr/>
            <p:nvPr/>
          </p:nvSpPr>
          <p:spPr>
            <a:xfrm>
              <a:off x="1088250" y="2280755"/>
              <a:ext cx="502200" cy="142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59" name="Google Shape;859;p86"/>
            <p:cNvCxnSpPr>
              <a:stCxn id="858" idx="1"/>
            </p:cNvCxnSpPr>
            <p:nvPr/>
          </p:nvCxnSpPr>
          <p:spPr>
            <a:xfrm flipH="1">
              <a:off x="463050" y="2352155"/>
              <a:ext cx="625200" cy="1878600"/>
            </a:xfrm>
            <a:prstGeom prst="bentConnector2">
              <a:avLst/>
            </a:prstGeom>
            <a:noFill/>
            <a:ln cap="flat" cmpd="sng" w="19050">
              <a:solidFill>
                <a:srgbClr val="FF0000"/>
              </a:solidFill>
              <a:prstDash val="solid"/>
              <a:round/>
              <a:headEnd len="med" w="med" type="none"/>
              <a:tailEnd len="med" w="med" type="none"/>
            </a:ln>
          </p:spPr>
        </p:cxnSp>
      </p:grpSp>
      <p:sp>
        <p:nvSpPr>
          <p:cNvPr id="853" name="Google Shape;853;p86"/>
          <p:cNvSpPr txBox="1"/>
          <p:nvPr>
            <p:ph idx="4294967295" type="body"/>
          </p:nvPr>
        </p:nvSpPr>
        <p:spPr>
          <a:xfrm>
            <a:off x="193750" y="4224233"/>
            <a:ext cx="2561700" cy="828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The </a:t>
            </a:r>
            <a:r>
              <a:rPr b="1" i="1" lang="en" sz="1200">
                <a:solidFill>
                  <a:srgbClr val="FF0000"/>
                </a:solidFill>
                <a:latin typeface="Arial"/>
                <a:ea typeface="Arial"/>
                <a:cs typeface="Arial"/>
                <a:sym typeface="Arial"/>
              </a:rPr>
              <a:t>fake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type names can then be used in the class as though they are a </a:t>
            </a:r>
            <a:r>
              <a:rPr b="1" i="1" lang="en" sz="1200">
                <a:solidFill>
                  <a:srgbClr val="FF0000"/>
                </a:solidFill>
                <a:latin typeface="Arial"/>
                <a:ea typeface="Arial"/>
                <a:cs typeface="Arial"/>
                <a:sym typeface="Arial"/>
              </a:rPr>
              <a:t>real type</a:t>
            </a:r>
            <a:r>
              <a:rPr lang="en" sz="1200">
                <a:solidFill>
                  <a:srgbClr val="000000"/>
                </a:solidFill>
                <a:latin typeface="Arial"/>
                <a:ea typeface="Arial"/>
                <a:cs typeface="Arial"/>
                <a:sym typeface="Arial"/>
              </a:rPr>
              <a:t>, i.e. as </a:t>
            </a:r>
            <a:r>
              <a:rPr b="1" i="1" lang="en" sz="1200">
                <a:solidFill>
                  <a:srgbClr val="FF0000"/>
                </a:solidFill>
                <a:latin typeface="Arial"/>
                <a:ea typeface="Arial"/>
                <a:cs typeface="Arial"/>
                <a:sym typeface="Arial"/>
              </a:rPr>
              <a:t>fields</a:t>
            </a:r>
            <a:r>
              <a:rPr lang="en" sz="1200">
                <a:solidFill>
                  <a:srgbClr val="000000"/>
                </a:solidFill>
                <a:latin typeface="Arial"/>
                <a:ea typeface="Arial"/>
                <a:cs typeface="Arial"/>
                <a:sym typeface="Arial"/>
              </a:rPr>
              <a:t>, </a:t>
            </a:r>
            <a:r>
              <a:rPr b="1" i="1" lang="en" sz="1200">
                <a:solidFill>
                  <a:srgbClr val="FF0000"/>
                </a:solidFill>
                <a:latin typeface="Arial"/>
                <a:ea typeface="Arial"/>
                <a:cs typeface="Arial"/>
                <a:sym typeface="Arial"/>
              </a:rPr>
              <a:t>parameters</a:t>
            </a:r>
            <a:r>
              <a:rPr lang="en" sz="1200">
                <a:solidFill>
                  <a:srgbClr val="000000"/>
                </a:solidFill>
                <a:latin typeface="Arial"/>
                <a:ea typeface="Arial"/>
                <a:cs typeface="Arial"/>
                <a:sym typeface="Arial"/>
              </a:rPr>
              <a:t>, or </a:t>
            </a:r>
            <a:r>
              <a:rPr b="1" i="1" lang="en" sz="1200">
                <a:solidFill>
                  <a:srgbClr val="FF0000"/>
                </a:solidFill>
                <a:latin typeface="Arial"/>
                <a:ea typeface="Arial"/>
                <a:cs typeface="Arial"/>
                <a:sym typeface="Arial"/>
              </a:rPr>
              <a:t>return values</a:t>
            </a:r>
            <a:r>
              <a:rPr lang="en" sz="1200">
                <a:solidFill>
                  <a:srgbClr val="000000"/>
                </a:solidFill>
                <a:latin typeface="Arial"/>
                <a:ea typeface="Arial"/>
                <a:cs typeface="Arial"/>
                <a:sym typeface="Arial"/>
              </a:rPr>
              <a:t>.</a:t>
            </a:r>
            <a:endParaRPr sz="1200">
              <a:solidFill>
                <a:srgbClr val="FF0000"/>
              </a:solidFill>
              <a:latin typeface="Arial"/>
              <a:ea typeface="Arial"/>
              <a:cs typeface="Arial"/>
              <a:sym typeface="Arial"/>
            </a:endParaRPr>
          </a:p>
        </p:txBody>
      </p:sp>
      <p:sp>
        <p:nvSpPr>
          <p:cNvPr id="860" name="Google Shape;860;p86"/>
          <p:cNvSpPr txBox="1"/>
          <p:nvPr/>
        </p:nvSpPr>
        <p:spPr>
          <a:xfrm>
            <a:off x="2889866" y="2766111"/>
            <a:ext cx="333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solidFill>
                  <a:srgbClr val="0000FF"/>
                </a:solidFill>
                <a:latin typeface="Consolas"/>
                <a:ea typeface="Consolas"/>
                <a:cs typeface="Consolas"/>
                <a:sym typeface="Consolas"/>
              </a:rPr>
              <a:t>Container</a:t>
            </a:r>
            <a:r>
              <a:rPr lang="en" sz="1000">
                <a:latin typeface="Consolas"/>
                <a:ea typeface="Consolas"/>
                <a:cs typeface="Consolas"/>
                <a:sym typeface="Consolas"/>
              </a:rPr>
              <a:t>&lt;</a:t>
            </a:r>
            <a:r>
              <a:rPr lang="en" sz="1000">
                <a:solidFill>
                  <a:srgbClr val="0000FF"/>
                </a:solidFill>
                <a:latin typeface="Consolas"/>
                <a:ea typeface="Consolas"/>
                <a:cs typeface="Consolas"/>
                <a:sym typeface="Consolas"/>
              </a:rPr>
              <a:t>String</a:t>
            </a:r>
            <a:r>
              <a:rPr lang="en" sz="1000">
                <a:latin typeface="Consolas"/>
                <a:ea typeface="Consolas"/>
                <a:cs typeface="Consolas"/>
                <a:sym typeface="Consolas"/>
              </a:rPr>
              <a:t>&gt; c = </a:t>
            </a:r>
            <a:r>
              <a:rPr lang="en" sz="1000">
                <a:solidFill>
                  <a:srgbClr val="0000FF"/>
                </a:solidFill>
                <a:latin typeface="Consolas"/>
                <a:ea typeface="Consolas"/>
                <a:cs typeface="Consolas"/>
                <a:sym typeface="Consolas"/>
              </a:rPr>
              <a:t>new</a:t>
            </a:r>
            <a:r>
              <a:rPr lang="en" sz="1000">
                <a:latin typeface="Consolas"/>
                <a:ea typeface="Consolas"/>
                <a:cs typeface="Consolas"/>
                <a:sym typeface="Consolas"/>
              </a:rPr>
              <a:t> </a:t>
            </a:r>
            <a:r>
              <a:rPr lang="en" sz="1000">
                <a:solidFill>
                  <a:srgbClr val="0000FF"/>
                </a:solidFill>
                <a:latin typeface="Consolas"/>
                <a:ea typeface="Consolas"/>
                <a:cs typeface="Consolas"/>
                <a:sym typeface="Consolas"/>
              </a:rPr>
              <a:t>Container</a:t>
            </a:r>
            <a:r>
              <a:rPr lang="en" sz="1000">
                <a:latin typeface="Consolas"/>
                <a:ea typeface="Consolas"/>
                <a:cs typeface="Consolas"/>
                <a:sym typeface="Consolas"/>
              </a:rPr>
              <a:t>&lt;&gt;(</a:t>
            </a:r>
            <a:r>
              <a:rPr lang="en" sz="1000">
                <a:solidFill>
                  <a:srgbClr val="A31515"/>
                </a:solidFill>
                <a:latin typeface="Consolas"/>
                <a:ea typeface="Consolas"/>
                <a:cs typeface="Consolas"/>
                <a:sym typeface="Consolas"/>
              </a:rPr>
              <a:t>"abc"</a:t>
            </a:r>
            <a:r>
              <a:rPr lang="en" sz="1000">
                <a:latin typeface="Consolas"/>
                <a:ea typeface="Consolas"/>
                <a:cs typeface="Consolas"/>
                <a:sym typeface="Consolas"/>
              </a:rPr>
              <a:t>);</a:t>
            </a:r>
            <a:endParaRPr/>
          </a:p>
        </p:txBody>
      </p:sp>
      <p:grpSp>
        <p:nvGrpSpPr>
          <p:cNvPr id="861" name="Google Shape;861;p86"/>
          <p:cNvGrpSpPr/>
          <p:nvPr/>
        </p:nvGrpSpPr>
        <p:grpSpPr>
          <a:xfrm>
            <a:off x="5385984" y="2715673"/>
            <a:ext cx="231900" cy="303300"/>
            <a:chOff x="1664075" y="1983400"/>
            <a:chExt cx="231900" cy="303300"/>
          </a:xfrm>
        </p:grpSpPr>
        <p:sp>
          <p:nvSpPr>
            <p:cNvPr id="862" name="Google Shape;862;p86"/>
            <p:cNvSpPr/>
            <p:nvPr/>
          </p:nvSpPr>
          <p:spPr>
            <a:xfrm>
              <a:off x="1664075" y="2143900"/>
              <a:ext cx="231900" cy="1428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63" name="Google Shape;863;p86"/>
            <p:cNvCxnSpPr>
              <a:stCxn id="862" idx="0"/>
            </p:cNvCxnSpPr>
            <p:nvPr/>
          </p:nvCxnSpPr>
          <p:spPr>
            <a:xfrm rot="10800000">
              <a:off x="1780025" y="1983400"/>
              <a:ext cx="0" cy="160500"/>
            </a:xfrm>
            <a:prstGeom prst="straightConnector1">
              <a:avLst/>
            </a:prstGeom>
            <a:noFill/>
            <a:ln cap="flat" cmpd="sng" w="19050">
              <a:solidFill>
                <a:srgbClr val="FF0000"/>
              </a:solidFill>
              <a:prstDash val="solid"/>
              <a:round/>
              <a:headEnd len="med" w="med" type="none"/>
              <a:tailEnd len="med" w="med" type="none"/>
            </a:ln>
          </p:spPr>
        </p:cxnSp>
      </p:grpSp>
      <p:sp>
        <p:nvSpPr>
          <p:cNvPr id="864" name="Google Shape;864;p86"/>
          <p:cNvSpPr txBox="1"/>
          <p:nvPr/>
        </p:nvSpPr>
        <p:spPr>
          <a:xfrm>
            <a:off x="2913675" y="3049980"/>
            <a:ext cx="3000000" cy="3387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sz="1000">
                <a:latin typeface="Consolas"/>
                <a:ea typeface="Consolas"/>
                <a:cs typeface="Consolas"/>
                <a:sym typeface="Consolas"/>
              </a:rPr>
              <a:t>c.setValue(</a:t>
            </a:r>
            <a:r>
              <a:rPr lang="en" sz="1000">
                <a:solidFill>
                  <a:srgbClr val="A31515"/>
                </a:solidFill>
                <a:latin typeface="Consolas"/>
                <a:ea typeface="Consolas"/>
                <a:cs typeface="Consolas"/>
                <a:sym typeface="Consolas"/>
              </a:rPr>
              <a:t>"def"</a:t>
            </a:r>
            <a:r>
              <a:rPr lang="en" sz="1000">
                <a:latin typeface="Consolas"/>
                <a:ea typeface="Consolas"/>
                <a:cs typeface="Consolas"/>
                <a:sym typeface="Consolas"/>
              </a:rPr>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3"/>
                                        </p:tgtEl>
                                        <p:attrNameLst>
                                          <p:attrName>style.visibility</p:attrName>
                                        </p:attrNameLst>
                                      </p:cBhvr>
                                      <p:to>
                                        <p:strVal val="visible"/>
                                      </p:to>
                                    </p:set>
                                    <p:animEffect filter="fade" transition="in">
                                      <p:cBhvr>
                                        <p:cTn dur="1000"/>
                                        <p:tgtEl>
                                          <p:spTgt spid="833"/>
                                        </p:tgtEl>
                                      </p:cBhvr>
                                    </p:animEffect>
                                  </p:childTnLst>
                                </p:cTn>
                              </p:par>
                              <p:par>
                                <p:cTn fill="hold" nodeType="withEffect" presetClass="entr" presetID="10" presetSubtype="0">
                                  <p:stCondLst>
                                    <p:cond delay="0"/>
                                  </p:stCondLst>
                                  <p:childTnLst>
                                    <p:set>
                                      <p:cBhvr>
                                        <p:cTn dur="1" fill="hold">
                                          <p:stCondLst>
                                            <p:cond delay="0"/>
                                          </p:stCondLst>
                                        </p:cTn>
                                        <p:tgtEl>
                                          <p:spTgt spid="831"/>
                                        </p:tgtEl>
                                        <p:attrNameLst>
                                          <p:attrName>style.visibility</p:attrName>
                                        </p:attrNameLst>
                                      </p:cBhvr>
                                      <p:to>
                                        <p:strVal val="visible"/>
                                      </p:to>
                                    </p:set>
                                    <p:animEffect filter="fade" transition="in">
                                      <p:cBhvr>
                                        <p:cTn dur="1000"/>
                                        <p:tgtEl>
                                          <p:spTgt spid="83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47"/>
                                        </p:tgtEl>
                                        <p:attrNameLst>
                                          <p:attrName>style.visibility</p:attrName>
                                        </p:attrNameLst>
                                      </p:cBhvr>
                                      <p:to>
                                        <p:strVal val="visible"/>
                                      </p:to>
                                    </p:set>
                                    <p:animEffect filter="fade" transition="in">
                                      <p:cBhvr>
                                        <p:cTn dur="1000"/>
                                        <p:tgtEl>
                                          <p:spTgt spid="84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53"/>
                                        </p:tgtEl>
                                        <p:attrNameLst>
                                          <p:attrName>style.visibility</p:attrName>
                                        </p:attrNameLst>
                                      </p:cBhvr>
                                      <p:to>
                                        <p:strVal val="visible"/>
                                      </p:to>
                                    </p:set>
                                    <p:animEffect filter="fade" transition="in">
                                      <p:cBhvr>
                                        <p:cTn dur="1000"/>
                                        <p:tgtEl>
                                          <p:spTgt spid="85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57"/>
                                        </p:tgtEl>
                                        <p:attrNameLst>
                                          <p:attrName>style.visibility</p:attrName>
                                        </p:attrNameLst>
                                      </p:cBhvr>
                                      <p:to>
                                        <p:strVal val="visible"/>
                                      </p:to>
                                    </p:set>
                                    <p:animEffect filter="fade" transition="in">
                                      <p:cBhvr>
                                        <p:cTn dur="1000"/>
                                        <p:tgtEl>
                                          <p:spTgt spid="857"/>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854"/>
                                        </p:tgtEl>
                                        <p:attrNameLst>
                                          <p:attrName>style.visibility</p:attrName>
                                        </p:attrNameLst>
                                      </p:cBhvr>
                                      <p:to>
                                        <p:strVal val="visible"/>
                                      </p:to>
                                    </p:set>
                                    <p:animEffect filter="fade" transition="in">
                                      <p:cBhvr>
                                        <p:cTn dur="1000"/>
                                        <p:tgtEl>
                                          <p:spTgt spid="854"/>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850"/>
                                        </p:tgtEl>
                                        <p:attrNameLst>
                                          <p:attrName>style.visibility</p:attrName>
                                        </p:attrNameLst>
                                      </p:cBhvr>
                                      <p:to>
                                        <p:strVal val="visible"/>
                                      </p:to>
                                    </p:set>
                                    <p:animEffect filter="fade" transition="in">
                                      <p:cBhvr>
                                        <p:cTn dur="1000"/>
                                        <p:tgtEl>
                                          <p:spTgt spid="85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8"/>
                                        </p:tgtEl>
                                        <p:attrNameLst>
                                          <p:attrName>style.visibility</p:attrName>
                                        </p:attrNameLst>
                                      </p:cBhvr>
                                      <p:to>
                                        <p:strVal val="visible"/>
                                      </p:to>
                                    </p:set>
                                    <p:animEffect filter="fade" transition="in">
                                      <p:cBhvr>
                                        <p:cTn dur="1000"/>
                                        <p:tgtEl>
                                          <p:spTgt spid="838"/>
                                        </p:tgtEl>
                                      </p:cBhvr>
                                    </p:animEffect>
                                  </p:childTnLst>
                                </p:cTn>
                              </p:par>
                              <p:par>
                                <p:cTn fill="hold" nodeType="withEffect" presetClass="entr" presetID="10" presetSubtype="0">
                                  <p:stCondLst>
                                    <p:cond delay="0"/>
                                  </p:stCondLst>
                                  <p:childTnLst>
                                    <p:set>
                                      <p:cBhvr>
                                        <p:cTn dur="1" fill="hold">
                                          <p:stCondLst>
                                            <p:cond delay="0"/>
                                          </p:stCondLst>
                                        </p:cTn>
                                        <p:tgtEl>
                                          <p:spTgt spid="827"/>
                                        </p:tgtEl>
                                        <p:attrNameLst>
                                          <p:attrName>style.visibility</p:attrName>
                                        </p:attrNameLst>
                                      </p:cBhvr>
                                      <p:to>
                                        <p:strVal val="visible"/>
                                      </p:to>
                                    </p:set>
                                    <p:animEffect filter="fade" transition="in">
                                      <p:cBhvr>
                                        <p:cTn dur="1000"/>
                                        <p:tgtEl>
                                          <p:spTgt spid="827"/>
                                        </p:tgtEl>
                                      </p:cBhvr>
                                    </p:animEffect>
                                  </p:childTnLst>
                                </p:cTn>
                              </p:par>
                              <p:par>
                                <p:cTn fill="hold" nodeType="withEffect" presetClass="entr" presetID="10" presetSubtype="0">
                                  <p:stCondLst>
                                    <p:cond delay="0"/>
                                  </p:stCondLst>
                                  <p:childTnLst>
                                    <p:set>
                                      <p:cBhvr>
                                        <p:cTn dur="1" fill="hold">
                                          <p:stCondLst>
                                            <p:cond delay="0"/>
                                          </p:stCondLst>
                                        </p:cTn>
                                        <p:tgtEl>
                                          <p:spTgt spid="860"/>
                                        </p:tgtEl>
                                        <p:attrNameLst>
                                          <p:attrName>style.visibility</p:attrName>
                                        </p:attrNameLst>
                                      </p:cBhvr>
                                      <p:to>
                                        <p:strVal val="visible"/>
                                      </p:to>
                                    </p:set>
                                    <p:animEffect filter="fade" transition="in">
                                      <p:cBhvr>
                                        <p:cTn dur="1000"/>
                                        <p:tgtEl>
                                          <p:spTgt spid="8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7"/>
                                        </p:tgtEl>
                                        <p:attrNameLst>
                                          <p:attrName>style.visibility</p:attrName>
                                        </p:attrNameLst>
                                      </p:cBhvr>
                                      <p:to>
                                        <p:strVal val="visible"/>
                                      </p:to>
                                    </p:set>
                                    <p:animEffect filter="fade" transition="in">
                                      <p:cBhvr>
                                        <p:cTn dur="1000"/>
                                        <p:tgtEl>
                                          <p:spTgt spid="83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61"/>
                                        </p:tgtEl>
                                        <p:attrNameLst>
                                          <p:attrName>style.visibility</p:attrName>
                                        </p:attrNameLst>
                                      </p:cBhvr>
                                      <p:to>
                                        <p:strVal val="visible"/>
                                      </p:to>
                                    </p:set>
                                    <p:animEffect filter="fade" transition="in">
                                      <p:cBhvr>
                                        <p:cTn dur="1000"/>
                                        <p:tgtEl>
                                          <p:spTgt spid="86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4"/>
                                        </p:tgtEl>
                                        <p:attrNameLst>
                                          <p:attrName>style.visibility</p:attrName>
                                        </p:attrNameLst>
                                      </p:cBhvr>
                                      <p:to>
                                        <p:strVal val="visible"/>
                                      </p:to>
                                    </p:set>
                                    <p:animEffect filter="fade" transition="in">
                                      <p:cBhvr>
                                        <p:cTn dur="1000"/>
                                        <p:tgtEl>
                                          <p:spTgt spid="83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64"/>
                                        </p:tgtEl>
                                        <p:attrNameLst>
                                          <p:attrName>style.visibility</p:attrName>
                                        </p:attrNameLst>
                                      </p:cBhvr>
                                      <p:to>
                                        <p:strVal val="visible"/>
                                      </p:to>
                                    </p:set>
                                    <p:animEffect filter="fade" transition="in">
                                      <p:cBhvr>
                                        <p:cTn dur="1000"/>
                                        <p:tgtEl>
                                          <p:spTgt spid="86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6"/>
                                        </p:tgtEl>
                                        <p:attrNameLst>
                                          <p:attrName>style.visibility</p:attrName>
                                        </p:attrNameLst>
                                      </p:cBhvr>
                                      <p:to>
                                        <p:strVal val="visible"/>
                                      </p:to>
                                    </p:set>
                                    <p:animEffect filter="fade" transition="in">
                                      <p:cBhvr>
                                        <p:cTn dur="1000"/>
                                        <p:tgtEl>
                                          <p:spTgt spid="83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28"/>
                                        </p:tgtEl>
                                        <p:attrNameLst>
                                          <p:attrName>style.visibility</p:attrName>
                                        </p:attrNameLst>
                                      </p:cBhvr>
                                      <p:to>
                                        <p:strVal val="visible"/>
                                      </p:to>
                                    </p:set>
                                    <p:animEffect filter="fade" transition="in">
                                      <p:cBhvr>
                                        <p:cTn dur="1000"/>
                                        <p:tgtEl>
                                          <p:spTgt spid="82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835"/>
                                        </p:tgtEl>
                                        <p:attrNameLst>
                                          <p:attrName>style.visibility</p:attrName>
                                        </p:attrNameLst>
                                      </p:cBhvr>
                                      <p:to>
                                        <p:strVal val="visible"/>
                                      </p:to>
                                    </p:set>
                                    <p:animEffect filter="fade" transition="in">
                                      <p:cBhvr>
                                        <p:cTn dur="1000"/>
                                        <p:tgtEl>
                                          <p:spTgt spid="83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39"/>
                                        </p:tgtEl>
                                        <p:attrNameLst>
                                          <p:attrName>style.visibility</p:attrName>
                                        </p:attrNameLst>
                                      </p:cBhvr>
                                      <p:to>
                                        <p:strVal val="visible"/>
                                      </p:to>
                                    </p:set>
                                    <p:animEffect filter="fade" transition="in">
                                      <p:cBhvr>
                                        <p:cTn dur="1000"/>
                                        <p:tgtEl>
                                          <p:spTgt spid="839"/>
                                        </p:tgtEl>
                                      </p:cBhvr>
                                    </p:animEffect>
                                  </p:childTnLst>
                                </p:cTn>
                              </p:par>
                              <p:par>
                                <p:cTn fill="hold" nodeType="withEffect" presetClass="entr" presetID="10" presetSubtype="0">
                                  <p:stCondLst>
                                    <p:cond delay="0"/>
                                  </p:stCondLst>
                                  <p:childTnLst>
                                    <p:set>
                                      <p:cBhvr>
                                        <p:cTn dur="1" fill="hold">
                                          <p:stCondLst>
                                            <p:cond delay="0"/>
                                          </p:stCondLst>
                                        </p:cTn>
                                        <p:tgtEl>
                                          <p:spTgt spid="832"/>
                                        </p:tgtEl>
                                        <p:attrNameLst>
                                          <p:attrName>style.visibility</p:attrName>
                                        </p:attrNameLst>
                                      </p:cBhvr>
                                      <p:to>
                                        <p:strVal val="visible"/>
                                      </p:to>
                                    </p:set>
                                    <p:animEffect filter="fade" transition="in">
                                      <p:cBhvr>
                                        <p:cTn dur="1000"/>
                                        <p:tgtEl>
                                          <p:spTgt spid="83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40"/>
                                        </p:tgtEl>
                                        <p:attrNameLst>
                                          <p:attrName>style.visibility</p:attrName>
                                        </p:attrNameLst>
                                      </p:cBhvr>
                                      <p:to>
                                        <p:strVal val="visible"/>
                                      </p:to>
                                    </p:set>
                                    <p:animEffect filter="fade" transition="in">
                                      <p:cBhvr>
                                        <p:cTn dur="1000"/>
                                        <p:tgtEl>
                                          <p:spTgt spid="84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41"/>
                                        </p:tgtEl>
                                        <p:attrNameLst>
                                          <p:attrName>style.visibility</p:attrName>
                                        </p:attrNameLst>
                                      </p:cBhvr>
                                      <p:to>
                                        <p:strVal val="visible"/>
                                      </p:to>
                                    </p:set>
                                    <p:animEffect filter="fade" transition="in">
                                      <p:cBhvr>
                                        <p:cTn dur="1000"/>
                                        <p:tgtEl>
                                          <p:spTgt spid="8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68" name="Shape 868"/>
        <p:cNvGrpSpPr/>
        <p:nvPr/>
      </p:nvGrpSpPr>
      <p:grpSpPr>
        <a:xfrm>
          <a:off x="0" y="0"/>
          <a:ext cx="0" cy="0"/>
          <a:chOff x="0" y="0"/>
          <a:chExt cx="0" cy="0"/>
        </a:xfrm>
      </p:grpSpPr>
      <p:sp>
        <p:nvSpPr>
          <p:cNvPr id="869" name="Google Shape;869;p87"/>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The </a:t>
            </a:r>
            <a:r>
              <a:rPr lang="en">
                <a:latin typeface="Courier New"/>
                <a:ea typeface="Courier New"/>
                <a:cs typeface="Courier New"/>
                <a:sym typeface="Courier New"/>
              </a:rPr>
              <a:t>Queue</a:t>
            </a:r>
            <a:r>
              <a:rPr lang="en"/>
              <a:t> interface that we used to implement the node and array-based queues only works with strings. Thankfully, Java's </a:t>
            </a:r>
            <a:r>
              <a:rPr b="1" i="1" lang="en">
                <a:solidFill>
                  <a:srgbClr val="FF0000"/>
                </a:solidFill>
              </a:rPr>
              <a:t>generics </a:t>
            </a:r>
            <a:r>
              <a:rPr lang="en"/>
              <a:t>syntax allows us to define classes and methods that will work with </a:t>
            </a:r>
            <a:r>
              <a:rPr i="1" lang="en"/>
              <a:t>any</a:t>
            </a:r>
            <a:r>
              <a:rPr lang="en"/>
              <a:t> type. Let's modify our existing classes to use generics instead of strings.</a:t>
            </a:r>
            <a:endParaRPr/>
          </a:p>
        </p:txBody>
      </p:sp>
      <p:sp>
        <p:nvSpPr>
          <p:cNvPr id="870" name="Google Shape;870;p87"/>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71" name="Google Shape;871;p87"/>
          <p:cNvSpPr txBox="1"/>
          <p:nvPr>
            <p:ph idx="2" type="body"/>
          </p:nvPr>
        </p:nvSpPr>
        <p:spPr>
          <a:xfrm>
            <a:off x="2992925" y="1871125"/>
            <a:ext cx="5957400" cy="27921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Open the </a:t>
            </a:r>
            <a:r>
              <a:rPr lang="en" sz="1500">
                <a:latin typeface="Courier New"/>
                <a:ea typeface="Courier New"/>
                <a:cs typeface="Courier New"/>
                <a:sym typeface="Courier New"/>
              </a:rPr>
              <a:t>Queue</a:t>
            </a:r>
            <a:r>
              <a:rPr lang="en" sz="1500"/>
              <a:t> interface and convert it into a </a:t>
            </a:r>
            <a:r>
              <a:rPr b="1" i="1" lang="en" sz="1500">
                <a:solidFill>
                  <a:srgbClr val="FF0000"/>
                </a:solidFill>
              </a:rPr>
              <a:t>generic type</a:t>
            </a:r>
            <a:r>
              <a:rPr lang="en" sz="1500"/>
              <a:t>.</a:t>
            </a:r>
            <a:endParaRPr sz="1500"/>
          </a:p>
          <a:p>
            <a:pPr indent="-311150" lvl="1" marL="914400" rtl="0" algn="l">
              <a:spcBef>
                <a:spcPts val="0"/>
              </a:spcBef>
              <a:spcAft>
                <a:spcPts val="0"/>
              </a:spcAft>
              <a:buSzPts val="1300"/>
              <a:buChar char="○"/>
            </a:pPr>
            <a:r>
              <a:rPr lang="en" sz="1300"/>
              <a:t>Add a </a:t>
            </a:r>
            <a:r>
              <a:rPr b="1" i="1" lang="en" sz="1300">
                <a:solidFill>
                  <a:srgbClr val="FF0000"/>
                </a:solidFill>
              </a:rPr>
              <a:t>type parameter</a:t>
            </a:r>
            <a:r>
              <a:rPr lang="en" sz="1300"/>
              <a:t> to the interface declaration. </a:t>
            </a:r>
            <a:endParaRPr sz="1300"/>
          </a:p>
          <a:p>
            <a:pPr indent="-311150" lvl="2" marL="1371600" rtl="0" algn="l">
              <a:spcBef>
                <a:spcPts val="0"/>
              </a:spcBef>
              <a:spcAft>
                <a:spcPts val="0"/>
              </a:spcAft>
              <a:buSzPts val="1300"/>
              <a:buChar char="■"/>
            </a:pPr>
            <a:r>
              <a:rPr lang="en" sz="1300"/>
              <a:t>While you can use any fake name that you'd like, it is customary to use </a:t>
            </a:r>
            <a:r>
              <a:rPr lang="en" sz="1300">
                <a:solidFill>
                  <a:srgbClr val="FF0000"/>
                </a:solidFill>
                <a:latin typeface="Courier New"/>
                <a:ea typeface="Courier New"/>
                <a:cs typeface="Courier New"/>
                <a:sym typeface="Courier New"/>
              </a:rPr>
              <a:t>E</a:t>
            </a:r>
            <a:r>
              <a:rPr lang="en" sz="1300"/>
              <a:t> (short for </a:t>
            </a:r>
            <a:r>
              <a:rPr b="1" i="1" lang="en" sz="1300">
                <a:solidFill>
                  <a:srgbClr val="FF0000"/>
                </a:solidFill>
              </a:rPr>
              <a:t>element</a:t>
            </a:r>
            <a:r>
              <a:rPr lang="en" sz="1300"/>
              <a:t>) as the name of the type parameter in a generic data structure.</a:t>
            </a:r>
            <a:endParaRPr sz="1300"/>
          </a:p>
          <a:p>
            <a:pPr indent="-311150" lvl="1" marL="914400" rtl="0" algn="l">
              <a:spcBef>
                <a:spcPts val="0"/>
              </a:spcBef>
              <a:spcAft>
                <a:spcPts val="0"/>
              </a:spcAft>
              <a:buSzPts val="1300"/>
              <a:buChar char="○"/>
            </a:pPr>
            <a:r>
              <a:rPr lang="en" sz="1300"/>
              <a:t>Replace instances of the </a:t>
            </a:r>
            <a:r>
              <a:rPr lang="en" sz="1300">
                <a:latin typeface="Courier New"/>
                <a:ea typeface="Courier New"/>
                <a:cs typeface="Courier New"/>
                <a:sym typeface="Courier New"/>
              </a:rPr>
              <a:t>String</a:t>
            </a:r>
            <a:r>
              <a:rPr lang="en" sz="1300"/>
              <a:t> type with the type parameter where appropriate.</a:t>
            </a:r>
            <a:endParaRPr sz="1300"/>
          </a:p>
          <a:p>
            <a:pPr indent="-323850" lvl="0" marL="457200" rtl="0" algn="l">
              <a:spcBef>
                <a:spcPts val="0"/>
              </a:spcBef>
              <a:spcAft>
                <a:spcPts val="0"/>
              </a:spcAft>
              <a:buSzPts val="1500"/>
              <a:buChar char="●"/>
            </a:pPr>
            <a:r>
              <a:rPr b="1" i="1" lang="en" sz="1500">
                <a:solidFill>
                  <a:srgbClr val="FF0000"/>
                </a:solidFill>
              </a:rPr>
              <a:t>Compile</a:t>
            </a:r>
            <a:r>
              <a:rPr lang="en" sz="1500">
                <a:solidFill>
                  <a:srgbClr val="FF0000"/>
                </a:solidFill>
              </a:rPr>
              <a:t> </a:t>
            </a:r>
            <a:r>
              <a:rPr lang="en" sz="1500"/>
              <a:t>your interface to make sure that it is syntactically correct.</a:t>
            </a:r>
            <a:endParaRPr sz="1500"/>
          </a:p>
          <a:p>
            <a:pPr indent="-311150" lvl="1" marL="914400" rtl="0" algn="l">
              <a:spcBef>
                <a:spcPts val="0"/>
              </a:spcBef>
              <a:spcAft>
                <a:spcPts val="0"/>
              </a:spcAft>
              <a:buSzPts val="1300"/>
              <a:buChar char="○"/>
            </a:pPr>
            <a:r>
              <a:rPr lang="en" sz="1300"/>
              <a:t>Note that your queue implementations will no longer compile unless they are updated!</a:t>
            </a:r>
            <a:endParaRPr sz="1300"/>
          </a:p>
        </p:txBody>
      </p:sp>
      <p:sp>
        <p:nvSpPr>
          <p:cNvPr id="872" name="Google Shape;872;p87"/>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Making Queue Work With any Type</a:t>
            </a:r>
            <a:endParaRPr/>
          </a:p>
        </p:txBody>
      </p:sp>
      <p:sp>
        <p:nvSpPr>
          <p:cNvPr id="873" name="Google Shape;873;p87"/>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5.12</a:t>
            </a:r>
            <a:endParaRPr/>
          </a:p>
        </p:txBody>
      </p:sp>
      <p:graphicFrame>
        <p:nvGraphicFramePr>
          <p:cNvPr id="874" name="Google Shape;874;p87"/>
          <p:cNvGraphicFramePr/>
          <p:nvPr/>
        </p:nvGraphicFramePr>
        <p:xfrm>
          <a:off x="352351" y="1969973"/>
          <a:ext cx="3000000" cy="3000000"/>
        </p:xfrm>
        <a:graphic>
          <a:graphicData uri="http://schemas.openxmlformats.org/drawingml/2006/table">
            <a:tbl>
              <a:tblPr>
                <a:noFill/>
                <a:tableStyleId>{5D16334A-BD30-4DCF-A821-F696FD12572A}</a:tableStyleId>
              </a:tblPr>
              <a:tblGrid>
                <a:gridCol w="2536500"/>
              </a:tblGrid>
              <a:tr h="609575">
                <a:tc>
                  <a:txBody>
                    <a:bodyPr/>
                    <a:lstStyle/>
                    <a:p>
                      <a:pPr indent="0" lvl="0" marL="0" marR="0" rtl="0" algn="ctr">
                        <a:lnSpc>
                          <a:spcPct val="100000"/>
                        </a:lnSpc>
                        <a:spcBef>
                          <a:spcPts val="0"/>
                        </a:spcBef>
                        <a:spcAft>
                          <a:spcPts val="0"/>
                        </a:spcAft>
                        <a:buClr>
                          <a:srgbClr val="000000"/>
                        </a:buClr>
                        <a:buSzPts val="1000"/>
                        <a:buFont typeface="Arial"/>
                        <a:buNone/>
                      </a:pPr>
                      <a:r>
                        <a:rPr i="1" lang="en" u="none" cap="none" strike="noStrike">
                          <a:latin typeface="Consolas"/>
                          <a:ea typeface="Consolas"/>
                          <a:cs typeface="Consolas"/>
                          <a:sym typeface="Consolas"/>
                        </a:rPr>
                        <a:t>&lt;&lt;interface&gt;&gt;</a:t>
                      </a:r>
                      <a:endParaRPr i="1" u="none" cap="none" strike="noStrike">
                        <a:latin typeface="Consolas"/>
                        <a:ea typeface="Consolas"/>
                        <a:cs typeface="Consolas"/>
                        <a:sym typeface="Consolas"/>
                      </a:endParaRPr>
                    </a:p>
                    <a:p>
                      <a:pPr indent="0" lvl="0" marL="0" marR="0" rtl="0" algn="ctr">
                        <a:lnSpc>
                          <a:spcPct val="100000"/>
                        </a:lnSpc>
                        <a:spcBef>
                          <a:spcPts val="0"/>
                        </a:spcBef>
                        <a:spcAft>
                          <a:spcPts val="0"/>
                        </a:spcAft>
                        <a:buClr>
                          <a:srgbClr val="000000"/>
                        </a:buClr>
                        <a:buSzPts val="1000"/>
                        <a:buFont typeface="Arial"/>
                        <a:buNone/>
                      </a:pPr>
                      <a:r>
                        <a:rPr lang="en" u="none" cap="none" strike="noStrike">
                          <a:latin typeface="Consolas"/>
                          <a:ea typeface="Consolas"/>
                          <a:cs typeface="Consolas"/>
                          <a:sym typeface="Consolas"/>
                        </a:rPr>
                        <a:t>Queue</a:t>
                      </a:r>
                      <a:r>
                        <a:rPr lang="en" u="none" cap="none" strike="noStrike">
                          <a:solidFill>
                            <a:srgbClr val="FF0000"/>
                          </a:solidFill>
                          <a:highlight>
                            <a:srgbClr val="FFFF00"/>
                          </a:highlight>
                          <a:latin typeface="Consolas"/>
                          <a:ea typeface="Consolas"/>
                          <a:cs typeface="Consolas"/>
                          <a:sym typeface="Consolas"/>
                        </a:rPr>
                        <a:t>&lt;E&gt;</a:t>
                      </a:r>
                      <a:endParaRPr u="none" cap="none" strike="noStrike">
                        <a:solidFill>
                          <a:srgbClr val="FF0000"/>
                        </a:solidFill>
                        <a:highlight>
                          <a:srgbClr val="FFFF00"/>
                        </a:highlight>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396200">
                <a:tc>
                  <a:txBody>
                    <a:bodyPr/>
                    <a:lstStyle/>
                    <a:p>
                      <a:pPr indent="0" lvl="0" marL="0" marR="0" rtl="0" algn="l">
                        <a:lnSpc>
                          <a:spcPct val="100000"/>
                        </a:lnSpc>
                        <a:spcBef>
                          <a:spcPts val="0"/>
                        </a:spcBef>
                        <a:spcAft>
                          <a:spcPts val="0"/>
                        </a:spcAft>
                        <a:buClr>
                          <a:srgbClr val="000000"/>
                        </a:buClr>
                        <a:buSzPts val="1000"/>
                        <a:buFont typeface="Arial"/>
                        <a:buNone/>
                      </a:pPr>
                      <a:r>
                        <a:t/>
                      </a:r>
                      <a:endParaRPr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036300">
                <a:tc>
                  <a:txBody>
                    <a:bodyPr/>
                    <a:lstStyle/>
                    <a:p>
                      <a:pPr indent="0" lvl="0" marL="0" marR="0" rtl="0" algn="l">
                        <a:lnSpc>
                          <a:spcPct val="100000"/>
                        </a:lnSpc>
                        <a:spcBef>
                          <a:spcPts val="0"/>
                        </a:spcBef>
                        <a:spcAft>
                          <a:spcPts val="0"/>
                        </a:spcAft>
                        <a:buClr>
                          <a:srgbClr val="000000"/>
                        </a:buClr>
                        <a:buSzPts val="1000"/>
                        <a:buFont typeface="Arial"/>
                        <a:buNone/>
                      </a:pPr>
                      <a:r>
                        <a:rPr i="1" lang="en" u="none" cap="none" strike="noStrike">
                          <a:latin typeface="Consolas"/>
                          <a:ea typeface="Consolas"/>
                          <a:cs typeface="Consolas"/>
                          <a:sym typeface="Consolas"/>
                        </a:rPr>
                        <a:t>+ enqueue(value: </a:t>
                      </a:r>
                      <a:r>
                        <a:rPr i="1" lang="en" u="none" cap="none" strike="noStrike">
                          <a:solidFill>
                            <a:srgbClr val="FF0000"/>
                          </a:solidFill>
                          <a:highlight>
                            <a:srgbClr val="FFFF00"/>
                          </a:highlight>
                          <a:latin typeface="Consolas"/>
                          <a:ea typeface="Consolas"/>
                          <a:cs typeface="Consolas"/>
                          <a:sym typeface="Consolas"/>
                        </a:rPr>
                        <a:t>E</a:t>
                      </a:r>
                      <a:r>
                        <a:rPr i="1" lang="en" u="none" cap="none" strike="noStrike">
                          <a:latin typeface="Consolas"/>
                          <a:ea typeface="Consolas"/>
                          <a:cs typeface="Consolas"/>
                          <a:sym typeface="Consolas"/>
                        </a:rPr>
                        <a:t>)</a:t>
                      </a:r>
                      <a:endParaRPr i="1"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i="1" lang="en" u="none" cap="none" strike="noStrike">
                          <a:latin typeface="Consolas"/>
                          <a:ea typeface="Consolas"/>
                          <a:cs typeface="Consolas"/>
                          <a:sym typeface="Consolas"/>
                        </a:rPr>
                        <a:t>+ dequeue(): </a:t>
                      </a:r>
                      <a:r>
                        <a:rPr i="1" lang="en" u="none" cap="none" strike="noStrike">
                          <a:solidFill>
                            <a:srgbClr val="FF0000"/>
                          </a:solidFill>
                          <a:highlight>
                            <a:srgbClr val="FFFF00"/>
                          </a:highlight>
                          <a:latin typeface="Consolas"/>
                          <a:ea typeface="Consolas"/>
                          <a:cs typeface="Consolas"/>
                          <a:sym typeface="Consolas"/>
                        </a:rPr>
                        <a:t>E</a:t>
                      </a:r>
                      <a:endParaRPr i="1" u="none" cap="none" strike="noStrike">
                        <a:solidFill>
                          <a:srgbClr val="FF0000"/>
                        </a:solidFill>
                        <a:highlight>
                          <a:srgbClr val="FFFF00"/>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i="1" lang="en" u="none" cap="none" strike="noStrike">
                          <a:latin typeface="Consolas"/>
                          <a:ea typeface="Consolas"/>
                          <a:cs typeface="Consolas"/>
                          <a:sym typeface="Consolas"/>
                        </a:rPr>
                        <a:t>+ size(): int</a:t>
                      </a:r>
                      <a:endParaRPr i="1"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78" name="Shape 878"/>
        <p:cNvGrpSpPr/>
        <p:nvPr/>
      </p:nvGrpSpPr>
      <p:grpSpPr>
        <a:xfrm>
          <a:off x="0" y="0"/>
          <a:ext cx="0" cy="0"/>
          <a:chOff x="0" y="0"/>
          <a:chExt cx="0" cy="0"/>
        </a:xfrm>
      </p:grpSpPr>
      <p:sp>
        <p:nvSpPr>
          <p:cNvPr id="879" name="Google Shape;879;p88"/>
          <p:cNvSpPr txBox="1"/>
          <p:nvPr>
            <p:ph idx="1" type="body"/>
          </p:nvPr>
        </p:nvSpPr>
        <p:spPr>
          <a:xfrm>
            <a:off x="4363768" y="-26530"/>
            <a:ext cx="4557300" cy="5142000"/>
          </a:xfrm>
          <a:prstGeom prst="rect">
            <a:avLst/>
          </a:prstGeom>
          <a:noFill/>
          <a:ln>
            <a:noFill/>
          </a:ln>
        </p:spPr>
        <p:txBody>
          <a:bodyPr anchorCtr="0" anchor="ctr" bIns="91425" lIns="91425" spcFirstLastPara="1" rIns="91425" wrap="square" tIns="91425">
            <a:spAutoFit/>
          </a:bodyPr>
          <a:lstStyle/>
          <a:p>
            <a:pPr indent="-311150" lvl="0" marL="457200" rtl="0" algn="l">
              <a:lnSpc>
                <a:spcPct val="115000"/>
              </a:lnSpc>
              <a:spcBef>
                <a:spcPts val="0"/>
              </a:spcBef>
              <a:spcAft>
                <a:spcPts val="0"/>
              </a:spcAft>
              <a:buSzPts val="1300"/>
              <a:buChar char="●"/>
            </a:pPr>
            <a:r>
              <a:rPr lang="en"/>
              <a:t>When a variable of a generic type is declared within the body of a class, it is </a:t>
            </a:r>
            <a:r>
              <a:rPr b="1" i="1" lang="en">
                <a:solidFill>
                  <a:srgbClr val="FF0000"/>
                </a:solidFill>
              </a:rPr>
              <a:t>usually</a:t>
            </a:r>
            <a:r>
              <a:rPr lang="en">
                <a:solidFill>
                  <a:srgbClr val="FF0000"/>
                </a:solidFill>
              </a:rPr>
              <a:t> </a:t>
            </a:r>
            <a:r>
              <a:rPr lang="en"/>
              <a:t>the case that a </a:t>
            </a:r>
            <a:r>
              <a:rPr b="1" i="1" lang="en">
                <a:solidFill>
                  <a:srgbClr val="FF0000"/>
                </a:solidFill>
              </a:rPr>
              <a:t>real type</a:t>
            </a:r>
            <a:r>
              <a:rPr lang="en"/>
              <a:t> must be provided for its </a:t>
            </a:r>
            <a:r>
              <a:rPr b="1" i="1" lang="en">
                <a:solidFill>
                  <a:srgbClr val="FF0000"/>
                </a:solidFill>
              </a:rPr>
              <a:t>type parameter(s)</a:t>
            </a:r>
            <a:r>
              <a:rPr lang="en"/>
              <a:t>.</a:t>
            </a:r>
            <a:endParaRPr/>
          </a:p>
          <a:p>
            <a:pPr indent="-298450" lvl="1" marL="914400" rtl="0" algn="l">
              <a:lnSpc>
                <a:spcPct val="115000"/>
              </a:lnSpc>
              <a:spcBef>
                <a:spcPts val="0"/>
              </a:spcBef>
              <a:spcAft>
                <a:spcPts val="0"/>
              </a:spcAft>
              <a:buSzPts val="1100"/>
              <a:buChar char="○"/>
            </a:pPr>
            <a:r>
              <a:rPr lang="en"/>
              <a:t>e.g. </a:t>
            </a:r>
            <a:r>
              <a:rPr lang="en">
                <a:solidFill>
                  <a:srgbClr val="FF0000"/>
                </a:solidFill>
                <a:latin typeface="Courier New"/>
                <a:ea typeface="Courier New"/>
                <a:cs typeface="Courier New"/>
                <a:sym typeface="Courier New"/>
              </a:rPr>
              <a:t>Container&lt;String&gt; container;</a:t>
            </a:r>
            <a:endParaRPr>
              <a:solidFill>
                <a:srgbClr val="FF0000"/>
              </a:solidFill>
              <a:latin typeface="Courier New"/>
              <a:ea typeface="Courier New"/>
              <a:cs typeface="Courier New"/>
              <a:sym typeface="Courier New"/>
            </a:endParaRPr>
          </a:p>
          <a:p>
            <a:pPr indent="-311150" lvl="0" marL="457200" rtl="0" algn="l">
              <a:lnSpc>
                <a:spcPct val="115000"/>
              </a:lnSpc>
              <a:spcBef>
                <a:spcPts val="1000"/>
              </a:spcBef>
              <a:spcAft>
                <a:spcPts val="0"/>
              </a:spcAft>
              <a:buSzPts val="1300"/>
              <a:buChar char="●"/>
            </a:pPr>
            <a:r>
              <a:rPr lang="en"/>
              <a:t>One common exception to this rule is </a:t>
            </a:r>
            <a:r>
              <a:rPr b="1" i="1" lang="en">
                <a:solidFill>
                  <a:srgbClr val="FF0000"/>
                </a:solidFill>
              </a:rPr>
              <a:t>within the body</a:t>
            </a:r>
            <a:r>
              <a:rPr lang="en"/>
              <a:t> of a generic type.</a:t>
            </a:r>
            <a:endParaRPr/>
          </a:p>
          <a:p>
            <a:pPr indent="-298450" lvl="1" marL="914400" rtl="0" algn="l">
              <a:lnSpc>
                <a:spcPct val="115000"/>
              </a:lnSpc>
              <a:spcBef>
                <a:spcPts val="0"/>
              </a:spcBef>
              <a:spcAft>
                <a:spcPts val="0"/>
              </a:spcAft>
              <a:buSzPts val="1100"/>
              <a:buChar char="○"/>
            </a:pPr>
            <a:r>
              <a:rPr lang="en"/>
              <a:t>The generic type may use </a:t>
            </a:r>
            <a:r>
              <a:rPr b="1" i="1" lang="en">
                <a:solidFill>
                  <a:srgbClr val="FF0000"/>
                </a:solidFill>
              </a:rPr>
              <a:t>its own type parameter</a:t>
            </a:r>
            <a:r>
              <a:rPr lang="en"/>
              <a:t> when declaring variables, fields, parameters, or return values of a generic type.</a:t>
            </a:r>
            <a:endParaRPr/>
          </a:p>
          <a:p>
            <a:pPr indent="-298450" lvl="1" marL="914400" rtl="0" algn="l">
              <a:lnSpc>
                <a:spcPct val="115000"/>
              </a:lnSpc>
              <a:spcBef>
                <a:spcPts val="0"/>
              </a:spcBef>
              <a:spcAft>
                <a:spcPts val="0"/>
              </a:spcAft>
              <a:buSzPts val="1100"/>
              <a:buChar char="○"/>
            </a:pPr>
            <a:r>
              <a:rPr lang="en"/>
              <a:t>When a real type is provided for </a:t>
            </a:r>
            <a:r>
              <a:rPr b="1" i="1" lang="en">
                <a:solidFill>
                  <a:srgbClr val="FF0000"/>
                </a:solidFill>
              </a:rPr>
              <a:t>its</a:t>
            </a:r>
            <a:r>
              <a:rPr b="1" i="1" lang="en"/>
              <a:t> </a:t>
            </a:r>
            <a:r>
              <a:rPr lang="en"/>
              <a:t>own type parameter, it is </a:t>
            </a:r>
            <a:r>
              <a:rPr b="1" i="1" lang="en">
                <a:solidFill>
                  <a:srgbClr val="FF0000"/>
                </a:solidFill>
              </a:rPr>
              <a:t>propagated</a:t>
            </a:r>
            <a:r>
              <a:rPr lang="en">
                <a:solidFill>
                  <a:srgbClr val="FF0000"/>
                </a:solidFill>
              </a:rPr>
              <a:t> </a:t>
            </a:r>
            <a:r>
              <a:rPr lang="en"/>
              <a:t>to any variables within the class that use the </a:t>
            </a:r>
            <a:r>
              <a:rPr b="1" i="1" lang="en">
                <a:solidFill>
                  <a:srgbClr val="FF0000"/>
                </a:solidFill>
              </a:rPr>
              <a:t>same</a:t>
            </a:r>
            <a:r>
              <a:rPr lang="en">
                <a:solidFill>
                  <a:srgbClr val="FF0000"/>
                </a:solidFill>
              </a:rPr>
              <a:t> </a:t>
            </a:r>
            <a:r>
              <a:rPr lang="en"/>
              <a:t>type parameter.</a:t>
            </a:r>
            <a:endParaRPr/>
          </a:p>
          <a:p>
            <a:pPr indent="-311150" lvl="0" marL="457200" rtl="0" algn="l">
              <a:lnSpc>
                <a:spcPct val="115000"/>
              </a:lnSpc>
              <a:spcBef>
                <a:spcPts val="1000"/>
              </a:spcBef>
              <a:spcAft>
                <a:spcPts val="0"/>
              </a:spcAft>
              <a:buSzPts val="1300"/>
              <a:buChar char="●"/>
            </a:pPr>
            <a:r>
              <a:rPr lang="en"/>
              <a:t>Currently our </a:t>
            </a:r>
            <a:r>
              <a:rPr lang="en">
                <a:latin typeface="Courier New"/>
                <a:ea typeface="Courier New"/>
                <a:cs typeface="Courier New"/>
                <a:sym typeface="Courier New"/>
              </a:rPr>
              <a:t>Node</a:t>
            </a:r>
            <a:r>
              <a:rPr lang="en"/>
              <a:t> implementation only works with </a:t>
            </a:r>
            <a:r>
              <a:rPr lang="en">
                <a:latin typeface="Courier New"/>
                <a:ea typeface="Courier New"/>
                <a:cs typeface="Courier New"/>
                <a:sym typeface="Courier New"/>
              </a:rPr>
              <a:t>String</a:t>
            </a:r>
            <a:r>
              <a:rPr lang="en"/>
              <a:t>s. </a:t>
            </a:r>
            <a:endParaRPr/>
          </a:p>
          <a:p>
            <a:pPr indent="-298450" lvl="1" marL="914400" rtl="0" algn="l">
              <a:lnSpc>
                <a:spcPct val="115000"/>
              </a:lnSpc>
              <a:spcBef>
                <a:spcPts val="0"/>
              </a:spcBef>
              <a:spcAft>
                <a:spcPts val="0"/>
              </a:spcAft>
              <a:buSzPts val="1100"/>
              <a:buChar char="○"/>
            </a:pPr>
            <a:r>
              <a:rPr lang="en"/>
              <a:t>If we are to make a </a:t>
            </a:r>
            <a:r>
              <a:rPr lang="en">
                <a:latin typeface="Courier New"/>
                <a:ea typeface="Courier New"/>
                <a:cs typeface="Courier New"/>
                <a:sym typeface="Courier New"/>
              </a:rPr>
              <a:t>NodeQueue</a:t>
            </a:r>
            <a:r>
              <a:rPr lang="en"/>
              <a:t> that can hold any type of element, we will need to make the </a:t>
            </a:r>
            <a:r>
              <a:rPr lang="en">
                <a:latin typeface="Courier New"/>
                <a:ea typeface="Courier New"/>
                <a:cs typeface="Courier New"/>
                <a:sym typeface="Courier New"/>
              </a:rPr>
              <a:t>Node</a:t>
            </a:r>
            <a:r>
              <a:rPr lang="en"/>
              <a:t> class generic as well.</a:t>
            </a:r>
            <a:endParaRPr/>
          </a:p>
          <a:p>
            <a:pPr indent="-298450" lvl="1" marL="914400" rtl="0" algn="l">
              <a:lnSpc>
                <a:spcPct val="115000"/>
              </a:lnSpc>
              <a:spcBef>
                <a:spcPts val="0"/>
              </a:spcBef>
              <a:spcAft>
                <a:spcPts val="0"/>
              </a:spcAft>
              <a:buSzPts val="1100"/>
              <a:buChar char="○"/>
            </a:pPr>
            <a:r>
              <a:rPr lang="en"/>
              <a:t>As usual, this will involve adding a type parameter to the </a:t>
            </a:r>
            <a:r>
              <a:rPr lang="en">
                <a:latin typeface="Courier New"/>
                <a:ea typeface="Courier New"/>
                <a:cs typeface="Courier New"/>
                <a:sym typeface="Courier New"/>
              </a:rPr>
              <a:t>Node</a:t>
            </a:r>
            <a:r>
              <a:rPr lang="en"/>
              <a:t> class declaration, and we will replace all references to the </a:t>
            </a:r>
            <a:r>
              <a:rPr lang="en">
                <a:latin typeface="Courier New"/>
                <a:ea typeface="Courier New"/>
                <a:cs typeface="Courier New"/>
                <a:sym typeface="Courier New"/>
              </a:rPr>
              <a:t>String</a:t>
            </a:r>
            <a:r>
              <a:rPr lang="en"/>
              <a:t> type with the type parameter.</a:t>
            </a:r>
            <a:endParaRPr/>
          </a:p>
          <a:p>
            <a:pPr indent="-298450" lvl="1" marL="914400" rtl="0" algn="l">
              <a:lnSpc>
                <a:spcPct val="115000"/>
              </a:lnSpc>
              <a:spcBef>
                <a:spcPts val="0"/>
              </a:spcBef>
              <a:spcAft>
                <a:spcPts val="0"/>
              </a:spcAft>
              <a:buSzPts val="1100"/>
              <a:buChar char="○"/>
            </a:pPr>
            <a:r>
              <a:rPr lang="en"/>
              <a:t>Different nodes in the same linked sequence will always store the same type of values, and so we will want to use the same type parameter for the </a:t>
            </a:r>
            <a:r>
              <a:rPr lang="en">
                <a:latin typeface="Courier New"/>
                <a:ea typeface="Courier New"/>
                <a:cs typeface="Courier New"/>
                <a:sym typeface="Courier New"/>
              </a:rPr>
              <a:t>next</a:t>
            </a:r>
            <a:r>
              <a:rPr lang="en"/>
              <a:t> </a:t>
            </a:r>
            <a:r>
              <a:rPr lang="en">
                <a:latin typeface="Courier New"/>
                <a:ea typeface="Courier New"/>
                <a:cs typeface="Courier New"/>
                <a:sym typeface="Courier New"/>
              </a:rPr>
              <a:t>Node</a:t>
            </a:r>
            <a:r>
              <a:rPr lang="en"/>
              <a:t>.</a:t>
            </a:r>
            <a:endParaRPr/>
          </a:p>
        </p:txBody>
      </p:sp>
      <p:sp>
        <p:nvSpPr>
          <p:cNvPr id="880" name="Google Shape;880;p88"/>
          <p:cNvSpPr txBox="1"/>
          <p:nvPr>
            <p:ph idx="12" type="sldNum"/>
          </p:nvPr>
        </p:nvSpPr>
        <p:spPr>
          <a:xfrm>
            <a:off x="8560549" y="4722671"/>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881" name="Google Shape;881;p88"/>
          <p:cNvSpPr txBox="1"/>
          <p:nvPr>
            <p:ph type="title"/>
          </p:nvPr>
        </p:nvSpPr>
        <p:spPr>
          <a:xfrm>
            <a:off x="311725" y="437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700"/>
              <a:t>Combining Generics</a:t>
            </a:r>
            <a:endParaRPr sz="2700"/>
          </a:p>
        </p:txBody>
      </p:sp>
      <p:sp>
        <p:nvSpPr>
          <p:cNvPr id="882" name="Google Shape;882;p88"/>
          <p:cNvSpPr txBox="1"/>
          <p:nvPr>
            <p:ph idx="2" type="body"/>
          </p:nvPr>
        </p:nvSpPr>
        <p:spPr>
          <a:xfrm>
            <a:off x="315425" y="1407381"/>
            <a:ext cx="3706500" cy="18387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000">
                <a:solidFill>
                  <a:srgbClr val="6AA84F"/>
                </a:solidFill>
                <a:latin typeface="Consolas"/>
                <a:ea typeface="Consolas"/>
                <a:cs typeface="Consolas"/>
                <a:sym typeface="Consolas"/>
              </a:rPr>
              <a:t>1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solidFill>
                  <a:srgbClr val="000000"/>
                </a:solidFill>
                <a:latin typeface="Consolas"/>
                <a:ea typeface="Consolas"/>
                <a:cs typeface="Consolas"/>
                <a:sym typeface="Consolas"/>
              </a:rPr>
              <a:t> Warehouse&lt;</a:t>
            </a:r>
            <a:r>
              <a:rPr lang="en" sz="1000">
                <a:solidFill>
                  <a:srgbClr val="0000FF"/>
                </a:solidFill>
                <a:latin typeface="Consolas"/>
                <a:ea typeface="Consolas"/>
                <a:cs typeface="Consolas"/>
                <a:sym typeface="Consolas"/>
              </a:rPr>
              <a:t>T</a:t>
            </a:r>
            <a:r>
              <a:rPr lang="en" sz="1000">
                <a:solidFill>
                  <a:srgbClr val="000000"/>
                </a:solidFill>
                <a:latin typeface="Consolas"/>
                <a:ea typeface="Consolas"/>
                <a:cs typeface="Consolas"/>
                <a:sym typeface="Consolas"/>
              </a:rPr>
              <a:t>&gt;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6AA84F"/>
                </a:solidFill>
                <a:latin typeface="Consolas"/>
                <a:ea typeface="Consolas"/>
                <a:cs typeface="Consolas"/>
                <a:sym typeface="Consolas"/>
              </a:rPr>
              <a:t>2  </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private</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Container</a:t>
            </a:r>
            <a:r>
              <a:rPr lang="en" sz="1000">
                <a:solidFill>
                  <a:srgbClr val="000000"/>
                </a:solidFill>
                <a:latin typeface="Consolas"/>
                <a:ea typeface="Consolas"/>
                <a:cs typeface="Consolas"/>
                <a:sym typeface="Consolas"/>
              </a:rPr>
              <a:t>&lt;</a:t>
            </a:r>
            <a:r>
              <a:rPr lang="en" sz="1000">
                <a:solidFill>
                  <a:srgbClr val="0000FF"/>
                </a:solidFill>
                <a:latin typeface="Consolas"/>
                <a:ea typeface="Consolas"/>
                <a:cs typeface="Consolas"/>
                <a:sym typeface="Consolas"/>
              </a:rPr>
              <a:t>T</a:t>
            </a:r>
            <a:r>
              <a:rPr lang="en" sz="1000">
                <a:solidFill>
                  <a:srgbClr val="000000"/>
                </a:solidFill>
                <a:latin typeface="Consolas"/>
                <a:ea typeface="Consolas"/>
                <a:cs typeface="Consolas"/>
                <a:sym typeface="Consolas"/>
              </a:rPr>
              <a:t>&gt; container;</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Clr>
                <a:srgbClr val="000000"/>
              </a:buClr>
              <a:buSzPts val="1300"/>
              <a:buFont typeface="Arial"/>
              <a:buNone/>
            </a:pPr>
            <a:r>
              <a:rPr lang="en" sz="1000">
                <a:solidFill>
                  <a:srgbClr val="6AA84F"/>
                </a:solidFill>
                <a:latin typeface="Consolas"/>
                <a:ea typeface="Consolas"/>
                <a:cs typeface="Consolas"/>
                <a:sym typeface="Consolas"/>
              </a:rPr>
              <a:t>3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6AA84F"/>
                </a:solidFill>
                <a:latin typeface="Consolas"/>
                <a:ea typeface="Consolas"/>
                <a:cs typeface="Consolas"/>
                <a:sym typeface="Consolas"/>
              </a:rPr>
              <a:t>4  </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Warehouse(</a:t>
            </a:r>
            <a:r>
              <a:rPr lang="en" sz="1000">
                <a:solidFill>
                  <a:srgbClr val="0000FF"/>
                </a:solidFill>
                <a:latin typeface="Consolas"/>
                <a:ea typeface="Consolas"/>
                <a:cs typeface="Consolas"/>
                <a:sym typeface="Consolas"/>
              </a:rPr>
              <a:t>T</a:t>
            </a:r>
            <a:r>
              <a:rPr lang="en" sz="1000">
                <a:solidFill>
                  <a:srgbClr val="000000"/>
                </a:solidFill>
                <a:latin typeface="Consolas"/>
                <a:ea typeface="Consolas"/>
                <a:cs typeface="Consolas"/>
                <a:sym typeface="Consolas"/>
              </a:rPr>
              <a:t> value)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6AA84F"/>
                </a:solidFill>
                <a:latin typeface="Consolas"/>
                <a:ea typeface="Consolas"/>
                <a:cs typeface="Consolas"/>
                <a:sym typeface="Consolas"/>
              </a:rPr>
              <a:t>5  </a:t>
            </a:r>
            <a:r>
              <a:rPr lang="en" sz="1000">
                <a:solidFill>
                  <a:srgbClr val="000000"/>
                </a:solidFill>
                <a:latin typeface="Consolas"/>
                <a:ea typeface="Consolas"/>
                <a:cs typeface="Consolas"/>
                <a:sym typeface="Consolas"/>
              </a:rPr>
              <a:t>        container = </a:t>
            </a:r>
            <a:r>
              <a:rPr lang="en" sz="1000">
                <a:solidFill>
                  <a:srgbClr val="0000FF"/>
                </a:solidFill>
                <a:latin typeface="Consolas"/>
                <a:ea typeface="Consolas"/>
                <a:cs typeface="Consolas"/>
                <a:sym typeface="Consolas"/>
              </a:rPr>
              <a:t>new</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Container</a:t>
            </a:r>
            <a:r>
              <a:rPr lang="en" sz="1000">
                <a:solidFill>
                  <a:srgbClr val="000000"/>
                </a:solidFill>
                <a:latin typeface="Consolas"/>
                <a:ea typeface="Consolas"/>
                <a:cs typeface="Consolas"/>
                <a:sym typeface="Consolas"/>
              </a:rPr>
              <a:t>&lt;&gt;(value);</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6AA84F"/>
                </a:solidFill>
                <a:latin typeface="Consolas"/>
                <a:ea typeface="Consolas"/>
                <a:cs typeface="Consolas"/>
                <a:sym typeface="Consolas"/>
              </a:rPr>
              <a:t>6  </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Clr>
                <a:srgbClr val="000000"/>
              </a:buClr>
              <a:buSzPts val="1300"/>
              <a:buFont typeface="Arial"/>
              <a:buNone/>
            </a:pPr>
            <a:r>
              <a:rPr lang="en" sz="1000">
                <a:solidFill>
                  <a:srgbClr val="6AA84F"/>
                </a:solidFill>
                <a:latin typeface="Consolas"/>
                <a:ea typeface="Consolas"/>
                <a:cs typeface="Consolas"/>
                <a:sym typeface="Consolas"/>
              </a:rPr>
              <a:t>7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6AA84F"/>
                </a:solidFill>
                <a:latin typeface="Consolas"/>
                <a:ea typeface="Consolas"/>
                <a:cs typeface="Consolas"/>
                <a:sym typeface="Consolas"/>
              </a:rPr>
              <a:t>8  </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Container</a:t>
            </a:r>
            <a:r>
              <a:rPr lang="en" sz="1000">
                <a:solidFill>
                  <a:srgbClr val="000000"/>
                </a:solidFill>
                <a:latin typeface="Consolas"/>
                <a:ea typeface="Consolas"/>
                <a:cs typeface="Consolas"/>
                <a:sym typeface="Consolas"/>
              </a:rPr>
              <a:t>&lt;</a:t>
            </a:r>
            <a:r>
              <a:rPr lang="en" sz="1000">
                <a:solidFill>
                  <a:srgbClr val="0000FF"/>
                </a:solidFill>
                <a:latin typeface="Consolas"/>
                <a:ea typeface="Consolas"/>
                <a:cs typeface="Consolas"/>
                <a:sym typeface="Consolas"/>
              </a:rPr>
              <a:t>T</a:t>
            </a:r>
            <a:r>
              <a:rPr lang="en" sz="1000">
                <a:solidFill>
                  <a:srgbClr val="000000"/>
                </a:solidFill>
                <a:latin typeface="Consolas"/>
                <a:ea typeface="Consolas"/>
                <a:cs typeface="Consolas"/>
                <a:sym typeface="Consolas"/>
              </a:rPr>
              <a:t>&gt; getContainer()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6AA84F"/>
                </a:solidFill>
                <a:latin typeface="Consolas"/>
                <a:ea typeface="Consolas"/>
                <a:cs typeface="Consolas"/>
                <a:sym typeface="Consolas"/>
              </a:rPr>
              <a:t>9  </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return</a:t>
            </a:r>
            <a:r>
              <a:rPr lang="en" sz="1000">
                <a:solidFill>
                  <a:srgbClr val="000000"/>
                </a:solidFill>
                <a:latin typeface="Consolas"/>
                <a:ea typeface="Consolas"/>
                <a:cs typeface="Consolas"/>
                <a:sym typeface="Consolas"/>
              </a:rPr>
              <a:t> container;</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6AA84F"/>
                </a:solidFill>
                <a:latin typeface="Consolas"/>
                <a:ea typeface="Consolas"/>
                <a:cs typeface="Consolas"/>
                <a:sym typeface="Consolas"/>
              </a:rPr>
              <a:t>10 </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6AA84F"/>
                </a:solidFill>
                <a:latin typeface="Consolas"/>
                <a:ea typeface="Consolas"/>
                <a:cs typeface="Consolas"/>
                <a:sym typeface="Consolas"/>
              </a:rPr>
              <a:t>11 </a:t>
            </a:r>
            <a:r>
              <a:rPr lang="en" sz="1000">
                <a:solidFill>
                  <a:srgbClr val="000000"/>
                </a:solidFill>
                <a:latin typeface="Consolas"/>
                <a:ea typeface="Consolas"/>
                <a:cs typeface="Consolas"/>
                <a:sym typeface="Consolas"/>
              </a:rPr>
              <a:t>}</a:t>
            </a:r>
            <a:endParaRPr sz="1000">
              <a:solidFill>
                <a:srgbClr val="569CD6"/>
              </a:solidFill>
              <a:latin typeface="Consolas"/>
              <a:ea typeface="Consolas"/>
              <a:cs typeface="Consolas"/>
              <a:sym typeface="Consolas"/>
            </a:endParaRPr>
          </a:p>
        </p:txBody>
      </p:sp>
      <p:sp>
        <p:nvSpPr>
          <p:cNvPr id="883" name="Google Shape;883;p88"/>
          <p:cNvSpPr txBox="1"/>
          <p:nvPr>
            <p:ph idx="3" type="body"/>
          </p:nvPr>
        </p:nvSpPr>
        <p:spPr>
          <a:xfrm>
            <a:off x="311725" y="626125"/>
            <a:ext cx="3706500" cy="674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A generic type may use </a:t>
            </a:r>
            <a:r>
              <a:rPr b="1" i="1" lang="en" sz="1200">
                <a:solidFill>
                  <a:srgbClr val="FF0000"/>
                </a:solidFill>
              </a:rPr>
              <a:t>its own type parameter</a:t>
            </a:r>
            <a:r>
              <a:rPr lang="en" sz="1200"/>
              <a:t> when declaring </a:t>
            </a:r>
            <a:r>
              <a:rPr b="1" i="1" lang="en" sz="1200">
                <a:solidFill>
                  <a:srgbClr val="FF0000"/>
                </a:solidFill>
              </a:rPr>
              <a:t>variables of a generic type</a:t>
            </a:r>
            <a:r>
              <a:rPr lang="en" sz="1200"/>
              <a:t> rather than specifying some real type.</a:t>
            </a:r>
            <a:endParaRPr sz="1200"/>
          </a:p>
        </p:txBody>
      </p:sp>
      <p:sp>
        <p:nvSpPr>
          <p:cNvPr id="884" name="Google Shape;884;p88"/>
          <p:cNvSpPr txBox="1"/>
          <p:nvPr>
            <p:ph idx="3" type="body"/>
          </p:nvPr>
        </p:nvSpPr>
        <p:spPr>
          <a:xfrm>
            <a:off x="315425" y="3352625"/>
            <a:ext cx="3706500" cy="807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When a </a:t>
            </a:r>
            <a:r>
              <a:rPr b="1" i="1" lang="en" sz="1200">
                <a:solidFill>
                  <a:srgbClr val="FF0000"/>
                </a:solidFill>
              </a:rPr>
              <a:t>real type</a:t>
            </a:r>
            <a:r>
              <a:rPr lang="en" sz="1200">
                <a:solidFill>
                  <a:srgbClr val="FF0000"/>
                </a:solidFill>
              </a:rPr>
              <a:t> </a:t>
            </a:r>
            <a:r>
              <a:rPr lang="en" sz="1200"/>
              <a:t>is provided for the type parameter, the same type is </a:t>
            </a:r>
            <a:r>
              <a:rPr b="1" i="1" lang="en" sz="1200">
                <a:solidFill>
                  <a:srgbClr val="FF0000"/>
                </a:solidFill>
              </a:rPr>
              <a:t>propagated </a:t>
            </a:r>
            <a:r>
              <a:rPr lang="en" sz="1200"/>
              <a:t>to the variables in the class that use the same type parameter.</a:t>
            </a:r>
            <a:endParaRPr sz="1200"/>
          </a:p>
        </p:txBody>
      </p:sp>
      <p:sp>
        <p:nvSpPr>
          <p:cNvPr id="885" name="Google Shape;885;p88"/>
          <p:cNvSpPr txBox="1"/>
          <p:nvPr>
            <p:ph idx="2" type="body"/>
          </p:nvPr>
        </p:nvSpPr>
        <p:spPr>
          <a:xfrm>
            <a:off x="311725" y="4279845"/>
            <a:ext cx="3706500" cy="6381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15000"/>
              </a:lnSpc>
              <a:spcBef>
                <a:spcPts val="0"/>
              </a:spcBef>
              <a:spcAft>
                <a:spcPts val="0"/>
              </a:spcAft>
              <a:buSzPts val="1300"/>
              <a:buNone/>
            </a:pPr>
            <a:r>
              <a:rPr lang="en" sz="1000">
                <a:solidFill>
                  <a:srgbClr val="6AA84F"/>
                </a:solidFill>
                <a:latin typeface="Consolas"/>
                <a:ea typeface="Consolas"/>
                <a:cs typeface="Consolas"/>
                <a:sym typeface="Consolas"/>
              </a:rPr>
              <a:t>1  </a:t>
            </a:r>
            <a:r>
              <a:rPr lang="en" sz="1000">
                <a:solidFill>
                  <a:srgbClr val="0000FF"/>
                </a:solidFill>
                <a:latin typeface="Consolas"/>
                <a:ea typeface="Consolas"/>
                <a:cs typeface="Consolas"/>
                <a:sym typeface="Consolas"/>
              </a:rPr>
              <a:t>Warehouse</a:t>
            </a:r>
            <a:r>
              <a:rPr lang="en" sz="1000">
                <a:solidFill>
                  <a:srgbClr val="000000"/>
                </a:solidFill>
                <a:latin typeface="Consolas"/>
                <a:ea typeface="Consolas"/>
                <a:cs typeface="Consolas"/>
                <a:sym typeface="Consolas"/>
              </a:rPr>
              <a:t>&lt;</a:t>
            </a:r>
            <a:r>
              <a:rPr lang="en" sz="1000">
                <a:solidFill>
                  <a:srgbClr val="0000FF"/>
                </a:solidFill>
                <a:latin typeface="Consolas"/>
                <a:ea typeface="Consolas"/>
                <a:cs typeface="Consolas"/>
                <a:sym typeface="Consolas"/>
              </a:rPr>
              <a:t>String</a:t>
            </a:r>
            <a:r>
              <a:rPr lang="en" sz="1000">
                <a:solidFill>
                  <a:srgbClr val="000000"/>
                </a:solidFill>
                <a:latin typeface="Consolas"/>
                <a:ea typeface="Consolas"/>
                <a:cs typeface="Consolas"/>
                <a:sym typeface="Consolas"/>
              </a:rPr>
              <a:t>&gt; wh = </a:t>
            </a:r>
            <a:r>
              <a:rPr lang="en" sz="1000">
                <a:solidFill>
                  <a:srgbClr val="0000FF"/>
                </a:solidFill>
                <a:latin typeface="Consolas"/>
                <a:ea typeface="Consolas"/>
                <a:cs typeface="Consolas"/>
                <a:sym typeface="Consolas"/>
              </a:rPr>
              <a:t>new</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Warehouse</a:t>
            </a:r>
            <a:r>
              <a:rPr lang="en" sz="1000">
                <a:solidFill>
                  <a:srgbClr val="000000"/>
                </a:solidFill>
                <a:latin typeface="Consolas"/>
                <a:ea typeface="Consolas"/>
                <a:cs typeface="Consolas"/>
                <a:sym typeface="Consolas"/>
              </a:rPr>
              <a:t>&lt;&gt;(</a:t>
            </a:r>
            <a:r>
              <a:rPr lang="en" sz="1000">
                <a:solidFill>
                  <a:srgbClr val="A31515"/>
                </a:solidFill>
                <a:latin typeface="Consolas"/>
                <a:ea typeface="Consolas"/>
                <a:cs typeface="Consolas"/>
                <a:sym typeface="Consolas"/>
              </a:rPr>
              <a:t>"abc"</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6AA84F"/>
                </a:solidFill>
                <a:latin typeface="Consolas"/>
                <a:ea typeface="Consolas"/>
                <a:cs typeface="Consolas"/>
                <a:sym typeface="Consolas"/>
              </a:rPr>
              <a:t>2 </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Container</a:t>
            </a:r>
            <a:r>
              <a:rPr lang="en" sz="1000">
                <a:solidFill>
                  <a:srgbClr val="000000"/>
                </a:solidFill>
                <a:latin typeface="Consolas"/>
                <a:ea typeface="Consolas"/>
                <a:cs typeface="Consolas"/>
                <a:sym typeface="Consolas"/>
              </a:rPr>
              <a:t>&lt;</a:t>
            </a:r>
            <a:r>
              <a:rPr lang="en" sz="1000">
                <a:solidFill>
                  <a:srgbClr val="0000FF"/>
                </a:solidFill>
                <a:latin typeface="Consolas"/>
                <a:ea typeface="Consolas"/>
                <a:cs typeface="Consolas"/>
                <a:sym typeface="Consolas"/>
              </a:rPr>
              <a:t>String</a:t>
            </a:r>
            <a:r>
              <a:rPr lang="en" sz="1000">
                <a:solidFill>
                  <a:srgbClr val="000000"/>
                </a:solidFill>
                <a:latin typeface="Consolas"/>
                <a:ea typeface="Consolas"/>
                <a:cs typeface="Consolas"/>
                <a:sym typeface="Consolas"/>
              </a:rPr>
              <a:t>&gt; c = wh.getContainer();</a:t>
            </a:r>
            <a:endParaRPr sz="100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00">
                <a:solidFill>
                  <a:srgbClr val="6AA84F"/>
                </a:solidFill>
                <a:latin typeface="Consolas"/>
                <a:ea typeface="Consolas"/>
                <a:cs typeface="Consolas"/>
                <a:sym typeface="Consolas"/>
              </a:rPr>
              <a:t>3  </a:t>
            </a:r>
            <a:r>
              <a:rPr lang="en" sz="1000">
                <a:solidFill>
                  <a:srgbClr val="0000FF"/>
                </a:solidFill>
                <a:latin typeface="Consolas"/>
                <a:ea typeface="Consolas"/>
                <a:cs typeface="Consolas"/>
                <a:sym typeface="Consolas"/>
              </a:rPr>
              <a:t>String</a:t>
            </a:r>
            <a:r>
              <a:rPr lang="en" sz="1000">
                <a:solidFill>
                  <a:srgbClr val="000000"/>
                </a:solidFill>
                <a:latin typeface="Consolas"/>
                <a:ea typeface="Consolas"/>
                <a:cs typeface="Consolas"/>
                <a:sym typeface="Consolas"/>
              </a:rPr>
              <a:t> value = c.getValue();</a:t>
            </a:r>
            <a:endParaRPr sz="1000">
              <a:solidFill>
                <a:srgbClr val="4EC9B0"/>
              </a:solidFill>
              <a:latin typeface="Consolas"/>
              <a:ea typeface="Consolas"/>
              <a:cs typeface="Consolas"/>
              <a:sym typeface="Consolas"/>
            </a:endParaRPr>
          </a:p>
        </p:txBody>
      </p:sp>
      <p:grpSp>
        <p:nvGrpSpPr>
          <p:cNvPr id="886" name="Google Shape;886;p88"/>
          <p:cNvGrpSpPr/>
          <p:nvPr/>
        </p:nvGrpSpPr>
        <p:grpSpPr>
          <a:xfrm>
            <a:off x="1426250" y="1293650"/>
            <a:ext cx="2003700" cy="523350"/>
            <a:chOff x="1426250" y="1293650"/>
            <a:chExt cx="2003700" cy="523350"/>
          </a:xfrm>
        </p:grpSpPr>
        <p:sp>
          <p:nvSpPr>
            <p:cNvPr id="887" name="Google Shape;887;p88"/>
            <p:cNvSpPr/>
            <p:nvPr/>
          </p:nvSpPr>
          <p:spPr>
            <a:xfrm>
              <a:off x="1426250" y="1644500"/>
              <a:ext cx="1664700" cy="1725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88" name="Google Shape;888;p88"/>
            <p:cNvCxnSpPr>
              <a:stCxn id="887" idx="3"/>
            </p:cNvCxnSpPr>
            <p:nvPr/>
          </p:nvCxnSpPr>
          <p:spPr>
            <a:xfrm flipH="1" rot="10800000">
              <a:off x="3090950" y="1293650"/>
              <a:ext cx="339000" cy="437100"/>
            </a:xfrm>
            <a:prstGeom prst="bentConnector2">
              <a:avLst/>
            </a:prstGeom>
            <a:noFill/>
            <a:ln cap="flat" cmpd="sng" w="19050">
              <a:solidFill>
                <a:srgbClr val="FF0000"/>
              </a:solidFill>
              <a:prstDash val="solid"/>
              <a:round/>
              <a:headEnd len="med" w="med" type="none"/>
              <a:tailEnd len="med" w="med" type="none"/>
            </a:ln>
          </p:spPr>
        </p:cxnSp>
      </p:grpSp>
      <p:grpSp>
        <p:nvGrpSpPr>
          <p:cNvPr id="889" name="Google Shape;889;p88"/>
          <p:cNvGrpSpPr/>
          <p:nvPr/>
        </p:nvGrpSpPr>
        <p:grpSpPr>
          <a:xfrm>
            <a:off x="778225" y="1311650"/>
            <a:ext cx="1468500" cy="1406850"/>
            <a:chOff x="778225" y="1311650"/>
            <a:chExt cx="1468500" cy="1406850"/>
          </a:xfrm>
        </p:grpSpPr>
        <p:sp>
          <p:nvSpPr>
            <p:cNvPr id="890" name="Google Shape;890;p88"/>
            <p:cNvSpPr/>
            <p:nvPr/>
          </p:nvSpPr>
          <p:spPr>
            <a:xfrm>
              <a:off x="1332625" y="2546000"/>
              <a:ext cx="914100" cy="1725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891" name="Google Shape;891;p88"/>
            <p:cNvCxnSpPr>
              <a:stCxn id="890" idx="1"/>
            </p:cNvCxnSpPr>
            <p:nvPr/>
          </p:nvCxnSpPr>
          <p:spPr>
            <a:xfrm rot="10800000">
              <a:off x="778225" y="1311650"/>
              <a:ext cx="554400" cy="1320600"/>
            </a:xfrm>
            <a:prstGeom prst="bentConnector2">
              <a:avLst/>
            </a:prstGeom>
            <a:noFill/>
            <a:ln cap="flat" cmpd="sng" w="19050">
              <a:solidFill>
                <a:srgbClr val="FF0000"/>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87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3"/>
                                        </p:tgtEl>
                                        <p:attrNameLst>
                                          <p:attrName>style.visibility</p:attrName>
                                        </p:attrNameLst>
                                      </p:cBhvr>
                                      <p:to>
                                        <p:strVal val="visible"/>
                                      </p:to>
                                    </p:set>
                                    <p:animEffect filter="fade" transition="in">
                                      <p:cBhvr>
                                        <p:cTn dur="1000"/>
                                        <p:tgtEl>
                                          <p:spTgt spid="883"/>
                                        </p:tgtEl>
                                      </p:cBhvr>
                                    </p:animEffect>
                                  </p:childTnLst>
                                </p:cTn>
                              </p:par>
                              <p:par>
                                <p:cTn fill="hold" nodeType="withEffect" presetClass="entr" presetID="10" presetSubtype="0">
                                  <p:stCondLst>
                                    <p:cond delay="0"/>
                                  </p:stCondLst>
                                  <p:childTnLst>
                                    <p:set>
                                      <p:cBhvr>
                                        <p:cTn dur="1" fill="hold">
                                          <p:stCondLst>
                                            <p:cond delay="0"/>
                                          </p:stCondLst>
                                        </p:cTn>
                                        <p:tgtEl>
                                          <p:spTgt spid="882"/>
                                        </p:tgtEl>
                                        <p:attrNameLst>
                                          <p:attrName>style.visibility</p:attrName>
                                        </p:attrNameLst>
                                      </p:cBhvr>
                                      <p:to>
                                        <p:strVal val="visible"/>
                                      </p:to>
                                    </p:set>
                                    <p:animEffect filter="fade" transition="in">
                                      <p:cBhvr>
                                        <p:cTn dur="1000"/>
                                        <p:tgtEl>
                                          <p:spTgt spid="88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886"/>
                                        </p:tgtEl>
                                        <p:attrNameLst>
                                          <p:attrName>style.visibility</p:attrName>
                                        </p:attrNameLst>
                                      </p:cBhvr>
                                      <p:to>
                                        <p:strVal val="visible"/>
                                      </p:to>
                                    </p:set>
                                    <p:animEffect filter="fade" transition="in">
                                      <p:cBhvr>
                                        <p:cTn dur="1000"/>
                                        <p:tgtEl>
                                          <p:spTgt spid="88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889"/>
                                        </p:tgtEl>
                                        <p:attrNameLst>
                                          <p:attrName>style.visibility</p:attrName>
                                        </p:attrNameLst>
                                      </p:cBhvr>
                                      <p:to>
                                        <p:strVal val="visible"/>
                                      </p:to>
                                    </p:set>
                                    <p:animEffect filter="fade" transition="in">
                                      <p:cBhvr>
                                        <p:cTn dur="1000"/>
                                        <p:tgtEl>
                                          <p:spTgt spid="8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84"/>
                                        </p:tgtEl>
                                        <p:attrNameLst>
                                          <p:attrName>style.visibility</p:attrName>
                                        </p:attrNameLst>
                                      </p:cBhvr>
                                      <p:to>
                                        <p:strVal val="visible"/>
                                      </p:to>
                                    </p:set>
                                    <p:animEffect filter="fade" transition="in">
                                      <p:cBhvr>
                                        <p:cTn dur="1000"/>
                                        <p:tgtEl>
                                          <p:spTgt spid="884"/>
                                        </p:tgtEl>
                                      </p:cBhvr>
                                    </p:animEffect>
                                  </p:childTnLst>
                                </p:cTn>
                              </p:par>
                              <p:par>
                                <p:cTn fill="hold" nodeType="withEffect" presetClass="entr" presetID="10" presetSubtype="0">
                                  <p:stCondLst>
                                    <p:cond delay="0"/>
                                  </p:stCondLst>
                                  <p:childTnLst>
                                    <p:set>
                                      <p:cBhvr>
                                        <p:cTn dur="1" fill="hold">
                                          <p:stCondLst>
                                            <p:cond delay="0"/>
                                          </p:stCondLst>
                                        </p:cTn>
                                        <p:tgtEl>
                                          <p:spTgt spid="885"/>
                                        </p:tgtEl>
                                        <p:attrNameLst>
                                          <p:attrName>style.visibility</p:attrName>
                                        </p:attrNameLst>
                                      </p:cBhvr>
                                      <p:to>
                                        <p:strVal val="visible"/>
                                      </p:to>
                                    </p:set>
                                    <p:animEffect filter="fade" transition="in">
                                      <p:cBhvr>
                                        <p:cTn dur="1000"/>
                                        <p:tgtEl>
                                          <p:spTgt spid="8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5" name="Shape 895"/>
        <p:cNvGrpSpPr/>
        <p:nvPr/>
      </p:nvGrpSpPr>
      <p:grpSpPr>
        <a:xfrm>
          <a:off x="0" y="0"/>
          <a:ext cx="0" cy="0"/>
          <a:chOff x="0" y="0"/>
          <a:chExt cx="0" cy="0"/>
        </a:xfrm>
      </p:grpSpPr>
      <p:sp>
        <p:nvSpPr>
          <p:cNvPr id="896" name="Google Shape;896;p89"/>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The </a:t>
            </a:r>
            <a:r>
              <a:rPr lang="en">
                <a:latin typeface="Courier New"/>
                <a:ea typeface="Courier New"/>
                <a:cs typeface="Courier New"/>
                <a:sym typeface="Courier New"/>
              </a:rPr>
              <a:t>Node</a:t>
            </a:r>
            <a:r>
              <a:rPr lang="en"/>
              <a:t> class can only store </a:t>
            </a:r>
            <a:r>
              <a:rPr i="1" lang="en"/>
              <a:t>string </a:t>
            </a:r>
            <a:r>
              <a:rPr lang="en"/>
              <a:t>values. If we want to use </a:t>
            </a:r>
            <a:r>
              <a:rPr lang="en">
                <a:latin typeface="Courier New"/>
                <a:ea typeface="Courier New"/>
                <a:cs typeface="Courier New"/>
                <a:sym typeface="Courier New"/>
              </a:rPr>
              <a:t>Node</a:t>
            </a:r>
            <a:r>
              <a:rPr lang="en"/>
              <a:t> to store </a:t>
            </a:r>
            <a:r>
              <a:rPr i="1" lang="en"/>
              <a:t>any</a:t>
            </a:r>
            <a:r>
              <a:rPr lang="en"/>
              <a:t> kind of value, we'll need to make it </a:t>
            </a:r>
            <a:r>
              <a:rPr b="1" i="1" lang="en"/>
              <a:t>generic</a:t>
            </a:r>
            <a:r>
              <a:rPr lang="en"/>
              <a:t>. Then we'll be able to use it to </a:t>
            </a:r>
            <a:r>
              <a:rPr lang="en"/>
              <a:t>implement</a:t>
            </a:r>
            <a:r>
              <a:rPr lang="en"/>
              <a:t> a generic, Node-based Queue.</a:t>
            </a:r>
            <a:endParaRPr/>
          </a:p>
        </p:txBody>
      </p:sp>
      <p:sp>
        <p:nvSpPr>
          <p:cNvPr id="897" name="Google Shape;897;p8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898" name="Google Shape;898;p89"/>
          <p:cNvSpPr txBox="1"/>
          <p:nvPr>
            <p:ph idx="2" type="body"/>
          </p:nvPr>
        </p:nvSpPr>
        <p:spPr>
          <a:xfrm>
            <a:off x="3346650" y="1677050"/>
            <a:ext cx="5384700" cy="3272400"/>
          </a:xfrm>
          <a:prstGeom prst="rect">
            <a:avLst/>
          </a:prstGeom>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sz="1400"/>
              <a:t>Open the </a:t>
            </a:r>
            <a:r>
              <a:rPr lang="en" sz="1400">
                <a:latin typeface="Courier New"/>
                <a:ea typeface="Courier New"/>
                <a:cs typeface="Courier New"/>
                <a:sym typeface="Courier New"/>
              </a:rPr>
              <a:t>Node</a:t>
            </a:r>
            <a:r>
              <a:rPr lang="en" sz="1400"/>
              <a:t> class and modify it into a </a:t>
            </a:r>
            <a:r>
              <a:rPr b="1" i="1" lang="en" sz="1400">
                <a:solidFill>
                  <a:srgbClr val="FF0000"/>
                </a:solidFill>
              </a:rPr>
              <a:t>generic type</a:t>
            </a:r>
            <a:r>
              <a:rPr lang="en" sz="1400">
                <a:solidFill>
                  <a:srgbClr val="FF0000"/>
                </a:solidFill>
              </a:rPr>
              <a:t> </a:t>
            </a:r>
            <a:r>
              <a:rPr lang="en" sz="1400"/>
              <a:t>that can store any kind of value (not just strings).</a:t>
            </a:r>
            <a:endParaRPr sz="1400"/>
          </a:p>
          <a:p>
            <a:pPr indent="-304800" lvl="1" marL="914400" rtl="0" algn="l">
              <a:spcBef>
                <a:spcPts val="0"/>
              </a:spcBef>
              <a:spcAft>
                <a:spcPts val="0"/>
              </a:spcAft>
              <a:buSzPts val="1200"/>
              <a:buChar char="○"/>
            </a:pPr>
            <a:r>
              <a:rPr lang="en" sz="1200"/>
              <a:t>Add a </a:t>
            </a:r>
            <a:r>
              <a:rPr b="1" i="1" lang="en" sz="1200">
                <a:solidFill>
                  <a:srgbClr val="FF0000"/>
                </a:solidFill>
              </a:rPr>
              <a:t>type parameter</a:t>
            </a:r>
            <a:r>
              <a:rPr lang="en" sz="1200"/>
              <a:t> to the class declaration.</a:t>
            </a:r>
            <a:endParaRPr sz="1200"/>
          </a:p>
          <a:p>
            <a:pPr indent="-304800" lvl="2" marL="1371600" rtl="0" algn="l">
              <a:spcBef>
                <a:spcPts val="0"/>
              </a:spcBef>
              <a:spcAft>
                <a:spcPts val="0"/>
              </a:spcAft>
              <a:buSzPts val="1200"/>
              <a:buChar char="■"/>
            </a:pPr>
            <a:r>
              <a:rPr lang="en" sz="1200"/>
              <a:t>Replace instances of the </a:t>
            </a:r>
            <a:r>
              <a:rPr lang="en" sz="1200">
                <a:latin typeface="Courier New"/>
                <a:ea typeface="Courier New"/>
                <a:cs typeface="Courier New"/>
                <a:sym typeface="Courier New"/>
              </a:rPr>
              <a:t>String</a:t>
            </a:r>
            <a:r>
              <a:rPr lang="en" sz="1200"/>
              <a:t> type with the type parameter where appropriate.</a:t>
            </a:r>
            <a:endParaRPr sz="1200"/>
          </a:p>
          <a:p>
            <a:pPr indent="-304800" lvl="1" marL="914400" rtl="0" algn="l">
              <a:spcBef>
                <a:spcPts val="0"/>
              </a:spcBef>
              <a:spcAft>
                <a:spcPts val="0"/>
              </a:spcAft>
              <a:buSzPts val="1200"/>
              <a:buChar char="○"/>
            </a:pPr>
            <a:r>
              <a:rPr lang="en" sz="1200"/>
              <a:t>Note that a nodes in a </a:t>
            </a:r>
            <a:r>
              <a:rPr b="1" i="1" lang="en" sz="1200">
                <a:solidFill>
                  <a:srgbClr val="FF0000"/>
                </a:solidFill>
              </a:rPr>
              <a:t>linked-sequence</a:t>
            </a:r>
            <a:r>
              <a:rPr lang="en" sz="1200"/>
              <a:t> will all be of the </a:t>
            </a:r>
            <a:r>
              <a:rPr b="1" i="1" lang="en" sz="1200">
                <a:solidFill>
                  <a:srgbClr val="FF0000"/>
                </a:solidFill>
              </a:rPr>
              <a:t>same type</a:t>
            </a:r>
            <a:r>
              <a:rPr lang="en" sz="1200"/>
              <a:t>, and so the reference to the next node should also be generic, i.e. </a:t>
            </a:r>
            <a:r>
              <a:rPr lang="en" sz="1200">
                <a:solidFill>
                  <a:srgbClr val="FF0000"/>
                </a:solidFill>
                <a:latin typeface="Courier New"/>
                <a:ea typeface="Courier New"/>
                <a:cs typeface="Courier New"/>
                <a:sym typeface="Courier New"/>
              </a:rPr>
              <a:t>private Node&lt;E&gt; next</a:t>
            </a:r>
            <a:endParaRPr sz="1200">
              <a:solidFill>
                <a:schemeClr val="lt2"/>
              </a:solidFill>
            </a:endParaRPr>
          </a:p>
          <a:p>
            <a:pPr indent="-304800" lvl="1" marL="914400" rtl="0" algn="l">
              <a:spcBef>
                <a:spcPts val="0"/>
              </a:spcBef>
              <a:spcAft>
                <a:spcPts val="0"/>
              </a:spcAft>
              <a:buClr>
                <a:schemeClr val="lt2"/>
              </a:buClr>
              <a:buSzPts val="1200"/>
              <a:buChar char="○"/>
            </a:pPr>
            <a:r>
              <a:rPr lang="en" sz="1200">
                <a:solidFill>
                  <a:schemeClr val="lt2"/>
                </a:solidFill>
              </a:rPr>
              <a:t>The compiler will make sure that two nodes can only be linked together if the </a:t>
            </a:r>
            <a:r>
              <a:rPr b="1" i="1" lang="en" sz="1200">
                <a:solidFill>
                  <a:srgbClr val="FF0000"/>
                </a:solidFill>
              </a:rPr>
              <a:t>real types</a:t>
            </a:r>
            <a:r>
              <a:rPr lang="en" sz="1200">
                <a:solidFill>
                  <a:schemeClr val="lt2"/>
                </a:solidFill>
              </a:rPr>
              <a:t> match.</a:t>
            </a:r>
            <a:endParaRPr sz="1200">
              <a:solidFill>
                <a:schemeClr val="lt2"/>
              </a:solidFill>
            </a:endParaRPr>
          </a:p>
          <a:p>
            <a:pPr indent="-317500" lvl="0" marL="457200" rtl="0" algn="l">
              <a:spcBef>
                <a:spcPts val="0"/>
              </a:spcBef>
              <a:spcAft>
                <a:spcPts val="0"/>
              </a:spcAft>
              <a:buSzPts val="1400"/>
              <a:buChar char="●"/>
            </a:pPr>
            <a:r>
              <a:rPr lang="en" sz="1400"/>
              <a:t>Use your </a:t>
            </a:r>
            <a:r>
              <a:rPr lang="en" sz="1400">
                <a:latin typeface="Courier New"/>
                <a:ea typeface="Courier New"/>
                <a:cs typeface="Courier New"/>
                <a:sym typeface="Courier New"/>
              </a:rPr>
              <a:t>main</a:t>
            </a:r>
            <a:r>
              <a:rPr lang="en" sz="1400"/>
              <a:t> method to create and print a few nodes that use types other than strings.</a:t>
            </a:r>
            <a:endParaRPr sz="1400"/>
          </a:p>
          <a:p>
            <a:pPr indent="-304800" lvl="1" marL="914400" rtl="0" algn="l">
              <a:spcBef>
                <a:spcPts val="0"/>
              </a:spcBef>
              <a:spcAft>
                <a:spcPts val="0"/>
              </a:spcAft>
              <a:buSzPts val="1200"/>
              <a:buChar char="○"/>
            </a:pPr>
            <a:r>
              <a:rPr lang="en" sz="1200"/>
              <a:t>What happens when you use a primitive type like </a:t>
            </a:r>
            <a:r>
              <a:rPr lang="en" sz="1200">
                <a:latin typeface="Courier New"/>
                <a:ea typeface="Courier New"/>
                <a:cs typeface="Courier New"/>
                <a:sym typeface="Courier New"/>
              </a:rPr>
              <a:t>int</a:t>
            </a:r>
            <a:r>
              <a:rPr lang="en" sz="1200"/>
              <a:t>?</a:t>
            </a:r>
            <a:endParaRPr sz="1200"/>
          </a:p>
          <a:p>
            <a:pPr indent="-304800" lvl="1" marL="914400" rtl="0" algn="l">
              <a:spcBef>
                <a:spcPts val="0"/>
              </a:spcBef>
              <a:spcAft>
                <a:spcPts val="0"/>
              </a:spcAft>
              <a:buSzPts val="1200"/>
              <a:buChar char="○"/>
            </a:pPr>
            <a:r>
              <a:rPr lang="en" sz="1200"/>
              <a:t>What happened to your </a:t>
            </a:r>
            <a:r>
              <a:rPr lang="en" sz="1200">
                <a:latin typeface="Courier New"/>
                <a:ea typeface="Courier New"/>
                <a:cs typeface="Courier New"/>
                <a:sym typeface="Courier New"/>
              </a:rPr>
              <a:t>NodeQueue</a:t>
            </a:r>
            <a:r>
              <a:rPr lang="en" sz="1200"/>
              <a:t>?</a:t>
            </a:r>
            <a:endParaRPr sz="1200"/>
          </a:p>
        </p:txBody>
      </p:sp>
      <p:sp>
        <p:nvSpPr>
          <p:cNvPr id="899" name="Google Shape;899;p89"/>
          <p:cNvSpPr txBox="1"/>
          <p:nvPr>
            <p:ph type="title"/>
          </p:nvPr>
        </p:nvSpPr>
        <p:spPr>
          <a:xfrm>
            <a:off x="1436850" y="100"/>
            <a:ext cx="7642500" cy="6312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sz="2900"/>
              <a:t>Making Nodes Work With any Type (too)</a:t>
            </a:r>
            <a:endParaRPr sz="2900"/>
          </a:p>
        </p:txBody>
      </p:sp>
      <p:sp>
        <p:nvSpPr>
          <p:cNvPr id="900" name="Google Shape;900;p89"/>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5.13</a:t>
            </a:r>
            <a:endParaRPr/>
          </a:p>
        </p:txBody>
      </p:sp>
      <p:graphicFrame>
        <p:nvGraphicFramePr>
          <p:cNvPr id="901" name="Google Shape;901;p89"/>
          <p:cNvGraphicFramePr/>
          <p:nvPr/>
        </p:nvGraphicFramePr>
        <p:xfrm>
          <a:off x="236962" y="1831427"/>
          <a:ext cx="3000000" cy="3000000"/>
        </p:xfrm>
        <a:graphic>
          <a:graphicData uri="http://schemas.openxmlformats.org/drawingml/2006/table">
            <a:tbl>
              <a:tblPr>
                <a:noFill/>
                <a:tableStyleId>{5D16334A-BD30-4DCF-A821-F696FD12572A}</a:tableStyleId>
              </a:tblPr>
              <a:tblGrid>
                <a:gridCol w="3023700"/>
              </a:tblGrid>
              <a:tr h="381000">
                <a:tc>
                  <a:txBody>
                    <a:bodyPr/>
                    <a:lstStyle/>
                    <a:p>
                      <a:pPr indent="0" lvl="0" marL="0" marR="0" rtl="0" algn="ctr">
                        <a:lnSpc>
                          <a:spcPct val="100000"/>
                        </a:lnSpc>
                        <a:spcBef>
                          <a:spcPts val="0"/>
                        </a:spcBef>
                        <a:spcAft>
                          <a:spcPts val="0"/>
                        </a:spcAft>
                        <a:buClr>
                          <a:srgbClr val="000000"/>
                        </a:buClr>
                        <a:buSzPts val="1000"/>
                        <a:buFont typeface="Arial"/>
                        <a:buNone/>
                      </a:pPr>
                      <a:r>
                        <a:rPr lang="en" sz="1200" u="none" cap="none" strike="noStrike">
                          <a:latin typeface="Consolas"/>
                          <a:ea typeface="Consolas"/>
                          <a:cs typeface="Consolas"/>
                          <a:sym typeface="Consolas"/>
                        </a:rPr>
                        <a:t>Node</a:t>
                      </a:r>
                      <a:r>
                        <a:rPr lang="en" sz="1200" u="none" cap="none" strike="noStrike">
                          <a:solidFill>
                            <a:srgbClr val="FF0000"/>
                          </a:solidFill>
                          <a:highlight>
                            <a:srgbClr val="FFFF00"/>
                          </a:highlight>
                          <a:latin typeface="Consolas"/>
                          <a:ea typeface="Consolas"/>
                          <a:cs typeface="Consolas"/>
                          <a:sym typeface="Consolas"/>
                        </a:rPr>
                        <a:t>&lt;E&gt;</a:t>
                      </a:r>
                      <a:endParaRPr sz="1200" u="none" cap="none" strike="noStrike">
                        <a:solidFill>
                          <a:srgbClr val="FF0000"/>
                        </a:solidFill>
                        <a:highlight>
                          <a:srgbClr val="FFFF00"/>
                        </a:highlight>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548600">
                <a:tc>
                  <a:txBody>
                    <a:bodyPr/>
                    <a:lstStyle/>
                    <a:p>
                      <a:pPr indent="0" lvl="0" marL="0" marR="0" rtl="0" algn="l">
                        <a:lnSpc>
                          <a:spcPct val="100000"/>
                        </a:lnSpc>
                        <a:spcBef>
                          <a:spcPts val="0"/>
                        </a:spcBef>
                        <a:spcAft>
                          <a:spcPts val="0"/>
                        </a:spcAft>
                        <a:buClr>
                          <a:srgbClr val="000000"/>
                        </a:buClr>
                        <a:buSzPts val="1000"/>
                        <a:buFont typeface="Arial"/>
                        <a:buNone/>
                      </a:pPr>
                      <a:r>
                        <a:rPr lang="en" sz="1200" u="none" cap="none" strike="noStrike">
                          <a:latin typeface="Consolas"/>
                          <a:ea typeface="Consolas"/>
                          <a:cs typeface="Consolas"/>
                          <a:sym typeface="Consolas"/>
                        </a:rPr>
                        <a:t>- </a:t>
                      </a:r>
                      <a:r>
                        <a:rPr lang="en" sz="1200" u="none" cap="none" strike="noStrike">
                          <a:solidFill>
                            <a:srgbClr val="FF0000"/>
                          </a:solidFill>
                          <a:highlight>
                            <a:srgbClr val="FFFF00"/>
                          </a:highlight>
                          <a:latin typeface="Consolas"/>
                          <a:ea typeface="Consolas"/>
                          <a:cs typeface="Consolas"/>
                          <a:sym typeface="Consolas"/>
                        </a:rPr>
                        <a:t>E</a:t>
                      </a:r>
                      <a:r>
                        <a:rPr lang="en" sz="1200" u="none" cap="none" strike="noStrike">
                          <a:latin typeface="Consolas"/>
                          <a:ea typeface="Consolas"/>
                          <a:cs typeface="Consolas"/>
                          <a:sym typeface="Consolas"/>
                        </a:rPr>
                        <a:t>: value</a:t>
                      </a:r>
                      <a:endParaRPr sz="12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lang="en" sz="1200" u="none" cap="none" strike="noStrike">
                          <a:latin typeface="Consolas"/>
                          <a:ea typeface="Consolas"/>
                          <a:cs typeface="Consolas"/>
                          <a:sym typeface="Consolas"/>
                        </a:rPr>
                        <a:t>- next: Node</a:t>
                      </a:r>
                      <a:r>
                        <a:rPr lang="en" sz="1200" u="none" cap="none" strike="noStrike">
                          <a:solidFill>
                            <a:srgbClr val="FF0000"/>
                          </a:solidFill>
                          <a:highlight>
                            <a:srgbClr val="FFFF00"/>
                          </a:highlight>
                          <a:latin typeface="Consolas"/>
                          <a:ea typeface="Consolas"/>
                          <a:cs typeface="Consolas"/>
                          <a:sym typeface="Consolas"/>
                        </a:rPr>
                        <a:t>&lt;E&gt;</a:t>
                      </a:r>
                      <a:endParaRPr sz="1200" u="none" cap="none" strike="noStrike">
                        <a:solidFill>
                          <a:srgbClr val="FF0000"/>
                        </a:solidFill>
                        <a:highlight>
                          <a:srgbClr val="FFFF00"/>
                        </a:highlight>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80125">
                <a:tc>
                  <a:txBody>
                    <a:bodyPr/>
                    <a:lstStyle/>
                    <a:p>
                      <a:pPr indent="0" lvl="0" marL="0" marR="0" rtl="0" algn="l">
                        <a:lnSpc>
                          <a:spcPct val="100000"/>
                        </a:lnSpc>
                        <a:spcBef>
                          <a:spcPts val="0"/>
                        </a:spcBef>
                        <a:spcAft>
                          <a:spcPts val="0"/>
                        </a:spcAft>
                        <a:buClr>
                          <a:srgbClr val="000000"/>
                        </a:buClr>
                        <a:buSzPts val="1000"/>
                        <a:buFont typeface="Arial"/>
                        <a:buNone/>
                      </a:pPr>
                      <a:r>
                        <a:rPr lang="en" sz="1200" u="none" cap="none" strike="noStrike">
                          <a:latin typeface="Consolas"/>
                          <a:ea typeface="Consolas"/>
                          <a:cs typeface="Consolas"/>
                          <a:sym typeface="Consolas"/>
                        </a:rPr>
                        <a:t>+ Node(value: </a:t>
                      </a:r>
                      <a:r>
                        <a:rPr lang="en" sz="1200" u="none" cap="none" strike="noStrike">
                          <a:solidFill>
                            <a:srgbClr val="FF0000"/>
                          </a:solidFill>
                          <a:highlight>
                            <a:srgbClr val="FFFF00"/>
                          </a:highlight>
                          <a:latin typeface="Consolas"/>
                          <a:ea typeface="Consolas"/>
                          <a:cs typeface="Consolas"/>
                          <a:sym typeface="Consolas"/>
                        </a:rPr>
                        <a:t>E</a:t>
                      </a:r>
                      <a:r>
                        <a:rPr lang="en" sz="1200" u="none" cap="none" strike="noStrike">
                          <a:latin typeface="Consolas"/>
                          <a:ea typeface="Consolas"/>
                          <a:cs typeface="Consolas"/>
                          <a:sym typeface="Consolas"/>
                        </a:rPr>
                        <a:t>)</a:t>
                      </a:r>
                      <a:endParaRPr sz="12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lang="en" sz="1200" u="none" cap="none" strike="noStrike">
                          <a:latin typeface="Consolas"/>
                          <a:ea typeface="Consolas"/>
                          <a:cs typeface="Consolas"/>
                          <a:sym typeface="Consolas"/>
                        </a:rPr>
                        <a:t>+ Node(value: </a:t>
                      </a:r>
                      <a:r>
                        <a:rPr lang="en" sz="1200" u="none" cap="none" strike="noStrike">
                          <a:solidFill>
                            <a:srgbClr val="FF0000"/>
                          </a:solidFill>
                          <a:highlight>
                            <a:srgbClr val="FFFF00"/>
                          </a:highlight>
                          <a:latin typeface="Consolas"/>
                          <a:ea typeface="Consolas"/>
                          <a:cs typeface="Consolas"/>
                          <a:sym typeface="Consolas"/>
                        </a:rPr>
                        <a:t>E</a:t>
                      </a:r>
                      <a:r>
                        <a:rPr lang="en" sz="1200" u="none" cap="none" strike="noStrike">
                          <a:latin typeface="Consolas"/>
                          <a:ea typeface="Consolas"/>
                          <a:cs typeface="Consolas"/>
                          <a:sym typeface="Consolas"/>
                        </a:rPr>
                        <a:t>, next: Node</a:t>
                      </a:r>
                      <a:r>
                        <a:rPr lang="en" sz="1200" u="none" cap="none" strike="noStrike">
                          <a:solidFill>
                            <a:srgbClr val="FF0000"/>
                          </a:solidFill>
                          <a:highlight>
                            <a:srgbClr val="FFFF00"/>
                          </a:highlight>
                          <a:latin typeface="Consolas"/>
                          <a:ea typeface="Consolas"/>
                          <a:cs typeface="Consolas"/>
                          <a:sym typeface="Consolas"/>
                        </a:rPr>
                        <a:t>&lt;E&gt;</a:t>
                      </a:r>
                      <a:r>
                        <a:rPr lang="en" sz="1200" u="none" cap="none" strike="noStrike">
                          <a:latin typeface="Consolas"/>
                          <a:ea typeface="Consolas"/>
                          <a:cs typeface="Consolas"/>
                          <a:sym typeface="Consolas"/>
                        </a:rPr>
                        <a:t>)</a:t>
                      </a:r>
                      <a:endParaRPr sz="12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lang="en" sz="1200" u="none" cap="none" strike="noStrike">
                          <a:latin typeface="Consolas"/>
                          <a:ea typeface="Consolas"/>
                          <a:cs typeface="Consolas"/>
                          <a:sym typeface="Consolas"/>
                        </a:rPr>
                        <a:t>+ getValue(): </a:t>
                      </a:r>
                      <a:r>
                        <a:rPr lang="en" sz="1200" u="none" cap="none" strike="noStrike">
                          <a:solidFill>
                            <a:srgbClr val="FF0000"/>
                          </a:solidFill>
                          <a:highlight>
                            <a:srgbClr val="FFFF00"/>
                          </a:highlight>
                          <a:latin typeface="Consolas"/>
                          <a:ea typeface="Consolas"/>
                          <a:cs typeface="Consolas"/>
                          <a:sym typeface="Consolas"/>
                        </a:rPr>
                        <a:t>E</a:t>
                      </a:r>
                      <a:endParaRPr sz="1200" u="none" cap="none" strike="noStrike">
                        <a:solidFill>
                          <a:srgbClr val="FF0000"/>
                        </a:solidFill>
                        <a:highlight>
                          <a:srgbClr val="FFFF00"/>
                        </a:highlight>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lang="en" sz="1200" u="none" cap="none" strike="noStrike">
                          <a:latin typeface="Consolas"/>
                          <a:ea typeface="Consolas"/>
                          <a:cs typeface="Consolas"/>
                          <a:sym typeface="Consolas"/>
                        </a:rPr>
                        <a:t>+ setNext(next: Node</a:t>
                      </a:r>
                      <a:r>
                        <a:rPr lang="en" sz="1200" u="none" cap="none" strike="noStrike">
                          <a:solidFill>
                            <a:srgbClr val="FF0000"/>
                          </a:solidFill>
                          <a:highlight>
                            <a:srgbClr val="FFFF00"/>
                          </a:highlight>
                          <a:latin typeface="Consolas"/>
                          <a:ea typeface="Consolas"/>
                          <a:cs typeface="Consolas"/>
                          <a:sym typeface="Consolas"/>
                        </a:rPr>
                        <a:t>&lt;E&gt;</a:t>
                      </a:r>
                      <a:r>
                        <a:rPr lang="en" sz="1200" u="none" cap="none" strike="noStrike">
                          <a:latin typeface="Consolas"/>
                          <a:ea typeface="Consolas"/>
                          <a:cs typeface="Consolas"/>
                          <a:sym typeface="Consolas"/>
                        </a:rPr>
                        <a:t>)</a:t>
                      </a:r>
                      <a:endParaRPr sz="1200"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lang="en" sz="1200" u="none" cap="none" strike="noStrike">
                          <a:latin typeface="Consolas"/>
                          <a:ea typeface="Consolas"/>
                          <a:cs typeface="Consolas"/>
                          <a:sym typeface="Consolas"/>
                        </a:rPr>
                        <a:t>+ getNext(): Node</a:t>
                      </a:r>
                      <a:r>
                        <a:rPr lang="en" sz="1200" u="none" cap="none" strike="noStrike">
                          <a:solidFill>
                            <a:srgbClr val="FF0000"/>
                          </a:solidFill>
                          <a:highlight>
                            <a:srgbClr val="FFFF00"/>
                          </a:highlight>
                          <a:latin typeface="Consolas"/>
                          <a:ea typeface="Consolas"/>
                          <a:cs typeface="Consolas"/>
                          <a:sym typeface="Consolas"/>
                        </a:rPr>
                        <a:t>&lt;E&gt;</a:t>
                      </a:r>
                      <a:endParaRPr sz="1200" u="none" cap="none" strike="noStrike">
                        <a:solidFill>
                          <a:srgbClr val="FF0000"/>
                        </a:solidFill>
                        <a:highlight>
                          <a:srgbClr val="FFFF00"/>
                        </a:highlight>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05" name="Shape 905"/>
        <p:cNvGrpSpPr/>
        <p:nvPr/>
      </p:nvGrpSpPr>
      <p:grpSpPr>
        <a:xfrm>
          <a:off x="0" y="0"/>
          <a:ext cx="0" cy="0"/>
          <a:chOff x="0" y="0"/>
          <a:chExt cx="0" cy="0"/>
        </a:xfrm>
      </p:grpSpPr>
      <p:sp>
        <p:nvSpPr>
          <p:cNvPr id="906" name="Google Shape;906;p90"/>
          <p:cNvSpPr txBox="1"/>
          <p:nvPr>
            <p:ph type="title"/>
          </p:nvPr>
        </p:nvSpPr>
        <p:spPr>
          <a:xfrm>
            <a:off x="311725" y="437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Extending Generics</a:t>
            </a:r>
            <a:endParaRPr/>
          </a:p>
        </p:txBody>
      </p:sp>
      <p:sp>
        <p:nvSpPr>
          <p:cNvPr id="907" name="Google Shape;907;p90"/>
          <p:cNvSpPr txBox="1"/>
          <p:nvPr>
            <p:ph idx="1" type="body"/>
          </p:nvPr>
        </p:nvSpPr>
        <p:spPr>
          <a:xfrm>
            <a:off x="4341900" y="43725"/>
            <a:ext cx="4444500" cy="5026800"/>
          </a:xfrm>
          <a:prstGeom prst="rect">
            <a:avLst/>
          </a:prstGeom>
          <a:noFill/>
          <a:ln>
            <a:noFill/>
          </a:ln>
        </p:spPr>
        <p:txBody>
          <a:bodyPr anchorCtr="0" anchor="ctr" bIns="91425" lIns="91425" spcFirstLastPara="1" rIns="91425" wrap="square" tIns="91425">
            <a:spAutoFit/>
          </a:bodyPr>
          <a:lstStyle/>
          <a:p>
            <a:pPr indent="-311150" lvl="0" marL="457200" rtl="0" algn="l">
              <a:lnSpc>
                <a:spcPct val="115000"/>
              </a:lnSpc>
              <a:spcBef>
                <a:spcPts val="0"/>
              </a:spcBef>
              <a:spcAft>
                <a:spcPts val="0"/>
              </a:spcAft>
              <a:buSzPts val="1300"/>
              <a:buChar char="●"/>
            </a:pPr>
            <a:r>
              <a:rPr lang="en"/>
              <a:t>Type parameters </a:t>
            </a:r>
            <a:r>
              <a:rPr b="1" i="1" lang="en">
                <a:solidFill>
                  <a:srgbClr val="FF0000"/>
                </a:solidFill>
              </a:rPr>
              <a:t>must</a:t>
            </a:r>
            <a:r>
              <a:rPr lang="en">
                <a:solidFill>
                  <a:srgbClr val="FF0000"/>
                </a:solidFill>
              </a:rPr>
              <a:t> </a:t>
            </a:r>
            <a:r>
              <a:rPr lang="en"/>
              <a:t>be declared along with the </a:t>
            </a:r>
            <a:r>
              <a:rPr b="1" i="1" lang="en">
                <a:solidFill>
                  <a:srgbClr val="FF0000"/>
                </a:solidFill>
              </a:rPr>
              <a:t>class </a:t>
            </a:r>
            <a:r>
              <a:rPr lang="en"/>
              <a:t>or </a:t>
            </a:r>
            <a:r>
              <a:rPr b="1" i="1" lang="en">
                <a:solidFill>
                  <a:srgbClr val="FF0000"/>
                </a:solidFill>
              </a:rPr>
              <a:t>interface declaration</a:t>
            </a:r>
            <a:r>
              <a:rPr lang="en">
                <a:solidFill>
                  <a:srgbClr val="FF0000"/>
                </a:solidFill>
              </a:rPr>
              <a:t> </a:t>
            </a:r>
            <a:r>
              <a:rPr lang="en"/>
              <a:t>in a generic type, i.e.</a:t>
            </a:r>
            <a:endParaRPr/>
          </a:p>
          <a:p>
            <a:pPr indent="-298450" lvl="1" marL="914400" rtl="0" algn="l">
              <a:lnSpc>
                <a:spcPct val="115000"/>
              </a:lnSpc>
              <a:spcBef>
                <a:spcPts val="0"/>
              </a:spcBef>
              <a:spcAft>
                <a:spcPts val="0"/>
              </a:spcAft>
              <a:buSzPts val="1100"/>
              <a:buChar char="○"/>
            </a:pPr>
            <a:r>
              <a:rPr lang="en">
                <a:solidFill>
                  <a:srgbClr val="FF0000"/>
                </a:solidFill>
                <a:latin typeface="Courier New"/>
                <a:ea typeface="Courier New"/>
                <a:cs typeface="Courier New"/>
                <a:sym typeface="Courier New"/>
              </a:rPr>
              <a:t>public class Foo&lt;T&gt; {}</a:t>
            </a:r>
            <a:endParaRPr>
              <a:solidFill>
                <a:srgbClr val="FF0000"/>
              </a:solidFill>
              <a:latin typeface="Courier New"/>
              <a:ea typeface="Courier New"/>
              <a:cs typeface="Courier New"/>
              <a:sym typeface="Courier New"/>
            </a:endParaRPr>
          </a:p>
          <a:p>
            <a:pPr indent="-298450" lvl="1" marL="914400" rtl="0" algn="l">
              <a:lnSpc>
                <a:spcPct val="115000"/>
              </a:lnSpc>
              <a:spcBef>
                <a:spcPts val="0"/>
              </a:spcBef>
              <a:spcAft>
                <a:spcPts val="0"/>
              </a:spcAft>
              <a:buSzPts val="1100"/>
              <a:buChar char="○"/>
            </a:pPr>
            <a:r>
              <a:rPr lang="en">
                <a:solidFill>
                  <a:srgbClr val="FF0000"/>
                </a:solidFill>
                <a:latin typeface="Courier New"/>
                <a:ea typeface="Courier New"/>
                <a:cs typeface="Courier New"/>
                <a:sym typeface="Courier New"/>
              </a:rPr>
              <a:t>public interface Queue&lt;E&gt; {}</a:t>
            </a:r>
            <a:endParaRPr>
              <a:solidFill>
                <a:srgbClr val="FF0000"/>
              </a:solidFill>
              <a:latin typeface="Courier New"/>
              <a:ea typeface="Courier New"/>
              <a:cs typeface="Courier New"/>
              <a:sym typeface="Courier New"/>
            </a:endParaRPr>
          </a:p>
          <a:p>
            <a:pPr indent="-311150" lvl="0" marL="457200" rtl="0" algn="l">
              <a:lnSpc>
                <a:spcPct val="115000"/>
              </a:lnSpc>
              <a:spcBef>
                <a:spcPts val="1000"/>
              </a:spcBef>
              <a:spcAft>
                <a:spcPts val="0"/>
              </a:spcAft>
              <a:buSzPts val="1300"/>
              <a:buChar char="●"/>
            </a:pPr>
            <a:r>
              <a:rPr lang="en"/>
              <a:t>Trying to specify a type parameter anywhere else will cause a </a:t>
            </a:r>
            <a:r>
              <a:rPr b="1" i="1" lang="en">
                <a:solidFill>
                  <a:srgbClr val="FF0000"/>
                </a:solidFill>
              </a:rPr>
              <a:t>compiler error</a:t>
            </a:r>
            <a:r>
              <a:rPr lang="en"/>
              <a:t>, e.g.</a:t>
            </a:r>
            <a:endParaRPr/>
          </a:p>
          <a:p>
            <a:pPr indent="-298450" lvl="1" marL="914400" rtl="0" algn="l">
              <a:lnSpc>
                <a:spcPct val="115000"/>
              </a:lnSpc>
              <a:spcBef>
                <a:spcPts val="0"/>
              </a:spcBef>
              <a:spcAft>
                <a:spcPts val="0"/>
              </a:spcAft>
              <a:buSzPts val="1100"/>
              <a:buChar char="○"/>
            </a:pPr>
            <a:r>
              <a:rPr lang="en">
                <a:solidFill>
                  <a:srgbClr val="FF0000"/>
                </a:solidFill>
                <a:latin typeface="Courier New"/>
                <a:ea typeface="Courier New"/>
                <a:cs typeface="Courier New"/>
                <a:sym typeface="Courier New"/>
              </a:rPr>
              <a:t>public class A extends </a:t>
            </a:r>
            <a:r>
              <a:rPr lang="en" u="sng">
                <a:solidFill>
                  <a:srgbClr val="FF0000"/>
                </a:solidFill>
                <a:latin typeface="Courier New"/>
                <a:ea typeface="Courier New"/>
                <a:cs typeface="Courier New"/>
                <a:sym typeface="Courier New"/>
              </a:rPr>
              <a:t>B&lt;T&gt;</a:t>
            </a:r>
            <a:r>
              <a:rPr lang="en">
                <a:solidFill>
                  <a:srgbClr val="FF0000"/>
                </a:solidFill>
                <a:latin typeface="Courier New"/>
                <a:ea typeface="Courier New"/>
                <a:cs typeface="Courier New"/>
                <a:sym typeface="Courier New"/>
              </a:rPr>
              <a:t> {}</a:t>
            </a:r>
            <a:endParaRPr>
              <a:solidFill>
                <a:srgbClr val="FF0000"/>
              </a:solidFill>
              <a:latin typeface="Courier New"/>
              <a:ea typeface="Courier New"/>
              <a:cs typeface="Courier New"/>
              <a:sym typeface="Courier New"/>
            </a:endParaRPr>
          </a:p>
          <a:p>
            <a:pPr indent="-311150" lvl="0" marL="457200" rtl="0" algn="l">
              <a:lnSpc>
                <a:spcPct val="115000"/>
              </a:lnSpc>
              <a:spcBef>
                <a:spcPts val="1000"/>
              </a:spcBef>
              <a:spcAft>
                <a:spcPts val="0"/>
              </a:spcAft>
              <a:buSzPts val="1300"/>
              <a:buChar char="●"/>
            </a:pPr>
            <a:r>
              <a:rPr lang="en"/>
              <a:t>When extending/implementing a generic type, one option is to </a:t>
            </a:r>
            <a:r>
              <a:rPr lang="en">
                <a:solidFill>
                  <a:schemeClr val="lt2"/>
                </a:solidFill>
              </a:rPr>
              <a:t>make the new class generic</a:t>
            </a:r>
            <a:r>
              <a:rPr lang="en"/>
              <a:t> as well by </a:t>
            </a:r>
            <a:r>
              <a:rPr b="1" i="1" lang="en">
                <a:solidFill>
                  <a:srgbClr val="FF0000"/>
                </a:solidFill>
              </a:rPr>
              <a:t>declaring a type parameter</a:t>
            </a:r>
            <a:r>
              <a:rPr lang="en">
                <a:solidFill>
                  <a:srgbClr val="FF0000"/>
                </a:solidFill>
              </a:rPr>
              <a:t> </a:t>
            </a:r>
            <a:r>
              <a:rPr lang="en"/>
              <a:t>and using the same type parameter with the superclass or interface, e.g.</a:t>
            </a:r>
            <a:endParaRPr/>
          </a:p>
          <a:p>
            <a:pPr indent="-298450" lvl="1" marL="914400" rtl="0" algn="l">
              <a:lnSpc>
                <a:spcPct val="115000"/>
              </a:lnSpc>
              <a:spcBef>
                <a:spcPts val="0"/>
              </a:spcBef>
              <a:spcAft>
                <a:spcPts val="0"/>
              </a:spcAft>
              <a:buSzPts val="1100"/>
              <a:buChar char="○"/>
            </a:pPr>
            <a:r>
              <a:rPr lang="en">
                <a:solidFill>
                  <a:srgbClr val="FF0000"/>
                </a:solidFill>
                <a:latin typeface="Courier New"/>
                <a:ea typeface="Courier New"/>
                <a:cs typeface="Courier New"/>
                <a:sym typeface="Courier New"/>
              </a:rPr>
              <a:t>public class A&lt;T&gt; extends B&lt;T&gt; {}</a:t>
            </a:r>
            <a:endParaRPr>
              <a:solidFill>
                <a:srgbClr val="FF0000"/>
              </a:solidFill>
              <a:latin typeface="Courier New"/>
              <a:ea typeface="Courier New"/>
              <a:cs typeface="Courier New"/>
              <a:sym typeface="Courier New"/>
            </a:endParaRPr>
          </a:p>
          <a:p>
            <a:pPr indent="-311150" lvl="0" marL="457200" rtl="0" algn="l">
              <a:lnSpc>
                <a:spcPct val="115000"/>
              </a:lnSpc>
              <a:spcBef>
                <a:spcPts val="1000"/>
              </a:spcBef>
              <a:spcAft>
                <a:spcPts val="0"/>
              </a:spcAft>
              <a:buSzPts val="1300"/>
              <a:buChar char="●"/>
            </a:pPr>
            <a:r>
              <a:rPr lang="en"/>
              <a:t>A second option is to make the new class work </a:t>
            </a:r>
            <a:r>
              <a:rPr b="1" i="1" lang="en">
                <a:solidFill>
                  <a:srgbClr val="FF0000"/>
                </a:solidFill>
              </a:rPr>
              <a:t>only with a specific real type</a:t>
            </a:r>
            <a:r>
              <a:rPr lang="en"/>
              <a:t> by specifying that type with the superclass or interface, e.g.</a:t>
            </a:r>
            <a:endParaRPr/>
          </a:p>
          <a:p>
            <a:pPr indent="-298450" lvl="1" marL="914400" rtl="0" algn="l">
              <a:lnSpc>
                <a:spcPct val="115000"/>
              </a:lnSpc>
              <a:spcBef>
                <a:spcPts val="0"/>
              </a:spcBef>
              <a:spcAft>
                <a:spcPts val="0"/>
              </a:spcAft>
              <a:buSzPts val="1100"/>
              <a:buChar char="○"/>
            </a:pPr>
            <a:r>
              <a:rPr lang="en">
                <a:solidFill>
                  <a:srgbClr val="FF0000"/>
                </a:solidFill>
                <a:latin typeface="Courier New"/>
                <a:ea typeface="Courier New"/>
                <a:cs typeface="Courier New"/>
                <a:sym typeface="Courier New"/>
              </a:rPr>
              <a:t>public class A extends B&lt;String&gt; {}</a:t>
            </a:r>
            <a:endParaRPr>
              <a:solidFill>
                <a:srgbClr val="FF0000"/>
              </a:solidFill>
              <a:latin typeface="Courier New"/>
              <a:ea typeface="Courier New"/>
              <a:cs typeface="Courier New"/>
              <a:sym typeface="Courier New"/>
            </a:endParaRPr>
          </a:p>
          <a:p>
            <a:pPr indent="-311150" lvl="0" marL="457200" rtl="0" algn="l">
              <a:lnSpc>
                <a:spcPct val="115000"/>
              </a:lnSpc>
              <a:spcBef>
                <a:spcPts val="1000"/>
              </a:spcBef>
              <a:spcAft>
                <a:spcPts val="0"/>
              </a:spcAft>
              <a:buSzPts val="1300"/>
              <a:buChar char="●"/>
            </a:pPr>
            <a:r>
              <a:rPr lang="en"/>
              <a:t>While the second option is </a:t>
            </a:r>
            <a:r>
              <a:rPr b="1" i="1" lang="en">
                <a:solidFill>
                  <a:srgbClr val="FF0000"/>
                </a:solidFill>
              </a:rPr>
              <a:t>easier</a:t>
            </a:r>
            <a:r>
              <a:rPr lang="en"/>
              <a:t>, you will lose the flexibility that generics provide in the subclass.</a:t>
            </a:r>
            <a:endParaRPr/>
          </a:p>
          <a:p>
            <a:pPr indent="-298450" lvl="1" marL="914400" rtl="0" algn="l">
              <a:lnSpc>
                <a:spcPct val="115000"/>
              </a:lnSpc>
              <a:spcBef>
                <a:spcPts val="0"/>
              </a:spcBef>
              <a:spcAft>
                <a:spcPts val="0"/>
              </a:spcAft>
              <a:buSzPts val="1100"/>
              <a:buChar char="○"/>
            </a:pPr>
            <a:r>
              <a:rPr lang="en"/>
              <a:t>In this example, class </a:t>
            </a:r>
            <a:r>
              <a:rPr lang="en">
                <a:latin typeface="Courier New"/>
                <a:ea typeface="Courier New"/>
                <a:cs typeface="Courier New"/>
                <a:sym typeface="Courier New"/>
              </a:rPr>
              <a:t>A</a:t>
            </a:r>
            <a:r>
              <a:rPr lang="en"/>
              <a:t> will </a:t>
            </a:r>
            <a:r>
              <a:rPr b="1" i="1" lang="en">
                <a:solidFill>
                  <a:srgbClr val="FF0000"/>
                </a:solidFill>
              </a:rPr>
              <a:t>not</a:t>
            </a:r>
            <a:r>
              <a:rPr lang="en">
                <a:solidFill>
                  <a:srgbClr val="FF0000"/>
                </a:solidFill>
              </a:rPr>
              <a:t> </a:t>
            </a:r>
            <a:r>
              <a:rPr lang="en"/>
              <a:t>be generic; it will </a:t>
            </a:r>
            <a:r>
              <a:rPr b="1" i="1" lang="en">
                <a:solidFill>
                  <a:srgbClr val="FF0000"/>
                </a:solidFill>
              </a:rPr>
              <a:t>only work with strings</a:t>
            </a:r>
            <a:r>
              <a:rPr b="1" i="1" lang="en"/>
              <a:t>.</a:t>
            </a:r>
            <a:endParaRPr b="1" i="1"/>
          </a:p>
        </p:txBody>
      </p:sp>
      <p:sp>
        <p:nvSpPr>
          <p:cNvPr id="908" name="Google Shape;908;p9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909" name="Google Shape;909;p90"/>
          <p:cNvSpPr txBox="1"/>
          <p:nvPr>
            <p:ph idx="2" type="body"/>
          </p:nvPr>
        </p:nvSpPr>
        <p:spPr>
          <a:xfrm>
            <a:off x="311725" y="1337316"/>
            <a:ext cx="3706500" cy="27384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000">
                <a:solidFill>
                  <a:srgbClr val="38761D"/>
                </a:solidFill>
                <a:latin typeface="Consolas"/>
                <a:ea typeface="Consolas"/>
                <a:cs typeface="Consolas"/>
                <a:sym typeface="Consolas"/>
              </a:rPr>
              <a:t>1</a:t>
            </a:r>
            <a:r>
              <a:rPr lang="en" sz="1000">
                <a:solidFill>
                  <a:srgbClr val="999999"/>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class</a:t>
            </a:r>
            <a:r>
              <a:rPr lang="en" sz="1000">
                <a:solidFill>
                  <a:srgbClr val="000000"/>
                </a:solidFill>
                <a:latin typeface="Consolas"/>
                <a:ea typeface="Consolas"/>
                <a:cs typeface="Consolas"/>
                <a:sym typeface="Consolas"/>
              </a:rPr>
              <a:t> Locker&lt;</a:t>
            </a:r>
            <a:r>
              <a:rPr lang="en" sz="1000">
                <a:solidFill>
                  <a:srgbClr val="0000FF"/>
                </a:solidFill>
                <a:latin typeface="Consolas"/>
                <a:ea typeface="Consolas"/>
                <a:cs typeface="Consolas"/>
                <a:sym typeface="Consolas"/>
              </a:rPr>
              <a:t>T</a:t>
            </a:r>
            <a:r>
              <a:rPr lang="en" sz="1000">
                <a:solidFill>
                  <a:srgbClr val="000000"/>
                </a:solidFill>
                <a:latin typeface="Consolas"/>
                <a:ea typeface="Consolas"/>
                <a:cs typeface="Consolas"/>
                <a:sym typeface="Consolas"/>
              </a:rPr>
              <a:t>&gt; </a:t>
            </a:r>
            <a:r>
              <a:rPr lang="en" sz="1000">
                <a:solidFill>
                  <a:srgbClr val="0000FF"/>
                </a:solidFill>
                <a:latin typeface="Consolas"/>
                <a:ea typeface="Consolas"/>
                <a:cs typeface="Consolas"/>
                <a:sym typeface="Consolas"/>
              </a:rPr>
              <a:t>extends</a:t>
            </a:r>
            <a:r>
              <a:rPr lang="en" sz="1000">
                <a:solidFill>
                  <a:srgbClr val="000000"/>
                </a:solidFill>
                <a:latin typeface="Consolas"/>
                <a:ea typeface="Consolas"/>
                <a:cs typeface="Consolas"/>
                <a:sym typeface="Consolas"/>
              </a:rPr>
              <a:t> Container&lt;</a:t>
            </a:r>
            <a:r>
              <a:rPr lang="en" sz="1000">
                <a:solidFill>
                  <a:srgbClr val="0000FF"/>
                </a:solidFill>
                <a:latin typeface="Consolas"/>
                <a:ea typeface="Consolas"/>
                <a:cs typeface="Consolas"/>
                <a:sym typeface="Consolas"/>
              </a:rPr>
              <a:t>T</a:t>
            </a:r>
            <a:r>
              <a:rPr lang="en" sz="1000">
                <a:solidFill>
                  <a:srgbClr val="000000"/>
                </a:solidFill>
                <a:latin typeface="Consolas"/>
                <a:ea typeface="Consolas"/>
                <a:cs typeface="Consolas"/>
                <a:sym typeface="Consolas"/>
              </a:rPr>
              <a:t>&gt;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2</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private</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boolean</a:t>
            </a:r>
            <a:r>
              <a:rPr lang="en" sz="1000">
                <a:solidFill>
                  <a:srgbClr val="000000"/>
                </a:solidFill>
                <a:latin typeface="Consolas"/>
                <a:ea typeface="Consolas"/>
                <a:cs typeface="Consolas"/>
                <a:sym typeface="Consolas"/>
              </a:rPr>
              <a:t> locked;</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3</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4</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Locker(</a:t>
            </a:r>
            <a:r>
              <a:rPr lang="en" sz="1000">
                <a:solidFill>
                  <a:srgbClr val="0000FF"/>
                </a:solidFill>
                <a:latin typeface="Consolas"/>
                <a:ea typeface="Consolas"/>
                <a:cs typeface="Consolas"/>
                <a:sym typeface="Consolas"/>
              </a:rPr>
              <a:t>T</a:t>
            </a:r>
            <a:r>
              <a:rPr lang="en" sz="1000">
                <a:solidFill>
                  <a:srgbClr val="000000"/>
                </a:solidFill>
                <a:latin typeface="Consolas"/>
                <a:ea typeface="Consolas"/>
                <a:cs typeface="Consolas"/>
                <a:sym typeface="Consolas"/>
              </a:rPr>
              <a:t> value)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5</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super</a:t>
            </a:r>
            <a:r>
              <a:rPr lang="en" sz="1000">
                <a:solidFill>
                  <a:srgbClr val="000000"/>
                </a:solidFill>
                <a:latin typeface="Consolas"/>
                <a:ea typeface="Consolas"/>
                <a:cs typeface="Consolas"/>
                <a:sym typeface="Consolas"/>
              </a:rPr>
              <a:t>(value);</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6</a:t>
            </a:r>
            <a:r>
              <a:rPr lang="en" sz="1000">
                <a:solidFill>
                  <a:srgbClr val="000000"/>
                </a:solidFill>
                <a:latin typeface="Consolas"/>
                <a:ea typeface="Consolas"/>
                <a:cs typeface="Consolas"/>
                <a:sym typeface="Consolas"/>
              </a:rPr>
              <a:t>         locked = </a:t>
            </a:r>
            <a:r>
              <a:rPr lang="en" sz="1000">
                <a:solidFill>
                  <a:srgbClr val="0000FF"/>
                </a:solidFill>
                <a:latin typeface="Consolas"/>
                <a:ea typeface="Consolas"/>
                <a:cs typeface="Consolas"/>
                <a:sym typeface="Consolas"/>
              </a:rPr>
              <a:t>false</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7</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Clr>
                <a:srgbClr val="000000"/>
              </a:buClr>
              <a:buSzPts val="1300"/>
              <a:buFont typeface="Arial"/>
              <a:buNone/>
            </a:pPr>
            <a:r>
              <a:rPr lang="en" sz="1000">
                <a:solidFill>
                  <a:srgbClr val="38761D"/>
                </a:solidFill>
                <a:latin typeface="Consolas"/>
                <a:ea typeface="Consolas"/>
                <a:cs typeface="Consolas"/>
                <a:sym typeface="Consolas"/>
              </a:rPr>
              <a:t>8</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9</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void</a:t>
            </a:r>
            <a:r>
              <a:rPr lang="en" sz="1000">
                <a:solidFill>
                  <a:srgbClr val="000000"/>
                </a:solidFill>
                <a:latin typeface="Consolas"/>
                <a:ea typeface="Consolas"/>
                <a:cs typeface="Consolas"/>
                <a:sym typeface="Consolas"/>
              </a:rPr>
              <a:t> toggleLock()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10</a:t>
            </a:r>
            <a:r>
              <a:rPr lang="en" sz="1000">
                <a:solidFill>
                  <a:srgbClr val="000000"/>
                </a:solidFill>
                <a:latin typeface="Consolas"/>
                <a:ea typeface="Consolas"/>
                <a:cs typeface="Consolas"/>
                <a:sym typeface="Consolas"/>
              </a:rPr>
              <a:t>        locked = !locked;</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11</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12</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13</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Override</a:t>
            </a:r>
            <a:endParaRPr sz="1000">
              <a:solidFill>
                <a:srgbClr val="0000FF"/>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14</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T</a:t>
            </a:r>
            <a:r>
              <a:rPr lang="en" sz="1000">
                <a:solidFill>
                  <a:srgbClr val="000000"/>
                </a:solidFill>
                <a:latin typeface="Consolas"/>
                <a:ea typeface="Consolas"/>
                <a:cs typeface="Consolas"/>
                <a:sym typeface="Consolas"/>
              </a:rPr>
              <a:t> getValue()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15</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return</a:t>
            </a:r>
            <a:r>
              <a:rPr lang="en" sz="1000">
                <a:solidFill>
                  <a:srgbClr val="000000"/>
                </a:solidFill>
                <a:latin typeface="Consolas"/>
                <a:ea typeface="Consolas"/>
                <a:cs typeface="Consolas"/>
                <a:sym typeface="Consolas"/>
              </a:rPr>
              <a:t> locked </a:t>
            </a:r>
            <a:r>
              <a:rPr lang="en" sz="1000">
                <a:solidFill>
                  <a:srgbClr val="0000FF"/>
                </a:solidFill>
                <a:latin typeface="Consolas"/>
                <a:ea typeface="Consolas"/>
                <a:cs typeface="Consolas"/>
                <a:sym typeface="Consolas"/>
              </a:rPr>
              <a:t>?</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null</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super</a:t>
            </a:r>
            <a:r>
              <a:rPr lang="en" sz="1000">
                <a:solidFill>
                  <a:srgbClr val="000000"/>
                </a:solidFill>
                <a:latin typeface="Consolas"/>
                <a:ea typeface="Consolas"/>
                <a:cs typeface="Consolas"/>
                <a:sym typeface="Consolas"/>
              </a:rPr>
              <a:t>.getValue();</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16</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17  </a:t>
            </a:r>
            <a:r>
              <a:rPr lang="en" sz="1000">
                <a:solidFill>
                  <a:srgbClr val="000000"/>
                </a:solidFill>
                <a:latin typeface="Consolas"/>
                <a:ea typeface="Consolas"/>
                <a:cs typeface="Consolas"/>
                <a:sym typeface="Consolas"/>
              </a:rPr>
              <a:t>}</a:t>
            </a:r>
            <a:endParaRPr sz="1000">
              <a:solidFill>
                <a:srgbClr val="569CD6"/>
              </a:solidFill>
              <a:latin typeface="Consolas"/>
              <a:ea typeface="Consolas"/>
              <a:cs typeface="Consolas"/>
              <a:sym typeface="Consolas"/>
            </a:endParaRPr>
          </a:p>
        </p:txBody>
      </p:sp>
      <p:sp>
        <p:nvSpPr>
          <p:cNvPr id="910" name="Google Shape;910;p90"/>
          <p:cNvSpPr txBox="1"/>
          <p:nvPr>
            <p:ph idx="3" type="body"/>
          </p:nvPr>
        </p:nvSpPr>
        <p:spPr>
          <a:xfrm>
            <a:off x="311725" y="681825"/>
            <a:ext cx="3706500" cy="537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A </a:t>
            </a:r>
            <a:r>
              <a:rPr b="1" i="1" lang="en" sz="1200">
                <a:solidFill>
                  <a:srgbClr val="FF0000"/>
                </a:solidFill>
              </a:rPr>
              <a:t>type parameter</a:t>
            </a:r>
            <a:r>
              <a:rPr lang="en" sz="1200">
                <a:solidFill>
                  <a:srgbClr val="FF0000"/>
                </a:solidFill>
              </a:rPr>
              <a:t> </a:t>
            </a:r>
            <a:r>
              <a:rPr lang="en" sz="1200"/>
              <a:t>cannot be used within the body of a class unless it is declared as part of the class.</a:t>
            </a:r>
            <a:endParaRPr sz="1200"/>
          </a:p>
        </p:txBody>
      </p:sp>
      <p:sp>
        <p:nvSpPr>
          <p:cNvPr id="911" name="Google Shape;911;p90"/>
          <p:cNvSpPr txBox="1"/>
          <p:nvPr>
            <p:ph idx="3" type="body"/>
          </p:nvPr>
        </p:nvSpPr>
        <p:spPr>
          <a:xfrm>
            <a:off x="311725" y="4193625"/>
            <a:ext cx="3706500" cy="638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The </a:t>
            </a:r>
            <a:r>
              <a:rPr b="1" i="1" lang="en" sz="1200">
                <a:solidFill>
                  <a:srgbClr val="FF0000"/>
                </a:solidFill>
              </a:rPr>
              <a:t>same</a:t>
            </a:r>
            <a:r>
              <a:rPr lang="en" sz="1200">
                <a:solidFill>
                  <a:srgbClr val="FF0000"/>
                </a:solidFill>
              </a:rPr>
              <a:t> </a:t>
            </a:r>
            <a:r>
              <a:rPr lang="en" sz="1200"/>
              <a:t>type parameter(s) can then be used when </a:t>
            </a:r>
            <a:r>
              <a:rPr b="1" i="1" lang="en" sz="1200">
                <a:solidFill>
                  <a:srgbClr val="FF0000"/>
                </a:solidFill>
              </a:rPr>
              <a:t>extending </a:t>
            </a:r>
            <a:r>
              <a:rPr lang="en" sz="1200"/>
              <a:t>or </a:t>
            </a:r>
            <a:r>
              <a:rPr b="1" i="1" lang="en" sz="1200">
                <a:solidFill>
                  <a:srgbClr val="FF0000"/>
                </a:solidFill>
              </a:rPr>
              <a:t>implementing</a:t>
            </a:r>
            <a:r>
              <a:rPr lang="en" sz="1200">
                <a:solidFill>
                  <a:srgbClr val="FF0000"/>
                </a:solidFill>
              </a:rPr>
              <a:t> </a:t>
            </a:r>
            <a:r>
              <a:rPr lang="en" sz="1200"/>
              <a:t>another generic type.</a:t>
            </a:r>
            <a:endParaRPr sz="1200"/>
          </a:p>
        </p:txBody>
      </p:sp>
      <p:grpSp>
        <p:nvGrpSpPr>
          <p:cNvPr id="912" name="Google Shape;912;p90"/>
          <p:cNvGrpSpPr/>
          <p:nvPr/>
        </p:nvGrpSpPr>
        <p:grpSpPr>
          <a:xfrm>
            <a:off x="2019735" y="1221576"/>
            <a:ext cx="201600" cy="368400"/>
            <a:chOff x="1069722" y="1221576"/>
            <a:chExt cx="201600" cy="368400"/>
          </a:xfrm>
        </p:grpSpPr>
        <p:sp>
          <p:nvSpPr>
            <p:cNvPr id="913" name="Google Shape;913;p90"/>
            <p:cNvSpPr/>
            <p:nvPr/>
          </p:nvSpPr>
          <p:spPr>
            <a:xfrm>
              <a:off x="1069722" y="1402776"/>
              <a:ext cx="201600" cy="187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14" name="Google Shape;914;p90"/>
            <p:cNvCxnSpPr>
              <a:stCxn id="913" idx="0"/>
            </p:cNvCxnSpPr>
            <p:nvPr/>
          </p:nvCxnSpPr>
          <p:spPr>
            <a:xfrm rot="10800000">
              <a:off x="1170522" y="1221576"/>
              <a:ext cx="0" cy="181200"/>
            </a:xfrm>
            <a:prstGeom prst="straightConnector1">
              <a:avLst/>
            </a:prstGeom>
            <a:noFill/>
            <a:ln cap="flat" cmpd="sng" w="19050">
              <a:solidFill>
                <a:srgbClr val="FF0000"/>
              </a:solidFill>
              <a:prstDash val="solid"/>
              <a:round/>
              <a:headEnd len="med" w="med" type="none"/>
              <a:tailEnd len="med" w="med" type="none"/>
            </a:ln>
          </p:spPr>
        </p:cxnSp>
      </p:grpSp>
      <p:grpSp>
        <p:nvGrpSpPr>
          <p:cNvPr id="915" name="Google Shape;915;p90"/>
          <p:cNvGrpSpPr/>
          <p:nvPr/>
        </p:nvGrpSpPr>
        <p:grpSpPr>
          <a:xfrm>
            <a:off x="3480965" y="1402776"/>
            <a:ext cx="537260" cy="3109899"/>
            <a:chOff x="3480965" y="1402776"/>
            <a:chExt cx="537260" cy="3109899"/>
          </a:xfrm>
        </p:grpSpPr>
        <p:sp>
          <p:nvSpPr>
            <p:cNvPr id="916" name="Google Shape;916;p90"/>
            <p:cNvSpPr/>
            <p:nvPr/>
          </p:nvSpPr>
          <p:spPr>
            <a:xfrm>
              <a:off x="3480965" y="1402776"/>
              <a:ext cx="201600" cy="1872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17" name="Google Shape;917;p90"/>
            <p:cNvCxnSpPr>
              <a:stCxn id="911" idx="3"/>
              <a:endCxn id="916" idx="3"/>
            </p:cNvCxnSpPr>
            <p:nvPr/>
          </p:nvCxnSpPr>
          <p:spPr>
            <a:xfrm rot="10800000">
              <a:off x="3682525" y="1496475"/>
              <a:ext cx="335700" cy="3016200"/>
            </a:xfrm>
            <a:prstGeom prst="bentConnector3">
              <a:avLst>
                <a:gd fmla="val -52063" name="adj1"/>
              </a:avLst>
            </a:prstGeom>
            <a:noFill/>
            <a:ln cap="flat" cmpd="sng" w="19050">
              <a:solidFill>
                <a:srgbClr val="FF0000"/>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7">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7">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7">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7">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7">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7">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7">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7">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7">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7">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07">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0"/>
                                        </p:tgtEl>
                                        <p:attrNameLst>
                                          <p:attrName>style.visibility</p:attrName>
                                        </p:attrNameLst>
                                      </p:cBhvr>
                                      <p:to>
                                        <p:strVal val="visible"/>
                                      </p:to>
                                    </p:set>
                                    <p:animEffect filter="fade" transition="in">
                                      <p:cBhvr>
                                        <p:cTn dur="1000"/>
                                        <p:tgtEl>
                                          <p:spTgt spid="910"/>
                                        </p:tgtEl>
                                      </p:cBhvr>
                                    </p:animEffect>
                                  </p:childTnLst>
                                </p:cTn>
                              </p:par>
                              <p:par>
                                <p:cTn fill="hold" nodeType="withEffect" presetClass="entr" presetID="10" presetSubtype="0">
                                  <p:stCondLst>
                                    <p:cond delay="0"/>
                                  </p:stCondLst>
                                  <p:childTnLst>
                                    <p:set>
                                      <p:cBhvr>
                                        <p:cTn dur="1" fill="hold">
                                          <p:stCondLst>
                                            <p:cond delay="0"/>
                                          </p:stCondLst>
                                        </p:cTn>
                                        <p:tgtEl>
                                          <p:spTgt spid="909"/>
                                        </p:tgtEl>
                                        <p:attrNameLst>
                                          <p:attrName>style.visibility</p:attrName>
                                        </p:attrNameLst>
                                      </p:cBhvr>
                                      <p:to>
                                        <p:strVal val="visible"/>
                                      </p:to>
                                    </p:set>
                                    <p:animEffect filter="fade" transition="in">
                                      <p:cBhvr>
                                        <p:cTn dur="1000"/>
                                        <p:tgtEl>
                                          <p:spTgt spid="90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12"/>
                                        </p:tgtEl>
                                        <p:attrNameLst>
                                          <p:attrName>style.visibility</p:attrName>
                                        </p:attrNameLst>
                                      </p:cBhvr>
                                      <p:to>
                                        <p:strVal val="visible"/>
                                      </p:to>
                                    </p:set>
                                    <p:animEffect filter="fade" transition="in">
                                      <p:cBhvr>
                                        <p:cTn dur="1000"/>
                                        <p:tgtEl>
                                          <p:spTgt spid="91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11"/>
                                        </p:tgtEl>
                                        <p:attrNameLst>
                                          <p:attrName>style.visibility</p:attrName>
                                        </p:attrNameLst>
                                      </p:cBhvr>
                                      <p:to>
                                        <p:strVal val="visible"/>
                                      </p:to>
                                    </p:set>
                                    <p:animEffect filter="fade" transition="in">
                                      <p:cBhvr>
                                        <p:cTn dur="1000"/>
                                        <p:tgtEl>
                                          <p:spTgt spid="91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15"/>
                                        </p:tgtEl>
                                        <p:attrNameLst>
                                          <p:attrName>style.visibility</p:attrName>
                                        </p:attrNameLst>
                                      </p:cBhvr>
                                      <p:to>
                                        <p:strVal val="visible"/>
                                      </p:to>
                                    </p:set>
                                    <p:animEffect filter="fade" transition="in">
                                      <p:cBhvr>
                                        <p:cTn dur="1000"/>
                                        <p:tgtEl>
                                          <p:spTgt spid="91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21" name="Shape 921"/>
        <p:cNvGrpSpPr/>
        <p:nvPr/>
      </p:nvGrpSpPr>
      <p:grpSpPr>
        <a:xfrm>
          <a:off x="0" y="0"/>
          <a:ext cx="0" cy="0"/>
          <a:chOff x="0" y="0"/>
          <a:chExt cx="0" cy="0"/>
        </a:xfrm>
      </p:grpSpPr>
      <p:sp>
        <p:nvSpPr>
          <p:cNvPr id="922" name="Google Shape;922;p91"/>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latin typeface="Courier New"/>
                <a:ea typeface="Courier New"/>
                <a:cs typeface="Courier New"/>
                <a:sym typeface="Courier New"/>
              </a:rPr>
              <a:t>Node</a:t>
            </a:r>
            <a:r>
              <a:rPr lang="en"/>
              <a:t> is the fundamental building block of a Node-based queue. Now that it's generic, we can refactor the </a:t>
            </a:r>
            <a:r>
              <a:rPr lang="en">
                <a:latin typeface="Courier New"/>
                <a:ea typeface="Courier New"/>
                <a:cs typeface="Courier New"/>
                <a:sym typeface="Courier New"/>
              </a:rPr>
              <a:t>NodeQueue</a:t>
            </a:r>
            <a:r>
              <a:rPr lang="en"/>
              <a:t> to be generic as well. </a:t>
            </a:r>
            <a:endParaRPr/>
          </a:p>
        </p:txBody>
      </p:sp>
      <p:sp>
        <p:nvSpPr>
          <p:cNvPr id="923" name="Google Shape;923;p9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24" name="Google Shape;924;p91"/>
          <p:cNvSpPr txBox="1"/>
          <p:nvPr>
            <p:ph idx="2" type="body"/>
          </p:nvPr>
        </p:nvSpPr>
        <p:spPr>
          <a:xfrm>
            <a:off x="3878225" y="1643075"/>
            <a:ext cx="5047800" cy="28230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Open the </a:t>
            </a:r>
            <a:r>
              <a:rPr lang="en" sz="1500">
                <a:latin typeface="Courier New"/>
                <a:ea typeface="Courier New"/>
                <a:cs typeface="Courier New"/>
                <a:sym typeface="Courier New"/>
              </a:rPr>
              <a:t>NodeQueue</a:t>
            </a:r>
            <a:r>
              <a:rPr lang="en" sz="1500"/>
              <a:t> class and modify it into a</a:t>
            </a:r>
            <a:r>
              <a:rPr lang="en" sz="1500">
                <a:solidFill>
                  <a:srgbClr val="FF0000"/>
                </a:solidFill>
              </a:rPr>
              <a:t> </a:t>
            </a:r>
            <a:r>
              <a:rPr b="1" i="1" lang="en" sz="1500">
                <a:solidFill>
                  <a:srgbClr val="FF0000"/>
                </a:solidFill>
              </a:rPr>
              <a:t>generic type</a:t>
            </a:r>
            <a:r>
              <a:rPr lang="en" sz="1500"/>
              <a:t> that can store any kind of value, not just integers.</a:t>
            </a:r>
            <a:endParaRPr sz="1500"/>
          </a:p>
          <a:p>
            <a:pPr indent="-311150" lvl="1" marL="914400" rtl="0" algn="l">
              <a:spcBef>
                <a:spcPts val="0"/>
              </a:spcBef>
              <a:spcAft>
                <a:spcPts val="0"/>
              </a:spcAft>
              <a:buSzPts val="1300"/>
              <a:buChar char="○"/>
            </a:pPr>
            <a:r>
              <a:rPr lang="en" sz="1300"/>
              <a:t>Add a </a:t>
            </a:r>
            <a:r>
              <a:rPr lang="en" sz="1300">
                <a:solidFill>
                  <a:srgbClr val="FF0000"/>
                </a:solidFill>
              </a:rPr>
              <a:t>type parameter </a:t>
            </a:r>
            <a:r>
              <a:rPr lang="en" sz="1300"/>
              <a:t>to the class declaration.</a:t>
            </a:r>
            <a:endParaRPr sz="1300"/>
          </a:p>
          <a:p>
            <a:pPr indent="-311150" lvl="1" marL="914400" rtl="0" algn="l">
              <a:spcBef>
                <a:spcPts val="0"/>
              </a:spcBef>
              <a:spcAft>
                <a:spcPts val="0"/>
              </a:spcAft>
              <a:buSzPts val="1300"/>
              <a:buChar char="○"/>
            </a:pPr>
            <a:r>
              <a:rPr lang="en" sz="1300"/>
              <a:t>Use the </a:t>
            </a:r>
            <a:r>
              <a:rPr b="1" i="1" lang="en" sz="1300">
                <a:solidFill>
                  <a:srgbClr val="FF0000"/>
                </a:solidFill>
              </a:rPr>
              <a:t>same</a:t>
            </a:r>
            <a:r>
              <a:rPr lang="en" sz="1300"/>
              <a:t> type parameter when implementing the generic </a:t>
            </a:r>
            <a:r>
              <a:rPr lang="en" sz="1300">
                <a:solidFill>
                  <a:srgbClr val="FF0000"/>
                </a:solidFill>
                <a:latin typeface="Courier New"/>
                <a:ea typeface="Courier New"/>
                <a:cs typeface="Courier New"/>
                <a:sym typeface="Courier New"/>
              </a:rPr>
              <a:t>Queue</a:t>
            </a:r>
            <a:r>
              <a:rPr lang="en" sz="1300"/>
              <a:t> interface.</a:t>
            </a:r>
            <a:endParaRPr sz="1300"/>
          </a:p>
          <a:p>
            <a:pPr indent="-311150" lvl="1" marL="914400" rtl="0" algn="l">
              <a:spcBef>
                <a:spcPts val="0"/>
              </a:spcBef>
              <a:spcAft>
                <a:spcPts val="0"/>
              </a:spcAft>
              <a:buSzPts val="1300"/>
              <a:buChar char="○"/>
            </a:pPr>
            <a:r>
              <a:rPr lang="en" sz="1300"/>
              <a:t>Modify all of the </a:t>
            </a:r>
            <a:r>
              <a:rPr lang="en" sz="1300">
                <a:solidFill>
                  <a:srgbClr val="FF0000"/>
                </a:solidFill>
                <a:latin typeface="Courier New"/>
                <a:ea typeface="Courier New"/>
                <a:cs typeface="Courier New"/>
                <a:sym typeface="Courier New"/>
              </a:rPr>
              <a:t>Node</a:t>
            </a:r>
            <a:r>
              <a:rPr lang="en" sz="1300"/>
              <a:t> references to use the </a:t>
            </a:r>
            <a:r>
              <a:rPr b="1" i="1" lang="en" sz="1300">
                <a:solidFill>
                  <a:srgbClr val="FF0000"/>
                </a:solidFill>
              </a:rPr>
              <a:t>same</a:t>
            </a:r>
            <a:r>
              <a:rPr lang="en" sz="1300"/>
              <a:t> type parameter.</a:t>
            </a:r>
            <a:endParaRPr sz="1300"/>
          </a:p>
          <a:p>
            <a:pPr indent="-311150" lvl="1" marL="914400" rtl="0" algn="l">
              <a:spcBef>
                <a:spcPts val="0"/>
              </a:spcBef>
              <a:spcAft>
                <a:spcPts val="0"/>
              </a:spcAft>
              <a:buSzPts val="1300"/>
              <a:buChar char="○"/>
            </a:pPr>
            <a:r>
              <a:rPr lang="en" sz="1300"/>
              <a:t>Replace instances of the </a:t>
            </a:r>
            <a:r>
              <a:rPr lang="en" sz="1300">
                <a:latin typeface="Courier New"/>
                <a:ea typeface="Courier New"/>
                <a:cs typeface="Courier New"/>
                <a:sym typeface="Courier New"/>
              </a:rPr>
              <a:t>String</a:t>
            </a:r>
            <a:r>
              <a:rPr lang="en" sz="1300"/>
              <a:t> type with the type parameter.</a:t>
            </a:r>
            <a:endParaRPr sz="1300"/>
          </a:p>
          <a:p>
            <a:pPr indent="-323850" lvl="0" marL="457200" rtl="0" algn="l">
              <a:spcBef>
                <a:spcPts val="0"/>
              </a:spcBef>
              <a:spcAft>
                <a:spcPts val="0"/>
              </a:spcAft>
              <a:buSzPts val="1500"/>
              <a:buChar char="●"/>
            </a:pPr>
            <a:r>
              <a:rPr lang="en" sz="1500"/>
              <a:t>Use </a:t>
            </a:r>
            <a:r>
              <a:rPr lang="en" sz="1500">
                <a:latin typeface="Courier New"/>
                <a:ea typeface="Courier New"/>
                <a:cs typeface="Courier New"/>
                <a:sym typeface="Courier New"/>
              </a:rPr>
              <a:t>main</a:t>
            </a:r>
            <a:r>
              <a:rPr lang="en" sz="1500"/>
              <a:t> to test your updated </a:t>
            </a:r>
            <a:r>
              <a:rPr lang="en" sz="1500">
                <a:latin typeface="Courier New"/>
                <a:ea typeface="Courier New"/>
                <a:cs typeface="Courier New"/>
                <a:sym typeface="Courier New"/>
              </a:rPr>
              <a:t>NodeQueue</a:t>
            </a:r>
            <a:r>
              <a:rPr lang="en" sz="1500"/>
              <a:t>. </a:t>
            </a:r>
            <a:endParaRPr sz="1500"/>
          </a:p>
        </p:txBody>
      </p:sp>
      <p:sp>
        <p:nvSpPr>
          <p:cNvPr id="925" name="Google Shape;925;p91"/>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Making </a:t>
            </a:r>
            <a:r>
              <a:rPr lang="en">
                <a:latin typeface="Courier New"/>
                <a:ea typeface="Courier New"/>
                <a:cs typeface="Courier New"/>
                <a:sym typeface="Courier New"/>
              </a:rPr>
              <a:t>NodeQueue</a:t>
            </a:r>
            <a:r>
              <a:rPr lang="en"/>
              <a:t> Generic</a:t>
            </a:r>
            <a:endParaRPr/>
          </a:p>
        </p:txBody>
      </p:sp>
      <p:sp>
        <p:nvSpPr>
          <p:cNvPr id="926" name="Google Shape;926;p91"/>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5.14</a:t>
            </a:r>
            <a:endParaRPr/>
          </a:p>
        </p:txBody>
      </p:sp>
      <p:pic>
        <p:nvPicPr>
          <p:cNvPr id="927" name="Google Shape;927;p91"/>
          <p:cNvPicPr preferRelativeResize="0"/>
          <p:nvPr/>
        </p:nvPicPr>
        <p:blipFill>
          <a:blip r:embed="rId3">
            <a:alphaModFix/>
          </a:blip>
          <a:stretch>
            <a:fillRect/>
          </a:stretch>
        </p:blipFill>
        <p:spPr>
          <a:xfrm>
            <a:off x="152400" y="1598325"/>
            <a:ext cx="3680900" cy="3103701"/>
          </a:xfrm>
          <a:prstGeom prst="rect">
            <a:avLst/>
          </a:prstGeom>
          <a:noFill/>
          <a:ln>
            <a:noFill/>
          </a:ln>
        </p:spPr>
      </p:pic>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31" name="Shape 931"/>
        <p:cNvGrpSpPr/>
        <p:nvPr/>
      </p:nvGrpSpPr>
      <p:grpSpPr>
        <a:xfrm>
          <a:off x="0" y="0"/>
          <a:ext cx="0" cy="0"/>
          <a:chOff x="0" y="0"/>
          <a:chExt cx="0" cy="0"/>
        </a:xfrm>
      </p:grpSpPr>
      <p:sp>
        <p:nvSpPr>
          <p:cNvPr id="932" name="Google Shape;932;p92"/>
          <p:cNvSpPr txBox="1"/>
          <p:nvPr>
            <p:ph type="title"/>
          </p:nvPr>
        </p:nvSpPr>
        <p:spPr>
          <a:xfrm>
            <a:off x="5188525" y="119925"/>
            <a:ext cx="3706500" cy="638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r>
              <a:rPr lang="en" sz="3000"/>
              <a:t>Autoboxing</a:t>
            </a:r>
            <a:endParaRPr sz="3000"/>
          </a:p>
          <a:p>
            <a:pPr indent="0" lvl="0" marL="0" rtl="0" algn="l">
              <a:lnSpc>
                <a:spcPct val="100000"/>
              </a:lnSpc>
              <a:spcBef>
                <a:spcPts val="0"/>
              </a:spcBef>
              <a:spcAft>
                <a:spcPts val="0"/>
              </a:spcAft>
              <a:buSzPts val="2800"/>
              <a:buNone/>
            </a:pPr>
            <a:r>
              <a:rPr lang="en" sz="1700"/>
              <a:t>(and Unboxing)</a:t>
            </a:r>
            <a:endParaRPr sz="1700"/>
          </a:p>
        </p:txBody>
      </p:sp>
      <p:sp>
        <p:nvSpPr>
          <p:cNvPr id="933" name="Google Shape;933;p92"/>
          <p:cNvSpPr txBox="1"/>
          <p:nvPr>
            <p:ph idx="12" type="sldNum"/>
          </p:nvPr>
        </p:nvSpPr>
        <p:spPr>
          <a:xfrm>
            <a:off x="90458" y="4663217"/>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fld id="{00000000-1234-1234-1234-123412341234}" type="slidenum">
              <a:rPr lang="en"/>
              <a:t>‹#›</a:t>
            </a:fld>
            <a:endParaRPr/>
          </a:p>
        </p:txBody>
      </p:sp>
      <p:sp>
        <p:nvSpPr>
          <p:cNvPr id="934" name="Google Shape;934;p92"/>
          <p:cNvSpPr txBox="1"/>
          <p:nvPr>
            <p:ph idx="1" type="body"/>
          </p:nvPr>
        </p:nvSpPr>
        <p:spPr>
          <a:xfrm>
            <a:off x="306175" y="-8350"/>
            <a:ext cx="4394100" cy="5161500"/>
          </a:xfrm>
          <a:prstGeom prst="rect">
            <a:avLst/>
          </a:prstGeom>
          <a:noFill/>
          <a:ln>
            <a:noFill/>
          </a:ln>
        </p:spPr>
        <p:txBody>
          <a:bodyPr anchorCtr="0" anchor="t" bIns="91425" lIns="91425" spcFirstLastPara="1" rIns="91425" wrap="square" tIns="91425">
            <a:spAutoFit/>
          </a:bodyPr>
          <a:lstStyle/>
          <a:p>
            <a:pPr indent="-311150" lvl="0" marL="457200" rtl="0" algn="l">
              <a:lnSpc>
                <a:spcPct val="100000"/>
              </a:lnSpc>
              <a:spcBef>
                <a:spcPts val="0"/>
              </a:spcBef>
              <a:spcAft>
                <a:spcPts val="0"/>
              </a:spcAft>
              <a:buSzPts val="1300"/>
              <a:buChar char="●"/>
            </a:pPr>
            <a:r>
              <a:rPr lang="en"/>
              <a:t>Primitive types </a:t>
            </a:r>
            <a:r>
              <a:rPr b="1" i="1" lang="en">
                <a:solidFill>
                  <a:srgbClr val="FF0000"/>
                </a:solidFill>
              </a:rPr>
              <a:t>cannot</a:t>
            </a:r>
            <a:r>
              <a:rPr lang="en">
                <a:solidFill>
                  <a:srgbClr val="FF0000"/>
                </a:solidFill>
              </a:rPr>
              <a:t> </a:t>
            </a:r>
            <a:r>
              <a:rPr lang="en"/>
              <a:t>be used as the</a:t>
            </a:r>
            <a:r>
              <a:rPr lang="en">
                <a:solidFill>
                  <a:srgbClr val="FF0000"/>
                </a:solidFill>
              </a:rPr>
              <a:t> </a:t>
            </a:r>
            <a:r>
              <a:rPr b="1" i="1" lang="en">
                <a:solidFill>
                  <a:srgbClr val="FF0000"/>
                </a:solidFill>
              </a:rPr>
              <a:t>real type</a:t>
            </a:r>
            <a:r>
              <a:rPr lang="en"/>
              <a:t> for a generic </a:t>
            </a:r>
            <a:r>
              <a:rPr b="1" i="1" lang="en">
                <a:solidFill>
                  <a:srgbClr val="FF0000"/>
                </a:solidFill>
              </a:rPr>
              <a:t>type parameter</a:t>
            </a:r>
            <a:r>
              <a:rPr lang="en"/>
              <a:t>.</a:t>
            </a:r>
            <a:endParaRPr/>
          </a:p>
          <a:p>
            <a:pPr indent="-298450" lvl="1" marL="914400" rtl="0" algn="l">
              <a:lnSpc>
                <a:spcPct val="100000"/>
              </a:lnSpc>
              <a:spcBef>
                <a:spcPts val="0"/>
              </a:spcBef>
              <a:spcAft>
                <a:spcPts val="0"/>
              </a:spcAft>
              <a:buSzPts val="1100"/>
              <a:buChar char="○"/>
            </a:pPr>
            <a:r>
              <a:rPr lang="en"/>
              <a:t>Generics </a:t>
            </a:r>
            <a:r>
              <a:rPr b="1" i="1" lang="en">
                <a:solidFill>
                  <a:srgbClr val="FF0000"/>
                </a:solidFill>
              </a:rPr>
              <a:t>only</a:t>
            </a:r>
            <a:r>
              <a:rPr lang="en">
                <a:solidFill>
                  <a:srgbClr val="FF0000"/>
                </a:solidFill>
              </a:rPr>
              <a:t> </a:t>
            </a:r>
            <a:r>
              <a:rPr lang="en"/>
              <a:t>work with </a:t>
            </a:r>
            <a:r>
              <a:rPr b="1" i="1" lang="en">
                <a:solidFill>
                  <a:srgbClr val="FF0000"/>
                </a:solidFill>
              </a:rPr>
              <a:t>reference types</a:t>
            </a:r>
            <a:r>
              <a:rPr lang="en"/>
              <a:t>.</a:t>
            </a:r>
            <a:endParaRPr/>
          </a:p>
          <a:p>
            <a:pPr indent="-311150" lvl="0" marL="457200" rtl="0" algn="l">
              <a:lnSpc>
                <a:spcPct val="100000"/>
              </a:lnSpc>
              <a:spcBef>
                <a:spcPts val="1000"/>
              </a:spcBef>
              <a:spcAft>
                <a:spcPts val="0"/>
              </a:spcAft>
              <a:buSzPts val="1300"/>
              <a:buChar char="●"/>
            </a:pPr>
            <a:r>
              <a:rPr lang="en"/>
              <a:t>So what do you do if you need a data structure that stores integers or booleans?</a:t>
            </a:r>
            <a:endParaRPr/>
          </a:p>
          <a:p>
            <a:pPr indent="-311150" lvl="0" marL="457200" rtl="0" algn="l">
              <a:lnSpc>
                <a:spcPct val="100000"/>
              </a:lnSpc>
              <a:spcBef>
                <a:spcPts val="1000"/>
              </a:spcBef>
              <a:spcAft>
                <a:spcPts val="0"/>
              </a:spcAft>
              <a:buSzPts val="1300"/>
              <a:buChar char="●"/>
            </a:pPr>
            <a:r>
              <a:rPr lang="en"/>
              <a:t>Thankfully, Java provides a set of </a:t>
            </a:r>
            <a:r>
              <a:rPr b="1" i="1" lang="en">
                <a:solidFill>
                  <a:srgbClr val="FF0000"/>
                </a:solidFill>
              </a:rPr>
              <a:t>wrapper classes</a:t>
            </a:r>
            <a:r>
              <a:rPr lang="en"/>
              <a:t>, each of which represents a different one of the eight primitive types.</a:t>
            </a:r>
            <a:endParaRPr/>
          </a:p>
          <a:p>
            <a:pPr indent="-298450" lvl="1" marL="914400" rtl="0" algn="l">
              <a:lnSpc>
                <a:spcPct val="100000"/>
              </a:lnSpc>
              <a:spcBef>
                <a:spcPts val="0"/>
              </a:spcBef>
              <a:spcAft>
                <a:spcPts val="0"/>
              </a:spcAft>
              <a:buSzPts val="1100"/>
              <a:buChar char="○"/>
            </a:pPr>
            <a:r>
              <a:rPr lang="en"/>
              <a:t>In general, the name of the wrapper class is the </a:t>
            </a:r>
            <a:r>
              <a:rPr b="1" i="1" lang="en">
                <a:solidFill>
                  <a:srgbClr val="FF0000"/>
                </a:solidFill>
              </a:rPr>
              <a:t>capitalized</a:t>
            </a:r>
            <a:r>
              <a:rPr lang="en">
                <a:solidFill>
                  <a:srgbClr val="FF0000"/>
                </a:solidFill>
              </a:rPr>
              <a:t>, </a:t>
            </a:r>
            <a:r>
              <a:rPr b="1" i="1" lang="en">
                <a:solidFill>
                  <a:srgbClr val="FF0000"/>
                </a:solidFill>
              </a:rPr>
              <a:t>fully-spelled-out name</a:t>
            </a:r>
            <a:r>
              <a:rPr lang="en"/>
              <a:t> of the primitive, e.g. </a:t>
            </a:r>
            <a:r>
              <a:rPr lang="en">
                <a:solidFill>
                  <a:srgbClr val="FF0000"/>
                </a:solidFill>
                <a:latin typeface="Courier New"/>
                <a:ea typeface="Courier New"/>
                <a:cs typeface="Courier New"/>
                <a:sym typeface="Courier New"/>
              </a:rPr>
              <a:t>Integer</a:t>
            </a:r>
            <a:r>
              <a:rPr lang="en">
                <a:solidFill>
                  <a:srgbClr val="FF0000"/>
                </a:solidFill>
              </a:rPr>
              <a:t> </a:t>
            </a:r>
            <a:r>
              <a:rPr lang="en"/>
              <a:t>instead of </a:t>
            </a:r>
            <a:r>
              <a:rPr lang="en">
                <a:solidFill>
                  <a:srgbClr val="FF0000"/>
                </a:solidFill>
                <a:latin typeface="Courier New"/>
                <a:ea typeface="Courier New"/>
                <a:cs typeface="Courier New"/>
                <a:sym typeface="Courier New"/>
              </a:rPr>
              <a:t>int</a:t>
            </a:r>
            <a:r>
              <a:rPr lang="en">
                <a:solidFill>
                  <a:srgbClr val="FF0000"/>
                </a:solidFill>
              </a:rPr>
              <a:t> </a:t>
            </a:r>
            <a:r>
              <a:rPr lang="en"/>
              <a:t>and </a:t>
            </a:r>
            <a:r>
              <a:rPr lang="en">
                <a:solidFill>
                  <a:srgbClr val="FF0000"/>
                </a:solidFill>
                <a:latin typeface="Courier New"/>
                <a:ea typeface="Courier New"/>
                <a:cs typeface="Courier New"/>
                <a:sym typeface="Courier New"/>
              </a:rPr>
              <a:t>Character</a:t>
            </a:r>
            <a:r>
              <a:rPr lang="en">
                <a:solidFill>
                  <a:srgbClr val="FF0000"/>
                </a:solidFill>
              </a:rPr>
              <a:t> </a:t>
            </a:r>
            <a:r>
              <a:rPr lang="en"/>
              <a:t>instead of </a:t>
            </a:r>
            <a:r>
              <a:rPr lang="en">
                <a:solidFill>
                  <a:srgbClr val="FF0000"/>
                </a:solidFill>
                <a:latin typeface="Courier New"/>
                <a:ea typeface="Courier New"/>
                <a:cs typeface="Courier New"/>
                <a:sym typeface="Courier New"/>
              </a:rPr>
              <a:t>char</a:t>
            </a:r>
            <a:r>
              <a:rPr lang="en"/>
              <a:t>.</a:t>
            </a:r>
            <a:endParaRPr/>
          </a:p>
          <a:p>
            <a:pPr indent="-311150" lvl="0" marL="457200" rtl="0" algn="l">
              <a:lnSpc>
                <a:spcPct val="100000"/>
              </a:lnSpc>
              <a:spcBef>
                <a:spcPts val="1000"/>
              </a:spcBef>
              <a:spcAft>
                <a:spcPts val="0"/>
              </a:spcAft>
              <a:buSzPts val="1300"/>
              <a:buChar char="●"/>
            </a:pPr>
            <a:r>
              <a:rPr lang="en"/>
              <a:t>If a generic is needed to work with a primitive type, the corresponding wrapper class should be used in place of the type parameter, e.g.</a:t>
            </a:r>
            <a:endParaRPr/>
          </a:p>
          <a:p>
            <a:pPr indent="-298450" lvl="1" marL="914400" rtl="0" algn="l">
              <a:lnSpc>
                <a:spcPct val="100000"/>
              </a:lnSpc>
              <a:spcBef>
                <a:spcPts val="0"/>
              </a:spcBef>
              <a:spcAft>
                <a:spcPts val="0"/>
              </a:spcAft>
              <a:buSzPts val="1100"/>
              <a:buFont typeface="Courier New"/>
              <a:buChar char="○"/>
            </a:pPr>
            <a:r>
              <a:rPr lang="en">
                <a:latin typeface="Courier New"/>
                <a:ea typeface="Courier New"/>
                <a:cs typeface="Courier New"/>
                <a:sym typeface="Courier New"/>
              </a:rPr>
              <a:t>Queue&lt;</a:t>
            </a:r>
            <a:r>
              <a:rPr lang="en" u="sng">
                <a:solidFill>
                  <a:srgbClr val="FF0000"/>
                </a:solidFill>
                <a:latin typeface="Courier New"/>
                <a:ea typeface="Courier New"/>
                <a:cs typeface="Courier New"/>
                <a:sym typeface="Courier New"/>
              </a:rPr>
              <a:t>Integer</a:t>
            </a:r>
            <a:r>
              <a:rPr lang="en">
                <a:latin typeface="Courier New"/>
                <a:ea typeface="Courier New"/>
                <a:cs typeface="Courier New"/>
                <a:sym typeface="Courier New"/>
              </a:rPr>
              <a:t>&gt; intQueue;</a:t>
            </a:r>
            <a:endParaRPr>
              <a:latin typeface="Courier New"/>
              <a:ea typeface="Courier New"/>
              <a:cs typeface="Courier New"/>
              <a:sym typeface="Courier New"/>
            </a:endParaRPr>
          </a:p>
          <a:p>
            <a:pPr indent="-311150" lvl="0" marL="457200" rtl="0" algn="l">
              <a:lnSpc>
                <a:spcPct val="100000"/>
              </a:lnSpc>
              <a:spcBef>
                <a:spcPts val="1000"/>
              </a:spcBef>
              <a:spcAft>
                <a:spcPts val="0"/>
              </a:spcAft>
              <a:buSzPts val="1300"/>
              <a:buChar char="●"/>
            </a:pPr>
            <a:r>
              <a:rPr lang="en"/>
              <a:t>Once you create an instance of a generic using one of the wrapper classes, you can use the generic with the corresponding primitive type.</a:t>
            </a:r>
            <a:endParaRPr/>
          </a:p>
          <a:p>
            <a:pPr indent="-298450" lvl="1" marL="914400" rtl="0" algn="l">
              <a:lnSpc>
                <a:spcPct val="100000"/>
              </a:lnSpc>
              <a:spcBef>
                <a:spcPts val="0"/>
              </a:spcBef>
              <a:spcAft>
                <a:spcPts val="0"/>
              </a:spcAft>
              <a:buSzPts val="1100"/>
              <a:buChar char="○"/>
            </a:pPr>
            <a:r>
              <a:rPr lang="en"/>
              <a:t>Java will seamlessly and transparently translate from the primitive type to its wrapper class. This is called </a:t>
            </a:r>
            <a:r>
              <a:rPr b="1" i="1" lang="en">
                <a:solidFill>
                  <a:srgbClr val="FF0000"/>
                </a:solidFill>
              </a:rPr>
              <a:t>autoboxing</a:t>
            </a:r>
            <a:r>
              <a:rPr lang="en"/>
              <a:t>.</a:t>
            </a:r>
            <a:endParaRPr/>
          </a:p>
          <a:p>
            <a:pPr indent="-298450" lvl="1" marL="914400" rtl="0" algn="l">
              <a:lnSpc>
                <a:spcPct val="100000"/>
              </a:lnSpc>
              <a:spcBef>
                <a:spcPts val="0"/>
              </a:spcBef>
              <a:spcAft>
                <a:spcPts val="0"/>
              </a:spcAft>
              <a:buSzPts val="1100"/>
              <a:buChar char="○"/>
            </a:pPr>
            <a:r>
              <a:rPr lang="en"/>
              <a:t>Translating back from the wrapper to the primitive is called </a:t>
            </a:r>
            <a:r>
              <a:rPr b="1" i="1" lang="en">
                <a:solidFill>
                  <a:srgbClr val="FF0000"/>
                </a:solidFill>
              </a:rPr>
              <a:t>unboxing</a:t>
            </a:r>
            <a:r>
              <a:rPr lang="en"/>
              <a:t>.</a:t>
            </a:r>
            <a:endParaRPr/>
          </a:p>
        </p:txBody>
      </p:sp>
      <p:sp>
        <p:nvSpPr>
          <p:cNvPr id="935" name="Google Shape;935;p92"/>
          <p:cNvSpPr txBox="1"/>
          <p:nvPr>
            <p:ph idx="2" type="body"/>
          </p:nvPr>
        </p:nvSpPr>
        <p:spPr>
          <a:xfrm>
            <a:off x="5188525" y="1479340"/>
            <a:ext cx="3706500" cy="7152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000">
                <a:solidFill>
                  <a:srgbClr val="38761D"/>
                </a:solidFill>
                <a:latin typeface="Consolas"/>
                <a:ea typeface="Consolas"/>
                <a:cs typeface="Consolas"/>
                <a:sym typeface="Consolas"/>
              </a:rPr>
              <a:t>1</a:t>
            </a:r>
            <a:r>
              <a:rPr lang="en" sz="1000">
                <a:solidFill>
                  <a:srgbClr val="999999"/>
                </a:solidFill>
                <a:latin typeface="Consolas"/>
                <a:ea typeface="Consolas"/>
                <a:cs typeface="Consolas"/>
                <a:sym typeface="Consolas"/>
              </a:rPr>
              <a:t>  </a:t>
            </a:r>
            <a:r>
              <a:rPr lang="en" sz="1000">
                <a:solidFill>
                  <a:srgbClr val="0000FF"/>
                </a:solidFill>
                <a:latin typeface="Consolas"/>
                <a:ea typeface="Consolas"/>
                <a:cs typeface="Consolas"/>
                <a:sym typeface="Consolas"/>
              </a:rPr>
              <a:t>Queue</a:t>
            </a:r>
            <a:r>
              <a:rPr lang="en" sz="1000">
                <a:solidFill>
                  <a:srgbClr val="000000"/>
                </a:solidFill>
                <a:latin typeface="Consolas"/>
                <a:ea typeface="Consolas"/>
                <a:cs typeface="Consolas"/>
                <a:sym typeface="Consolas"/>
              </a:rPr>
              <a:t>&lt;</a:t>
            </a:r>
            <a:r>
              <a:rPr lang="en" sz="1000">
                <a:solidFill>
                  <a:srgbClr val="0000FF"/>
                </a:solidFill>
                <a:latin typeface="Consolas"/>
                <a:ea typeface="Consolas"/>
                <a:cs typeface="Consolas"/>
                <a:sym typeface="Consolas"/>
              </a:rPr>
              <a:t>Integer</a:t>
            </a:r>
            <a:r>
              <a:rPr lang="en" sz="1000">
                <a:solidFill>
                  <a:srgbClr val="000000"/>
                </a:solidFill>
                <a:latin typeface="Consolas"/>
                <a:ea typeface="Consolas"/>
                <a:cs typeface="Consolas"/>
                <a:sym typeface="Consolas"/>
              </a:rPr>
              <a:t>&gt; intQueue = </a:t>
            </a:r>
            <a:r>
              <a:rPr lang="en" sz="1000">
                <a:solidFill>
                  <a:srgbClr val="0000FF"/>
                </a:solidFill>
                <a:latin typeface="Consolas"/>
                <a:ea typeface="Consolas"/>
                <a:cs typeface="Consolas"/>
                <a:sym typeface="Consolas"/>
              </a:rPr>
              <a:t>new</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NodeQueue</a:t>
            </a:r>
            <a:r>
              <a:rPr lang="en" sz="1000">
                <a:solidFill>
                  <a:srgbClr val="000000"/>
                </a:solidFill>
                <a:latin typeface="Consolas"/>
                <a:ea typeface="Consolas"/>
                <a:cs typeface="Consolas"/>
                <a:sym typeface="Consolas"/>
              </a:rPr>
              <a:t>&lt;&gt;();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2</a:t>
            </a:r>
            <a:r>
              <a:rPr lang="en" sz="1000">
                <a:solidFill>
                  <a:srgbClr val="999999"/>
                </a:solidFill>
                <a:latin typeface="Consolas"/>
                <a:ea typeface="Consolas"/>
                <a:cs typeface="Consolas"/>
                <a:sym typeface="Consolas"/>
              </a:rPr>
              <a:t>  </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3</a:t>
            </a:r>
            <a:r>
              <a:rPr lang="en" sz="1000">
                <a:solidFill>
                  <a:srgbClr val="999999"/>
                </a:solidFill>
                <a:latin typeface="Consolas"/>
                <a:ea typeface="Consolas"/>
                <a:cs typeface="Consolas"/>
                <a:sym typeface="Consolas"/>
              </a:rPr>
              <a:t>  </a:t>
            </a:r>
            <a:r>
              <a:rPr lang="en" sz="1000">
                <a:solidFill>
                  <a:srgbClr val="000000"/>
                </a:solidFill>
                <a:latin typeface="Consolas"/>
                <a:ea typeface="Consolas"/>
                <a:cs typeface="Consolas"/>
                <a:sym typeface="Consolas"/>
              </a:rPr>
              <a:t>intQueue.enqueue(</a:t>
            </a:r>
            <a:r>
              <a:rPr lang="en" sz="1000">
                <a:solidFill>
                  <a:srgbClr val="098658"/>
                </a:solidFill>
                <a:latin typeface="Consolas"/>
                <a:ea typeface="Consolas"/>
                <a:cs typeface="Consolas"/>
                <a:sym typeface="Consolas"/>
              </a:rPr>
              <a:t>123</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4</a:t>
            </a:r>
            <a:r>
              <a:rPr lang="en" sz="1000">
                <a:solidFill>
                  <a:srgbClr val="999999"/>
                </a:solidFill>
                <a:latin typeface="Consolas"/>
                <a:ea typeface="Consolas"/>
                <a:cs typeface="Consolas"/>
                <a:sym typeface="Consolas"/>
              </a:rPr>
              <a:t>  </a:t>
            </a:r>
            <a:r>
              <a:rPr lang="en" sz="1000">
                <a:solidFill>
                  <a:srgbClr val="000000"/>
                </a:solidFill>
                <a:latin typeface="Consolas"/>
                <a:ea typeface="Consolas"/>
                <a:cs typeface="Consolas"/>
                <a:sym typeface="Consolas"/>
              </a:rPr>
              <a:t>intQueue.enqueue(</a:t>
            </a:r>
            <a:r>
              <a:rPr lang="en" sz="1000">
                <a:solidFill>
                  <a:srgbClr val="098658"/>
                </a:solidFill>
                <a:latin typeface="Consolas"/>
                <a:ea typeface="Consolas"/>
                <a:cs typeface="Consolas"/>
                <a:sym typeface="Consolas"/>
              </a:rPr>
              <a:t>456</a:t>
            </a:r>
            <a:r>
              <a:rPr lang="en" sz="1000">
                <a:solidFill>
                  <a:srgbClr val="000000"/>
                </a:solidFill>
                <a:latin typeface="Consolas"/>
                <a:ea typeface="Consolas"/>
                <a:cs typeface="Consolas"/>
                <a:sym typeface="Consolas"/>
              </a:rPr>
              <a:t>);</a:t>
            </a:r>
            <a:endParaRPr sz="1000">
              <a:solidFill>
                <a:srgbClr val="4EC9B0"/>
              </a:solidFill>
              <a:latin typeface="Consolas"/>
              <a:ea typeface="Consolas"/>
              <a:cs typeface="Consolas"/>
              <a:sym typeface="Consolas"/>
            </a:endParaRPr>
          </a:p>
        </p:txBody>
      </p:sp>
      <p:sp>
        <p:nvSpPr>
          <p:cNvPr id="936" name="Google Shape;936;p92"/>
          <p:cNvSpPr txBox="1"/>
          <p:nvPr>
            <p:ph idx="3" type="body"/>
          </p:nvPr>
        </p:nvSpPr>
        <p:spPr>
          <a:xfrm>
            <a:off x="5188525" y="2276143"/>
            <a:ext cx="3706500" cy="843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...Java will </a:t>
            </a:r>
            <a:r>
              <a:rPr b="1" i="1" lang="en" sz="1200">
                <a:solidFill>
                  <a:srgbClr val="FF0000"/>
                </a:solidFill>
              </a:rPr>
              <a:t>autobox</a:t>
            </a:r>
            <a:r>
              <a:rPr lang="en" sz="1200">
                <a:solidFill>
                  <a:srgbClr val="FF0000"/>
                </a:solidFill>
              </a:rPr>
              <a:t> </a:t>
            </a:r>
            <a:r>
              <a:rPr lang="en" sz="1200"/>
              <a:t>primitive values of the corresponding type by transparently creating a</a:t>
            </a:r>
            <a:r>
              <a:rPr lang="en" sz="1200">
                <a:solidFill>
                  <a:srgbClr val="FF0000"/>
                </a:solidFill>
              </a:rPr>
              <a:t> </a:t>
            </a:r>
            <a:r>
              <a:rPr b="1" i="1" lang="en" sz="1200">
                <a:solidFill>
                  <a:srgbClr val="FF0000"/>
                </a:solidFill>
              </a:rPr>
              <a:t>new instance</a:t>
            </a:r>
            <a:r>
              <a:rPr lang="en" sz="1200"/>
              <a:t> of the wrapper class with the </a:t>
            </a:r>
            <a:r>
              <a:rPr b="1" i="1" lang="en" sz="1200">
                <a:solidFill>
                  <a:srgbClr val="FF0000"/>
                </a:solidFill>
              </a:rPr>
              <a:t>same value</a:t>
            </a:r>
            <a:r>
              <a:rPr lang="en" sz="1200"/>
              <a:t> to use in place of the primitive.</a:t>
            </a:r>
            <a:endParaRPr sz="1200"/>
          </a:p>
        </p:txBody>
      </p:sp>
      <p:graphicFrame>
        <p:nvGraphicFramePr>
          <p:cNvPr id="937" name="Google Shape;937;p92"/>
          <p:cNvGraphicFramePr/>
          <p:nvPr/>
        </p:nvGraphicFramePr>
        <p:xfrm>
          <a:off x="7748553" y="3185118"/>
          <a:ext cx="3000000" cy="3000000"/>
        </p:xfrm>
        <a:graphic>
          <a:graphicData uri="http://schemas.openxmlformats.org/drawingml/2006/table">
            <a:tbl>
              <a:tblPr>
                <a:noFill/>
                <a:tableStyleId>{5D16334A-BD30-4DCF-A821-F696FD12572A}</a:tableStyleId>
              </a:tblPr>
              <a:tblGrid>
                <a:gridCol w="571600"/>
                <a:gridCol w="571600"/>
              </a:tblGrid>
              <a:tr h="127000">
                <a:tc gridSpan="2">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Integer</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hMerge="1"/>
              </a:tr>
              <a:tr h="127000">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value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000"/>
                        <a:buFont typeface="Arial"/>
                        <a:buNone/>
                      </a:pPr>
                      <a:r>
                        <a:rPr lang="en" sz="1000" u="none" cap="none" strike="noStrike">
                          <a:solidFill>
                            <a:srgbClr val="FF0000"/>
                          </a:solidFill>
                          <a:latin typeface="Consolas"/>
                          <a:ea typeface="Consolas"/>
                          <a:cs typeface="Consolas"/>
                          <a:sym typeface="Consolas"/>
                        </a:rPr>
                        <a:t>123</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
        <p:nvSpPr>
          <p:cNvPr id="938" name="Google Shape;938;p92"/>
          <p:cNvSpPr txBox="1"/>
          <p:nvPr>
            <p:ph idx="2" type="body"/>
          </p:nvPr>
        </p:nvSpPr>
        <p:spPr>
          <a:xfrm>
            <a:off x="5191788" y="3354818"/>
            <a:ext cx="2039400" cy="393600"/>
          </a:xfrm>
          <a:prstGeom prst="rect">
            <a:avLst/>
          </a:prstGeom>
          <a:noFill/>
          <a:ln>
            <a:noFill/>
          </a:ln>
        </p:spPr>
        <p:txBody>
          <a:bodyPr anchorCtr="0" anchor="ctr" bIns="91425" lIns="91425" spcFirstLastPara="1" rIns="91425" wrap="square" tIns="91425">
            <a:noAutofit/>
          </a:bodyPr>
          <a:lstStyle/>
          <a:p>
            <a:pPr indent="0" lvl="0" marL="0" rtl="0" algn="l">
              <a:lnSpc>
                <a:spcPct val="135714"/>
              </a:lnSpc>
              <a:spcBef>
                <a:spcPts val="0"/>
              </a:spcBef>
              <a:spcAft>
                <a:spcPts val="0"/>
              </a:spcAft>
              <a:buSzPts val="1300"/>
              <a:buNone/>
            </a:pPr>
            <a:r>
              <a:rPr lang="en" sz="1250">
                <a:solidFill>
                  <a:srgbClr val="DCDCAA"/>
                </a:solidFill>
                <a:latin typeface="Consolas"/>
                <a:ea typeface="Consolas"/>
                <a:cs typeface="Consolas"/>
                <a:sym typeface="Consolas"/>
              </a:rPr>
              <a:t>Integer.valueOf</a:t>
            </a:r>
            <a:r>
              <a:rPr lang="en" sz="1250">
                <a:solidFill>
                  <a:srgbClr val="D4D4D4"/>
                </a:solidFill>
                <a:latin typeface="Consolas"/>
                <a:ea typeface="Consolas"/>
                <a:cs typeface="Consolas"/>
                <a:sym typeface="Consolas"/>
              </a:rPr>
              <a:t>(</a:t>
            </a:r>
            <a:r>
              <a:rPr lang="en" sz="1250">
                <a:solidFill>
                  <a:srgbClr val="B5CEA8"/>
                </a:solidFill>
                <a:latin typeface="Consolas"/>
                <a:ea typeface="Consolas"/>
                <a:cs typeface="Consolas"/>
                <a:sym typeface="Consolas"/>
              </a:rPr>
              <a:t>123</a:t>
            </a:r>
            <a:r>
              <a:rPr lang="en" sz="1250">
                <a:solidFill>
                  <a:srgbClr val="D4D4D4"/>
                </a:solidFill>
                <a:latin typeface="Consolas"/>
                <a:ea typeface="Consolas"/>
                <a:cs typeface="Consolas"/>
                <a:sym typeface="Consolas"/>
              </a:rPr>
              <a:t>);</a:t>
            </a:r>
            <a:endParaRPr sz="1200"/>
          </a:p>
        </p:txBody>
      </p:sp>
      <p:sp>
        <p:nvSpPr>
          <p:cNvPr id="939" name="Google Shape;939;p92"/>
          <p:cNvSpPr/>
          <p:nvPr/>
        </p:nvSpPr>
        <p:spPr>
          <a:xfrm>
            <a:off x="7189248" y="3434925"/>
            <a:ext cx="445500" cy="250200"/>
          </a:xfrm>
          <a:prstGeom prst="rightArrow">
            <a:avLst>
              <a:gd fmla="val 50000" name="adj1"/>
              <a:gd fmla="val 50000" name="adj2"/>
            </a:avLst>
          </a:prstGeom>
          <a:solidFill>
            <a:srgbClr val="FF0000"/>
          </a:solidFill>
          <a:ln cap="flat" cmpd="sng" w="2857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940" name="Google Shape;940;p92"/>
          <p:cNvSpPr txBox="1"/>
          <p:nvPr>
            <p:ph idx="3" type="body"/>
          </p:nvPr>
        </p:nvSpPr>
        <p:spPr>
          <a:xfrm>
            <a:off x="5188525" y="3921299"/>
            <a:ext cx="3706500" cy="670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The same process also works in reverse; the primitive value is retrieved from inside the wrapper. This is called </a:t>
            </a:r>
            <a:r>
              <a:rPr b="1" i="1" lang="en" sz="1200">
                <a:solidFill>
                  <a:srgbClr val="FF0000"/>
                </a:solidFill>
              </a:rPr>
              <a:t>unboxing</a:t>
            </a:r>
            <a:r>
              <a:rPr lang="en" sz="1200"/>
              <a:t>.</a:t>
            </a:r>
            <a:endParaRPr sz="1200"/>
          </a:p>
        </p:txBody>
      </p:sp>
      <p:sp>
        <p:nvSpPr>
          <p:cNvPr id="941" name="Google Shape;941;p92"/>
          <p:cNvSpPr txBox="1"/>
          <p:nvPr>
            <p:ph idx="2" type="body"/>
          </p:nvPr>
        </p:nvSpPr>
        <p:spPr>
          <a:xfrm>
            <a:off x="5188525" y="4691420"/>
            <a:ext cx="3706500" cy="3372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000">
                <a:solidFill>
                  <a:srgbClr val="38761D"/>
                </a:solidFill>
                <a:latin typeface="Consolas"/>
                <a:ea typeface="Consolas"/>
                <a:cs typeface="Consolas"/>
                <a:sym typeface="Consolas"/>
              </a:rPr>
              <a:t>1</a:t>
            </a:r>
            <a:r>
              <a:rPr lang="en" sz="1000">
                <a:solidFill>
                  <a:srgbClr val="999999"/>
                </a:solidFill>
                <a:latin typeface="Consolas"/>
                <a:ea typeface="Consolas"/>
                <a:cs typeface="Consolas"/>
                <a:sym typeface="Consolas"/>
              </a:rPr>
              <a:t>  </a:t>
            </a:r>
            <a:r>
              <a:rPr lang="en" sz="1000">
                <a:solidFill>
                  <a:srgbClr val="0000FF"/>
                </a:solidFill>
                <a:latin typeface="Consolas"/>
                <a:ea typeface="Consolas"/>
                <a:cs typeface="Consolas"/>
                <a:sym typeface="Consolas"/>
              </a:rPr>
              <a:t>int</a:t>
            </a:r>
            <a:r>
              <a:rPr lang="en" sz="1000">
                <a:solidFill>
                  <a:srgbClr val="000000"/>
                </a:solidFill>
                <a:latin typeface="Consolas"/>
                <a:ea typeface="Consolas"/>
                <a:cs typeface="Consolas"/>
                <a:sym typeface="Consolas"/>
              </a:rPr>
              <a:t> value = intQueue.dequeue();</a:t>
            </a:r>
            <a:endParaRPr sz="1000">
              <a:solidFill>
                <a:srgbClr val="4EC9B0"/>
              </a:solidFill>
              <a:latin typeface="Consolas"/>
              <a:ea typeface="Consolas"/>
              <a:cs typeface="Consolas"/>
              <a:sym typeface="Consolas"/>
            </a:endParaRPr>
          </a:p>
        </p:txBody>
      </p:sp>
      <p:grpSp>
        <p:nvGrpSpPr>
          <p:cNvPr id="942" name="Google Shape;942;p92"/>
          <p:cNvGrpSpPr/>
          <p:nvPr/>
        </p:nvGrpSpPr>
        <p:grpSpPr>
          <a:xfrm>
            <a:off x="5842075" y="1382250"/>
            <a:ext cx="632100" cy="316200"/>
            <a:chOff x="5842075" y="1382250"/>
            <a:chExt cx="632100" cy="316200"/>
          </a:xfrm>
        </p:grpSpPr>
        <p:sp>
          <p:nvSpPr>
            <p:cNvPr id="943" name="Google Shape;943;p92"/>
            <p:cNvSpPr/>
            <p:nvPr/>
          </p:nvSpPr>
          <p:spPr>
            <a:xfrm>
              <a:off x="5842075" y="1523550"/>
              <a:ext cx="632100" cy="1749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944" name="Google Shape;944;p92"/>
            <p:cNvCxnSpPr>
              <a:stCxn id="943" idx="0"/>
            </p:cNvCxnSpPr>
            <p:nvPr/>
          </p:nvCxnSpPr>
          <p:spPr>
            <a:xfrm rot="10800000">
              <a:off x="6158125" y="1382250"/>
              <a:ext cx="0" cy="141300"/>
            </a:xfrm>
            <a:prstGeom prst="straightConnector1">
              <a:avLst/>
            </a:prstGeom>
            <a:noFill/>
            <a:ln cap="flat" cmpd="sng" w="19050">
              <a:solidFill>
                <a:srgbClr val="FF0000"/>
              </a:solidFill>
              <a:prstDash val="solid"/>
              <a:round/>
              <a:headEnd len="med" w="med" type="none"/>
              <a:tailEnd len="med" w="med" type="none"/>
            </a:ln>
          </p:spPr>
        </p:cxnSp>
      </p:grpSp>
      <p:sp>
        <p:nvSpPr>
          <p:cNvPr id="945" name="Google Shape;945;p92"/>
          <p:cNvSpPr txBox="1"/>
          <p:nvPr>
            <p:ph idx="3" type="body"/>
          </p:nvPr>
        </p:nvSpPr>
        <p:spPr>
          <a:xfrm>
            <a:off x="5188525" y="864490"/>
            <a:ext cx="3706500" cy="534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If one of the Java </a:t>
            </a:r>
            <a:r>
              <a:rPr b="1" i="1" lang="en" sz="1200">
                <a:solidFill>
                  <a:srgbClr val="FF0000"/>
                </a:solidFill>
              </a:rPr>
              <a:t>wrapper classes</a:t>
            </a:r>
            <a:r>
              <a:rPr lang="en" sz="1200"/>
              <a:t> is used to create an instance of a generic type...</a:t>
            </a:r>
            <a:endParaRPr sz="1200"/>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3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5"/>
                                        </p:tgtEl>
                                        <p:attrNameLst>
                                          <p:attrName>style.visibility</p:attrName>
                                        </p:attrNameLst>
                                      </p:cBhvr>
                                      <p:to>
                                        <p:strVal val="visible"/>
                                      </p:to>
                                    </p:set>
                                    <p:animEffect filter="fade" transition="in">
                                      <p:cBhvr>
                                        <p:cTn dur="1000"/>
                                        <p:tgtEl>
                                          <p:spTgt spid="945"/>
                                        </p:tgtEl>
                                      </p:cBhvr>
                                    </p:animEffect>
                                  </p:childTnLst>
                                </p:cTn>
                              </p:par>
                              <p:par>
                                <p:cTn fill="hold" nodeType="withEffect" presetClass="entr" presetID="10" presetSubtype="0">
                                  <p:stCondLst>
                                    <p:cond delay="0"/>
                                  </p:stCondLst>
                                  <p:childTnLst>
                                    <p:set>
                                      <p:cBhvr>
                                        <p:cTn dur="1" fill="hold">
                                          <p:stCondLst>
                                            <p:cond delay="0"/>
                                          </p:stCondLst>
                                        </p:cTn>
                                        <p:tgtEl>
                                          <p:spTgt spid="935"/>
                                        </p:tgtEl>
                                        <p:attrNameLst>
                                          <p:attrName>style.visibility</p:attrName>
                                        </p:attrNameLst>
                                      </p:cBhvr>
                                      <p:to>
                                        <p:strVal val="visible"/>
                                      </p:to>
                                    </p:set>
                                    <p:animEffect filter="fade" transition="in">
                                      <p:cBhvr>
                                        <p:cTn dur="1000"/>
                                        <p:tgtEl>
                                          <p:spTgt spid="93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42"/>
                                        </p:tgtEl>
                                        <p:attrNameLst>
                                          <p:attrName>style.visibility</p:attrName>
                                        </p:attrNameLst>
                                      </p:cBhvr>
                                      <p:to>
                                        <p:strVal val="visible"/>
                                      </p:to>
                                    </p:set>
                                    <p:animEffect filter="fade" transition="in">
                                      <p:cBhvr>
                                        <p:cTn dur="1000"/>
                                        <p:tgtEl>
                                          <p:spTgt spid="94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36"/>
                                        </p:tgtEl>
                                        <p:attrNameLst>
                                          <p:attrName>style.visibility</p:attrName>
                                        </p:attrNameLst>
                                      </p:cBhvr>
                                      <p:to>
                                        <p:strVal val="visible"/>
                                      </p:to>
                                    </p:set>
                                    <p:animEffect filter="fade" transition="in">
                                      <p:cBhvr>
                                        <p:cTn dur="1000"/>
                                        <p:tgtEl>
                                          <p:spTgt spid="93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38"/>
                                        </p:tgtEl>
                                        <p:attrNameLst>
                                          <p:attrName>style.visibility</p:attrName>
                                        </p:attrNameLst>
                                      </p:cBhvr>
                                      <p:to>
                                        <p:strVal val="visible"/>
                                      </p:to>
                                    </p:set>
                                    <p:animEffect filter="fade" transition="in">
                                      <p:cBhvr>
                                        <p:cTn dur="1000"/>
                                        <p:tgtEl>
                                          <p:spTgt spid="938"/>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939"/>
                                        </p:tgtEl>
                                        <p:attrNameLst>
                                          <p:attrName>style.visibility</p:attrName>
                                        </p:attrNameLst>
                                      </p:cBhvr>
                                      <p:to>
                                        <p:strVal val="visible"/>
                                      </p:to>
                                    </p:set>
                                    <p:animEffect filter="fade" transition="in">
                                      <p:cBhvr>
                                        <p:cTn dur="1000"/>
                                        <p:tgtEl>
                                          <p:spTgt spid="939"/>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937"/>
                                        </p:tgtEl>
                                        <p:attrNameLst>
                                          <p:attrName>style.visibility</p:attrName>
                                        </p:attrNameLst>
                                      </p:cBhvr>
                                      <p:to>
                                        <p:strVal val="visible"/>
                                      </p:to>
                                    </p:set>
                                    <p:animEffect filter="fade" transition="in">
                                      <p:cBhvr>
                                        <p:cTn dur="1000"/>
                                        <p:tgtEl>
                                          <p:spTgt spid="93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0"/>
                                        </p:tgtEl>
                                        <p:attrNameLst>
                                          <p:attrName>style.visibility</p:attrName>
                                        </p:attrNameLst>
                                      </p:cBhvr>
                                      <p:to>
                                        <p:strVal val="visible"/>
                                      </p:to>
                                    </p:set>
                                    <p:animEffect filter="fade" transition="in">
                                      <p:cBhvr>
                                        <p:cTn dur="1000"/>
                                        <p:tgtEl>
                                          <p:spTgt spid="940"/>
                                        </p:tgtEl>
                                      </p:cBhvr>
                                    </p:animEffect>
                                  </p:childTnLst>
                                </p:cTn>
                              </p:par>
                              <p:par>
                                <p:cTn fill="hold" nodeType="withEffect" presetClass="entr" presetID="10" presetSubtype="0">
                                  <p:stCondLst>
                                    <p:cond delay="0"/>
                                  </p:stCondLst>
                                  <p:childTnLst>
                                    <p:set>
                                      <p:cBhvr>
                                        <p:cTn dur="1" fill="hold">
                                          <p:stCondLst>
                                            <p:cond delay="0"/>
                                          </p:stCondLst>
                                        </p:cTn>
                                        <p:tgtEl>
                                          <p:spTgt spid="941"/>
                                        </p:tgtEl>
                                        <p:attrNameLst>
                                          <p:attrName>style.visibility</p:attrName>
                                        </p:attrNameLst>
                                      </p:cBhvr>
                                      <p:to>
                                        <p:strVal val="visible"/>
                                      </p:to>
                                    </p:set>
                                    <p:animEffect filter="fade" transition="in">
                                      <p:cBhvr>
                                        <p:cTn dur="1000"/>
                                        <p:tgtEl>
                                          <p:spTgt spid="94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9" name="Shape 949"/>
        <p:cNvGrpSpPr/>
        <p:nvPr/>
      </p:nvGrpSpPr>
      <p:grpSpPr>
        <a:xfrm>
          <a:off x="0" y="0"/>
          <a:ext cx="0" cy="0"/>
          <a:chOff x="0" y="0"/>
          <a:chExt cx="0" cy="0"/>
        </a:xfrm>
      </p:grpSpPr>
      <p:sp>
        <p:nvSpPr>
          <p:cNvPr id="950" name="Google Shape;950;p93"/>
          <p:cNvSpPr txBox="1"/>
          <p:nvPr>
            <p:ph idx="12" type="sldNum"/>
          </p:nvPr>
        </p:nvSpPr>
        <p:spPr>
          <a:xfrm>
            <a:off x="8548658" y="47394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951" name="Google Shape;951;p93"/>
          <p:cNvSpPr txBox="1"/>
          <p:nvPr>
            <p:ph type="title"/>
          </p:nvPr>
        </p:nvSpPr>
        <p:spPr>
          <a:xfrm>
            <a:off x="311725" y="437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Lists</a:t>
            </a:r>
            <a:endParaRPr/>
          </a:p>
        </p:txBody>
      </p:sp>
      <p:sp>
        <p:nvSpPr>
          <p:cNvPr id="952" name="Google Shape;952;p93"/>
          <p:cNvSpPr txBox="1"/>
          <p:nvPr>
            <p:ph idx="1" type="body"/>
          </p:nvPr>
        </p:nvSpPr>
        <p:spPr>
          <a:xfrm>
            <a:off x="4372975" y="55125"/>
            <a:ext cx="4648200" cy="4869000"/>
          </a:xfrm>
          <a:prstGeom prst="rect">
            <a:avLst/>
          </a:prstGeom>
          <a:noFill/>
          <a:ln>
            <a:noFill/>
          </a:ln>
        </p:spPr>
        <p:txBody>
          <a:bodyPr anchorCtr="0" anchor="ctr" bIns="91425" lIns="91425" spcFirstLastPara="1" rIns="91425" wrap="square" tIns="91425">
            <a:spAutoFit/>
          </a:bodyPr>
          <a:lstStyle/>
          <a:p>
            <a:pPr indent="-311150" lvl="0" marL="457200" rtl="0" algn="l">
              <a:lnSpc>
                <a:spcPct val="100000"/>
              </a:lnSpc>
              <a:spcBef>
                <a:spcPts val="0"/>
              </a:spcBef>
              <a:spcAft>
                <a:spcPts val="0"/>
              </a:spcAft>
              <a:buSzPts val="1300"/>
              <a:buChar char="●"/>
            </a:pPr>
            <a:r>
              <a:rPr lang="en"/>
              <a:t>A </a:t>
            </a:r>
            <a:r>
              <a:rPr b="1" i="1" lang="en">
                <a:solidFill>
                  <a:srgbClr val="FF0000"/>
                </a:solidFill>
              </a:rPr>
              <a:t>list</a:t>
            </a:r>
            <a:r>
              <a:rPr lang="en">
                <a:solidFill>
                  <a:srgbClr val="FF0000"/>
                </a:solidFill>
              </a:rPr>
              <a:t> </a:t>
            </a:r>
            <a:r>
              <a:rPr lang="en"/>
              <a:t>is an abstract data type that provides at least the following operations:</a:t>
            </a:r>
            <a:endParaRPr/>
          </a:p>
          <a:p>
            <a:pPr indent="-298450" lvl="1" marL="914400" rtl="0" algn="l">
              <a:lnSpc>
                <a:spcPct val="100000"/>
              </a:lnSpc>
              <a:spcBef>
                <a:spcPts val="0"/>
              </a:spcBef>
              <a:spcAft>
                <a:spcPts val="0"/>
              </a:spcAft>
              <a:buSzPts val="1100"/>
              <a:buChar char="○"/>
            </a:pPr>
            <a:r>
              <a:rPr b="1" i="1" lang="en">
                <a:solidFill>
                  <a:srgbClr val="FF0000"/>
                </a:solidFill>
              </a:rPr>
              <a:t>append</a:t>
            </a:r>
            <a:r>
              <a:rPr lang="en">
                <a:solidFill>
                  <a:srgbClr val="FF0000"/>
                </a:solidFill>
              </a:rPr>
              <a:t> </a:t>
            </a:r>
            <a:r>
              <a:rPr lang="en"/>
              <a:t>- adds a new value to the end of the list.</a:t>
            </a:r>
            <a:endParaRPr/>
          </a:p>
          <a:p>
            <a:pPr indent="-298450" lvl="1" marL="914400" rtl="0" algn="l">
              <a:lnSpc>
                <a:spcPct val="100000"/>
              </a:lnSpc>
              <a:spcBef>
                <a:spcPts val="0"/>
              </a:spcBef>
              <a:spcAft>
                <a:spcPts val="0"/>
              </a:spcAft>
              <a:buSzPts val="1100"/>
              <a:buChar char="○"/>
            </a:pPr>
            <a:r>
              <a:rPr b="1" i="1" lang="en">
                <a:solidFill>
                  <a:srgbClr val="FF0000"/>
                </a:solidFill>
              </a:rPr>
              <a:t>get</a:t>
            </a:r>
            <a:r>
              <a:rPr lang="en">
                <a:solidFill>
                  <a:srgbClr val="FF0000"/>
                </a:solidFill>
              </a:rPr>
              <a:t> </a:t>
            </a:r>
            <a:r>
              <a:rPr lang="en"/>
              <a:t>- returns the value at a specific index in the list.</a:t>
            </a:r>
            <a:endParaRPr/>
          </a:p>
          <a:p>
            <a:pPr indent="-298450" lvl="1" marL="914400" rtl="0" algn="l">
              <a:lnSpc>
                <a:spcPct val="100000"/>
              </a:lnSpc>
              <a:spcBef>
                <a:spcPts val="0"/>
              </a:spcBef>
              <a:spcAft>
                <a:spcPts val="0"/>
              </a:spcAft>
              <a:buSzPts val="1100"/>
              <a:buChar char="○"/>
            </a:pPr>
            <a:r>
              <a:rPr b="1" i="1" lang="en">
                <a:solidFill>
                  <a:srgbClr val="FF0000"/>
                </a:solidFill>
              </a:rPr>
              <a:t>set</a:t>
            </a:r>
            <a:r>
              <a:rPr lang="en">
                <a:solidFill>
                  <a:srgbClr val="FF0000"/>
                </a:solidFill>
              </a:rPr>
              <a:t> </a:t>
            </a:r>
            <a:r>
              <a:rPr lang="en"/>
              <a:t>- changes the value at a specific index in the list.</a:t>
            </a:r>
            <a:endParaRPr/>
          </a:p>
          <a:p>
            <a:pPr indent="-298450" lvl="1" marL="914400" rtl="0" algn="l">
              <a:lnSpc>
                <a:spcPct val="100000"/>
              </a:lnSpc>
              <a:spcBef>
                <a:spcPts val="0"/>
              </a:spcBef>
              <a:spcAft>
                <a:spcPts val="0"/>
              </a:spcAft>
              <a:buSzPts val="1100"/>
              <a:buChar char="○"/>
            </a:pPr>
            <a:r>
              <a:rPr b="1" i="1" lang="en">
                <a:solidFill>
                  <a:srgbClr val="FF0000"/>
                </a:solidFill>
              </a:rPr>
              <a:t>size</a:t>
            </a:r>
            <a:r>
              <a:rPr lang="en">
                <a:solidFill>
                  <a:srgbClr val="FF0000"/>
                </a:solidFill>
              </a:rPr>
              <a:t> </a:t>
            </a:r>
            <a:r>
              <a:rPr lang="en"/>
              <a:t>- returns the number of elements currently in the list.</a:t>
            </a:r>
            <a:endParaRPr/>
          </a:p>
          <a:p>
            <a:pPr indent="-311150" lvl="0" marL="457200" rtl="0" algn="l">
              <a:lnSpc>
                <a:spcPct val="100000"/>
              </a:lnSpc>
              <a:spcBef>
                <a:spcPts val="1000"/>
              </a:spcBef>
              <a:spcAft>
                <a:spcPts val="0"/>
              </a:spcAft>
              <a:buSzPts val="1300"/>
              <a:buChar char="●"/>
            </a:pPr>
            <a:r>
              <a:rPr lang="en"/>
              <a:t>A list </a:t>
            </a:r>
            <a:r>
              <a:rPr b="1" i="1" lang="en">
                <a:solidFill>
                  <a:srgbClr val="FF0000"/>
                </a:solidFill>
              </a:rPr>
              <a:t>may</a:t>
            </a:r>
            <a:r>
              <a:rPr lang="en">
                <a:solidFill>
                  <a:srgbClr val="FF0000"/>
                </a:solidFill>
              </a:rPr>
              <a:t> </a:t>
            </a:r>
            <a:r>
              <a:rPr lang="en"/>
              <a:t>also provide additional operations.</a:t>
            </a:r>
            <a:endParaRPr/>
          </a:p>
          <a:p>
            <a:pPr indent="-298450" lvl="1" marL="914400" rtl="0" algn="l">
              <a:lnSpc>
                <a:spcPct val="100000"/>
              </a:lnSpc>
              <a:spcBef>
                <a:spcPts val="0"/>
              </a:spcBef>
              <a:spcAft>
                <a:spcPts val="0"/>
              </a:spcAft>
              <a:buSzPts val="1100"/>
              <a:buChar char="○"/>
            </a:pPr>
            <a:r>
              <a:rPr b="1" i="1" lang="en">
                <a:solidFill>
                  <a:srgbClr val="FF0000"/>
                </a:solidFill>
              </a:rPr>
              <a:t>insert</a:t>
            </a:r>
            <a:r>
              <a:rPr lang="en">
                <a:solidFill>
                  <a:srgbClr val="FF0000"/>
                </a:solidFill>
              </a:rPr>
              <a:t> </a:t>
            </a:r>
            <a:r>
              <a:rPr lang="en"/>
              <a:t>- inserts a new element at a specific index somewhere in the list. Elements after the specified index are </a:t>
            </a:r>
            <a:r>
              <a:rPr b="1" i="1" lang="en">
                <a:solidFill>
                  <a:srgbClr val="FF0000"/>
                </a:solidFill>
              </a:rPr>
              <a:t>shifted </a:t>
            </a:r>
            <a:r>
              <a:rPr lang="en"/>
              <a:t>to the </a:t>
            </a:r>
            <a:r>
              <a:rPr b="1" i="1" lang="en">
                <a:solidFill>
                  <a:srgbClr val="FF0000"/>
                </a:solidFill>
              </a:rPr>
              <a:t>right</a:t>
            </a:r>
            <a:r>
              <a:rPr lang="en"/>
              <a:t>.</a:t>
            </a:r>
            <a:endParaRPr/>
          </a:p>
          <a:p>
            <a:pPr indent="-298450" lvl="1" marL="914400" rtl="0" algn="l">
              <a:lnSpc>
                <a:spcPct val="100000"/>
              </a:lnSpc>
              <a:spcBef>
                <a:spcPts val="0"/>
              </a:spcBef>
              <a:spcAft>
                <a:spcPts val="0"/>
              </a:spcAft>
              <a:buSzPts val="1100"/>
              <a:buChar char="○"/>
            </a:pPr>
            <a:r>
              <a:rPr b="1" i="1" lang="en">
                <a:solidFill>
                  <a:srgbClr val="FF0000"/>
                </a:solidFill>
              </a:rPr>
              <a:t>remove</a:t>
            </a:r>
            <a:r>
              <a:rPr lang="en">
                <a:solidFill>
                  <a:srgbClr val="FF0000"/>
                </a:solidFill>
              </a:rPr>
              <a:t> </a:t>
            </a:r>
            <a:r>
              <a:rPr lang="en"/>
              <a:t>- removes an element from a specific index somewhere in the list. Elements after the specified index are </a:t>
            </a:r>
            <a:r>
              <a:rPr b="1" i="1" lang="en">
                <a:solidFill>
                  <a:srgbClr val="FF0000"/>
                </a:solidFill>
              </a:rPr>
              <a:t>shifted </a:t>
            </a:r>
            <a:r>
              <a:rPr lang="en"/>
              <a:t>to the </a:t>
            </a:r>
            <a:r>
              <a:rPr b="1" i="1" lang="en">
                <a:solidFill>
                  <a:srgbClr val="FF0000"/>
                </a:solidFill>
              </a:rPr>
              <a:t>left</a:t>
            </a:r>
            <a:r>
              <a:rPr lang="en"/>
              <a:t>.</a:t>
            </a:r>
            <a:endParaRPr/>
          </a:p>
          <a:p>
            <a:pPr indent="-311150" lvl="0" marL="457200" rtl="0" algn="l">
              <a:lnSpc>
                <a:spcPct val="100000"/>
              </a:lnSpc>
              <a:spcBef>
                <a:spcPts val="1000"/>
              </a:spcBef>
              <a:spcAft>
                <a:spcPts val="0"/>
              </a:spcAft>
              <a:buSzPts val="1300"/>
              <a:buChar char="●"/>
            </a:pPr>
            <a:r>
              <a:rPr lang="en"/>
              <a:t>A list maintains elements in the order in which they are added.</a:t>
            </a:r>
            <a:endParaRPr/>
          </a:p>
          <a:p>
            <a:pPr indent="-311150" lvl="0" marL="457200" rtl="0" algn="l">
              <a:lnSpc>
                <a:spcPct val="100000"/>
              </a:lnSpc>
              <a:spcBef>
                <a:spcPts val="1000"/>
              </a:spcBef>
              <a:spcAft>
                <a:spcPts val="0"/>
              </a:spcAft>
              <a:buSzPts val="1300"/>
              <a:buChar char="●"/>
            </a:pPr>
            <a:r>
              <a:rPr lang="en"/>
              <a:t>A list most closely resembles a </a:t>
            </a:r>
            <a:r>
              <a:rPr b="1" i="1" lang="en">
                <a:solidFill>
                  <a:srgbClr val="FF0000"/>
                </a:solidFill>
              </a:rPr>
              <a:t>dynamically sized array</a:t>
            </a:r>
            <a:r>
              <a:rPr lang="en"/>
              <a:t>.</a:t>
            </a:r>
            <a:endParaRPr/>
          </a:p>
          <a:p>
            <a:pPr indent="-298450" lvl="1" marL="914400" rtl="0" algn="l">
              <a:lnSpc>
                <a:spcPct val="100000"/>
              </a:lnSpc>
              <a:spcBef>
                <a:spcPts val="0"/>
              </a:spcBef>
              <a:spcAft>
                <a:spcPts val="0"/>
              </a:spcAft>
              <a:buSzPts val="1100"/>
              <a:buChar char="○"/>
            </a:pPr>
            <a:r>
              <a:rPr lang="en"/>
              <a:t>The size </a:t>
            </a:r>
            <a:r>
              <a:rPr b="1" i="1" lang="en">
                <a:solidFill>
                  <a:srgbClr val="FF0000"/>
                </a:solidFill>
              </a:rPr>
              <a:t>grows</a:t>
            </a:r>
            <a:r>
              <a:rPr lang="en"/>
              <a:t> as elements are added and </a:t>
            </a:r>
            <a:r>
              <a:rPr b="1" i="1" lang="en">
                <a:solidFill>
                  <a:srgbClr val="FF0000"/>
                </a:solidFill>
              </a:rPr>
              <a:t>shrinks</a:t>
            </a:r>
            <a:r>
              <a:rPr lang="en"/>
              <a:t> as elements are removed.</a:t>
            </a:r>
            <a:endParaRPr/>
          </a:p>
          <a:p>
            <a:pPr indent="-298450" lvl="1" marL="914400" rtl="0" algn="l">
              <a:lnSpc>
                <a:spcPct val="100000"/>
              </a:lnSpc>
              <a:spcBef>
                <a:spcPts val="0"/>
              </a:spcBef>
              <a:spcAft>
                <a:spcPts val="0"/>
              </a:spcAft>
              <a:buSzPts val="1100"/>
              <a:buChar char="○"/>
            </a:pPr>
            <a:r>
              <a:rPr lang="en"/>
              <a:t>However, Java does not support </a:t>
            </a:r>
            <a:r>
              <a:rPr b="1" i="1" lang="en">
                <a:solidFill>
                  <a:srgbClr val="FF0000"/>
                </a:solidFill>
              </a:rPr>
              <a:t>operator overloading</a:t>
            </a:r>
            <a:r>
              <a:rPr lang="en"/>
              <a:t>, and so square brackets (</a:t>
            </a:r>
            <a:r>
              <a:rPr lang="en">
                <a:latin typeface="Courier New"/>
                <a:ea typeface="Courier New"/>
                <a:cs typeface="Courier New"/>
                <a:sym typeface="Courier New"/>
              </a:rPr>
              <a:t>[]</a:t>
            </a:r>
            <a:r>
              <a:rPr lang="en"/>
              <a:t>) cannot be used.</a:t>
            </a:r>
            <a:endParaRPr/>
          </a:p>
          <a:p>
            <a:pPr indent="-311150" lvl="0" marL="457200" rtl="0" algn="l">
              <a:lnSpc>
                <a:spcPct val="100000"/>
              </a:lnSpc>
              <a:spcBef>
                <a:spcPts val="1000"/>
              </a:spcBef>
              <a:spcAft>
                <a:spcPts val="0"/>
              </a:spcAft>
              <a:buSzPts val="1300"/>
              <a:buChar char="●"/>
            </a:pPr>
            <a:r>
              <a:rPr lang="en"/>
              <a:t>The above description </a:t>
            </a:r>
            <a:r>
              <a:rPr b="1" i="1" lang="en">
                <a:solidFill>
                  <a:srgbClr val="FF0000"/>
                </a:solidFill>
              </a:rPr>
              <a:t>defines</a:t>
            </a:r>
            <a:r>
              <a:rPr lang="en">
                <a:solidFill>
                  <a:srgbClr val="FF0000"/>
                </a:solidFill>
              </a:rPr>
              <a:t> </a:t>
            </a:r>
            <a:r>
              <a:rPr lang="en"/>
              <a:t>the list abstract data type, but does not include </a:t>
            </a:r>
            <a:r>
              <a:rPr b="1" i="1" lang="en">
                <a:solidFill>
                  <a:srgbClr val="FF0000"/>
                </a:solidFill>
              </a:rPr>
              <a:t>implementation details</a:t>
            </a:r>
            <a:r>
              <a:rPr lang="en"/>
              <a:t>.</a:t>
            </a:r>
            <a:endParaRPr/>
          </a:p>
        </p:txBody>
      </p:sp>
      <p:sp>
        <p:nvSpPr>
          <p:cNvPr id="953" name="Google Shape;953;p93"/>
          <p:cNvSpPr txBox="1"/>
          <p:nvPr>
            <p:ph idx="3" type="body"/>
          </p:nvPr>
        </p:nvSpPr>
        <p:spPr>
          <a:xfrm>
            <a:off x="315425" y="630350"/>
            <a:ext cx="3706500" cy="369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A real-world analog for a list is a </a:t>
            </a:r>
            <a:r>
              <a:rPr b="1" i="1" lang="en" sz="1200">
                <a:solidFill>
                  <a:srgbClr val="FF0000"/>
                </a:solidFill>
              </a:rPr>
              <a:t>to-do list</a:t>
            </a:r>
            <a:r>
              <a:rPr lang="en" sz="1200"/>
              <a:t>.</a:t>
            </a:r>
            <a:endParaRPr sz="1200"/>
          </a:p>
        </p:txBody>
      </p:sp>
      <p:grpSp>
        <p:nvGrpSpPr>
          <p:cNvPr id="954" name="Google Shape;954;p93"/>
          <p:cNvGrpSpPr/>
          <p:nvPr/>
        </p:nvGrpSpPr>
        <p:grpSpPr>
          <a:xfrm>
            <a:off x="285848" y="1125001"/>
            <a:ext cx="1978497" cy="2318075"/>
            <a:chOff x="5225077" y="1125001"/>
            <a:chExt cx="1978497" cy="2318075"/>
          </a:xfrm>
        </p:grpSpPr>
        <p:pic>
          <p:nvPicPr>
            <p:cNvPr id="955" name="Google Shape;955;p93"/>
            <p:cNvPicPr preferRelativeResize="0"/>
            <p:nvPr/>
          </p:nvPicPr>
          <p:blipFill rotWithShape="1">
            <a:blip r:embed="rId3">
              <a:alphaModFix/>
            </a:blip>
            <a:srcRect b="0" l="0" r="0" t="0"/>
            <a:stretch/>
          </p:blipFill>
          <p:spPr>
            <a:xfrm rot="-600879">
              <a:off x="5391968" y="1252288"/>
              <a:ext cx="1644715" cy="2063500"/>
            </a:xfrm>
            <a:prstGeom prst="rect">
              <a:avLst/>
            </a:prstGeom>
            <a:noFill/>
            <a:ln>
              <a:noFill/>
            </a:ln>
          </p:spPr>
        </p:pic>
        <p:sp>
          <p:nvSpPr>
            <p:cNvPr id="956" name="Google Shape;956;p93"/>
            <p:cNvSpPr txBox="1"/>
            <p:nvPr/>
          </p:nvSpPr>
          <p:spPr>
            <a:xfrm rot="-600536">
              <a:off x="5528370" y="1921050"/>
              <a:ext cx="1039115" cy="188853"/>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4A86E8"/>
                  </a:solidFill>
                  <a:latin typeface="Shadows Into Light"/>
                  <a:ea typeface="Shadows Into Light"/>
                  <a:cs typeface="Shadows Into Light"/>
                  <a:sym typeface="Shadows Into Light"/>
                </a:rPr>
                <a:t>DO HOMEWORK</a:t>
              </a:r>
              <a:endParaRPr b="0" i="0" sz="1100" u="none" cap="none" strike="noStrike">
                <a:solidFill>
                  <a:srgbClr val="4A86E8"/>
                </a:solidFill>
                <a:latin typeface="Shadows Into Light"/>
                <a:ea typeface="Shadows Into Light"/>
                <a:cs typeface="Shadows Into Light"/>
                <a:sym typeface="Shadows Into Light"/>
              </a:endParaRPr>
            </a:p>
          </p:txBody>
        </p:sp>
        <p:sp>
          <p:nvSpPr>
            <p:cNvPr id="957" name="Google Shape;957;p93"/>
            <p:cNvSpPr txBox="1"/>
            <p:nvPr/>
          </p:nvSpPr>
          <p:spPr>
            <a:xfrm rot="-600852">
              <a:off x="5492574" y="1781851"/>
              <a:ext cx="1121385" cy="150185"/>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4A86E8"/>
                  </a:solidFill>
                  <a:latin typeface="Shadows Into Light"/>
                  <a:ea typeface="Shadows Into Light"/>
                  <a:cs typeface="Shadows Into Light"/>
                  <a:sym typeface="Shadows Into Light"/>
                </a:rPr>
                <a:t>MAKE TACOS</a:t>
              </a:r>
              <a:endParaRPr b="0" i="0" sz="1100" u="none" cap="none" strike="noStrike">
                <a:solidFill>
                  <a:srgbClr val="4A86E8"/>
                </a:solidFill>
                <a:latin typeface="Shadows Into Light"/>
                <a:ea typeface="Shadows Into Light"/>
                <a:cs typeface="Shadows Into Light"/>
                <a:sym typeface="Shadows Into Light"/>
              </a:endParaRPr>
            </a:p>
          </p:txBody>
        </p:sp>
        <p:sp>
          <p:nvSpPr>
            <p:cNvPr id="958" name="Google Shape;958;p93"/>
            <p:cNvSpPr txBox="1"/>
            <p:nvPr/>
          </p:nvSpPr>
          <p:spPr>
            <a:xfrm rot="-600852">
              <a:off x="5550401" y="2109310"/>
              <a:ext cx="1121385" cy="150185"/>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4A86E8"/>
                  </a:solidFill>
                  <a:latin typeface="Shadows Into Light"/>
                  <a:ea typeface="Shadows Into Light"/>
                  <a:cs typeface="Shadows Into Light"/>
                  <a:sym typeface="Shadows Into Light"/>
                </a:rPr>
                <a:t>EAT TACOS</a:t>
              </a:r>
              <a:endParaRPr b="0" i="0" sz="1100" u="none" cap="none" strike="noStrike">
                <a:solidFill>
                  <a:srgbClr val="4A86E8"/>
                </a:solidFill>
                <a:latin typeface="Shadows Into Light"/>
                <a:ea typeface="Shadows Into Light"/>
                <a:cs typeface="Shadows Into Light"/>
                <a:sym typeface="Shadows Into Light"/>
              </a:endParaRPr>
            </a:p>
          </p:txBody>
        </p:sp>
        <p:sp>
          <p:nvSpPr>
            <p:cNvPr id="959" name="Google Shape;959;p93"/>
            <p:cNvSpPr txBox="1"/>
            <p:nvPr/>
          </p:nvSpPr>
          <p:spPr>
            <a:xfrm rot="-600885">
              <a:off x="5577835" y="2255799"/>
              <a:ext cx="1324887" cy="150185"/>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4A86E8"/>
                  </a:solidFill>
                  <a:latin typeface="Shadows Into Light"/>
                  <a:ea typeface="Shadows Into Light"/>
                  <a:cs typeface="Shadows Into Light"/>
                  <a:sym typeface="Shadows Into Light"/>
                </a:rPr>
                <a:t>MAKE MORE TACOS</a:t>
              </a:r>
              <a:endParaRPr b="0" i="0" sz="1100" u="none" cap="none" strike="noStrike">
                <a:solidFill>
                  <a:srgbClr val="4A86E8"/>
                </a:solidFill>
                <a:latin typeface="Shadows Into Light"/>
                <a:ea typeface="Shadows Into Light"/>
                <a:cs typeface="Shadows Into Light"/>
                <a:sym typeface="Shadows Into Light"/>
              </a:endParaRPr>
            </a:p>
          </p:txBody>
        </p:sp>
        <p:sp>
          <p:nvSpPr>
            <p:cNvPr id="960" name="Google Shape;960;p93"/>
            <p:cNvSpPr txBox="1"/>
            <p:nvPr/>
          </p:nvSpPr>
          <p:spPr>
            <a:xfrm rot="-600852">
              <a:off x="5608390" y="2437689"/>
              <a:ext cx="1121385" cy="150185"/>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4A86E8"/>
                  </a:solidFill>
                  <a:latin typeface="Shadows Into Light"/>
                  <a:ea typeface="Shadows Into Light"/>
                  <a:cs typeface="Shadows Into Light"/>
                  <a:sym typeface="Shadows Into Light"/>
                </a:rPr>
                <a:t>PAY PHONE BILL</a:t>
              </a:r>
              <a:endParaRPr b="0" i="0" sz="1100" u="none" cap="none" strike="noStrike">
                <a:solidFill>
                  <a:srgbClr val="4A86E8"/>
                </a:solidFill>
                <a:latin typeface="Shadows Into Light"/>
                <a:ea typeface="Shadows Into Light"/>
                <a:cs typeface="Shadows Into Light"/>
                <a:sym typeface="Shadows Into Light"/>
              </a:endParaRPr>
            </a:p>
          </p:txBody>
        </p:sp>
        <p:sp>
          <p:nvSpPr>
            <p:cNvPr id="961" name="Google Shape;961;p93"/>
            <p:cNvSpPr txBox="1"/>
            <p:nvPr/>
          </p:nvSpPr>
          <p:spPr>
            <a:xfrm rot="-600852">
              <a:off x="5638055" y="2605674"/>
              <a:ext cx="1121385" cy="150185"/>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4A86E8"/>
                  </a:solidFill>
                  <a:latin typeface="Shadows Into Light"/>
                  <a:ea typeface="Shadows Into Light"/>
                  <a:cs typeface="Shadows Into Light"/>
                  <a:sym typeface="Shadows Into Light"/>
                </a:rPr>
                <a:t>CALL MUM</a:t>
              </a:r>
              <a:endParaRPr b="0" i="0" sz="1100" u="none" cap="none" strike="noStrike">
                <a:solidFill>
                  <a:srgbClr val="4A86E8"/>
                </a:solidFill>
                <a:latin typeface="Shadows Into Light"/>
                <a:ea typeface="Shadows Into Light"/>
                <a:cs typeface="Shadows Into Light"/>
                <a:sym typeface="Shadows Into Light"/>
              </a:endParaRPr>
            </a:p>
          </p:txBody>
        </p:sp>
      </p:grpSp>
      <p:sp>
        <p:nvSpPr>
          <p:cNvPr id="962" name="Google Shape;962;p93"/>
          <p:cNvSpPr txBox="1"/>
          <p:nvPr>
            <p:ph idx="3" type="body"/>
          </p:nvPr>
        </p:nvSpPr>
        <p:spPr>
          <a:xfrm>
            <a:off x="315425" y="3653625"/>
            <a:ext cx="3706500" cy="476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The size of the list </a:t>
            </a:r>
            <a:r>
              <a:rPr b="1" i="1" lang="en" sz="1200">
                <a:solidFill>
                  <a:srgbClr val="FF0000"/>
                </a:solidFill>
              </a:rPr>
              <a:t>dynamically changes</a:t>
            </a:r>
            <a:r>
              <a:rPr lang="en" sz="1200">
                <a:solidFill>
                  <a:srgbClr val="FF0000"/>
                </a:solidFill>
              </a:rPr>
              <a:t> </a:t>
            </a:r>
            <a:r>
              <a:rPr lang="en" sz="1200"/>
              <a:t>as new tasks are added or old tasks are completed.</a:t>
            </a:r>
            <a:endParaRPr sz="1200"/>
          </a:p>
        </p:txBody>
      </p:sp>
      <p:sp>
        <p:nvSpPr>
          <p:cNvPr id="963" name="Google Shape;963;p93"/>
          <p:cNvSpPr txBox="1"/>
          <p:nvPr>
            <p:ph idx="3" type="body"/>
          </p:nvPr>
        </p:nvSpPr>
        <p:spPr>
          <a:xfrm>
            <a:off x="315425" y="4263225"/>
            <a:ext cx="3706500" cy="638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If the first page is filled up, </a:t>
            </a:r>
            <a:r>
              <a:rPr b="1" i="1" lang="en" sz="1200">
                <a:solidFill>
                  <a:srgbClr val="FF0000"/>
                </a:solidFill>
              </a:rPr>
              <a:t>additional space can be allocated</a:t>
            </a:r>
            <a:r>
              <a:rPr lang="en" sz="1200"/>
              <a:t> so that more items can be added to the list.</a:t>
            </a:r>
            <a:endParaRPr sz="1200"/>
          </a:p>
        </p:txBody>
      </p:sp>
      <p:sp>
        <p:nvSpPr>
          <p:cNvPr id="964" name="Google Shape;964;p93"/>
          <p:cNvSpPr txBox="1"/>
          <p:nvPr/>
        </p:nvSpPr>
        <p:spPr>
          <a:xfrm rot="-600526">
            <a:off x="698107" y="2765227"/>
            <a:ext cx="1277340" cy="150185"/>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4A86E8"/>
                </a:solidFill>
                <a:latin typeface="Shadows Into Light"/>
                <a:ea typeface="Shadows Into Light"/>
                <a:cs typeface="Shadows Into Light"/>
                <a:sym typeface="Shadows Into Light"/>
              </a:rPr>
              <a:t>TAKE OUT GARBAGE</a:t>
            </a:r>
            <a:endParaRPr b="0" i="0" sz="1100" u="none" cap="none" strike="noStrike">
              <a:solidFill>
                <a:srgbClr val="4A86E8"/>
              </a:solidFill>
              <a:latin typeface="Shadows Into Light"/>
              <a:ea typeface="Shadows Into Light"/>
              <a:cs typeface="Shadows Into Light"/>
              <a:sym typeface="Shadows Into Light"/>
            </a:endParaRPr>
          </a:p>
        </p:txBody>
      </p:sp>
      <p:sp>
        <p:nvSpPr>
          <p:cNvPr id="965" name="Google Shape;965;p93"/>
          <p:cNvSpPr txBox="1"/>
          <p:nvPr/>
        </p:nvSpPr>
        <p:spPr>
          <a:xfrm rot="-600526">
            <a:off x="739421" y="2931399"/>
            <a:ext cx="1277340" cy="150185"/>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4A86E8"/>
                </a:solidFill>
                <a:latin typeface="Shadows Into Light"/>
                <a:ea typeface="Shadows Into Light"/>
                <a:cs typeface="Shadows Into Light"/>
                <a:sym typeface="Shadows Into Light"/>
              </a:rPr>
              <a:t>BATHE</a:t>
            </a:r>
            <a:endParaRPr b="0" i="0" sz="1100" u="none" cap="none" strike="noStrike">
              <a:solidFill>
                <a:srgbClr val="4A86E8"/>
              </a:solidFill>
              <a:latin typeface="Shadows Into Light"/>
              <a:ea typeface="Shadows Into Light"/>
              <a:cs typeface="Shadows Into Light"/>
              <a:sym typeface="Shadows Into Light"/>
            </a:endParaRPr>
          </a:p>
        </p:txBody>
      </p:sp>
      <p:cxnSp>
        <p:nvCxnSpPr>
          <p:cNvPr id="966" name="Google Shape;966;p93"/>
          <p:cNvCxnSpPr/>
          <p:nvPr/>
        </p:nvCxnSpPr>
        <p:spPr>
          <a:xfrm rot="-599699">
            <a:off x="610584" y="2176187"/>
            <a:ext cx="1225499" cy="0"/>
          </a:xfrm>
          <a:prstGeom prst="straightConnector1">
            <a:avLst/>
          </a:prstGeom>
          <a:noFill/>
          <a:ln cap="flat" cmpd="sng" w="28575">
            <a:solidFill>
              <a:srgbClr val="FF0000"/>
            </a:solidFill>
            <a:prstDash val="solid"/>
            <a:round/>
            <a:headEnd len="sm" w="sm" type="none"/>
            <a:tailEnd len="sm" w="sm" type="none"/>
          </a:ln>
        </p:spPr>
      </p:cxnSp>
      <p:cxnSp>
        <p:nvCxnSpPr>
          <p:cNvPr id="967" name="Google Shape;967;p93"/>
          <p:cNvCxnSpPr/>
          <p:nvPr/>
        </p:nvCxnSpPr>
        <p:spPr>
          <a:xfrm rot="-599699">
            <a:off x="569270" y="1850730"/>
            <a:ext cx="1225499" cy="0"/>
          </a:xfrm>
          <a:prstGeom prst="straightConnector1">
            <a:avLst/>
          </a:prstGeom>
          <a:noFill/>
          <a:ln cap="flat" cmpd="sng" w="28575">
            <a:solidFill>
              <a:srgbClr val="FF0000"/>
            </a:solidFill>
            <a:prstDash val="solid"/>
            <a:round/>
            <a:headEnd len="sm" w="sm" type="none"/>
            <a:tailEnd len="sm" w="sm" type="none"/>
          </a:ln>
        </p:spPr>
      </p:cxnSp>
      <p:grpSp>
        <p:nvGrpSpPr>
          <p:cNvPr id="968" name="Google Shape;968;p93"/>
          <p:cNvGrpSpPr/>
          <p:nvPr/>
        </p:nvGrpSpPr>
        <p:grpSpPr>
          <a:xfrm>
            <a:off x="2212133" y="1274069"/>
            <a:ext cx="1783528" cy="2172337"/>
            <a:chOff x="7075162" y="1274069"/>
            <a:chExt cx="1783528" cy="2172337"/>
          </a:xfrm>
        </p:grpSpPr>
        <p:pic>
          <p:nvPicPr>
            <p:cNvPr id="969" name="Google Shape;969;p93"/>
            <p:cNvPicPr preferRelativeResize="0"/>
            <p:nvPr/>
          </p:nvPicPr>
          <p:blipFill rotWithShape="1">
            <a:blip r:embed="rId3">
              <a:alphaModFix/>
            </a:blip>
            <a:srcRect b="0" l="0" r="0" t="0"/>
            <a:stretch/>
          </p:blipFill>
          <p:spPr>
            <a:xfrm rot="-238012">
              <a:off x="7144568" y="1328488"/>
              <a:ext cx="1644715" cy="2063500"/>
            </a:xfrm>
            <a:prstGeom prst="rect">
              <a:avLst/>
            </a:prstGeom>
            <a:noFill/>
            <a:ln>
              <a:noFill/>
            </a:ln>
          </p:spPr>
        </p:pic>
        <p:sp>
          <p:nvSpPr>
            <p:cNvPr id="970" name="Google Shape;970;p93"/>
            <p:cNvSpPr txBox="1"/>
            <p:nvPr/>
          </p:nvSpPr>
          <p:spPr>
            <a:xfrm rot="-237209">
              <a:off x="7297391" y="1842601"/>
              <a:ext cx="1353220" cy="150047"/>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4A86E8"/>
                  </a:solidFill>
                  <a:latin typeface="Shadows Into Light"/>
                  <a:ea typeface="Shadows Into Light"/>
                  <a:cs typeface="Shadows Into Light"/>
                  <a:sym typeface="Shadows Into Light"/>
                </a:rPr>
                <a:t>GO ROUND MUM'S</a:t>
              </a:r>
              <a:endParaRPr b="0" i="0" sz="1100" u="none" cap="none" strike="noStrike">
                <a:solidFill>
                  <a:srgbClr val="4A86E8"/>
                </a:solidFill>
                <a:latin typeface="Shadows Into Light"/>
                <a:ea typeface="Shadows Into Light"/>
                <a:cs typeface="Shadows Into Light"/>
                <a:sym typeface="Shadows Into Light"/>
              </a:endParaRPr>
            </a:p>
          </p:txBody>
        </p:sp>
        <p:sp>
          <p:nvSpPr>
            <p:cNvPr id="971" name="Google Shape;971;p93"/>
            <p:cNvSpPr txBox="1"/>
            <p:nvPr/>
          </p:nvSpPr>
          <p:spPr>
            <a:xfrm rot="-237544">
              <a:off x="7304515" y="2004431"/>
              <a:ext cx="1277448" cy="150068"/>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4A86E8"/>
                  </a:solidFill>
                  <a:latin typeface="Shadows Into Light"/>
                  <a:ea typeface="Shadows Into Light"/>
                  <a:cs typeface="Shadows Into Light"/>
                  <a:sym typeface="Shadows Into Light"/>
                </a:rPr>
                <a:t>GET LIZ BACK</a:t>
              </a:r>
              <a:endParaRPr b="0" i="0" sz="1100" u="none" cap="none" strike="noStrike">
                <a:solidFill>
                  <a:srgbClr val="4A86E8"/>
                </a:solidFill>
                <a:latin typeface="Shadows Into Light"/>
                <a:ea typeface="Shadows Into Light"/>
                <a:cs typeface="Shadows Into Light"/>
                <a:sym typeface="Shadows Into Light"/>
              </a:endParaRPr>
            </a:p>
          </p:txBody>
        </p:sp>
        <p:sp>
          <p:nvSpPr>
            <p:cNvPr id="972" name="Google Shape;972;p93"/>
            <p:cNvSpPr txBox="1"/>
            <p:nvPr/>
          </p:nvSpPr>
          <p:spPr>
            <a:xfrm rot="-237544">
              <a:off x="7311401" y="2170602"/>
              <a:ext cx="1277448" cy="150068"/>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100"/>
                <a:buFont typeface="Arial"/>
                <a:buNone/>
              </a:pPr>
              <a:r>
                <a:rPr b="0" i="0" lang="en" sz="1100" u="none" cap="none" strike="noStrike">
                  <a:solidFill>
                    <a:srgbClr val="4A86E8"/>
                  </a:solidFill>
                  <a:latin typeface="Shadows Into Light"/>
                  <a:ea typeface="Shadows Into Light"/>
                  <a:cs typeface="Shadows Into Light"/>
                  <a:sym typeface="Shadows Into Light"/>
                </a:rPr>
                <a:t>SORT LIFE OUT</a:t>
              </a:r>
              <a:endParaRPr b="0" i="0" sz="1100" u="none" cap="none" strike="noStrike">
                <a:solidFill>
                  <a:srgbClr val="4A86E8"/>
                </a:solidFill>
                <a:latin typeface="Shadows Into Light"/>
                <a:ea typeface="Shadows Into Light"/>
                <a:cs typeface="Shadows Into Light"/>
                <a:sym typeface="Shadows Into Light"/>
              </a:endParaRPr>
            </a:p>
          </p:txBody>
        </p: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2">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2">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2">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2">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2">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2">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2">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2">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2">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2">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2">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2">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52">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53"/>
                                        </p:tgtEl>
                                        <p:attrNameLst>
                                          <p:attrName>style.visibility</p:attrName>
                                        </p:attrNameLst>
                                      </p:cBhvr>
                                      <p:to>
                                        <p:strVal val="visible"/>
                                      </p:to>
                                    </p:set>
                                    <p:animEffect filter="fade" transition="in">
                                      <p:cBhvr>
                                        <p:cTn dur="1000"/>
                                        <p:tgtEl>
                                          <p:spTgt spid="95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54"/>
                                        </p:tgtEl>
                                        <p:attrNameLst>
                                          <p:attrName>style.visibility</p:attrName>
                                        </p:attrNameLst>
                                      </p:cBhvr>
                                      <p:to>
                                        <p:strVal val="visible"/>
                                      </p:to>
                                    </p:set>
                                    <p:animEffect filter="fade" transition="in">
                                      <p:cBhvr>
                                        <p:cTn dur="1000"/>
                                        <p:tgtEl>
                                          <p:spTgt spid="95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2"/>
                                        </p:tgtEl>
                                        <p:attrNameLst>
                                          <p:attrName>style.visibility</p:attrName>
                                        </p:attrNameLst>
                                      </p:cBhvr>
                                      <p:to>
                                        <p:strVal val="visible"/>
                                      </p:to>
                                    </p:set>
                                    <p:animEffect filter="fade" transition="in">
                                      <p:cBhvr>
                                        <p:cTn dur="1000"/>
                                        <p:tgtEl>
                                          <p:spTgt spid="96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66"/>
                                        </p:tgtEl>
                                        <p:attrNameLst>
                                          <p:attrName>style.visibility</p:attrName>
                                        </p:attrNameLst>
                                      </p:cBhvr>
                                      <p:to>
                                        <p:strVal val="visible"/>
                                      </p:to>
                                    </p:set>
                                    <p:animEffect filter="fade" transition="in">
                                      <p:cBhvr>
                                        <p:cTn dur="1000"/>
                                        <p:tgtEl>
                                          <p:spTgt spid="966"/>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964"/>
                                        </p:tgtEl>
                                        <p:attrNameLst>
                                          <p:attrName>style.visibility</p:attrName>
                                        </p:attrNameLst>
                                      </p:cBhvr>
                                      <p:to>
                                        <p:strVal val="visible"/>
                                      </p:to>
                                    </p:set>
                                    <p:animEffect filter="fade" transition="in">
                                      <p:cBhvr>
                                        <p:cTn dur="1000"/>
                                        <p:tgtEl>
                                          <p:spTgt spid="964"/>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965"/>
                                        </p:tgtEl>
                                        <p:attrNameLst>
                                          <p:attrName>style.visibility</p:attrName>
                                        </p:attrNameLst>
                                      </p:cBhvr>
                                      <p:to>
                                        <p:strVal val="visible"/>
                                      </p:to>
                                    </p:set>
                                    <p:animEffect filter="fade" transition="in">
                                      <p:cBhvr>
                                        <p:cTn dur="1000"/>
                                        <p:tgtEl>
                                          <p:spTgt spid="965"/>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967"/>
                                        </p:tgtEl>
                                        <p:attrNameLst>
                                          <p:attrName>style.visibility</p:attrName>
                                        </p:attrNameLst>
                                      </p:cBhvr>
                                      <p:to>
                                        <p:strVal val="visible"/>
                                      </p:to>
                                    </p:set>
                                    <p:animEffect filter="fade" transition="in">
                                      <p:cBhvr>
                                        <p:cTn dur="1000"/>
                                        <p:tgtEl>
                                          <p:spTgt spid="96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63"/>
                                        </p:tgtEl>
                                        <p:attrNameLst>
                                          <p:attrName>style.visibility</p:attrName>
                                        </p:attrNameLst>
                                      </p:cBhvr>
                                      <p:to>
                                        <p:strVal val="visible"/>
                                      </p:to>
                                    </p:set>
                                    <p:animEffect filter="fade" transition="in">
                                      <p:cBhvr>
                                        <p:cTn dur="1000"/>
                                        <p:tgtEl>
                                          <p:spTgt spid="96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68"/>
                                        </p:tgtEl>
                                        <p:attrNameLst>
                                          <p:attrName>style.visibility</p:attrName>
                                        </p:attrNameLst>
                                      </p:cBhvr>
                                      <p:to>
                                        <p:strVal val="visible"/>
                                      </p:to>
                                    </p:set>
                                    <p:animEffect filter="fade" transition="in">
                                      <p:cBhvr>
                                        <p:cTn dur="1000"/>
                                        <p:tgtEl>
                                          <p:spTgt spid="96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76" name="Shape 976"/>
        <p:cNvGrpSpPr/>
        <p:nvPr/>
      </p:nvGrpSpPr>
      <p:grpSpPr>
        <a:xfrm>
          <a:off x="0" y="0"/>
          <a:ext cx="0" cy="0"/>
          <a:chOff x="0" y="0"/>
          <a:chExt cx="0" cy="0"/>
        </a:xfrm>
      </p:grpSpPr>
      <p:sp>
        <p:nvSpPr>
          <p:cNvPr id="977" name="Google Shape;977;p94"/>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The List abstract data type </a:t>
            </a:r>
            <a:r>
              <a:rPr b="1" i="1" lang="en">
                <a:solidFill>
                  <a:srgbClr val="FF0000"/>
                </a:solidFill>
              </a:rPr>
              <a:t>defines</a:t>
            </a:r>
            <a:r>
              <a:rPr lang="en">
                <a:solidFill>
                  <a:srgbClr val="FF0000"/>
                </a:solidFill>
              </a:rPr>
              <a:t> </a:t>
            </a:r>
            <a:r>
              <a:rPr lang="en"/>
              <a:t>the behavior that all lists must provide, but doesn't </a:t>
            </a:r>
            <a:r>
              <a:rPr b="1" i="1" lang="en">
                <a:solidFill>
                  <a:srgbClr val="FF0000"/>
                </a:solidFill>
              </a:rPr>
              <a:t>implement</a:t>
            </a:r>
            <a:r>
              <a:rPr lang="en">
                <a:solidFill>
                  <a:srgbClr val="FF0000"/>
                </a:solidFill>
              </a:rPr>
              <a:t> </a:t>
            </a:r>
            <a:r>
              <a:rPr lang="en"/>
              <a:t>any of that behavior. Once again, a Java interface is the perfect way to represent an ADT. This time, let's make the List work with values of any type by making it generic right from the start.</a:t>
            </a:r>
            <a:endParaRPr/>
          </a:p>
        </p:txBody>
      </p:sp>
      <p:sp>
        <p:nvSpPr>
          <p:cNvPr id="978" name="Google Shape;978;p9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979" name="Google Shape;979;p94"/>
          <p:cNvSpPr txBox="1"/>
          <p:nvPr>
            <p:ph idx="2" type="body"/>
          </p:nvPr>
        </p:nvSpPr>
        <p:spPr>
          <a:xfrm>
            <a:off x="3399050" y="1936925"/>
            <a:ext cx="5542200" cy="2115000"/>
          </a:xfrm>
          <a:prstGeom prst="rect">
            <a:avLst/>
          </a:prstGeom>
        </p:spPr>
        <p:txBody>
          <a:bodyPr anchorCtr="0" anchor="t" bIns="91425" lIns="91425" spcFirstLastPara="1" rIns="91425" wrap="square" tIns="91425">
            <a:spAutoFit/>
          </a:bodyPr>
          <a:lstStyle/>
          <a:p>
            <a:pPr indent="-336550" lvl="0" marL="457200" rtl="0" algn="l">
              <a:spcBef>
                <a:spcPts val="0"/>
              </a:spcBef>
              <a:spcAft>
                <a:spcPts val="0"/>
              </a:spcAft>
              <a:buSzPts val="1700"/>
              <a:buChar char="●"/>
            </a:pPr>
            <a:r>
              <a:rPr lang="en" sz="1700"/>
              <a:t>Create a new Java interface named "</a:t>
            </a:r>
            <a:r>
              <a:rPr lang="en" sz="1700">
                <a:solidFill>
                  <a:srgbClr val="FF0000"/>
                </a:solidFill>
                <a:latin typeface="Courier New"/>
                <a:ea typeface="Courier New"/>
                <a:cs typeface="Courier New"/>
                <a:sym typeface="Courier New"/>
              </a:rPr>
              <a:t>List</a:t>
            </a:r>
            <a:r>
              <a:rPr lang="en" sz="1700"/>
              <a:t>".</a:t>
            </a:r>
            <a:endParaRPr sz="1700"/>
          </a:p>
          <a:p>
            <a:pPr indent="-323850" lvl="1" marL="914400" rtl="0" algn="l">
              <a:spcBef>
                <a:spcPts val="0"/>
              </a:spcBef>
              <a:spcAft>
                <a:spcPts val="0"/>
              </a:spcAft>
              <a:buSzPts val="1500"/>
              <a:buChar char="○"/>
            </a:pPr>
            <a:r>
              <a:rPr lang="en" sz="1500"/>
              <a:t>Use the UML diagram to the left as a guide when implementing your </a:t>
            </a:r>
            <a:r>
              <a:rPr lang="en" sz="1500">
                <a:latin typeface="Courier New"/>
                <a:ea typeface="Courier New"/>
                <a:cs typeface="Courier New"/>
                <a:sym typeface="Courier New"/>
              </a:rPr>
              <a:t>List</a:t>
            </a:r>
            <a:r>
              <a:rPr lang="en" sz="1500"/>
              <a:t> interface.</a:t>
            </a:r>
            <a:endParaRPr sz="1500"/>
          </a:p>
          <a:p>
            <a:pPr indent="-336550" lvl="0" marL="457200" rtl="0" algn="l">
              <a:spcBef>
                <a:spcPts val="0"/>
              </a:spcBef>
              <a:spcAft>
                <a:spcPts val="0"/>
              </a:spcAft>
              <a:buSzPts val="1700"/>
              <a:buChar char="●"/>
            </a:pPr>
            <a:r>
              <a:rPr lang="en" sz="1700"/>
              <a:t>Now is a good time to make sure that you don't have any </a:t>
            </a:r>
            <a:r>
              <a:rPr b="1" i="1" lang="en" sz="1700">
                <a:solidFill>
                  <a:srgbClr val="FF0000"/>
                </a:solidFill>
              </a:rPr>
              <a:t>problems</a:t>
            </a:r>
            <a:r>
              <a:rPr lang="en" sz="1700">
                <a:solidFill>
                  <a:srgbClr val="FF0000"/>
                </a:solidFill>
              </a:rPr>
              <a:t> </a:t>
            </a:r>
            <a:r>
              <a:rPr lang="en" sz="1700"/>
              <a:t>in your project.</a:t>
            </a:r>
            <a:endParaRPr sz="1700"/>
          </a:p>
          <a:p>
            <a:pPr indent="-323850" lvl="1" marL="914400" rtl="0" algn="l">
              <a:spcBef>
                <a:spcPts val="0"/>
              </a:spcBef>
              <a:spcAft>
                <a:spcPts val="0"/>
              </a:spcAft>
              <a:buSzPts val="1500"/>
              <a:buChar char="○"/>
            </a:pPr>
            <a:r>
              <a:rPr lang="en" sz="1500"/>
              <a:t>If you do have any errors or warnings that you are not sure how to fix, please raise your hand now!</a:t>
            </a:r>
            <a:endParaRPr sz="1500"/>
          </a:p>
        </p:txBody>
      </p:sp>
      <p:sp>
        <p:nvSpPr>
          <p:cNvPr id="980" name="Google Shape;980;p94"/>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The List Abstract Data Type</a:t>
            </a:r>
            <a:endParaRPr/>
          </a:p>
        </p:txBody>
      </p:sp>
      <p:sp>
        <p:nvSpPr>
          <p:cNvPr id="981" name="Google Shape;981;p94"/>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5.15</a:t>
            </a:r>
            <a:endParaRPr/>
          </a:p>
        </p:txBody>
      </p:sp>
      <p:graphicFrame>
        <p:nvGraphicFramePr>
          <p:cNvPr id="982" name="Google Shape;982;p94"/>
          <p:cNvGraphicFramePr/>
          <p:nvPr/>
        </p:nvGraphicFramePr>
        <p:xfrm>
          <a:off x="190500" y="2000250"/>
          <a:ext cx="3000000" cy="3000000"/>
        </p:xfrm>
        <a:graphic>
          <a:graphicData uri="http://schemas.openxmlformats.org/drawingml/2006/table">
            <a:tbl>
              <a:tblPr>
                <a:noFill/>
                <a:tableStyleId>{5D16334A-BD30-4DCF-A821-F696FD12572A}</a:tableStyleId>
              </a:tblPr>
              <a:tblGrid>
                <a:gridCol w="2943275"/>
              </a:tblGrid>
              <a:tr h="548600">
                <a:tc>
                  <a:txBody>
                    <a:bodyPr/>
                    <a:lstStyle/>
                    <a:p>
                      <a:pPr indent="0" lvl="0" marL="0" marR="0" rtl="0" algn="ctr">
                        <a:lnSpc>
                          <a:spcPct val="100000"/>
                        </a:lnSpc>
                        <a:spcBef>
                          <a:spcPts val="0"/>
                        </a:spcBef>
                        <a:spcAft>
                          <a:spcPts val="0"/>
                        </a:spcAft>
                        <a:buClr>
                          <a:srgbClr val="000000"/>
                        </a:buClr>
                        <a:buSzPts val="1000"/>
                        <a:buFont typeface="Arial"/>
                        <a:buNone/>
                      </a:pPr>
                      <a:r>
                        <a:rPr i="1" lang="en" u="none" cap="none" strike="noStrike">
                          <a:latin typeface="Consolas"/>
                          <a:ea typeface="Consolas"/>
                          <a:cs typeface="Consolas"/>
                          <a:sym typeface="Consolas"/>
                        </a:rPr>
                        <a:t>&lt;&lt;interface&gt;&gt;</a:t>
                      </a:r>
                      <a:endParaRPr i="1" u="none" cap="none" strike="noStrike">
                        <a:latin typeface="Consolas"/>
                        <a:ea typeface="Consolas"/>
                        <a:cs typeface="Consolas"/>
                        <a:sym typeface="Consolas"/>
                      </a:endParaRPr>
                    </a:p>
                    <a:p>
                      <a:pPr indent="0" lvl="0" marL="0" marR="0" rtl="0" algn="ctr">
                        <a:lnSpc>
                          <a:spcPct val="100000"/>
                        </a:lnSpc>
                        <a:spcBef>
                          <a:spcPts val="0"/>
                        </a:spcBef>
                        <a:spcAft>
                          <a:spcPts val="0"/>
                        </a:spcAft>
                        <a:buClr>
                          <a:srgbClr val="000000"/>
                        </a:buClr>
                        <a:buSzPts val="1000"/>
                        <a:buFont typeface="Arial"/>
                        <a:buNone/>
                      </a:pPr>
                      <a:r>
                        <a:rPr lang="en" u="none" cap="none" strike="noStrike">
                          <a:latin typeface="Consolas"/>
                          <a:ea typeface="Consolas"/>
                          <a:cs typeface="Consolas"/>
                          <a:sym typeface="Consolas"/>
                        </a:rPr>
                        <a:t>List&lt;E&gt;</a:t>
                      </a:r>
                      <a:endParaRPr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000"/>
                        <a:buFont typeface="Arial"/>
                        <a:buNone/>
                      </a:pPr>
                      <a:r>
                        <a:t/>
                      </a:r>
                      <a:endParaRPr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381000">
                <a:tc>
                  <a:txBody>
                    <a:bodyPr/>
                    <a:lstStyle/>
                    <a:p>
                      <a:pPr indent="0" lvl="0" marL="0" marR="0" rtl="0" algn="l">
                        <a:lnSpc>
                          <a:spcPct val="100000"/>
                        </a:lnSpc>
                        <a:spcBef>
                          <a:spcPts val="0"/>
                        </a:spcBef>
                        <a:spcAft>
                          <a:spcPts val="0"/>
                        </a:spcAft>
                        <a:buClr>
                          <a:srgbClr val="000000"/>
                        </a:buClr>
                        <a:buSzPts val="1000"/>
                        <a:buFont typeface="Arial"/>
                        <a:buNone/>
                      </a:pPr>
                      <a:r>
                        <a:rPr lang="en" u="none" cap="none" strike="noStrike">
                          <a:latin typeface="Consolas"/>
                          <a:ea typeface="Consolas"/>
                          <a:cs typeface="Consolas"/>
                          <a:sym typeface="Consolas"/>
                        </a:rPr>
                        <a:t>+ append(value: E)</a:t>
                      </a:r>
                      <a:endParaRPr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lang="en" u="none" cap="none" strike="noStrike">
                          <a:latin typeface="Consolas"/>
                          <a:ea typeface="Consolas"/>
                          <a:cs typeface="Consolas"/>
                          <a:sym typeface="Consolas"/>
                        </a:rPr>
                        <a:t>+ get(index: int): E</a:t>
                      </a:r>
                      <a:endParaRPr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lang="en" u="none" cap="none" strike="noStrike">
                          <a:latin typeface="Consolas"/>
                          <a:ea typeface="Consolas"/>
                          <a:cs typeface="Consolas"/>
                          <a:sym typeface="Consolas"/>
                        </a:rPr>
                        <a:t>+ set(index: int, value: E)</a:t>
                      </a:r>
                      <a:endParaRPr u="none" cap="none" strike="noStrike">
                        <a:latin typeface="Consolas"/>
                        <a:ea typeface="Consolas"/>
                        <a:cs typeface="Consolas"/>
                        <a:sym typeface="Consolas"/>
                      </a:endParaRPr>
                    </a:p>
                    <a:p>
                      <a:pPr indent="0" lvl="0" marL="0" marR="0" rtl="0" algn="l">
                        <a:lnSpc>
                          <a:spcPct val="100000"/>
                        </a:lnSpc>
                        <a:spcBef>
                          <a:spcPts val="0"/>
                        </a:spcBef>
                        <a:spcAft>
                          <a:spcPts val="0"/>
                        </a:spcAft>
                        <a:buClr>
                          <a:srgbClr val="000000"/>
                        </a:buClr>
                        <a:buSzPts val="1000"/>
                        <a:buFont typeface="Arial"/>
                        <a:buNone/>
                      </a:pPr>
                      <a:r>
                        <a:rPr lang="en" u="none" cap="none" strike="noStrike">
                          <a:latin typeface="Consolas"/>
                          <a:ea typeface="Consolas"/>
                          <a:cs typeface="Consolas"/>
                          <a:sym typeface="Consolas"/>
                        </a:rPr>
                        <a:t>+ size(): int</a:t>
                      </a:r>
                      <a:endParaRPr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pic>
        <p:nvPicPr>
          <p:cNvPr id="983" name="Google Shape;983;p94"/>
          <p:cNvPicPr preferRelativeResize="0"/>
          <p:nvPr/>
        </p:nvPicPr>
        <p:blipFill>
          <a:blip r:embed="rId3">
            <a:alphaModFix/>
          </a:blip>
          <a:stretch>
            <a:fillRect/>
          </a:stretch>
        </p:blipFill>
        <p:spPr>
          <a:xfrm>
            <a:off x="7135025" y="87075"/>
            <a:ext cx="1886124" cy="4833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7" name="Shape 987"/>
        <p:cNvGrpSpPr/>
        <p:nvPr/>
      </p:nvGrpSpPr>
      <p:grpSpPr>
        <a:xfrm>
          <a:off x="0" y="0"/>
          <a:ext cx="0" cy="0"/>
          <a:chOff x="0" y="0"/>
          <a:chExt cx="0" cy="0"/>
        </a:xfrm>
      </p:grpSpPr>
      <p:sp>
        <p:nvSpPr>
          <p:cNvPr id="988" name="Google Shape;988;p95"/>
          <p:cNvSpPr txBox="1"/>
          <p:nvPr>
            <p:ph type="title"/>
          </p:nvPr>
        </p:nvSpPr>
        <p:spPr>
          <a:xfrm>
            <a:off x="311725" y="1199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Array Lists</a:t>
            </a:r>
            <a:endParaRPr/>
          </a:p>
        </p:txBody>
      </p:sp>
      <p:sp>
        <p:nvSpPr>
          <p:cNvPr id="989" name="Google Shape;989;p95"/>
          <p:cNvSpPr txBox="1"/>
          <p:nvPr>
            <p:ph idx="1" type="body"/>
          </p:nvPr>
        </p:nvSpPr>
        <p:spPr>
          <a:xfrm>
            <a:off x="4365475" y="43725"/>
            <a:ext cx="4655700" cy="4899900"/>
          </a:xfrm>
          <a:prstGeom prst="rect">
            <a:avLst/>
          </a:prstGeom>
          <a:noFill/>
          <a:ln>
            <a:noFill/>
          </a:ln>
        </p:spPr>
        <p:txBody>
          <a:bodyPr anchorCtr="0" anchor="t" bIns="91425" lIns="91425" spcFirstLastPara="1" rIns="91425" wrap="square" tIns="91425">
            <a:spAutoFit/>
          </a:bodyPr>
          <a:lstStyle/>
          <a:p>
            <a:pPr indent="-311150" lvl="0" marL="457200" rtl="0" algn="l">
              <a:lnSpc>
                <a:spcPct val="100000"/>
              </a:lnSpc>
              <a:spcBef>
                <a:spcPts val="0"/>
              </a:spcBef>
              <a:spcAft>
                <a:spcPts val="0"/>
              </a:spcAft>
              <a:buSzPts val="1300"/>
              <a:buChar char="●"/>
            </a:pPr>
            <a:r>
              <a:rPr lang="en"/>
              <a:t>One possible implementation of a list is built using an </a:t>
            </a:r>
            <a:r>
              <a:rPr b="1" i="1" lang="en">
                <a:solidFill>
                  <a:srgbClr val="FF0000"/>
                </a:solidFill>
              </a:rPr>
              <a:t>array</a:t>
            </a:r>
            <a:r>
              <a:rPr b="1" i="1" lang="en"/>
              <a:t>.</a:t>
            </a:r>
            <a:endParaRPr/>
          </a:p>
          <a:p>
            <a:pPr indent="-298450" lvl="1" marL="914400" rtl="0" algn="l">
              <a:lnSpc>
                <a:spcPct val="100000"/>
              </a:lnSpc>
              <a:spcBef>
                <a:spcPts val="0"/>
              </a:spcBef>
              <a:spcAft>
                <a:spcPts val="0"/>
              </a:spcAft>
              <a:buSzPts val="1100"/>
              <a:buChar char="○"/>
            </a:pPr>
            <a:r>
              <a:rPr lang="en"/>
              <a:t>The array is </a:t>
            </a:r>
            <a:r>
              <a:rPr b="1" i="1" lang="en">
                <a:solidFill>
                  <a:srgbClr val="FF0000"/>
                </a:solidFill>
              </a:rPr>
              <a:t>over-allocated</a:t>
            </a:r>
            <a:r>
              <a:rPr lang="en"/>
              <a:t>, meaning that it is created to be large enough to hold a non-zero number of elements even when the list is empty.</a:t>
            </a:r>
            <a:endParaRPr/>
          </a:p>
          <a:p>
            <a:pPr indent="-298450" lvl="1" marL="914400" rtl="0" algn="l">
              <a:lnSpc>
                <a:spcPct val="100000"/>
              </a:lnSpc>
              <a:spcBef>
                <a:spcPts val="0"/>
              </a:spcBef>
              <a:spcAft>
                <a:spcPts val="0"/>
              </a:spcAft>
              <a:buSzPts val="1100"/>
              <a:buChar char="○"/>
            </a:pPr>
            <a:r>
              <a:rPr lang="en"/>
              <a:t>The </a:t>
            </a:r>
            <a:r>
              <a:rPr b="1" i="1" lang="en">
                <a:solidFill>
                  <a:srgbClr val="FF0000"/>
                </a:solidFill>
              </a:rPr>
              <a:t>capacity</a:t>
            </a:r>
            <a:r>
              <a:rPr lang="en">
                <a:solidFill>
                  <a:srgbClr val="FF0000"/>
                </a:solidFill>
              </a:rPr>
              <a:t> </a:t>
            </a:r>
            <a:r>
              <a:rPr lang="en"/>
              <a:t>of the </a:t>
            </a:r>
            <a:r>
              <a:rPr i="1" lang="en"/>
              <a:t>array </a:t>
            </a:r>
            <a:r>
              <a:rPr lang="en"/>
              <a:t>indicates the maximum number of elements that can be stored before the array is full.</a:t>
            </a:r>
            <a:endParaRPr/>
          </a:p>
          <a:p>
            <a:pPr indent="-298450" lvl="1" marL="914400" rtl="0" algn="l">
              <a:lnSpc>
                <a:spcPct val="100000"/>
              </a:lnSpc>
              <a:spcBef>
                <a:spcPts val="0"/>
              </a:spcBef>
              <a:spcAft>
                <a:spcPts val="0"/>
              </a:spcAft>
              <a:buSzPts val="1100"/>
              <a:buChar char="○"/>
            </a:pPr>
            <a:r>
              <a:rPr lang="en"/>
              <a:t>The </a:t>
            </a:r>
            <a:r>
              <a:rPr b="1" i="1" lang="en">
                <a:solidFill>
                  <a:srgbClr val="FF0000"/>
                </a:solidFill>
              </a:rPr>
              <a:t>size</a:t>
            </a:r>
            <a:r>
              <a:rPr lang="en">
                <a:solidFill>
                  <a:srgbClr val="FF0000"/>
                </a:solidFill>
              </a:rPr>
              <a:t> </a:t>
            </a:r>
            <a:r>
              <a:rPr lang="en"/>
              <a:t>of the </a:t>
            </a:r>
            <a:r>
              <a:rPr i="1" lang="en"/>
              <a:t>list </a:t>
            </a:r>
            <a:r>
              <a:rPr lang="en"/>
              <a:t>indicates the number of elements currently stored in the array, which is initially 0.</a:t>
            </a:r>
            <a:endParaRPr/>
          </a:p>
          <a:p>
            <a:pPr indent="-311150" lvl="0" marL="457200" rtl="0" algn="l">
              <a:lnSpc>
                <a:spcPct val="100000"/>
              </a:lnSpc>
              <a:spcBef>
                <a:spcPts val="1000"/>
              </a:spcBef>
              <a:spcAft>
                <a:spcPts val="0"/>
              </a:spcAft>
              <a:buSzPts val="1300"/>
              <a:buChar char="●"/>
            </a:pPr>
            <a:r>
              <a:rPr lang="en"/>
              <a:t>Unfortunately, in Java an array </a:t>
            </a:r>
            <a:r>
              <a:rPr lang="en">
                <a:solidFill>
                  <a:srgbClr val="FF0000"/>
                </a:solidFill>
              </a:rPr>
              <a:t>cannot </a:t>
            </a:r>
            <a:r>
              <a:rPr lang="en"/>
              <a:t>be created using a type parameter.</a:t>
            </a:r>
            <a:endParaRPr/>
          </a:p>
          <a:p>
            <a:pPr indent="-298450" lvl="1" marL="914400" rtl="0" algn="l">
              <a:lnSpc>
                <a:spcPct val="100000"/>
              </a:lnSpc>
              <a:spcBef>
                <a:spcPts val="0"/>
              </a:spcBef>
              <a:spcAft>
                <a:spcPts val="0"/>
              </a:spcAft>
              <a:buSzPts val="1100"/>
              <a:buChar char="○"/>
            </a:pPr>
            <a:r>
              <a:rPr lang="en"/>
              <a:t>e.g. </a:t>
            </a:r>
            <a:r>
              <a:rPr lang="en">
                <a:solidFill>
                  <a:srgbClr val="FF0000"/>
                </a:solidFill>
                <a:latin typeface="Courier New"/>
                <a:ea typeface="Courier New"/>
                <a:cs typeface="Courier New"/>
                <a:sym typeface="Courier New"/>
              </a:rPr>
              <a:t>E[] e = new E[5];</a:t>
            </a:r>
            <a:r>
              <a:rPr lang="en"/>
              <a:t> will cause a </a:t>
            </a:r>
            <a:r>
              <a:rPr b="1" i="1" lang="en">
                <a:solidFill>
                  <a:srgbClr val="FF0000"/>
                </a:solidFill>
              </a:rPr>
              <a:t>compiler error</a:t>
            </a:r>
            <a:r>
              <a:rPr lang="en"/>
              <a:t>.</a:t>
            </a:r>
            <a:endParaRPr/>
          </a:p>
          <a:p>
            <a:pPr indent="-311150" lvl="0" marL="457200" rtl="0" algn="l">
              <a:lnSpc>
                <a:spcPct val="100000"/>
              </a:lnSpc>
              <a:spcBef>
                <a:spcPts val="1000"/>
              </a:spcBef>
              <a:spcAft>
                <a:spcPts val="0"/>
              </a:spcAft>
              <a:buSzPts val="1300"/>
              <a:buChar char="●"/>
            </a:pPr>
            <a:r>
              <a:rPr lang="en"/>
              <a:t>The </a:t>
            </a:r>
            <a:r>
              <a:rPr b="1" i="1" lang="en">
                <a:solidFill>
                  <a:srgbClr val="FF0000"/>
                </a:solidFill>
              </a:rPr>
              <a:t>workaround </a:t>
            </a:r>
            <a:r>
              <a:rPr lang="en"/>
              <a:t>for this is to create an </a:t>
            </a:r>
            <a:r>
              <a:rPr lang="en">
                <a:solidFill>
                  <a:srgbClr val="FF0000"/>
                </a:solidFill>
                <a:latin typeface="Courier New"/>
                <a:ea typeface="Courier New"/>
                <a:cs typeface="Courier New"/>
                <a:sym typeface="Courier New"/>
              </a:rPr>
              <a:t>Object</a:t>
            </a:r>
            <a:r>
              <a:rPr lang="en">
                <a:solidFill>
                  <a:srgbClr val="FF0000"/>
                </a:solidFill>
              </a:rPr>
              <a:t> </a:t>
            </a:r>
            <a:r>
              <a:rPr b="1" i="1" lang="en">
                <a:solidFill>
                  <a:srgbClr val="FF0000"/>
                </a:solidFill>
              </a:rPr>
              <a:t>array</a:t>
            </a:r>
            <a:r>
              <a:rPr lang="en"/>
              <a:t> to store the elements.</a:t>
            </a:r>
            <a:endParaRPr/>
          </a:p>
          <a:p>
            <a:pPr indent="-298450" lvl="1" marL="914400" rtl="0" algn="l">
              <a:lnSpc>
                <a:spcPct val="100000"/>
              </a:lnSpc>
              <a:spcBef>
                <a:spcPts val="0"/>
              </a:spcBef>
              <a:spcAft>
                <a:spcPts val="0"/>
              </a:spcAft>
              <a:buSzPts val="1100"/>
              <a:buChar char="○"/>
            </a:pPr>
            <a:r>
              <a:rPr lang="en"/>
              <a:t>Remember that </a:t>
            </a:r>
            <a:r>
              <a:rPr lang="en">
                <a:latin typeface="Courier New"/>
                <a:ea typeface="Courier New"/>
                <a:cs typeface="Courier New"/>
                <a:sym typeface="Courier New"/>
              </a:rPr>
              <a:t>Object</a:t>
            </a:r>
            <a:r>
              <a:rPr lang="en"/>
              <a:t> is the parent of </a:t>
            </a:r>
            <a:r>
              <a:rPr b="1" i="1" lang="en">
                <a:solidFill>
                  <a:srgbClr val="FF0000"/>
                </a:solidFill>
              </a:rPr>
              <a:t>all</a:t>
            </a:r>
            <a:r>
              <a:rPr lang="en">
                <a:solidFill>
                  <a:srgbClr val="FF0000"/>
                </a:solidFill>
              </a:rPr>
              <a:t> </a:t>
            </a:r>
            <a:r>
              <a:rPr lang="en"/>
              <a:t>reference types in the Java language, and so </a:t>
            </a:r>
            <a:r>
              <a:rPr b="1" i="1" lang="en">
                <a:solidFill>
                  <a:srgbClr val="FF0000"/>
                </a:solidFill>
              </a:rPr>
              <a:t>any</a:t>
            </a:r>
            <a:r>
              <a:rPr lang="en">
                <a:solidFill>
                  <a:srgbClr val="FF0000"/>
                </a:solidFill>
              </a:rPr>
              <a:t> </a:t>
            </a:r>
            <a:r>
              <a:rPr lang="en"/>
              <a:t>type can be stored in an </a:t>
            </a:r>
            <a:r>
              <a:rPr lang="en">
                <a:latin typeface="Courier New"/>
                <a:ea typeface="Courier New"/>
                <a:cs typeface="Courier New"/>
                <a:sym typeface="Courier New"/>
              </a:rPr>
              <a:t>Object</a:t>
            </a:r>
            <a:r>
              <a:rPr lang="en"/>
              <a:t> array.</a:t>
            </a:r>
            <a:endParaRPr/>
          </a:p>
          <a:p>
            <a:pPr indent="-311150" lvl="0" marL="457200" rtl="0" algn="l">
              <a:lnSpc>
                <a:spcPct val="100000"/>
              </a:lnSpc>
              <a:spcBef>
                <a:spcPts val="1000"/>
              </a:spcBef>
              <a:spcAft>
                <a:spcPts val="0"/>
              </a:spcAft>
              <a:buSzPts val="1300"/>
              <a:buChar char="●"/>
            </a:pPr>
            <a:r>
              <a:rPr lang="en"/>
              <a:t>This means that the</a:t>
            </a:r>
            <a:r>
              <a:rPr lang="en">
                <a:solidFill>
                  <a:srgbClr val="FF0000"/>
                </a:solidFill>
              </a:rPr>
              <a:t> </a:t>
            </a:r>
            <a:r>
              <a:rPr lang="en">
                <a:solidFill>
                  <a:srgbClr val="FF0000"/>
                </a:solidFill>
                <a:latin typeface="Courier New"/>
                <a:ea typeface="Courier New"/>
                <a:cs typeface="Courier New"/>
                <a:sym typeface="Courier New"/>
              </a:rPr>
              <a:t>get</a:t>
            </a:r>
            <a:r>
              <a:rPr lang="en">
                <a:solidFill>
                  <a:srgbClr val="FF0000"/>
                </a:solidFill>
              </a:rPr>
              <a:t> method</a:t>
            </a:r>
            <a:r>
              <a:rPr lang="en"/>
              <a:t> will need to </a:t>
            </a:r>
            <a:r>
              <a:rPr b="1" i="1" lang="en">
                <a:solidFill>
                  <a:srgbClr val="FF0000"/>
                </a:solidFill>
              </a:rPr>
              <a:t>cast</a:t>
            </a:r>
            <a:r>
              <a:rPr lang="en">
                <a:solidFill>
                  <a:srgbClr val="FF0000"/>
                </a:solidFill>
              </a:rPr>
              <a:t> </a:t>
            </a:r>
            <a:r>
              <a:rPr lang="en"/>
              <a:t>the value into the correct type before it is returned.</a:t>
            </a:r>
            <a:endParaRPr/>
          </a:p>
          <a:p>
            <a:pPr indent="-298450" lvl="1" marL="914400" rtl="0" algn="l">
              <a:lnSpc>
                <a:spcPct val="100000"/>
              </a:lnSpc>
              <a:spcBef>
                <a:spcPts val="0"/>
              </a:spcBef>
              <a:spcAft>
                <a:spcPts val="0"/>
              </a:spcAft>
              <a:buSzPts val="1100"/>
              <a:buChar char="○"/>
            </a:pPr>
            <a:r>
              <a:rPr lang="en"/>
              <a:t>e.g. </a:t>
            </a:r>
            <a:r>
              <a:rPr lang="en">
                <a:solidFill>
                  <a:srgbClr val="FF0000"/>
                </a:solidFill>
                <a:latin typeface="Courier New"/>
                <a:ea typeface="Courier New"/>
                <a:cs typeface="Courier New"/>
                <a:sym typeface="Courier New"/>
              </a:rPr>
              <a:t>E value = (E)elements[index];</a:t>
            </a:r>
            <a:endParaRPr>
              <a:solidFill>
                <a:srgbClr val="FF0000"/>
              </a:solidFill>
              <a:latin typeface="Courier New"/>
              <a:ea typeface="Courier New"/>
              <a:cs typeface="Courier New"/>
              <a:sym typeface="Courier New"/>
            </a:endParaRPr>
          </a:p>
          <a:p>
            <a:pPr indent="-311150" lvl="0" marL="457200" rtl="0" algn="l">
              <a:lnSpc>
                <a:spcPct val="100000"/>
              </a:lnSpc>
              <a:spcBef>
                <a:spcPts val="1000"/>
              </a:spcBef>
              <a:spcAft>
                <a:spcPts val="0"/>
              </a:spcAft>
              <a:buSzPts val="1300"/>
              <a:buChar char="●"/>
            </a:pPr>
            <a:r>
              <a:rPr lang="en"/>
              <a:t>Otherwise the only challenge is that the array needs to be </a:t>
            </a:r>
            <a:r>
              <a:rPr b="1" i="1" lang="en">
                <a:solidFill>
                  <a:srgbClr val="FF0000"/>
                </a:solidFill>
              </a:rPr>
              <a:t>resized</a:t>
            </a:r>
            <a:r>
              <a:rPr lang="en">
                <a:solidFill>
                  <a:srgbClr val="FF0000"/>
                </a:solidFill>
              </a:rPr>
              <a:t> </a:t>
            </a:r>
            <a:r>
              <a:rPr lang="en"/>
              <a:t>when </a:t>
            </a:r>
            <a:r>
              <a:rPr b="1" i="1" lang="en">
                <a:solidFill>
                  <a:srgbClr val="FF0000"/>
                </a:solidFill>
              </a:rPr>
              <a:t>size</a:t>
            </a:r>
            <a:r>
              <a:rPr lang="en">
                <a:solidFill>
                  <a:srgbClr val="FF0000"/>
                </a:solidFill>
              </a:rPr>
              <a:t> </a:t>
            </a:r>
            <a:r>
              <a:rPr lang="en"/>
              <a:t>is equal to its </a:t>
            </a:r>
            <a:r>
              <a:rPr b="1" i="1" lang="en">
                <a:solidFill>
                  <a:srgbClr val="FF0000"/>
                </a:solidFill>
              </a:rPr>
              <a:t>capacity</a:t>
            </a:r>
            <a:r>
              <a:rPr lang="en"/>
              <a:t>.</a:t>
            </a:r>
            <a:endParaRPr/>
          </a:p>
          <a:p>
            <a:pPr indent="-298450" lvl="1" marL="914400" rtl="0" algn="l">
              <a:lnSpc>
                <a:spcPct val="100000"/>
              </a:lnSpc>
              <a:spcBef>
                <a:spcPts val="0"/>
              </a:spcBef>
              <a:spcAft>
                <a:spcPts val="0"/>
              </a:spcAft>
              <a:buSzPts val="1100"/>
              <a:buChar char="○"/>
            </a:pPr>
            <a:r>
              <a:rPr lang="en"/>
              <a:t>Thankfully, this is pretty easy to do!</a:t>
            </a:r>
            <a:endParaRPr/>
          </a:p>
        </p:txBody>
      </p:sp>
      <p:sp>
        <p:nvSpPr>
          <p:cNvPr id="990" name="Google Shape;990;p95"/>
          <p:cNvSpPr txBox="1"/>
          <p:nvPr>
            <p:ph idx="12" type="sldNum"/>
          </p:nvPr>
        </p:nvSpPr>
        <p:spPr>
          <a:xfrm>
            <a:off x="8591284" y="47394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991" name="Google Shape;991;p95"/>
          <p:cNvSpPr txBox="1"/>
          <p:nvPr>
            <p:ph idx="2" type="body"/>
          </p:nvPr>
        </p:nvSpPr>
        <p:spPr>
          <a:xfrm>
            <a:off x="315425" y="1590975"/>
            <a:ext cx="3706500" cy="393600"/>
          </a:xfrm>
          <a:prstGeom prst="rect">
            <a:avLst/>
          </a:prstGeom>
          <a:solidFill>
            <a:srgbClr val="FFFFFF"/>
          </a:solidFill>
          <a:ln cap="flat" cmpd="sng" w="19050">
            <a:solidFill>
              <a:srgbClr val="B7B7B7"/>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050">
                <a:solidFill>
                  <a:srgbClr val="0000FF"/>
                </a:solidFill>
                <a:latin typeface="Consolas"/>
                <a:ea typeface="Consolas"/>
                <a:cs typeface="Consolas"/>
                <a:sym typeface="Consolas"/>
              </a:rPr>
              <a:t>T</a:t>
            </a:r>
            <a:r>
              <a:rPr lang="en" sz="1050">
                <a:solidFill>
                  <a:srgbClr val="000000"/>
                </a:solidFill>
                <a:latin typeface="Consolas"/>
                <a:ea typeface="Consolas"/>
                <a:cs typeface="Consolas"/>
                <a:sym typeface="Consolas"/>
              </a:rPr>
              <a:t>[] things = </a:t>
            </a:r>
            <a:r>
              <a:rPr lang="en" sz="1050">
                <a:solidFill>
                  <a:srgbClr val="0000FF"/>
                </a:solidFill>
                <a:latin typeface="Consolas"/>
                <a:ea typeface="Consolas"/>
                <a:cs typeface="Consolas"/>
                <a:sym typeface="Consolas"/>
              </a:rPr>
              <a:t>new</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T</a:t>
            </a:r>
            <a:r>
              <a:rPr lang="en" sz="1050">
                <a:solidFill>
                  <a:srgbClr val="000000"/>
                </a:solidFill>
                <a:latin typeface="Consolas"/>
                <a:ea typeface="Consolas"/>
                <a:cs typeface="Consolas"/>
                <a:sym typeface="Consolas"/>
              </a:rPr>
              <a:t>[</a:t>
            </a:r>
            <a:r>
              <a:rPr lang="en" sz="1050">
                <a:solidFill>
                  <a:srgbClr val="098658"/>
                </a:solidFill>
                <a:latin typeface="Consolas"/>
                <a:ea typeface="Consolas"/>
                <a:cs typeface="Consolas"/>
                <a:sym typeface="Consolas"/>
              </a:rPr>
              <a:t>10</a:t>
            </a:r>
            <a:r>
              <a:rPr lang="en" sz="1050">
                <a:solidFill>
                  <a:srgbClr val="000000"/>
                </a:solidFill>
                <a:latin typeface="Consolas"/>
                <a:ea typeface="Consolas"/>
                <a:cs typeface="Consolas"/>
                <a:sym typeface="Consolas"/>
              </a:rPr>
              <a:t>]; </a:t>
            </a:r>
            <a:r>
              <a:rPr lang="en" sz="1050">
                <a:solidFill>
                  <a:srgbClr val="008000"/>
                </a:solidFill>
                <a:latin typeface="Consolas"/>
                <a:ea typeface="Consolas"/>
                <a:cs typeface="Consolas"/>
                <a:sym typeface="Consolas"/>
              </a:rPr>
              <a:t>// compiler error</a:t>
            </a:r>
            <a:endParaRPr sz="1050">
              <a:solidFill>
                <a:srgbClr val="4EC9B0"/>
              </a:solidFill>
              <a:latin typeface="Consolas"/>
              <a:ea typeface="Consolas"/>
              <a:cs typeface="Consolas"/>
              <a:sym typeface="Consolas"/>
            </a:endParaRPr>
          </a:p>
        </p:txBody>
      </p:sp>
      <p:sp>
        <p:nvSpPr>
          <p:cNvPr id="992" name="Google Shape;992;p95"/>
          <p:cNvSpPr txBox="1"/>
          <p:nvPr>
            <p:ph idx="3" type="body"/>
          </p:nvPr>
        </p:nvSpPr>
        <p:spPr>
          <a:xfrm>
            <a:off x="315425" y="826800"/>
            <a:ext cx="3706500" cy="675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Using </a:t>
            </a:r>
            <a:r>
              <a:rPr b="1" i="1" lang="en" sz="1200">
                <a:solidFill>
                  <a:srgbClr val="FF0000"/>
                </a:solidFill>
              </a:rPr>
              <a:t>arrays</a:t>
            </a:r>
            <a:r>
              <a:rPr lang="en" sz="1200">
                <a:solidFill>
                  <a:srgbClr val="FF0000"/>
                </a:solidFill>
              </a:rPr>
              <a:t> </a:t>
            </a:r>
            <a:r>
              <a:rPr lang="en" sz="1200"/>
              <a:t>and </a:t>
            </a:r>
            <a:r>
              <a:rPr b="1" i="1" lang="en" sz="1200">
                <a:solidFill>
                  <a:srgbClr val="FF0000"/>
                </a:solidFill>
              </a:rPr>
              <a:t>type parameters</a:t>
            </a:r>
            <a:r>
              <a:rPr lang="en" sz="1200">
                <a:solidFill>
                  <a:srgbClr val="FF0000"/>
                </a:solidFill>
              </a:rPr>
              <a:t> </a:t>
            </a:r>
            <a:r>
              <a:rPr lang="en" sz="1200"/>
              <a:t>together can feel a little </a:t>
            </a:r>
            <a:r>
              <a:rPr b="1" i="1" lang="en" sz="1200">
                <a:solidFill>
                  <a:srgbClr val="FF0000"/>
                </a:solidFill>
              </a:rPr>
              <a:t>kludgy</a:t>
            </a:r>
            <a:r>
              <a:rPr lang="en" sz="1200"/>
              <a:t>. Trying to create an array using the type parameter </a:t>
            </a:r>
            <a:r>
              <a:rPr b="1" i="1" lang="en" sz="1200">
                <a:solidFill>
                  <a:srgbClr val="FF0000"/>
                </a:solidFill>
              </a:rPr>
              <a:t>won't work</a:t>
            </a:r>
            <a:r>
              <a:rPr lang="en" sz="1200"/>
              <a:t>...</a:t>
            </a:r>
            <a:endParaRPr sz="1200"/>
          </a:p>
        </p:txBody>
      </p:sp>
      <p:cxnSp>
        <p:nvCxnSpPr>
          <p:cNvPr id="993" name="Google Shape;993;p95"/>
          <p:cNvCxnSpPr/>
          <p:nvPr/>
        </p:nvCxnSpPr>
        <p:spPr>
          <a:xfrm>
            <a:off x="1384750" y="1879917"/>
            <a:ext cx="586800" cy="0"/>
          </a:xfrm>
          <a:prstGeom prst="straightConnector1">
            <a:avLst/>
          </a:prstGeom>
          <a:noFill/>
          <a:ln cap="flat" cmpd="sng" w="19050">
            <a:solidFill>
              <a:srgbClr val="FF9900"/>
            </a:solidFill>
            <a:prstDash val="dash"/>
            <a:round/>
            <a:headEnd len="sm" w="sm" type="none"/>
            <a:tailEnd len="sm" w="sm" type="none"/>
          </a:ln>
        </p:spPr>
      </p:cxnSp>
      <p:sp>
        <p:nvSpPr>
          <p:cNvPr id="994" name="Google Shape;994;p95"/>
          <p:cNvSpPr txBox="1"/>
          <p:nvPr>
            <p:ph idx="3" type="body"/>
          </p:nvPr>
        </p:nvSpPr>
        <p:spPr>
          <a:xfrm>
            <a:off x="315425" y="2073750"/>
            <a:ext cx="3706500" cy="675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The </a:t>
            </a:r>
            <a:r>
              <a:rPr lang="en" sz="1200" strike="sngStrike"/>
              <a:t>hack</a:t>
            </a:r>
            <a:r>
              <a:rPr lang="en" sz="1200"/>
              <a:t> </a:t>
            </a:r>
            <a:r>
              <a:rPr b="1" i="1" lang="en" sz="1200">
                <a:solidFill>
                  <a:srgbClr val="FF0000"/>
                </a:solidFill>
              </a:rPr>
              <a:t>workaround </a:t>
            </a:r>
            <a:r>
              <a:rPr lang="en" sz="1200"/>
              <a:t>is to create an Object array, which can then be used to store </a:t>
            </a:r>
            <a:r>
              <a:rPr b="1" i="1" lang="en" sz="1200">
                <a:solidFill>
                  <a:srgbClr val="FF0000"/>
                </a:solidFill>
              </a:rPr>
              <a:t>any</a:t>
            </a:r>
            <a:r>
              <a:rPr lang="en" sz="1200">
                <a:solidFill>
                  <a:srgbClr val="FF0000"/>
                </a:solidFill>
              </a:rPr>
              <a:t> </a:t>
            </a:r>
            <a:r>
              <a:rPr lang="en" sz="1200"/>
              <a:t>kind of value (including the type parameter).</a:t>
            </a:r>
            <a:endParaRPr sz="1200"/>
          </a:p>
        </p:txBody>
      </p:sp>
      <p:sp>
        <p:nvSpPr>
          <p:cNvPr id="995" name="Google Shape;995;p95"/>
          <p:cNvSpPr txBox="1"/>
          <p:nvPr>
            <p:ph idx="2" type="body"/>
          </p:nvPr>
        </p:nvSpPr>
        <p:spPr>
          <a:xfrm>
            <a:off x="315425" y="2837925"/>
            <a:ext cx="3706500" cy="564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050">
                <a:solidFill>
                  <a:srgbClr val="0000FF"/>
                </a:solidFill>
                <a:latin typeface="Consolas"/>
                <a:ea typeface="Consolas"/>
                <a:cs typeface="Consolas"/>
                <a:sym typeface="Consolas"/>
              </a:rPr>
              <a:t>Object</a:t>
            </a:r>
            <a:r>
              <a:rPr lang="en" sz="1050">
                <a:solidFill>
                  <a:srgbClr val="000000"/>
                </a:solidFill>
                <a:latin typeface="Consolas"/>
                <a:ea typeface="Consolas"/>
                <a:cs typeface="Consolas"/>
                <a:sym typeface="Consolas"/>
              </a:rPr>
              <a:t>[] things = </a:t>
            </a:r>
            <a:r>
              <a:rPr lang="en" sz="1050">
                <a:solidFill>
                  <a:srgbClr val="0000FF"/>
                </a:solidFill>
                <a:latin typeface="Consolas"/>
                <a:ea typeface="Consolas"/>
                <a:cs typeface="Consolas"/>
                <a:sym typeface="Consolas"/>
              </a:rPr>
              <a:t>new</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Object</a:t>
            </a:r>
            <a:r>
              <a:rPr lang="en" sz="1050">
                <a:solidFill>
                  <a:srgbClr val="000000"/>
                </a:solidFill>
                <a:latin typeface="Consolas"/>
                <a:ea typeface="Consolas"/>
                <a:cs typeface="Consolas"/>
                <a:sym typeface="Consolas"/>
              </a:rPr>
              <a:t>[</a:t>
            </a:r>
            <a:r>
              <a:rPr lang="en" sz="1050">
                <a:solidFill>
                  <a:srgbClr val="098658"/>
                </a:solidFill>
                <a:latin typeface="Consolas"/>
                <a:ea typeface="Consolas"/>
                <a:cs typeface="Consolas"/>
                <a:sym typeface="Consolas"/>
              </a:rPr>
              <a:t>10</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00000"/>
                </a:solidFill>
                <a:latin typeface="Consolas"/>
                <a:ea typeface="Consolas"/>
                <a:cs typeface="Consolas"/>
                <a:sym typeface="Consolas"/>
              </a:rPr>
              <a:t>things[</a:t>
            </a:r>
            <a:r>
              <a:rPr lang="en" sz="1050">
                <a:solidFill>
                  <a:srgbClr val="098658"/>
                </a:solidFill>
                <a:latin typeface="Consolas"/>
                <a:ea typeface="Consolas"/>
                <a:cs typeface="Consolas"/>
                <a:sym typeface="Consolas"/>
              </a:rPr>
              <a:t>0</a:t>
            </a:r>
            <a:r>
              <a:rPr lang="en" sz="1050">
                <a:solidFill>
                  <a:srgbClr val="000000"/>
                </a:solidFill>
                <a:latin typeface="Consolas"/>
                <a:ea typeface="Consolas"/>
                <a:cs typeface="Consolas"/>
                <a:sym typeface="Consolas"/>
              </a:rPr>
              <a:t>] = anyValue; </a:t>
            </a:r>
            <a:r>
              <a:rPr lang="en" sz="1050">
                <a:solidFill>
                  <a:srgbClr val="008000"/>
                </a:solidFill>
                <a:latin typeface="Consolas"/>
                <a:ea typeface="Consolas"/>
                <a:cs typeface="Consolas"/>
                <a:sym typeface="Consolas"/>
              </a:rPr>
              <a:t>// OK!</a:t>
            </a:r>
            <a:endParaRPr sz="1050">
              <a:solidFill>
                <a:srgbClr val="4EC9B0"/>
              </a:solidFill>
              <a:latin typeface="Consolas"/>
              <a:ea typeface="Consolas"/>
              <a:cs typeface="Consolas"/>
              <a:sym typeface="Consolas"/>
            </a:endParaRPr>
          </a:p>
          <a:p>
            <a:pPr indent="0" lvl="0" marL="0" rtl="0" algn="l">
              <a:lnSpc>
                <a:spcPct val="135714"/>
              </a:lnSpc>
              <a:spcBef>
                <a:spcPts val="0"/>
              </a:spcBef>
              <a:spcAft>
                <a:spcPts val="0"/>
              </a:spcAft>
              <a:buSzPts val="1300"/>
              <a:buNone/>
            </a:pPr>
            <a:r>
              <a:t/>
            </a:r>
            <a:endParaRPr sz="1050">
              <a:solidFill>
                <a:srgbClr val="4EC9B0"/>
              </a:solidFill>
              <a:latin typeface="Consolas"/>
              <a:ea typeface="Consolas"/>
              <a:cs typeface="Consolas"/>
              <a:sym typeface="Consolas"/>
            </a:endParaRPr>
          </a:p>
        </p:txBody>
      </p:sp>
      <p:sp>
        <p:nvSpPr>
          <p:cNvPr id="996" name="Google Shape;996;p95"/>
          <p:cNvSpPr txBox="1"/>
          <p:nvPr>
            <p:ph idx="2" type="body"/>
          </p:nvPr>
        </p:nvSpPr>
        <p:spPr>
          <a:xfrm>
            <a:off x="311725" y="4255275"/>
            <a:ext cx="3706500" cy="564000"/>
          </a:xfrm>
          <a:prstGeom prst="rect">
            <a:avLst/>
          </a:prstGeom>
          <a:solidFill>
            <a:srgbClr val="FFFFFF"/>
          </a:solidFill>
          <a:ln cap="flat" cmpd="sng" w="19050">
            <a:solidFill>
              <a:srgbClr val="B7B7B7"/>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35714"/>
              </a:lnSpc>
              <a:spcBef>
                <a:spcPts val="0"/>
              </a:spcBef>
              <a:spcAft>
                <a:spcPts val="0"/>
              </a:spcAft>
              <a:buNone/>
            </a:pPr>
            <a:r>
              <a:rPr lang="en" sz="1050">
                <a:solidFill>
                  <a:srgbClr val="0000FF"/>
                </a:solidFill>
                <a:latin typeface="Consolas"/>
                <a:ea typeface="Consolas"/>
                <a:cs typeface="Consolas"/>
                <a:sym typeface="Consolas"/>
              </a:rPr>
              <a:t>Object</a:t>
            </a:r>
            <a:r>
              <a:rPr lang="en" sz="1050">
                <a:solidFill>
                  <a:srgbClr val="000000"/>
                </a:solidFill>
                <a:latin typeface="Consolas"/>
                <a:ea typeface="Consolas"/>
                <a:cs typeface="Consolas"/>
                <a:sym typeface="Consolas"/>
              </a:rPr>
              <a:t> obj = things[</a:t>
            </a:r>
            <a:r>
              <a:rPr lang="en" sz="1050">
                <a:solidFill>
                  <a:srgbClr val="098658"/>
                </a:solidFill>
                <a:latin typeface="Consolas"/>
                <a:ea typeface="Consolas"/>
                <a:cs typeface="Consolas"/>
                <a:sym typeface="Consolas"/>
              </a:rPr>
              <a:t>5</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050">
                <a:solidFill>
                  <a:srgbClr val="0000FF"/>
                </a:solidFill>
                <a:latin typeface="Consolas"/>
                <a:ea typeface="Consolas"/>
                <a:cs typeface="Consolas"/>
                <a:sym typeface="Consolas"/>
              </a:rPr>
              <a:t>T</a:t>
            </a:r>
            <a:r>
              <a:rPr lang="en" sz="1050">
                <a:solidFill>
                  <a:srgbClr val="000000"/>
                </a:solidFill>
                <a:latin typeface="Consolas"/>
                <a:ea typeface="Consolas"/>
                <a:cs typeface="Consolas"/>
                <a:sym typeface="Consolas"/>
              </a:rPr>
              <a:t> thing = (T)obj;</a:t>
            </a:r>
            <a:endParaRPr sz="1050">
              <a:solidFill>
                <a:srgbClr val="4EC9B0"/>
              </a:solidFill>
              <a:latin typeface="Consolas"/>
              <a:ea typeface="Consolas"/>
              <a:cs typeface="Consolas"/>
              <a:sym typeface="Consolas"/>
            </a:endParaRPr>
          </a:p>
        </p:txBody>
      </p:sp>
      <p:sp>
        <p:nvSpPr>
          <p:cNvPr id="997" name="Google Shape;997;p95"/>
          <p:cNvSpPr txBox="1"/>
          <p:nvPr>
            <p:ph idx="3" type="body"/>
          </p:nvPr>
        </p:nvSpPr>
        <p:spPr>
          <a:xfrm>
            <a:off x="315425" y="3491100"/>
            <a:ext cx="3706500" cy="675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t>Of course this means that a </a:t>
            </a:r>
            <a:r>
              <a:rPr b="1" i="1" lang="en" sz="1200">
                <a:solidFill>
                  <a:srgbClr val="FF0000"/>
                </a:solidFill>
              </a:rPr>
              <a:t>cast</a:t>
            </a:r>
            <a:r>
              <a:rPr lang="en" sz="1200">
                <a:solidFill>
                  <a:srgbClr val="FF0000"/>
                </a:solidFill>
              </a:rPr>
              <a:t> </a:t>
            </a:r>
            <a:r>
              <a:rPr lang="en" sz="1200"/>
              <a:t>is needed to change the type of values in the array from Object to </a:t>
            </a:r>
            <a:r>
              <a:rPr b="1" i="1" lang="en" sz="1200">
                <a:solidFill>
                  <a:srgbClr val="FF0000"/>
                </a:solidFill>
              </a:rPr>
              <a:t>any other type</a:t>
            </a:r>
            <a:r>
              <a:rPr lang="en" sz="1200"/>
              <a:t> (including the type parameter).</a:t>
            </a:r>
            <a:endParaRPr sz="1200"/>
          </a:p>
        </p:txBody>
      </p:sp>
      <p:grpSp>
        <p:nvGrpSpPr>
          <p:cNvPr id="998" name="Google Shape;998;p95"/>
          <p:cNvGrpSpPr/>
          <p:nvPr/>
        </p:nvGrpSpPr>
        <p:grpSpPr>
          <a:xfrm>
            <a:off x="365575" y="4166100"/>
            <a:ext cx="1803100" cy="601650"/>
            <a:chOff x="365575" y="4166100"/>
            <a:chExt cx="1803100" cy="601650"/>
          </a:xfrm>
        </p:grpSpPr>
        <p:sp>
          <p:nvSpPr>
            <p:cNvPr id="999" name="Google Shape;999;p95"/>
            <p:cNvSpPr/>
            <p:nvPr/>
          </p:nvSpPr>
          <p:spPr>
            <a:xfrm>
              <a:off x="365575" y="4546050"/>
              <a:ext cx="1309500" cy="221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000" name="Google Shape;1000;p95"/>
            <p:cNvCxnSpPr>
              <a:stCxn id="997" idx="2"/>
              <a:endCxn id="999" idx="3"/>
            </p:cNvCxnSpPr>
            <p:nvPr/>
          </p:nvCxnSpPr>
          <p:spPr>
            <a:xfrm rot="5400000">
              <a:off x="1676525" y="4164750"/>
              <a:ext cx="490800" cy="493500"/>
            </a:xfrm>
            <a:prstGeom prst="bentConnector2">
              <a:avLst/>
            </a:prstGeom>
            <a:noFill/>
            <a:ln cap="flat" cmpd="sng" w="19050">
              <a:solidFill>
                <a:srgbClr val="FF0000"/>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9">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9">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9">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9">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9">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9">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9">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9">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9">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9">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9">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989">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2"/>
                                        </p:tgtEl>
                                        <p:attrNameLst>
                                          <p:attrName>style.visibility</p:attrName>
                                        </p:attrNameLst>
                                      </p:cBhvr>
                                      <p:to>
                                        <p:strVal val="visible"/>
                                      </p:to>
                                    </p:set>
                                    <p:animEffect filter="fade" transition="in">
                                      <p:cBhvr>
                                        <p:cTn dur="1000"/>
                                        <p:tgtEl>
                                          <p:spTgt spid="99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91"/>
                                        </p:tgtEl>
                                        <p:attrNameLst>
                                          <p:attrName>style.visibility</p:attrName>
                                        </p:attrNameLst>
                                      </p:cBhvr>
                                      <p:to>
                                        <p:strVal val="visible"/>
                                      </p:to>
                                    </p:set>
                                    <p:animEffect filter="fade" transition="in">
                                      <p:cBhvr>
                                        <p:cTn dur="1000"/>
                                        <p:tgtEl>
                                          <p:spTgt spid="99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993"/>
                                        </p:tgtEl>
                                        <p:attrNameLst>
                                          <p:attrName>style.visibility</p:attrName>
                                        </p:attrNameLst>
                                      </p:cBhvr>
                                      <p:to>
                                        <p:strVal val="visible"/>
                                      </p:to>
                                    </p:set>
                                    <p:animEffect filter="fade" transition="in">
                                      <p:cBhvr>
                                        <p:cTn dur="1000"/>
                                        <p:tgtEl>
                                          <p:spTgt spid="9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4"/>
                                        </p:tgtEl>
                                        <p:attrNameLst>
                                          <p:attrName>style.visibility</p:attrName>
                                        </p:attrNameLst>
                                      </p:cBhvr>
                                      <p:to>
                                        <p:strVal val="visible"/>
                                      </p:to>
                                    </p:set>
                                    <p:animEffect filter="fade" transition="in">
                                      <p:cBhvr>
                                        <p:cTn dur="1000"/>
                                        <p:tgtEl>
                                          <p:spTgt spid="994"/>
                                        </p:tgtEl>
                                      </p:cBhvr>
                                    </p:animEffect>
                                  </p:childTnLst>
                                </p:cTn>
                              </p:par>
                              <p:par>
                                <p:cTn fill="hold" nodeType="withEffect" presetClass="entr" presetID="10" presetSubtype="0">
                                  <p:stCondLst>
                                    <p:cond delay="0"/>
                                  </p:stCondLst>
                                  <p:childTnLst>
                                    <p:set>
                                      <p:cBhvr>
                                        <p:cTn dur="1" fill="hold">
                                          <p:stCondLst>
                                            <p:cond delay="0"/>
                                          </p:stCondLst>
                                        </p:cTn>
                                        <p:tgtEl>
                                          <p:spTgt spid="995"/>
                                        </p:tgtEl>
                                        <p:attrNameLst>
                                          <p:attrName>style.visibility</p:attrName>
                                        </p:attrNameLst>
                                      </p:cBhvr>
                                      <p:to>
                                        <p:strVal val="visible"/>
                                      </p:to>
                                    </p:set>
                                    <p:animEffect filter="fade" transition="in">
                                      <p:cBhvr>
                                        <p:cTn dur="1000"/>
                                        <p:tgtEl>
                                          <p:spTgt spid="9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97"/>
                                        </p:tgtEl>
                                        <p:attrNameLst>
                                          <p:attrName>style.visibility</p:attrName>
                                        </p:attrNameLst>
                                      </p:cBhvr>
                                      <p:to>
                                        <p:strVal val="visible"/>
                                      </p:to>
                                    </p:set>
                                    <p:animEffect filter="fade" transition="in">
                                      <p:cBhvr>
                                        <p:cTn dur="1000"/>
                                        <p:tgtEl>
                                          <p:spTgt spid="997"/>
                                        </p:tgtEl>
                                      </p:cBhvr>
                                    </p:animEffect>
                                  </p:childTnLst>
                                </p:cTn>
                              </p:par>
                              <p:par>
                                <p:cTn fill="hold" nodeType="withEffect" presetClass="entr" presetID="10" presetSubtype="0">
                                  <p:stCondLst>
                                    <p:cond delay="0"/>
                                  </p:stCondLst>
                                  <p:childTnLst>
                                    <p:set>
                                      <p:cBhvr>
                                        <p:cTn dur="1" fill="hold">
                                          <p:stCondLst>
                                            <p:cond delay="0"/>
                                          </p:stCondLst>
                                        </p:cTn>
                                        <p:tgtEl>
                                          <p:spTgt spid="996"/>
                                        </p:tgtEl>
                                        <p:attrNameLst>
                                          <p:attrName>style.visibility</p:attrName>
                                        </p:attrNameLst>
                                      </p:cBhvr>
                                      <p:to>
                                        <p:strVal val="visible"/>
                                      </p:to>
                                    </p:set>
                                    <p:animEffect filter="fade" transition="in">
                                      <p:cBhvr>
                                        <p:cTn dur="1000"/>
                                        <p:tgtEl>
                                          <p:spTgt spid="99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998"/>
                                        </p:tgtEl>
                                        <p:attrNameLst>
                                          <p:attrName>style.visibility</p:attrName>
                                        </p:attrNameLst>
                                      </p:cBhvr>
                                      <p:to>
                                        <p:strVal val="visible"/>
                                      </p:to>
                                    </p:set>
                                    <p:animEffect filter="fade" transition="in">
                                      <p:cBhvr>
                                        <p:cTn dur="1000"/>
                                        <p:tgtEl>
                                          <p:spTgt spid="9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4" name="Shape 1004"/>
        <p:cNvGrpSpPr/>
        <p:nvPr/>
      </p:nvGrpSpPr>
      <p:grpSpPr>
        <a:xfrm>
          <a:off x="0" y="0"/>
          <a:ext cx="0" cy="0"/>
          <a:chOff x="0" y="0"/>
          <a:chExt cx="0" cy="0"/>
        </a:xfrm>
      </p:grpSpPr>
      <p:sp>
        <p:nvSpPr>
          <p:cNvPr id="1005" name="Google Shape;1005;p96"/>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One possible implementation of the List abstract data type uses an array to store the elements in the list. The array is </a:t>
            </a:r>
            <a:r>
              <a:rPr b="1" i="1" lang="en">
                <a:solidFill>
                  <a:srgbClr val="FF0000"/>
                </a:solidFill>
              </a:rPr>
              <a:t>over-allocated</a:t>
            </a:r>
            <a:r>
              <a:rPr lang="en"/>
              <a:t> to start, so that there is room to add a few elements before worrying about needing to resize (we'll handle that later).</a:t>
            </a:r>
            <a:endParaRPr/>
          </a:p>
        </p:txBody>
      </p:sp>
      <p:sp>
        <p:nvSpPr>
          <p:cNvPr id="1006" name="Google Shape;1006;p96"/>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07" name="Google Shape;1007;p96"/>
          <p:cNvSpPr txBox="1"/>
          <p:nvPr>
            <p:ph idx="2" type="body"/>
          </p:nvPr>
        </p:nvSpPr>
        <p:spPr>
          <a:xfrm>
            <a:off x="2380850" y="1689850"/>
            <a:ext cx="6551100" cy="2878200"/>
          </a:xfrm>
          <a:prstGeom prst="rect">
            <a:avLst/>
          </a:prstGeom>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sz="1400"/>
              <a:t>Create a new Java class named "</a:t>
            </a:r>
            <a:r>
              <a:rPr lang="en" sz="1400">
                <a:solidFill>
                  <a:srgbClr val="FF0000"/>
                </a:solidFill>
                <a:latin typeface="Courier New"/>
                <a:ea typeface="Courier New"/>
                <a:cs typeface="Courier New"/>
                <a:sym typeface="Courier New"/>
              </a:rPr>
              <a:t>ArrayList</a:t>
            </a:r>
            <a:r>
              <a:rPr lang="en" sz="1400"/>
              <a:t>".</a:t>
            </a:r>
            <a:endParaRPr sz="1400"/>
          </a:p>
          <a:p>
            <a:pPr indent="-304800" lvl="1" marL="914400" rtl="0" algn="l">
              <a:spcBef>
                <a:spcPts val="0"/>
              </a:spcBef>
              <a:spcAft>
                <a:spcPts val="0"/>
              </a:spcAft>
              <a:buSzPts val="1200"/>
              <a:buChar char="○"/>
            </a:pPr>
            <a:r>
              <a:rPr lang="en" sz="1200"/>
              <a:t>Use the UML to the left as a guide to begin implementing your </a:t>
            </a:r>
            <a:r>
              <a:rPr lang="en" sz="1200">
                <a:latin typeface="Courier New"/>
                <a:ea typeface="Courier New"/>
                <a:cs typeface="Courier New"/>
                <a:sym typeface="Courier New"/>
              </a:rPr>
              <a:t>ArrayList</a:t>
            </a:r>
            <a:r>
              <a:rPr lang="en" sz="1200"/>
              <a:t>.</a:t>
            </a:r>
            <a:endParaRPr sz="1200"/>
          </a:p>
          <a:p>
            <a:pPr indent="-304800" lvl="1" marL="914400" rtl="0" algn="l">
              <a:spcBef>
                <a:spcPts val="0"/>
              </a:spcBef>
              <a:spcAft>
                <a:spcPts val="0"/>
              </a:spcAft>
              <a:buSzPts val="1200"/>
              <a:buChar char="○"/>
            </a:pPr>
            <a:r>
              <a:rPr lang="en" sz="1200"/>
              <a:t>At first, focus on the </a:t>
            </a:r>
            <a:r>
              <a:rPr b="1" i="1" lang="en" sz="1200">
                <a:solidFill>
                  <a:srgbClr val="FF0000"/>
                </a:solidFill>
              </a:rPr>
              <a:t>fields</a:t>
            </a:r>
            <a:r>
              <a:rPr lang="en" sz="1200">
                <a:solidFill>
                  <a:srgbClr val="FF0000"/>
                </a:solidFill>
              </a:rPr>
              <a:t> </a:t>
            </a:r>
            <a:r>
              <a:rPr lang="en" sz="1200"/>
              <a:t>and a </a:t>
            </a:r>
            <a:r>
              <a:rPr b="1" i="1" lang="en" sz="1200">
                <a:solidFill>
                  <a:srgbClr val="FF0000"/>
                </a:solidFill>
              </a:rPr>
              <a:t>constructor</a:t>
            </a:r>
            <a:r>
              <a:rPr lang="en" sz="1200"/>
              <a:t>.</a:t>
            </a:r>
            <a:endParaRPr sz="1200"/>
          </a:p>
          <a:p>
            <a:pPr indent="-304800" lvl="2" marL="1371600" rtl="0" algn="l">
              <a:spcBef>
                <a:spcPts val="0"/>
              </a:spcBef>
              <a:spcAft>
                <a:spcPts val="0"/>
              </a:spcAft>
              <a:buSzPts val="1200"/>
              <a:buChar char="■"/>
            </a:pPr>
            <a:r>
              <a:rPr lang="en" sz="1200"/>
              <a:t>In the constructor, create an </a:t>
            </a:r>
            <a:r>
              <a:rPr lang="en" sz="1200">
                <a:solidFill>
                  <a:srgbClr val="FF0000"/>
                </a:solidFill>
                <a:latin typeface="Courier New"/>
                <a:ea typeface="Courier New"/>
                <a:cs typeface="Courier New"/>
                <a:sym typeface="Courier New"/>
              </a:rPr>
              <a:t>Object</a:t>
            </a:r>
            <a:r>
              <a:rPr lang="en" sz="1200">
                <a:solidFill>
                  <a:srgbClr val="FF0000"/>
                </a:solidFill>
              </a:rPr>
              <a:t> </a:t>
            </a:r>
            <a:r>
              <a:rPr b="1" i="1" lang="en" sz="1200">
                <a:solidFill>
                  <a:srgbClr val="FF0000"/>
                </a:solidFill>
              </a:rPr>
              <a:t>array</a:t>
            </a:r>
            <a:r>
              <a:rPr lang="en" sz="1200"/>
              <a:t> large enough to hold </a:t>
            </a:r>
            <a:r>
              <a:rPr b="1" i="1" lang="en" sz="1200">
                <a:solidFill>
                  <a:srgbClr val="FF0000"/>
                </a:solidFill>
              </a:rPr>
              <a:t>2 values</a:t>
            </a:r>
            <a:r>
              <a:rPr lang="en" sz="1200"/>
              <a:t>.</a:t>
            </a:r>
            <a:endParaRPr sz="1200"/>
          </a:p>
          <a:p>
            <a:pPr indent="-304800" lvl="1" marL="914400" rtl="0" algn="l">
              <a:spcBef>
                <a:spcPts val="0"/>
              </a:spcBef>
              <a:spcAft>
                <a:spcPts val="0"/>
              </a:spcAft>
              <a:buSzPts val="1200"/>
              <a:buChar char="○"/>
            </a:pPr>
            <a:r>
              <a:rPr lang="en" sz="1200"/>
              <a:t>You should be able to easily implement the </a:t>
            </a:r>
            <a:r>
              <a:rPr lang="en" sz="1200">
                <a:solidFill>
                  <a:srgbClr val="FF0000"/>
                </a:solidFill>
                <a:latin typeface="Courier New"/>
                <a:ea typeface="Courier New"/>
                <a:cs typeface="Courier New"/>
                <a:sym typeface="Courier New"/>
              </a:rPr>
              <a:t>size</a:t>
            </a:r>
            <a:r>
              <a:rPr lang="en" sz="1200"/>
              <a:t>, </a:t>
            </a:r>
            <a:r>
              <a:rPr lang="en" sz="1200">
                <a:solidFill>
                  <a:srgbClr val="FF0000"/>
                </a:solidFill>
                <a:latin typeface="Courier New"/>
                <a:ea typeface="Courier New"/>
                <a:cs typeface="Courier New"/>
                <a:sym typeface="Courier New"/>
              </a:rPr>
              <a:t>get</a:t>
            </a:r>
            <a:r>
              <a:rPr lang="en" sz="1200"/>
              <a:t>, and </a:t>
            </a:r>
            <a:r>
              <a:rPr lang="en" sz="1200">
                <a:solidFill>
                  <a:srgbClr val="FF0000"/>
                </a:solidFill>
                <a:latin typeface="Courier New"/>
                <a:ea typeface="Courier New"/>
                <a:cs typeface="Courier New"/>
                <a:sym typeface="Courier New"/>
              </a:rPr>
              <a:t>set</a:t>
            </a:r>
            <a:r>
              <a:rPr lang="en" sz="1200">
                <a:solidFill>
                  <a:srgbClr val="FF0000"/>
                </a:solidFill>
              </a:rPr>
              <a:t> </a:t>
            </a:r>
            <a:r>
              <a:rPr lang="en" sz="1200"/>
              <a:t>methods.</a:t>
            </a:r>
            <a:endParaRPr sz="1200"/>
          </a:p>
          <a:p>
            <a:pPr indent="-304800" lvl="2" marL="1371600" rtl="0" algn="l">
              <a:spcBef>
                <a:spcPts val="0"/>
              </a:spcBef>
              <a:spcAft>
                <a:spcPts val="0"/>
              </a:spcAft>
              <a:buSzPts val="1200"/>
              <a:buChar char="■"/>
            </a:pPr>
            <a:r>
              <a:rPr b="1" i="1" lang="en" sz="1200">
                <a:solidFill>
                  <a:srgbClr val="FF0000"/>
                </a:solidFill>
              </a:rPr>
              <a:t>Do not</a:t>
            </a:r>
            <a:r>
              <a:rPr lang="en" sz="1200">
                <a:solidFill>
                  <a:srgbClr val="FF0000"/>
                </a:solidFill>
              </a:rPr>
              <a:t> </a:t>
            </a:r>
            <a:r>
              <a:rPr lang="en" sz="1200"/>
              <a:t>worry about validating the </a:t>
            </a:r>
            <a:r>
              <a:rPr lang="en" sz="1200">
                <a:latin typeface="Courier New"/>
                <a:ea typeface="Courier New"/>
                <a:cs typeface="Courier New"/>
                <a:sym typeface="Courier New"/>
              </a:rPr>
              <a:t>index</a:t>
            </a:r>
            <a:r>
              <a:rPr lang="en" sz="1200"/>
              <a:t>.</a:t>
            </a:r>
            <a:endParaRPr sz="1200"/>
          </a:p>
          <a:p>
            <a:pPr indent="-317500" lvl="0" marL="457200" rtl="0" algn="l">
              <a:spcBef>
                <a:spcPts val="0"/>
              </a:spcBef>
              <a:spcAft>
                <a:spcPts val="0"/>
              </a:spcAft>
              <a:buSzPts val="1400"/>
              <a:buChar char="●"/>
            </a:pPr>
            <a:r>
              <a:rPr lang="en" sz="1400"/>
              <a:t>The string representation of the </a:t>
            </a:r>
            <a:r>
              <a:rPr lang="en" sz="1400">
                <a:latin typeface="Courier New"/>
                <a:ea typeface="Courier New"/>
                <a:cs typeface="Courier New"/>
                <a:sym typeface="Courier New"/>
              </a:rPr>
              <a:t>ArrayList</a:t>
            </a:r>
            <a:r>
              <a:rPr lang="en" sz="1400"/>
              <a:t> should match the format </a:t>
            </a:r>
            <a:r>
              <a:rPr lang="en" sz="1400">
                <a:latin typeface="Courier New"/>
                <a:ea typeface="Courier New"/>
                <a:cs typeface="Courier New"/>
                <a:sym typeface="Courier New"/>
              </a:rPr>
              <a:t>"size, &lt;array&gt;"</a:t>
            </a:r>
            <a:r>
              <a:rPr lang="en" sz="1400"/>
              <a:t>. </a:t>
            </a:r>
            <a:endParaRPr sz="1400"/>
          </a:p>
          <a:p>
            <a:pPr indent="-304800" lvl="1" marL="914400" rtl="0" algn="l">
              <a:spcBef>
                <a:spcPts val="0"/>
              </a:spcBef>
              <a:spcAft>
                <a:spcPts val="0"/>
              </a:spcAft>
              <a:buSzPts val="1200"/>
              <a:buChar char="○"/>
            </a:pPr>
            <a:r>
              <a:rPr lang="en" sz="1200"/>
              <a:t>For example: </a:t>
            </a:r>
            <a:r>
              <a:rPr lang="en" sz="1200">
                <a:latin typeface="Courier New"/>
                <a:ea typeface="Courier New"/>
                <a:cs typeface="Courier New"/>
                <a:sym typeface="Courier New"/>
              </a:rPr>
              <a:t>"3, [2, 3, 4, 0, 0, 0]"</a:t>
            </a:r>
            <a:endParaRPr sz="1200"/>
          </a:p>
          <a:p>
            <a:pPr indent="-304800" lvl="1" marL="914400" rtl="0" algn="l">
              <a:spcBef>
                <a:spcPts val="0"/>
              </a:spcBef>
              <a:spcAft>
                <a:spcPts val="0"/>
              </a:spcAft>
              <a:buSzPts val="1200"/>
              <a:buChar char="○"/>
            </a:pPr>
            <a:r>
              <a:rPr b="1" i="1" lang="en" sz="1200">
                <a:solidFill>
                  <a:srgbClr val="FF0000"/>
                </a:solidFill>
              </a:rPr>
              <a:t>Hint</a:t>
            </a:r>
            <a:r>
              <a:rPr lang="en" sz="1200"/>
              <a:t>: use </a:t>
            </a:r>
            <a:r>
              <a:rPr lang="en" sz="1200">
                <a:latin typeface="Courier New"/>
                <a:ea typeface="Courier New"/>
                <a:cs typeface="Courier New"/>
                <a:sym typeface="Courier New"/>
              </a:rPr>
              <a:t>Arrays.toString(array)</a:t>
            </a:r>
            <a:endParaRPr sz="1200">
              <a:latin typeface="Courier New"/>
              <a:ea typeface="Courier New"/>
              <a:cs typeface="Courier New"/>
              <a:sym typeface="Courier New"/>
            </a:endParaRPr>
          </a:p>
          <a:p>
            <a:pPr indent="-317500" lvl="0" marL="457200" rtl="0" algn="l">
              <a:spcBef>
                <a:spcPts val="0"/>
              </a:spcBef>
              <a:spcAft>
                <a:spcPts val="0"/>
              </a:spcAft>
              <a:buSzPts val="1400"/>
              <a:buChar char="●"/>
            </a:pPr>
            <a:r>
              <a:rPr lang="en" sz="1400"/>
              <a:t>Define a </a:t>
            </a:r>
            <a:r>
              <a:rPr lang="en" sz="1400">
                <a:latin typeface="Courier New"/>
                <a:ea typeface="Courier New"/>
                <a:cs typeface="Courier New"/>
                <a:sym typeface="Courier New"/>
              </a:rPr>
              <a:t>main</a:t>
            </a:r>
            <a:r>
              <a:rPr lang="en" sz="1400"/>
              <a:t> method and use it to create an instance of your class and print it to standard output.</a:t>
            </a:r>
            <a:endParaRPr sz="1200"/>
          </a:p>
        </p:txBody>
      </p:sp>
      <p:sp>
        <p:nvSpPr>
          <p:cNvPr id="1008" name="Google Shape;1008;p96"/>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An Array-Based List</a:t>
            </a:r>
            <a:endParaRPr/>
          </a:p>
        </p:txBody>
      </p:sp>
      <p:sp>
        <p:nvSpPr>
          <p:cNvPr id="1009" name="Google Shape;1009;p96"/>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5.16</a:t>
            </a:r>
            <a:endParaRPr/>
          </a:p>
        </p:txBody>
      </p:sp>
      <p:pic>
        <p:nvPicPr>
          <p:cNvPr id="1010" name="Google Shape;1010;p96"/>
          <p:cNvPicPr preferRelativeResize="0"/>
          <p:nvPr/>
        </p:nvPicPr>
        <p:blipFill rotWithShape="1">
          <a:blip r:embed="rId3">
            <a:alphaModFix/>
          </a:blip>
          <a:srcRect b="0" l="0" r="0" t="0"/>
          <a:stretch/>
        </p:blipFill>
        <p:spPr>
          <a:xfrm>
            <a:off x="340900" y="1729125"/>
            <a:ext cx="1845275" cy="3191374"/>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4" name="Shape 1014"/>
        <p:cNvGrpSpPr/>
        <p:nvPr/>
      </p:nvGrpSpPr>
      <p:grpSpPr>
        <a:xfrm>
          <a:off x="0" y="0"/>
          <a:ext cx="0" cy="0"/>
          <a:chOff x="0" y="0"/>
          <a:chExt cx="0" cy="0"/>
        </a:xfrm>
      </p:grpSpPr>
      <p:sp>
        <p:nvSpPr>
          <p:cNvPr id="1015" name="Google Shape;1015;p97"/>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A Closer Look at Appending</a:t>
            </a:r>
            <a:endParaRPr/>
          </a:p>
        </p:txBody>
      </p:sp>
      <p:graphicFrame>
        <p:nvGraphicFramePr>
          <p:cNvPr id="1016" name="Google Shape;1016;p97"/>
          <p:cNvGraphicFramePr/>
          <p:nvPr/>
        </p:nvGraphicFramePr>
        <p:xfrm>
          <a:off x="184200" y="2367207"/>
          <a:ext cx="3000000" cy="3000000"/>
        </p:xfrm>
        <a:graphic>
          <a:graphicData uri="http://schemas.openxmlformats.org/drawingml/2006/table">
            <a:tbl>
              <a:tblPr>
                <a:noFill/>
                <a:tableStyleId>{5D16334A-BD30-4DCF-A821-F696FD12572A}</a:tableStyleId>
              </a:tblPr>
              <a:tblGrid>
                <a:gridCol w="553750"/>
                <a:gridCol w="553750"/>
                <a:gridCol w="553750"/>
                <a:gridCol w="553750"/>
                <a:gridCol w="553750"/>
              </a:tblGrid>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0</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1</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2</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3</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4</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1017" name="Google Shape;1017;p97"/>
          <p:cNvSpPr txBox="1"/>
          <p:nvPr/>
        </p:nvSpPr>
        <p:spPr>
          <a:xfrm>
            <a:off x="184225" y="1364950"/>
            <a:ext cx="2768700" cy="921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Conveniently, the </a:t>
            </a:r>
            <a:r>
              <a:rPr b="0" i="0" lang="en" sz="1200" u="none" cap="none" strike="noStrike">
                <a:solidFill>
                  <a:srgbClr val="FF0000"/>
                </a:solidFill>
                <a:latin typeface="Courier New"/>
                <a:ea typeface="Courier New"/>
                <a:cs typeface="Courier New"/>
                <a:sym typeface="Courier New"/>
              </a:rPr>
              <a:t>size</a:t>
            </a:r>
            <a:r>
              <a:rPr b="0" i="0" lang="en" sz="1200" u="none" cap="none" strike="noStrike">
                <a:solidFill>
                  <a:srgbClr val="FF0000"/>
                </a:solidFill>
                <a:latin typeface="Arial"/>
                <a:ea typeface="Arial"/>
                <a:cs typeface="Arial"/>
                <a:sym typeface="Arial"/>
              </a:rPr>
              <a:t> </a:t>
            </a:r>
            <a:r>
              <a:rPr b="0" i="0" lang="en" sz="1200" u="none" cap="none" strike="noStrike">
                <a:solidFill>
                  <a:srgbClr val="000000"/>
                </a:solidFill>
                <a:latin typeface="Arial"/>
                <a:ea typeface="Arial"/>
                <a:cs typeface="Arial"/>
                <a:sym typeface="Arial"/>
              </a:rPr>
              <a:t>field indicates both the number of elements in the list </a:t>
            </a:r>
            <a:r>
              <a:rPr b="1" i="1" lang="en" sz="1200" u="none" cap="none" strike="noStrike">
                <a:solidFill>
                  <a:srgbClr val="FF0000"/>
                </a:solidFill>
                <a:latin typeface="Arial"/>
                <a:ea typeface="Arial"/>
                <a:cs typeface="Arial"/>
                <a:sym typeface="Arial"/>
              </a:rPr>
              <a:t>and</a:t>
            </a:r>
            <a:r>
              <a:rPr b="0" i="0" lang="en" sz="1200" u="none" cap="none" strike="noStrike">
                <a:solidFill>
                  <a:srgbClr val="FF0000"/>
                </a:solidFill>
                <a:latin typeface="Arial"/>
                <a:ea typeface="Arial"/>
                <a:cs typeface="Arial"/>
                <a:sym typeface="Arial"/>
              </a:rPr>
              <a:t> </a:t>
            </a:r>
            <a:r>
              <a:rPr b="0" i="0" lang="en" sz="1200" u="none" cap="none" strike="noStrike">
                <a:solidFill>
                  <a:srgbClr val="000000"/>
                </a:solidFill>
                <a:latin typeface="Arial"/>
                <a:ea typeface="Arial"/>
                <a:cs typeface="Arial"/>
                <a:sym typeface="Arial"/>
              </a:rPr>
              <a:t>the index at which the next element should be appended.</a:t>
            </a:r>
            <a:endParaRPr b="0" i="0" sz="1200" u="none" cap="none" strike="noStrike">
              <a:solidFill>
                <a:srgbClr val="000000"/>
              </a:solidFill>
              <a:latin typeface="Arial"/>
              <a:ea typeface="Arial"/>
              <a:cs typeface="Arial"/>
              <a:sym typeface="Arial"/>
            </a:endParaRPr>
          </a:p>
        </p:txBody>
      </p:sp>
      <p:grpSp>
        <p:nvGrpSpPr>
          <p:cNvPr id="1018" name="Google Shape;1018;p97"/>
          <p:cNvGrpSpPr/>
          <p:nvPr/>
        </p:nvGrpSpPr>
        <p:grpSpPr>
          <a:xfrm>
            <a:off x="115371" y="2948528"/>
            <a:ext cx="693300" cy="358200"/>
            <a:chOff x="247571" y="2364646"/>
            <a:chExt cx="693300" cy="358200"/>
          </a:xfrm>
        </p:grpSpPr>
        <p:sp>
          <p:nvSpPr>
            <p:cNvPr id="1019" name="Google Shape;1019;p97"/>
            <p:cNvSpPr txBox="1"/>
            <p:nvPr/>
          </p:nvSpPr>
          <p:spPr>
            <a:xfrm>
              <a:off x="247571" y="2520346"/>
              <a:ext cx="693300" cy="202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size=0</a:t>
              </a:r>
              <a:endParaRPr b="0" i="0" sz="1000" u="none" cap="none" strike="noStrike">
                <a:solidFill>
                  <a:srgbClr val="000000"/>
                </a:solidFill>
                <a:latin typeface="Consolas"/>
                <a:ea typeface="Consolas"/>
                <a:cs typeface="Consolas"/>
                <a:sym typeface="Consolas"/>
              </a:endParaRPr>
            </a:p>
          </p:txBody>
        </p:sp>
        <p:cxnSp>
          <p:nvCxnSpPr>
            <p:cNvPr id="1020" name="Google Shape;1020;p97"/>
            <p:cNvCxnSpPr>
              <a:stCxn id="1019" idx="0"/>
            </p:cNvCxnSpPr>
            <p:nvPr/>
          </p:nvCxnSpPr>
          <p:spPr>
            <a:xfrm rot="10800000">
              <a:off x="594221" y="2364646"/>
              <a:ext cx="0" cy="155700"/>
            </a:xfrm>
            <a:prstGeom prst="straightConnector1">
              <a:avLst/>
            </a:prstGeom>
            <a:noFill/>
            <a:ln cap="flat" cmpd="sng" w="19050">
              <a:solidFill>
                <a:srgbClr val="000000"/>
              </a:solidFill>
              <a:prstDash val="solid"/>
              <a:round/>
              <a:headEnd len="sm" w="sm" type="none"/>
              <a:tailEnd len="med" w="med" type="triangle"/>
            </a:ln>
          </p:spPr>
        </p:cxnSp>
      </p:grpSp>
      <p:graphicFrame>
        <p:nvGraphicFramePr>
          <p:cNvPr id="1021" name="Google Shape;1021;p97"/>
          <p:cNvGraphicFramePr/>
          <p:nvPr/>
        </p:nvGraphicFramePr>
        <p:xfrm>
          <a:off x="184200" y="4119808"/>
          <a:ext cx="3000000" cy="3000000"/>
        </p:xfrm>
        <a:graphic>
          <a:graphicData uri="http://schemas.openxmlformats.org/drawingml/2006/table">
            <a:tbl>
              <a:tblPr>
                <a:noFill/>
                <a:tableStyleId>{5D16334A-BD30-4DCF-A821-F696FD12572A}</a:tableStyleId>
              </a:tblPr>
              <a:tblGrid>
                <a:gridCol w="553750"/>
                <a:gridCol w="553750"/>
                <a:gridCol w="553750"/>
                <a:gridCol w="553750"/>
                <a:gridCol w="553750"/>
              </a:tblGrid>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FF0000"/>
                          </a:solidFill>
                          <a:latin typeface="Consolas"/>
                          <a:ea typeface="Consolas"/>
                          <a:cs typeface="Consolas"/>
                          <a:sym typeface="Consolas"/>
                        </a:rPr>
                        <a:t>"a"</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FF0000"/>
                          </a:solidFill>
                          <a:latin typeface="Consolas"/>
                          <a:ea typeface="Consolas"/>
                          <a:cs typeface="Consolas"/>
                          <a:sym typeface="Consolas"/>
                        </a:rPr>
                        <a:t>"b"</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FF0000"/>
                          </a:solidFill>
                          <a:latin typeface="Consolas"/>
                          <a:ea typeface="Consolas"/>
                          <a:cs typeface="Consolas"/>
                          <a:sym typeface="Consolas"/>
                        </a:rPr>
                        <a:t>"c"</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0</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1</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2</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3</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4</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pSp>
        <p:nvGrpSpPr>
          <p:cNvPr id="1022" name="Google Shape;1022;p97"/>
          <p:cNvGrpSpPr/>
          <p:nvPr/>
        </p:nvGrpSpPr>
        <p:grpSpPr>
          <a:xfrm>
            <a:off x="1784886" y="4701128"/>
            <a:ext cx="693300" cy="358200"/>
            <a:chOff x="247571" y="2364646"/>
            <a:chExt cx="693300" cy="358200"/>
          </a:xfrm>
        </p:grpSpPr>
        <p:sp>
          <p:nvSpPr>
            <p:cNvPr id="1023" name="Google Shape;1023;p97"/>
            <p:cNvSpPr txBox="1"/>
            <p:nvPr/>
          </p:nvSpPr>
          <p:spPr>
            <a:xfrm>
              <a:off x="247571" y="2520346"/>
              <a:ext cx="693300" cy="202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size=3</a:t>
              </a:r>
              <a:endParaRPr b="0" i="0" sz="1000" u="none" cap="none" strike="noStrike">
                <a:solidFill>
                  <a:srgbClr val="000000"/>
                </a:solidFill>
                <a:latin typeface="Consolas"/>
                <a:ea typeface="Consolas"/>
                <a:cs typeface="Consolas"/>
                <a:sym typeface="Consolas"/>
              </a:endParaRPr>
            </a:p>
          </p:txBody>
        </p:sp>
        <p:cxnSp>
          <p:nvCxnSpPr>
            <p:cNvPr id="1024" name="Google Shape;1024;p97"/>
            <p:cNvCxnSpPr>
              <a:stCxn id="1023" idx="0"/>
            </p:cNvCxnSpPr>
            <p:nvPr/>
          </p:nvCxnSpPr>
          <p:spPr>
            <a:xfrm rot="10800000">
              <a:off x="594221" y="2364646"/>
              <a:ext cx="0" cy="155700"/>
            </a:xfrm>
            <a:prstGeom prst="straightConnector1">
              <a:avLst/>
            </a:prstGeom>
            <a:noFill/>
            <a:ln cap="flat" cmpd="sng" w="19050">
              <a:solidFill>
                <a:srgbClr val="000000"/>
              </a:solidFill>
              <a:prstDash val="solid"/>
              <a:round/>
              <a:headEnd len="sm" w="sm" type="none"/>
              <a:tailEnd len="med" w="med" type="triangle"/>
            </a:ln>
          </p:spPr>
        </p:cxnSp>
      </p:grpSp>
      <p:sp>
        <p:nvSpPr>
          <p:cNvPr id="1025" name="Google Shape;1025;p97"/>
          <p:cNvSpPr txBox="1"/>
          <p:nvPr/>
        </p:nvSpPr>
        <p:spPr>
          <a:xfrm>
            <a:off x="184225" y="3348900"/>
            <a:ext cx="2768700" cy="670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For example, consider an array-based list onto which </a:t>
            </a:r>
            <a:r>
              <a:rPr b="1" i="1" lang="en" sz="1200" u="none" cap="none" strike="noStrike">
                <a:solidFill>
                  <a:srgbClr val="FF0000"/>
                </a:solidFill>
                <a:latin typeface="Arial"/>
                <a:ea typeface="Arial"/>
                <a:cs typeface="Arial"/>
                <a:sym typeface="Arial"/>
              </a:rPr>
              <a:t>3 elements</a:t>
            </a:r>
            <a:r>
              <a:rPr b="0" i="0" lang="en" sz="1200" u="none" cap="none" strike="noStrike">
                <a:solidFill>
                  <a:srgbClr val="000000"/>
                </a:solidFill>
                <a:latin typeface="Arial"/>
                <a:ea typeface="Arial"/>
                <a:cs typeface="Arial"/>
                <a:sym typeface="Arial"/>
              </a:rPr>
              <a:t> have been appended...</a:t>
            </a:r>
            <a:endParaRPr b="0" i="0" sz="1200" u="none" cap="none" strike="noStrike">
              <a:solidFill>
                <a:srgbClr val="000000"/>
              </a:solidFill>
              <a:latin typeface="Arial"/>
              <a:ea typeface="Arial"/>
              <a:cs typeface="Arial"/>
              <a:sym typeface="Arial"/>
            </a:endParaRPr>
          </a:p>
        </p:txBody>
      </p:sp>
      <p:graphicFrame>
        <p:nvGraphicFramePr>
          <p:cNvPr id="1026" name="Google Shape;1026;p97"/>
          <p:cNvGraphicFramePr/>
          <p:nvPr/>
        </p:nvGraphicFramePr>
        <p:xfrm>
          <a:off x="3198024" y="2236497"/>
          <a:ext cx="3000000" cy="3000000"/>
        </p:xfrm>
        <a:graphic>
          <a:graphicData uri="http://schemas.openxmlformats.org/drawingml/2006/table">
            <a:tbl>
              <a:tblPr>
                <a:noFill/>
                <a:tableStyleId>{5D16334A-BD30-4DCF-A821-F696FD12572A}</a:tableStyleId>
              </a:tblPr>
              <a:tblGrid>
                <a:gridCol w="524750"/>
                <a:gridCol w="524750"/>
                <a:gridCol w="524750"/>
                <a:gridCol w="524750"/>
                <a:gridCol w="524750"/>
              </a:tblGrid>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a:t>
                      </a:r>
                      <a:r>
                        <a:rPr lang="en" sz="1000">
                          <a:latin typeface="Consolas"/>
                          <a:ea typeface="Consolas"/>
                          <a:cs typeface="Consolas"/>
                          <a:sym typeface="Consolas"/>
                        </a:rPr>
                        <a:t>a</a:t>
                      </a:r>
                      <a:r>
                        <a:rPr lang="en" sz="1000" u="none" cap="none" strike="noStrike">
                          <a:latin typeface="Consolas"/>
                          <a:ea typeface="Consolas"/>
                          <a:cs typeface="Consolas"/>
                          <a:sym typeface="Consolas"/>
                        </a:rPr>
                        <a:t>"</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a:t>
                      </a:r>
                      <a:r>
                        <a:rPr lang="en" sz="1000">
                          <a:latin typeface="Consolas"/>
                          <a:ea typeface="Consolas"/>
                          <a:cs typeface="Consolas"/>
                          <a:sym typeface="Consolas"/>
                        </a:rPr>
                        <a:t>b</a:t>
                      </a:r>
                      <a:r>
                        <a:rPr lang="en" sz="1000" u="none" cap="none" strike="noStrike">
                          <a:latin typeface="Consolas"/>
                          <a:ea typeface="Consolas"/>
                          <a:cs typeface="Consolas"/>
                          <a:sym typeface="Consolas"/>
                        </a:rPr>
                        <a:t>"</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"c"</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"d"</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"e"</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0</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1</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2</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3</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4</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graphicFrame>
        <p:nvGraphicFramePr>
          <p:cNvPr id="1027" name="Google Shape;1027;p97"/>
          <p:cNvGraphicFramePr/>
          <p:nvPr/>
        </p:nvGraphicFramePr>
        <p:xfrm>
          <a:off x="3198024" y="3531897"/>
          <a:ext cx="3000000" cy="3000000"/>
        </p:xfrm>
        <a:graphic>
          <a:graphicData uri="http://schemas.openxmlformats.org/drawingml/2006/table">
            <a:tbl>
              <a:tblPr>
                <a:noFill/>
                <a:tableStyleId>{5D16334A-BD30-4DCF-A821-F696FD12572A}</a:tableStyleId>
              </a:tblPr>
              <a:tblGrid>
                <a:gridCol w="525350"/>
                <a:gridCol w="525350"/>
                <a:gridCol w="525350"/>
                <a:gridCol w="525350"/>
                <a:gridCol w="525350"/>
                <a:gridCol w="525350"/>
                <a:gridCol w="525350"/>
                <a:gridCol w="525350"/>
                <a:gridCol w="525350"/>
                <a:gridCol w="525350"/>
              </a:tblGrid>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solidFill>
                          <a:srgbClr val="FF0000"/>
                        </a:solidFill>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latin typeface="Consolas"/>
                          <a:ea typeface="Consolas"/>
                          <a:cs typeface="Consolas"/>
                          <a:sym typeface="Consolas"/>
                        </a:rPr>
                        <a:t>null</a:t>
                      </a:r>
                      <a:endParaRPr sz="1000" u="none" cap="none" strike="noStrike">
                        <a:latin typeface="Consolas"/>
                        <a:ea typeface="Consolas"/>
                        <a:cs typeface="Consolas"/>
                        <a:sym typeface="Consolas"/>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27000">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0</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1</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2</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3</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4</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5</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6</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7</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8</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c>
                  <a:txBody>
                    <a:bodyPr/>
                    <a:lstStyle/>
                    <a:p>
                      <a:pPr indent="0" lvl="0" marL="0" marR="0" rtl="0" algn="ctr">
                        <a:lnSpc>
                          <a:spcPct val="100000"/>
                        </a:lnSpc>
                        <a:spcBef>
                          <a:spcPts val="0"/>
                        </a:spcBef>
                        <a:spcAft>
                          <a:spcPts val="0"/>
                        </a:spcAft>
                        <a:buClr>
                          <a:srgbClr val="000000"/>
                        </a:buClr>
                        <a:buSzPts val="1000"/>
                        <a:buFont typeface="Arial"/>
                        <a:buNone/>
                      </a:pPr>
                      <a:r>
                        <a:rPr lang="en" sz="1000" u="none" cap="none" strike="noStrike">
                          <a:solidFill>
                            <a:srgbClr val="4A86E8"/>
                          </a:solidFill>
                          <a:latin typeface="Consolas"/>
                          <a:ea typeface="Consolas"/>
                          <a:cs typeface="Consolas"/>
                          <a:sym typeface="Consolas"/>
                        </a:rPr>
                        <a:t>9</a:t>
                      </a:r>
                      <a:endParaRPr sz="1000" u="none" cap="none" strike="noStrike">
                        <a:solidFill>
                          <a:srgbClr val="4A86E8"/>
                        </a:solidFill>
                        <a:latin typeface="Consolas"/>
                        <a:ea typeface="Consolas"/>
                        <a:cs typeface="Consolas"/>
                        <a:sym typeface="Consolas"/>
                      </a:endParaRPr>
                    </a:p>
                  </a:txBody>
                  <a:tcPr marT="91425" marB="91425" marR="91425" marL="91425">
                    <a:lnL cap="flat" cmpd="sng" w="9525">
                      <a:solidFill>
                        <a:srgbClr val="9E9E9E">
                          <a:alpha val="0"/>
                        </a:srgbClr>
                      </a:solidFill>
                      <a:prstDash val="solid"/>
                      <a:round/>
                      <a:headEnd len="sm" w="sm" type="none"/>
                      <a:tailEnd len="sm" w="sm" type="none"/>
                    </a:lnL>
                    <a:lnR cap="flat" cmpd="sng" w="9525">
                      <a:solidFill>
                        <a:srgbClr val="9E9E9E">
                          <a:alpha val="0"/>
                        </a:srgbClr>
                      </a:solidFill>
                      <a:prstDash val="solid"/>
                      <a:round/>
                      <a:headEnd len="sm" w="sm" type="none"/>
                      <a:tailEnd len="sm" w="sm" type="none"/>
                    </a:lnR>
                    <a:lnT cap="flat" cmpd="sng" w="19050">
                      <a:solidFill>
                        <a:srgbClr val="000000"/>
                      </a:solidFill>
                      <a:prstDash val="solid"/>
                      <a:round/>
                      <a:headEnd len="sm" w="sm" type="none"/>
                      <a:tailEnd len="sm" w="sm" type="none"/>
                    </a:lnT>
                    <a:lnB cap="flat" cmpd="sng" w="9525">
                      <a:solidFill>
                        <a:srgbClr val="9E9E9E">
                          <a:alpha val="0"/>
                        </a:srgbClr>
                      </a:solidFill>
                      <a:prstDash val="solid"/>
                      <a:round/>
                      <a:headEnd len="sm" w="sm" type="none"/>
                      <a:tailEnd len="sm" w="sm" type="none"/>
                    </a:lnB>
                  </a:tcPr>
                </a:tc>
              </a:tr>
            </a:tbl>
          </a:graphicData>
        </a:graphic>
      </p:graphicFrame>
      <p:sp>
        <p:nvSpPr>
          <p:cNvPr id="1028" name="Google Shape;1028;p97"/>
          <p:cNvSpPr txBox="1"/>
          <p:nvPr/>
        </p:nvSpPr>
        <p:spPr>
          <a:xfrm>
            <a:off x="3204946" y="1410906"/>
            <a:ext cx="2623800" cy="660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The challenge occurs when the </a:t>
            </a:r>
            <a:r>
              <a:rPr b="1" i="1" lang="en" sz="1200" u="none" cap="none" strike="noStrike">
                <a:solidFill>
                  <a:srgbClr val="FF0000"/>
                </a:solidFill>
                <a:latin typeface="Arial"/>
                <a:ea typeface="Arial"/>
                <a:cs typeface="Arial"/>
                <a:sym typeface="Arial"/>
              </a:rPr>
              <a:t>size</a:t>
            </a:r>
            <a:r>
              <a:rPr b="0" i="0" lang="en" sz="1200" u="none" cap="none" strike="noStrike">
                <a:solidFill>
                  <a:srgbClr val="000000"/>
                </a:solidFill>
                <a:latin typeface="Arial"/>
                <a:ea typeface="Arial"/>
                <a:cs typeface="Arial"/>
                <a:sym typeface="Arial"/>
              </a:rPr>
              <a:t> is equal to the </a:t>
            </a:r>
            <a:r>
              <a:rPr b="1" i="1" lang="en" sz="1200" u="none" cap="none" strike="noStrike">
                <a:solidFill>
                  <a:srgbClr val="FF0000"/>
                </a:solidFill>
                <a:latin typeface="Arial"/>
                <a:ea typeface="Arial"/>
                <a:cs typeface="Arial"/>
                <a:sym typeface="Arial"/>
              </a:rPr>
              <a:t>capacity </a:t>
            </a:r>
            <a:r>
              <a:rPr b="0" i="0" lang="en" sz="1200" u="none" cap="none" strike="noStrike">
                <a:solidFill>
                  <a:srgbClr val="000000"/>
                </a:solidFill>
                <a:latin typeface="Arial"/>
                <a:ea typeface="Arial"/>
                <a:cs typeface="Arial"/>
                <a:sym typeface="Arial"/>
              </a:rPr>
              <a:t>of the array; the array must be </a:t>
            </a:r>
            <a:r>
              <a:rPr b="1" i="1" lang="en" sz="1200" u="none" cap="none" strike="noStrike">
                <a:solidFill>
                  <a:srgbClr val="FF0000"/>
                </a:solidFill>
                <a:latin typeface="Arial"/>
                <a:ea typeface="Arial"/>
                <a:cs typeface="Arial"/>
                <a:sym typeface="Arial"/>
              </a:rPr>
              <a:t>resized</a:t>
            </a:r>
            <a:r>
              <a:rPr b="0" i="0" lang="en" sz="1200" u="none" cap="none" strike="noStrike">
                <a:solidFill>
                  <a:srgbClr val="000000"/>
                </a:solidFill>
                <a:latin typeface="Arial"/>
                <a:ea typeface="Arial"/>
                <a:cs typeface="Arial"/>
                <a:sym typeface="Arial"/>
              </a:rPr>
              <a:t>.</a:t>
            </a:r>
            <a:endParaRPr b="0" i="0" sz="1200" u="none" cap="none" strike="noStrike">
              <a:solidFill>
                <a:srgbClr val="000000"/>
              </a:solidFill>
              <a:latin typeface="Arial"/>
              <a:ea typeface="Arial"/>
              <a:cs typeface="Arial"/>
              <a:sym typeface="Arial"/>
            </a:endParaRPr>
          </a:p>
        </p:txBody>
      </p:sp>
      <p:sp>
        <p:nvSpPr>
          <p:cNvPr id="1029" name="Google Shape;1029;p97"/>
          <p:cNvSpPr txBox="1"/>
          <p:nvPr/>
        </p:nvSpPr>
        <p:spPr>
          <a:xfrm>
            <a:off x="6398925" y="1410900"/>
            <a:ext cx="2623800" cy="825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The process is much more straightforward than resizing a queue. First, create an array that is </a:t>
            </a:r>
            <a:r>
              <a:rPr b="1" i="1" lang="en" sz="1200" u="none" cap="none" strike="noStrike">
                <a:solidFill>
                  <a:srgbClr val="FF0000"/>
                </a:solidFill>
                <a:latin typeface="Arial"/>
                <a:ea typeface="Arial"/>
                <a:cs typeface="Arial"/>
                <a:sym typeface="Arial"/>
              </a:rPr>
              <a:t>double the size</a:t>
            </a:r>
            <a:r>
              <a:rPr b="0" i="0" lang="en" sz="1200" u="none" cap="none" strike="noStrike">
                <a:solidFill>
                  <a:srgbClr val="000000"/>
                </a:solidFill>
                <a:latin typeface="Arial"/>
                <a:ea typeface="Arial"/>
                <a:cs typeface="Arial"/>
                <a:sym typeface="Arial"/>
              </a:rPr>
              <a:t>...</a:t>
            </a:r>
            <a:endParaRPr b="0" i="0" sz="1200" u="none" cap="none" strike="noStrike">
              <a:solidFill>
                <a:srgbClr val="000000"/>
              </a:solidFill>
              <a:latin typeface="Arial"/>
              <a:ea typeface="Arial"/>
              <a:cs typeface="Arial"/>
              <a:sym typeface="Arial"/>
            </a:endParaRPr>
          </a:p>
        </p:txBody>
      </p:sp>
      <p:sp>
        <p:nvSpPr>
          <p:cNvPr id="1030" name="Google Shape;1030;p97"/>
          <p:cNvSpPr txBox="1"/>
          <p:nvPr/>
        </p:nvSpPr>
        <p:spPr>
          <a:xfrm>
            <a:off x="6389125" y="2378050"/>
            <a:ext cx="2623800" cy="10308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...and then </a:t>
            </a:r>
            <a:r>
              <a:rPr b="1" i="1" lang="en" sz="1200" u="none" cap="none" strike="noStrike">
                <a:solidFill>
                  <a:srgbClr val="FF0000"/>
                </a:solidFill>
                <a:latin typeface="Arial"/>
                <a:ea typeface="Arial"/>
                <a:cs typeface="Arial"/>
                <a:sym typeface="Arial"/>
              </a:rPr>
              <a:t>copy </a:t>
            </a:r>
            <a:r>
              <a:rPr b="0" i="0" lang="en" sz="1200" u="none" cap="none" strike="noStrike">
                <a:solidFill>
                  <a:srgbClr val="000000"/>
                </a:solidFill>
                <a:latin typeface="Arial"/>
                <a:ea typeface="Arial"/>
                <a:cs typeface="Arial"/>
                <a:sym typeface="Arial"/>
              </a:rPr>
              <a:t>each element into the </a:t>
            </a:r>
            <a:r>
              <a:rPr b="1" i="1" lang="en" sz="1200" u="none" cap="none" strike="noStrike">
                <a:solidFill>
                  <a:srgbClr val="FF0000"/>
                </a:solidFill>
                <a:latin typeface="Arial"/>
                <a:ea typeface="Arial"/>
                <a:cs typeface="Arial"/>
                <a:sym typeface="Arial"/>
              </a:rPr>
              <a:t>same</a:t>
            </a:r>
            <a:r>
              <a:rPr b="0" i="0" lang="en" sz="1200" u="none" cap="none" strike="noStrike">
                <a:solidFill>
                  <a:srgbClr val="FF0000"/>
                </a:solidFill>
                <a:latin typeface="Arial"/>
                <a:ea typeface="Arial"/>
                <a:cs typeface="Arial"/>
                <a:sym typeface="Arial"/>
              </a:rPr>
              <a:t> </a:t>
            </a:r>
            <a:r>
              <a:rPr b="1" i="1" lang="en" sz="1200" u="none" cap="none" strike="noStrike">
                <a:solidFill>
                  <a:srgbClr val="FF0000"/>
                </a:solidFill>
                <a:latin typeface="Arial"/>
                <a:ea typeface="Arial"/>
                <a:cs typeface="Arial"/>
                <a:sym typeface="Arial"/>
              </a:rPr>
              <a:t>index</a:t>
            </a:r>
            <a:r>
              <a:rPr b="0" i="0" lang="en" sz="1200" u="none" cap="none" strike="noStrike">
                <a:solidFill>
                  <a:srgbClr val="000000"/>
                </a:solidFill>
                <a:latin typeface="Arial"/>
                <a:ea typeface="Arial"/>
                <a:cs typeface="Arial"/>
                <a:sym typeface="Arial"/>
              </a:rPr>
              <a:t> in the new array. There is no need to move any values around and the size </a:t>
            </a:r>
            <a:r>
              <a:rPr b="1" i="1" lang="en" sz="1200" u="none" cap="none" strike="noStrike">
                <a:solidFill>
                  <a:srgbClr val="FF0000"/>
                </a:solidFill>
                <a:latin typeface="Arial"/>
                <a:ea typeface="Arial"/>
                <a:cs typeface="Arial"/>
                <a:sym typeface="Arial"/>
              </a:rPr>
              <a:t>doesn't change</a:t>
            </a:r>
            <a:r>
              <a:rPr b="0" i="0" lang="en" sz="1200" u="none" cap="none" strike="noStrike">
                <a:solidFill>
                  <a:srgbClr val="000000"/>
                </a:solidFill>
                <a:latin typeface="Arial"/>
                <a:ea typeface="Arial"/>
                <a:cs typeface="Arial"/>
                <a:sym typeface="Arial"/>
              </a:rPr>
              <a:t>.</a:t>
            </a:r>
            <a:endParaRPr b="0" i="0" sz="1200" u="none" cap="none" strike="noStrike">
              <a:solidFill>
                <a:srgbClr val="000000"/>
              </a:solidFill>
              <a:latin typeface="Arial"/>
              <a:ea typeface="Arial"/>
              <a:cs typeface="Arial"/>
              <a:sym typeface="Arial"/>
            </a:endParaRPr>
          </a:p>
        </p:txBody>
      </p:sp>
      <p:grpSp>
        <p:nvGrpSpPr>
          <p:cNvPr id="1031" name="Google Shape;1031;p97"/>
          <p:cNvGrpSpPr/>
          <p:nvPr/>
        </p:nvGrpSpPr>
        <p:grpSpPr>
          <a:xfrm>
            <a:off x="5747286" y="2796128"/>
            <a:ext cx="693300" cy="358200"/>
            <a:chOff x="399971" y="2364646"/>
            <a:chExt cx="693300" cy="358200"/>
          </a:xfrm>
        </p:grpSpPr>
        <p:sp>
          <p:nvSpPr>
            <p:cNvPr id="1032" name="Google Shape;1032;p97"/>
            <p:cNvSpPr txBox="1"/>
            <p:nvPr/>
          </p:nvSpPr>
          <p:spPr>
            <a:xfrm>
              <a:off x="399971" y="2520346"/>
              <a:ext cx="693300" cy="202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size=5</a:t>
              </a:r>
              <a:endParaRPr b="0" i="0" sz="1000" u="none" cap="none" strike="noStrike">
                <a:solidFill>
                  <a:srgbClr val="000000"/>
                </a:solidFill>
                <a:latin typeface="Consolas"/>
                <a:ea typeface="Consolas"/>
                <a:cs typeface="Consolas"/>
                <a:sym typeface="Consolas"/>
              </a:endParaRPr>
            </a:p>
          </p:txBody>
        </p:sp>
        <p:cxnSp>
          <p:nvCxnSpPr>
            <p:cNvPr id="1033" name="Google Shape;1033;p97"/>
            <p:cNvCxnSpPr>
              <a:stCxn id="1032" idx="0"/>
            </p:cNvCxnSpPr>
            <p:nvPr/>
          </p:nvCxnSpPr>
          <p:spPr>
            <a:xfrm rot="10800000">
              <a:off x="746621" y="2364646"/>
              <a:ext cx="0" cy="155700"/>
            </a:xfrm>
            <a:prstGeom prst="straightConnector1">
              <a:avLst/>
            </a:prstGeom>
            <a:noFill/>
            <a:ln cap="flat" cmpd="sng" w="19050">
              <a:solidFill>
                <a:srgbClr val="000000"/>
              </a:solidFill>
              <a:prstDash val="solid"/>
              <a:round/>
              <a:headEnd len="sm" w="sm" type="none"/>
              <a:tailEnd len="med" w="med" type="triangle"/>
            </a:ln>
          </p:spPr>
        </p:cxnSp>
      </p:grpSp>
      <p:sp>
        <p:nvSpPr>
          <p:cNvPr id="1034" name="Google Shape;1034;p97"/>
          <p:cNvSpPr txBox="1"/>
          <p:nvPr/>
        </p:nvSpPr>
        <p:spPr>
          <a:xfrm>
            <a:off x="3226171" y="3577171"/>
            <a:ext cx="465600" cy="250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a</a:t>
            </a:r>
            <a:r>
              <a:rPr b="0" i="0" lang="en" sz="1000" u="none" cap="none" strike="noStrike">
                <a:solidFill>
                  <a:srgbClr val="FF0000"/>
                </a:solidFill>
                <a:latin typeface="Consolas"/>
                <a:ea typeface="Consolas"/>
                <a:cs typeface="Consolas"/>
                <a:sym typeface="Consolas"/>
              </a:rPr>
              <a:t>"</a:t>
            </a:r>
            <a:endParaRPr b="0" i="0" sz="1000" u="none" cap="none" strike="noStrike">
              <a:solidFill>
                <a:srgbClr val="FF0000"/>
              </a:solidFill>
              <a:latin typeface="Consolas"/>
              <a:ea typeface="Consolas"/>
              <a:cs typeface="Consolas"/>
              <a:sym typeface="Consolas"/>
            </a:endParaRPr>
          </a:p>
        </p:txBody>
      </p:sp>
      <p:sp>
        <p:nvSpPr>
          <p:cNvPr id="1035" name="Google Shape;1035;p97"/>
          <p:cNvSpPr txBox="1"/>
          <p:nvPr/>
        </p:nvSpPr>
        <p:spPr>
          <a:xfrm>
            <a:off x="3759571" y="3577171"/>
            <a:ext cx="465600" cy="250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b</a:t>
            </a:r>
            <a:r>
              <a:rPr b="0" i="0" lang="en" sz="1000" u="none" cap="none" strike="noStrike">
                <a:solidFill>
                  <a:srgbClr val="FF0000"/>
                </a:solidFill>
                <a:latin typeface="Consolas"/>
                <a:ea typeface="Consolas"/>
                <a:cs typeface="Consolas"/>
                <a:sym typeface="Consolas"/>
              </a:rPr>
              <a:t>"</a:t>
            </a:r>
            <a:endParaRPr b="0" i="0" sz="1000" u="none" cap="none" strike="noStrike">
              <a:solidFill>
                <a:srgbClr val="FF0000"/>
              </a:solidFill>
              <a:latin typeface="Consolas"/>
              <a:ea typeface="Consolas"/>
              <a:cs typeface="Consolas"/>
              <a:sym typeface="Consolas"/>
            </a:endParaRPr>
          </a:p>
        </p:txBody>
      </p:sp>
      <p:sp>
        <p:nvSpPr>
          <p:cNvPr id="1036" name="Google Shape;1036;p97"/>
          <p:cNvSpPr txBox="1"/>
          <p:nvPr/>
        </p:nvSpPr>
        <p:spPr>
          <a:xfrm>
            <a:off x="4280112" y="3577171"/>
            <a:ext cx="465600" cy="250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c</a:t>
            </a:r>
            <a:r>
              <a:rPr b="0" i="0" lang="en" sz="1000" u="none" cap="none" strike="noStrike">
                <a:solidFill>
                  <a:srgbClr val="FF0000"/>
                </a:solidFill>
                <a:latin typeface="Consolas"/>
                <a:ea typeface="Consolas"/>
                <a:cs typeface="Consolas"/>
                <a:sym typeface="Consolas"/>
              </a:rPr>
              <a:t>"</a:t>
            </a:r>
            <a:endParaRPr b="0" i="0" sz="1000" u="none" cap="none" strike="noStrike">
              <a:solidFill>
                <a:srgbClr val="FF0000"/>
              </a:solidFill>
              <a:latin typeface="Consolas"/>
              <a:ea typeface="Consolas"/>
              <a:cs typeface="Consolas"/>
              <a:sym typeface="Consolas"/>
            </a:endParaRPr>
          </a:p>
        </p:txBody>
      </p:sp>
      <p:sp>
        <p:nvSpPr>
          <p:cNvPr id="1037" name="Google Shape;1037;p97"/>
          <p:cNvSpPr txBox="1"/>
          <p:nvPr/>
        </p:nvSpPr>
        <p:spPr>
          <a:xfrm>
            <a:off x="4813512" y="3577171"/>
            <a:ext cx="465600" cy="250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d</a:t>
            </a:r>
            <a:r>
              <a:rPr b="0" i="0" lang="en" sz="1000" u="none" cap="none" strike="noStrike">
                <a:solidFill>
                  <a:srgbClr val="FF0000"/>
                </a:solidFill>
                <a:latin typeface="Consolas"/>
                <a:ea typeface="Consolas"/>
                <a:cs typeface="Consolas"/>
                <a:sym typeface="Consolas"/>
              </a:rPr>
              <a:t>"</a:t>
            </a:r>
            <a:endParaRPr b="0" i="0" sz="1000" u="none" cap="none" strike="noStrike">
              <a:solidFill>
                <a:srgbClr val="FF0000"/>
              </a:solidFill>
              <a:latin typeface="Consolas"/>
              <a:ea typeface="Consolas"/>
              <a:cs typeface="Consolas"/>
              <a:sym typeface="Consolas"/>
            </a:endParaRPr>
          </a:p>
        </p:txBody>
      </p:sp>
      <p:sp>
        <p:nvSpPr>
          <p:cNvPr id="1038" name="Google Shape;1038;p97"/>
          <p:cNvSpPr txBox="1"/>
          <p:nvPr/>
        </p:nvSpPr>
        <p:spPr>
          <a:xfrm>
            <a:off x="5346912" y="3577171"/>
            <a:ext cx="465600" cy="250800"/>
          </a:xfrm>
          <a:prstGeom prst="rect">
            <a:avLst/>
          </a:prstGeom>
          <a:solidFill>
            <a:srgbClr val="FFFFFF"/>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FF0000"/>
                </a:solidFill>
                <a:latin typeface="Consolas"/>
                <a:ea typeface="Consolas"/>
                <a:cs typeface="Consolas"/>
                <a:sym typeface="Consolas"/>
              </a:rPr>
              <a:t>"</a:t>
            </a:r>
            <a:r>
              <a:rPr lang="en" sz="1000">
                <a:solidFill>
                  <a:srgbClr val="FF0000"/>
                </a:solidFill>
                <a:latin typeface="Consolas"/>
                <a:ea typeface="Consolas"/>
                <a:cs typeface="Consolas"/>
                <a:sym typeface="Consolas"/>
              </a:rPr>
              <a:t>e</a:t>
            </a:r>
            <a:r>
              <a:rPr b="0" i="0" lang="en" sz="1000" u="none" cap="none" strike="noStrike">
                <a:solidFill>
                  <a:srgbClr val="FF0000"/>
                </a:solidFill>
                <a:latin typeface="Consolas"/>
                <a:ea typeface="Consolas"/>
                <a:cs typeface="Consolas"/>
                <a:sym typeface="Consolas"/>
              </a:rPr>
              <a:t>"</a:t>
            </a:r>
            <a:endParaRPr b="0" i="0" sz="1000" u="none" cap="none" strike="noStrike">
              <a:solidFill>
                <a:srgbClr val="FF0000"/>
              </a:solidFill>
              <a:latin typeface="Consolas"/>
              <a:ea typeface="Consolas"/>
              <a:cs typeface="Consolas"/>
              <a:sym typeface="Consolas"/>
            </a:endParaRPr>
          </a:p>
        </p:txBody>
      </p:sp>
      <p:cxnSp>
        <p:nvCxnSpPr>
          <p:cNvPr id="1039" name="Google Shape;1039;p97"/>
          <p:cNvCxnSpPr/>
          <p:nvPr/>
        </p:nvCxnSpPr>
        <p:spPr>
          <a:xfrm>
            <a:off x="3463004" y="2823366"/>
            <a:ext cx="0" cy="640500"/>
          </a:xfrm>
          <a:prstGeom prst="straightConnector1">
            <a:avLst/>
          </a:prstGeom>
          <a:noFill/>
          <a:ln cap="flat" cmpd="sng" w="19050">
            <a:solidFill>
              <a:srgbClr val="FF0000"/>
            </a:solidFill>
            <a:prstDash val="solid"/>
            <a:round/>
            <a:headEnd len="sm" w="sm" type="none"/>
            <a:tailEnd len="med" w="med" type="triangle"/>
          </a:ln>
        </p:spPr>
      </p:cxnSp>
      <p:cxnSp>
        <p:nvCxnSpPr>
          <p:cNvPr id="1040" name="Google Shape;1040;p97"/>
          <p:cNvCxnSpPr/>
          <p:nvPr/>
        </p:nvCxnSpPr>
        <p:spPr>
          <a:xfrm>
            <a:off x="3989518" y="2823366"/>
            <a:ext cx="0" cy="640500"/>
          </a:xfrm>
          <a:prstGeom prst="straightConnector1">
            <a:avLst/>
          </a:prstGeom>
          <a:noFill/>
          <a:ln cap="flat" cmpd="sng" w="19050">
            <a:solidFill>
              <a:srgbClr val="FF0000"/>
            </a:solidFill>
            <a:prstDash val="solid"/>
            <a:round/>
            <a:headEnd len="sm" w="sm" type="none"/>
            <a:tailEnd len="med" w="med" type="triangle"/>
          </a:ln>
        </p:spPr>
      </p:cxnSp>
      <p:cxnSp>
        <p:nvCxnSpPr>
          <p:cNvPr id="1041" name="Google Shape;1041;p97"/>
          <p:cNvCxnSpPr/>
          <p:nvPr/>
        </p:nvCxnSpPr>
        <p:spPr>
          <a:xfrm>
            <a:off x="4509147" y="2823366"/>
            <a:ext cx="0" cy="640500"/>
          </a:xfrm>
          <a:prstGeom prst="straightConnector1">
            <a:avLst/>
          </a:prstGeom>
          <a:noFill/>
          <a:ln cap="flat" cmpd="sng" w="19050">
            <a:solidFill>
              <a:srgbClr val="FF0000"/>
            </a:solidFill>
            <a:prstDash val="solid"/>
            <a:round/>
            <a:headEnd len="sm" w="sm" type="none"/>
            <a:tailEnd len="med" w="med" type="triangle"/>
          </a:ln>
        </p:spPr>
      </p:cxnSp>
      <p:cxnSp>
        <p:nvCxnSpPr>
          <p:cNvPr id="1042" name="Google Shape;1042;p97"/>
          <p:cNvCxnSpPr/>
          <p:nvPr/>
        </p:nvCxnSpPr>
        <p:spPr>
          <a:xfrm>
            <a:off x="5035662" y="2823366"/>
            <a:ext cx="0" cy="640500"/>
          </a:xfrm>
          <a:prstGeom prst="straightConnector1">
            <a:avLst/>
          </a:prstGeom>
          <a:noFill/>
          <a:ln cap="flat" cmpd="sng" w="19050">
            <a:solidFill>
              <a:srgbClr val="FF0000"/>
            </a:solidFill>
            <a:prstDash val="solid"/>
            <a:round/>
            <a:headEnd len="sm" w="sm" type="none"/>
            <a:tailEnd len="med" w="med" type="triangle"/>
          </a:ln>
        </p:spPr>
      </p:cxnSp>
      <p:cxnSp>
        <p:nvCxnSpPr>
          <p:cNvPr id="1043" name="Google Shape;1043;p97"/>
          <p:cNvCxnSpPr/>
          <p:nvPr/>
        </p:nvCxnSpPr>
        <p:spPr>
          <a:xfrm>
            <a:off x="5562176" y="2823366"/>
            <a:ext cx="0" cy="640500"/>
          </a:xfrm>
          <a:prstGeom prst="straightConnector1">
            <a:avLst/>
          </a:prstGeom>
          <a:noFill/>
          <a:ln cap="flat" cmpd="sng" w="19050">
            <a:solidFill>
              <a:srgbClr val="FF0000"/>
            </a:solidFill>
            <a:prstDash val="solid"/>
            <a:round/>
            <a:headEnd len="sm" w="sm" type="none"/>
            <a:tailEnd len="med" w="med" type="triangle"/>
          </a:ln>
        </p:spPr>
      </p:cxnSp>
      <p:grpSp>
        <p:nvGrpSpPr>
          <p:cNvPr id="1044" name="Google Shape;1044;p97"/>
          <p:cNvGrpSpPr/>
          <p:nvPr/>
        </p:nvGrpSpPr>
        <p:grpSpPr>
          <a:xfrm>
            <a:off x="5740400" y="4105299"/>
            <a:ext cx="693300" cy="358200"/>
            <a:chOff x="323771" y="2364646"/>
            <a:chExt cx="693300" cy="358200"/>
          </a:xfrm>
        </p:grpSpPr>
        <p:sp>
          <p:nvSpPr>
            <p:cNvPr id="1045" name="Google Shape;1045;p97"/>
            <p:cNvSpPr txBox="1"/>
            <p:nvPr/>
          </p:nvSpPr>
          <p:spPr>
            <a:xfrm>
              <a:off x="323771" y="2520346"/>
              <a:ext cx="693300" cy="2025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Consolas"/>
                  <a:ea typeface="Consolas"/>
                  <a:cs typeface="Consolas"/>
                  <a:sym typeface="Consolas"/>
                </a:rPr>
                <a:t>size=5</a:t>
              </a:r>
              <a:endParaRPr b="0" i="0" sz="1000" u="none" cap="none" strike="noStrike">
                <a:solidFill>
                  <a:srgbClr val="000000"/>
                </a:solidFill>
                <a:latin typeface="Consolas"/>
                <a:ea typeface="Consolas"/>
                <a:cs typeface="Consolas"/>
                <a:sym typeface="Consolas"/>
              </a:endParaRPr>
            </a:p>
          </p:txBody>
        </p:sp>
        <p:cxnSp>
          <p:nvCxnSpPr>
            <p:cNvPr id="1046" name="Google Shape;1046;p97"/>
            <p:cNvCxnSpPr>
              <a:stCxn id="1045" idx="0"/>
            </p:cNvCxnSpPr>
            <p:nvPr/>
          </p:nvCxnSpPr>
          <p:spPr>
            <a:xfrm rot="10800000">
              <a:off x="670421" y="2364646"/>
              <a:ext cx="0" cy="155700"/>
            </a:xfrm>
            <a:prstGeom prst="straightConnector1">
              <a:avLst/>
            </a:prstGeom>
            <a:noFill/>
            <a:ln cap="flat" cmpd="sng" w="19050">
              <a:solidFill>
                <a:srgbClr val="000000"/>
              </a:solidFill>
              <a:prstDash val="solid"/>
              <a:round/>
              <a:headEnd len="sm" w="sm" type="none"/>
              <a:tailEnd len="med" w="med" type="triangle"/>
            </a:ln>
          </p:spPr>
        </p:cxnSp>
      </p:grpSp>
      <p:sp>
        <p:nvSpPr>
          <p:cNvPr id="1047" name="Google Shape;1047;p97"/>
          <p:cNvSpPr txBox="1"/>
          <p:nvPr/>
        </p:nvSpPr>
        <p:spPr>
          <a:xfrm>
            <a:off x="6404536" y="4188386"/>
            <a:ext cx="2623800" cy="825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FF0000"/>
                </a:solidFill>
                <a:latin typeface="Courier New"/>
                <a:ea typeface="Courier New"/>
                <a:cs typeface="Courier New"/>
                <a:sym typeface="Courier New"/>
              </a:rPr>
              <a:t>Arrays.copyOf(orig, size)</a:t>
            </a:r>
            <a:r>
              <a:rPr b="0" i="0" lang="en" sz="1200" u="none" cap="none" strike="noStrike">
                <a:solidFill>
                  <a:srgbClr val="000000"/>
                </a:solidFill>
                <a:latin typeface="Arial"/>
                <a:ea typeface="Arial"/>
                <a:cs typeface="Arial"/>
                <a:sym typeface="Arial"/>
              </a:rPr>
              <a:t> is a static method that returns a </a:t>
            </a:r>
            <a:r>
              <a:rPr b="1" i="1" lang="en" sz="1200" u="none" cap="none" strike="noStrike">
                <a:solidFill>
                  <a:srgbClr val="FF0000"/>
                </a:solidFill>
                <a:latin typeface="Arial"/>
                <a:ea typeface="Arial"/>
                <a:cs typeface="Arial"/>
                <a:sym typeface="Arial"/>
              </a:rPr>
              <a:t>new array</a:t>
            </a:r>
            <a:r>
              <a:rPr b="0" i="0" lang="en" sz="1200" u="none" cap="none" strike="noStrike">
                <a:solidFill>
                  <a:srgbClr val="000000"/>
                </a:solidFill>
                <a:latin typeface="Arial"/>
                <a:ea typeface="Arial"/>
                <a:cs typeface="Arial"/>
                <a:sym typeface="Arial"/>
              </a:rPr>
              <a:t> of the specified </a:t>
            </a:r>
            <a:r>
              <a:rPr b="0" i="0" lang="en" sz="1200" u="none" cap="none" strike="noStrike">
                <a:solidFill>
                  <a:srgbClr val="000000"/>
                </a:solidFill>
                <a:latin typeface="Courier New"/>
                <a:ea typeface="Courier New"/>
                <a:cs typeface="Courier New"/>
                <a:sym typeface="Courier New"/>
              </a:rPr>
              <a:t>size</a:t>
            </a:r>
            <a:r>
              <a:rPr b="0" i="0" lang="en" sz="1200" u="none" cap="none" strike="noStrike">
                <a:solidFill>
                  <a:srgbClr val="000000"/>
                </a:solidFill>
                <a:latin typeface="Arial"/>
                <a:ea typeface="Arial"/>
                <a:cs typeface="Arial"/>
                <a:sym typeface="Arial"/>
              </a:rPr>
              <a:t> with all of the elements </a:t>
            </a:r>
            <a:r>
              <a:rPr b="1" i="1" lang="en" sz="1200" u="none" cap="none" strike="noStrike">
                <a:solidFill>
                  <a:srgbClr val="FF0000"/>
                </a:solidFill>
                <a:latin typeface="Arial"/>
                <a:ea typeface="Arial"/>
                <a:cs typeface="Arial"/>
                <a:sym typeface="Arial"/>
              </a:rPr>
              <a:t>copied</a:t>
            </a:r>
            <a:r>
              <a:rPr b="0" i="0" lang="en" sz="1200" u="none" cap="none" strike="noStrike">
                <a:solidFill>
                  <a:srgbClr val="FF0000"/>
                </a:solidFill>
                <a:latin typeface="Arial"/>
                <a:ea typeface="Arial"/>
                <a:cs typeface="Arial"/>
                <a:sym typeface="Arial"/>
              </a:rPr>
              <a:t> </a:t>
            </a:r>
            <a:r>
              <a:rPr b="0" i="0" lang="en" sz="1200" u="none" cap="none" strike="noStrike">
                <a:solidFill>
                  <a:srgbClr val="000000"/>
                </a:solidFill>
                <a:latin typeface="Arial"/>
                <a:ea typeface="Arial"/>
                <a:cs typeface="Arial"/>
                <a:sym typeface="Arial"/>
              </a:rPr>
              <a:t>from </a:t>
            </a:r>
            <a:r>
              <a:rPr b="0" i="0" lang="en" sz="1200" u="none" cap="none" strike="noStrike">
                <a:solidFill>
                  <a:srgbClr val="000000"/>
                </a:solidFill>
                <a:latin typeface="Courier New"/>
                <a:ea typeface="Courier New"/>
                <a:cs typeface="Courier New"/>
                <a:sym typeface="Courier New"/>
              </a:rPr>
              <a:t>orig</a:t>
            </a:r>
            <a:r>
              <a:rPr b="0" i="0" lang="en" sz="1200" u="none" cap="none" strike="noStrike">
                <a:solidFill>
                  <a:srgbClr val="000000"/>
                </a:solidFill>
                <a:latin typeface="Arial"/>
                <a:ea typeface="Arial"/>
                <a:cs typeface="Arial"/>
                <a:sym typeface="Arial"/>
              </a:rPr>
              <a:t>.</a:t>
            </a:r>
            <a:endParaRPr b="0" i="0" sz="12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17"/>
                                        </p:tgtEl>
                                        <p:attrNameLst>
                                          <p:attrName>style.visibility</p:attrName>
                                        </p:attrNameLst>
                                      </p:cBhvr>
                                      <p:to>
                                        <p:strVal val="visible"/>
                                      </p:to>
                                    </p:set>
                                    <p:animEffect filter="fade" transition="in">
                                      <p:cBhvr>
                                        <p:cTn dur="1000"/>
                                        <p:tgtEl>
                                          <p:spTgt spid="101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16"/>
                                        </p:tgtEl>
                                        <p:attrNameLst>
                                          <p:attrName>style.visibility</p:attrName>
                                        </p:attrNameLst>
                                      </p:cBhvr>
                                      <p:to>
                                        <p:strVal val="visible"/>
                                      </p:to>
                                    </p:set>
                                    <p:animEffect filter="fade" transition="in">
                                      <p:cBhvr>
                                        <p:cTn dur="1000"/>
                                        <p:tgtEl>
                                          <p:spTgt spid="1016"/>
                                        </p:tgtEl>
                                      </p:cBhvr>
                                    </p:animEffect>
                                  </p:childTnLst>
                                </p:cTn>
                              </p:par>
                              <p:par>
                                <p:cTn fill="hold" nodeType="withEffect" presetClass="entr" presetID="10" presetSubtype="0">
                                  <p:stCondLst>
                                    <p:cond delay="0"/>
                                  </p:stCondLst>
                                  <p:childTnLst>
                                    <p:set>
                                      <p:cBhvr>
                                        <p:cTn dur="1" fill="hold">
                                          <p:stCondLst>
                                            <p:cond delay="0"/>
                                          </p:stCondLst>
                                        </p:cTn>
                                        <p:tgtEl>
                                          <p:spTgt spid="1018"/>
                                        </p:tgtEl>
                                        <p:attrNameLst>
                                          <p:attrName>style.visibility</p:attrName>
                                        </p:attrNameLst>
                                      </p:cBhvr>
                                      <p:to>
                                        <p:strVal val="visible"/>
                                      </p:to>
                                    </p:set>
                                    <p:animEffect filter="fade" transition="in">
                                      <p:cBhvr>
                                        <p:cTn dur="1000"/>
                                        <p:tgtEl>
                                          <p:spTgt spid="101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5"/>
                                        </p:tgtEl>
                                        <p:attrNameLst>
                                          <p:attrName>style.visibility</p:attrName>
                                        </p:attrNameLst>
                                      </p:cBhvr>
                                      <p:to>
                                        <p:strVal val="visible"/>
                                      </p:to>
                                    </p:set>
                                    <p:animEffect filter="fade" transition="in">
                                      <p:cBhvr>
                                        <p:cTn dur="1000"/>
                                        <p:tgtEl>
                                          <p:spTgt spid="102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21"/>
                                        </p:tgtEl>
                                        <p:attrNameLst>
                                          <p:attrName>style.visibility</p:attrName>
                                        </p:attrNameLst>
                                      </p:cBhvr>
                                      <p:to>
                                        <p:strVal val="visible"/>
                                      </p:to>
                                    </p:set>
                                    <p:animEffect filter="fade" transition="in">
                                      <p:cBhvr>
                                        <p:cTn dur="1000"/>
                                        <p:tgtEl>
                                          <p:spTgt spid="1021"/>
                                        </p:tgtEl>
                                      </p:cBhvr>
                                    </p:animEffect>
                                  </p:childTnLst>
                                </p:cTn>
                              </p:par>
                              <p:par>
                                <p:cTn fill="hold" nodeType="withEffect" presetClass="entr" presetID="10" presetSubtype="0">
                                  <p:stCondLst>
                                    <p:cond delay="0"/>
                                  </p:stCondLst>
                                  <p:childTnLst>
                                    <p:set>
                                      <p:cBhvr>
                                        <p:cTn dur="1" fill="hold">
                                          <p:stCondLst>
                                            <p:cond delay="0"/>
                                          </p:stCondLst>
                                        </p:cTn>
                                        <p:tgtEl>
                                          <p:spTgt spid="1022"/>
                                        </p:tgtEl>
                                        <p:attrNameLst>
                                          <p:attrName>style.visibility</p:attrName>
                                        </p:attrNameLst>
                                      </p:cBhvr>
                                      <p:to>
                                        <p:strVal val="visible"/>
                                      </p:to>
                                    </p:set>
                                    <p:animEffect filter="fade" transition="in">
                                      <p:cBhvr>
                                        <p:cTn dur="1000"/>
                                        <p:tgtEl>
                                          <p:spTgt spid="102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8"/>
                                        </p:tgtEl>
                                        <p:attrNameLst>
                                          <p:attrName>style.visibility</p:attrName>
                                        </p:attrNameLst>
                                      </p:cBhvr>
                                      <p:to>
                                        <p:strVal val="visible"/>
                                      </p:to>
                                    </p:set>
                                    <p:animEffect filter="fade" transition="in">
                                      <p:cBhvr>
                                        <p:cTn dur="1000"/>
                                        <p:tgtEl>
                                          <p:spTgt spid="102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26"/>
                                        </p:tgtEl>
                                        <p:attrNameLst>
                                          <p:attrName>style.visibility</p:attrName>
                                        </p:attrNameLst>
                                      </p:cBhvr>
                                      <p:to>
                                        <p:strVal val="visible"/>
                                      </p:to>
                                    </p:set>
                                    <p:animEffect filter="fade" transition="in">
                                      <p:cBhvr>
                                        <p:cTn dur="1000"/>
                                        <p:tgtEl>
                                          <p:spTgt spid="1026"/>
                                        </p:tgtEl>
                                      </p:cBhvr>
                                    </p:animEffect>
                                  </p:childTnLst>
                                </p:cTn>
                              </p:par>
                              <p:par>
                                <p:cTn fill="hold" nodeType="withEffect" presetClass="entr" presetID="10" presetSubtype="0">
                                  <p:stCondLst>
                                    <p:cond delay="0"/>
                                  </p:stCondLst>
                                  <p:childTnLst>
                                    <p:set>
                                      <p:cBhvr>
                                        <p:cTn dur="1" fill="hold">
                                          <p:stCondLst>
                                            <p:cond delay="0"/>
                                          </p:stCondLst>
                                        </p:cTn>
                                        <p:tgtEl>
                                          <p:spTgt spid="1031"/>
                                        </p:tgtEl>
                                        <p:attrNameLst>
                                          <p:attrName>style.visibility</p:attrName>
                                        </p:attrNameLst>
                                      </p:cBhvr>
                                      <p:to>
                                        <p:strVal val="visible"/>
                                      </p:to>
                                    </p:set>
                                    <p:animEffect filter="fade" transition="in">
                                      <p:cBhvr>
                                        <p:cTn dur="1000"/>
                                        <p:tgtEl>
                                          <p:spTgt spid="103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29"/>
                                        </p:tgtEl>
                                        <p:attrNameLst>
                                          <p:attrName>style.visibility</p:attrName>
                                        </p:attrNameLst>
                                      </p:cBhvr>
                                      <p:to>
                                        <p:strVal val="visible"/>
                                      </p:to>
                                    </p:set>
                                    <p:animEffect filter="fade" transition="in">
                                      <p:cBhvr>
                                        <p:cTn dur="1000"/>
                                        <p:tgtEl>
                                          <p:spTgt spid="1029"/>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27"/>
                                        </p:tgtEl>
                                        <p:attrNameLst>
                                          <p:attrName>style.visibility</p:attrName>
                                        </p:attrNameLst>
                                      </p:cBhvr>
                                      <p:to>
                                        <p:strVal val="visible"/>
                                      </p:to>
                                    </p:set>
                                    <p:animEffect filter="fade" transition="in">
                                      <p:cBhvr>
                                        <p:cTn dur="1000"/>
                                        <p:tgtEl>
                                          <p:spTgt spid="1027"/>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30"/>
                                        </p:tgtEl>
                                        <p:attrNameLst>
                                          <p:attrName>style.visibility</p:attrName>
                                        </p:attrNameLst>
                                      </p:cBhvr>
                                      <p:to>
                                        <p:strVal val="visible"/>
                                      </p:to>
                                    </p:set>
                                    <p:animEffect filter="fade" transition="in">
                                      <p:cBhvr>
                                        <p:cTn dur="1000"/>
                                        <p:tgtEl>
                                          <p:spTgt spid="1030"/>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39"/>
                                        </p:tgtEl>
                                        <p:attrNameLst>
                                          <p:attrName>style.visibility</p:attrName>
                                        </p:attrNameLst>
                                      </p:cBhvr>
                                      <p:to>
                                        <p:strVal val="visible"/>
                                      </p:to>
                                    </p:set>
                                    <p:animEffect filter="fade" transition="in">
                                      <p:cBhvr>
                                        <p:cTn dur="1000"/>
                                        <p:tgtEl>
                                          <p:spTgt spid="1039"/>
                                        </p:tgtEl>
                                      </p:cBhvr>
                                    </p:animEffect>
                                  </p:childTnLst>
                                </p:cTn>
                              </p:par>
                              <p:par>
                                <p:cTn fill="hold" nodeType="withEffect" presetClass="entr" presetID="10" presetSubtype="0">
                                  <p:stCondLst>
                                    <p:cond delay="0"/>
                                  </p:stCondLst>
                                  <p:childTnLst>
                                    <p:set>
                                      <p:cBhvr>
                                        <p:cTn dur="1" fill="hold">
                                          <p:stCondLst>
                                            <p:cond delay="0"/>
                                          </p:stCondLst>
                                        </p:cTn>
                                        <p:tgtEl>
                                          <p:spTgt spid="1034"/>
                                        </p:tgtEl>
                                        <p:attrNameLst>
                                          <p:attrName>style.visibility</p:attrName>
                                        </p:attrNameLst>
                                      </p:cBhvr>
                                      <p:to>
                                        <p:strVal val="visible"/>
                                      </p:to>
                                    </p:set>
                                    <p:animEffect filter="fade" transition="in">
                                      <p:cBhvr>
                                        <p:cTn dur="1000"/>
                                        <p:tgtEl>
                                          <p:spTgt spid="1034"/>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040"/>
                                        </p:tgtEl>
                                        <p:attrNameLst>
                                          <p:attrName>style.visibility</p:attrName>
                                        </p:attrNameLst>
                                      </p:cBhvr>
                                      <p:to>
                                        <p:strVal val="visible"/>
                                      </p:to>
                                    </p:set>
                                    <p:animEffect filter="fade" transition="in">
                                      <p:cBhvr>
                                        <p:cTn dur="1000"/>
                                        <p:tgtEl>
                                          <p:spTgt spid="1040"/>
                                        </p:tgtEl>
                                      </p:cBhvr>
                                    </p:animEffect>
                                  </p:childTnLst>
                                </p:cTn>
                              </p:par>
                              <p:par>
                                <p:cTn fill="hold" nodeType="withEffect" presetClass="entr" presetID="10" presetSubtype="0">
                                  <p:stCondLst>
                                    <p:cond delay="0"/>
                                  </p:stCondLst>
                                  <p:childTnLst>
                                    <p:set>
                                      <p:cBhvr>
                                        <p:cTn dur="1" fill="hold">
                                          <p:stCondLst>
                                            <p:cond delay="0"/>
                                          </p:stCondLst>
                                        </p:cTn>
                                        <p:tgtEl>
                                          <p:spTgt spid="1035"/>
                                        </p:tgtEl>
                                        <p:attrNameLst>
                                          <p:attrName>style.visibility</p:attrName>
                                        </p:attrNameLst>
                                      </p:cBhvr>
                                      <p:to>
                                        <p:strVal val="visible"/>
                                      </p:to>
                                    </p:set>
                                    <p:animEffect filter="fade" transition="in">
                                      <p:cBhvr>
                                        <p:cTn dur="1000"/>
                                        <p:tgtEl>
                                          <p:spTgt spid="1035"/>
                                        </p:tgtEl>
                                      </p:cBhvr>
                                    </p:animEffect>
                                  </p:childTnLst>
                                </p:cTn>
                              </p:par>
                            </p:childTnLst>
                          </p:cTn>
                        </p:par>
                        <p:par>
                          <p:cTn fill="hold">
                            <p:stCondLst>
                              <p:cond delay="3000"/>
                            </p:stCondLst>
                            <p:childTnLst>
                              <p:par>
                                <p:cTn fill="hold" nodeType="afterEffect" presetClass="entr" presetID="10" presetSubtype="0">
                                  <p:stCondLst>
                                    <p:cond delay="0"/>
                                  </p:stCondLst>
                                  <p:childTnLst>
                                    <p:set>
                                      <p:cBhvr>
                                        <p:cTn dur="1" fill="hold">
                                          <p:stCondLst>
                                            <p:cond delay="0"/>
                                          </p:stCondLst>
                                        </p:cTn>
                                        <p:tgtEl>
                                          <p:spTgt spid="1041"/>
                                        </p:tgtEl>
                                        <p:attrNameLst>
                                          <p:attrName>style.visibility</p:attrName>
                                        </p:attrNameLst>
                                      </p:cBhvr>
                                      <p:to>
                                        <p:strVal val="visible"/>
                                      </p:to>
                                    </p:set>
                                    <p:animEffect filter="fade" transition="in">
                                      <p:cBhvr>
                                        <p:cTn dur="1000"/>
                                        <p:tgtEl>
                                          <p:spTgt spid="1041"/>
                                        </p:tgtEl>
                                      </p:cBhvr>
                                    </p:animEffect>
                                  </p:childTnLst>
                                </p:cTn>
                              </p:par>
                              <p:par>
                                <p:cTn fill="hold" nodeType="withEffect" presetClass="entr" presetID="10" presetSubtype="0">
                                  <p:stCondLst>
                                    <p:cond delay="0"/>
                                  </p:stCondLst>
                                  <p:childTnLst>
                                    <p:set>
                                      <p:cBhvr>
                                        <p:cTn dur="1" fill="hold">
                                          <p:stCondLst>
                                            <p:cond delay="0"/>
                                          </p:stCondLst>
                                        </p:cTn>
                                        <p:tgtEl>
                                          <p:spTgt spid="1036"/>
                                        </p:tgtEl>
                                        <p:attrNameLst>
                                          <p:attrName>style.visibility</p:attrName>
                                        </p:attrNameLst>
                                      </p:cBhvr>
                                      <p:to>
                                        <p:strVal val="visible"/>
                                      </p:to>
                                    </p:set>
                                    <p:animEffect filter="fade" transition="in">
                                      <p:cBhvr>
                                        <p:cTn dur="1000"/>
                                        <p:tgtEl>
                                          <p:spTgt spid="1036"/>
                                        </p:tgtEl>
                                      </p:cBhvr>
                                    </p:animEffect>
                                  </p:childTnLst>
                                </p:cTn>
                              </p:par>
                            </p:childTnLst>
                          </p:cTn>
                        </p:par>
                        <p:par>
                          <p:cTn fill="hold">
                            <p:stCondLst>
                              <p:cond delay="4000"/>
                            </p:stCondLst>
                            <p:childTnLst>
                              <p:par>
                                <p:cTn fill="hold" nodeType="afterEffect" presetClass="entr" presetID="10" presetSubtype="0">
                                  <p:stCondLst>
                                    <p:cond delay="0"/>
                                  </p:stCondLst>
                                  <p:childTnLst>
                                    <p:set>
                                      <p:cBhvr>
                                        <p:cTn dur="1" fill="hold">
                                          <p:stCondLst>
                                            <p:cond delay="0"/>
                                          </p:stCondLst>
                                        </p:cTn>
                                        <p:tgtEl>
                                          <p:spTgt spid="1042"/>
                                        </p:tgtEl>
                                        <p:attrNameLst>
                                          <p:attrName>style.visibility</p:attrName>
                                        </p:attrNameLst>
                                      </p:cBhvr>
                                      <p:to>
                                        <p:strVal val="visible"/>
                                      </p:to>
                                    </p:set>
                                    <p:animEffect filter="fade" transition="in">
                                      <p:cBhvr>
                                        <p:cTn dur="1000"/>
                                        <p:tgtEl>
                                          <p:spTgt spid="1042"/>
                                        </p:tgtEl>
                                      </p:cBhvr>
                                    </p:animEffect>
                                  </p:childTnLst>
                                </p:cTn>
                              </p:par>
                              <p:par>
                                <p:cTn fill="hold" nodeType="withEffect" presetClass="entr" presetID="10" presetSubtype="0">
                                  <p:stCondLst>
                                    <p:cond delay="0"/>
                                  </p:stCondLst>
                                  <p:childTnLst>
                                    <p:set>
                                      <p:cBhvr>
                                        <p:cTn dur="1" fill="hold">
                                          <p:stCondLst>
                                            <p:cond delay="0"/>
                                          </p:stCondLst>
                                        </p:cTn>
                                        <p:tgtEl>
                                          <p:spTgt spid="1037"/>
                                        </p:tgtEl>
                                        <p:attrNameLst>
                                          <p:attrName>style.visibility</p:attrName>
                                        </p:attrNameLst>
                                      </p:cBhvr>
                                      <p:to>
                                        <p:strVal val="visible"/>
                                      </p:to>
                                    </p:set>
                                    <p:animEffect filter="fade" transition="in">
                                      <p:cBhvr>
                                        <p:cTn dur="1000"/>
                                        <p:tgtEl>
                                          <p:spTgt spid="1037"/>
                                        </p:tgtEl>
                                      </p:cBhvr>
                                    </p:animEffect>
                                  </p:childTnLst>
                                </p:cTn>
                              </p:par>
                            </p:childTnLst>
                          </p:cTn>
                        </p:par>
                        <p:par>
                          <p:cTn fill="hold">
                            <p:stCondLst>
                              <p:cond delay="5000"/>
                            </p:stCondLst>
                            <p:childTnLst>
                              <p:par>
                                <p:cTn fill="hold" nodeType="afterEffect" presetClass="entr" presetID="10" presetSubtype="0">
                                  <p:stCondLst>
                                    <p:cond delay="0"/>
                                  </p:stCondLst>
                                  <p:childTnLst>
                                    <p:set>
                                      <p:cBhvr>
                                        <p:cTn dur="1" fill="hold">
                                          <p:stCondLst>
                                            <p:cond delay="0"/>
                                          </p:stCondLst>
                                        </p:cTn>
                                        <p:tgtEl>
                                          <p:spTgt spid="1043"/>
                                        </p:tgtEl>
                                        <p:attrNameLst>
                                          <p:attrName>style.visibility</p:attrName>
                                        </p:attrNameLst>
                                      </p:cBhvr>
                                      <p:to>
                                        <p:strVal val="visible"/>
                                      </p:to>
                                    </p:set>
                                    <p:animEffect filter="fade" transition="in">
                                      <p:cBhvr>
                                        <p:cTn dur="1000"/>
                                        <p:tgtEl>
                                          <p:spTgt spid="1043"/>
                                        </p:tgtEl>
                                      </p:cBhvr>
                                    </p:animEffect>
                                  </p:childTnLst>
                                </p:cTn>
                              </p:par>
                              <p:par>
                                <p:cTn fill="hold" nodeType="withEffect" presetClass="entr" presetID="10" presetSubtype="0">
                                  <p:stCondLst>
                                    <p:cond delay="0"/>
                                  </p:stCondLst>
                                  <p:childTnLst>
                                    <p:set>
                                      <p:cBhvr>
                                        <p:cTn dur="1" fill="hold">
                                          <p:stCondLst>
                                            <p:cond delay="0"/>
                                          </p:stCondLst>
                                        </p:cTn>
                                        <p:tgtEl>
                                          <p:spTgt spid="1038"/>
                                        </p:tgtEl>
                                        <p:attrNameLst>
                                          <p:attrName>style.visibility</p:attrName>
                                        </p:attrNameLst>
                                      </p:cBhvr>
                                      <p:to>
                                        <p:strVal val="visible"/>
                                      </p:to>
                                    </p:set>
                                    <p:animEffect filter="fade" transition="in">
                                      <p:cBhvr>
                                        <p:cTn dur="1000"/>
                                        <p:tgtEl>
                                          <p:spTgt spid="1038"/>
                                        </p:tgtEl>
                                      </p:cBhvr>
                                    </p:animEffect>
                                  </p:childTnLst>
                                </p:cTn>
                              </p:par>
                            </p:childTnLst>
                          </p:cTn>
                        </p:par>
                        <p:par>
                          <p:cTn fill="hold">
                            <p:stCondLst>
                              <p:cond delay="6000"/>
                            </p:stCondLst>
                            <p:childTnLst>
                              <p:par>
                                <p:cTn fill="hold" nodeType="afterEffect" presetClass="entr" presetID="10" presetSubtype="0">
                                  <p:stCondLst>
                                    <p:cond delay="0"/>
                                  </p:stCondLst>
                                  <p:childTnLst>
                                    <p:set>
                                      <p:cBhvr>
                                        <p:cTn dur="1" fill="hold">
                                          <p:stCondLst>
                                            <p:cond delay="0"/>
                                          </p:stCondLst>
                                        </p:cTn>
                                        <p:tgtEl>
                                          <p:spTgt spid="1044"/>
                                        </p:tgtEl>
                                        <p:attrNameLst>
                                          <p:attrName>style.visibility</p:attrName>
                                        </p:attrNameLst>
                                      </p:cBhvr>
                                      <p:to>
                                        <p:strVal val="visible"/>
                                      </p:to>
                                    </p:set>
                                    <p:animEffect filter="fade" transition="in">
                                      <p:cBhvr>
                                        <p:cTn dur="1000"/>
                                        <p:tgtEl>
                                          <p:spTgt spid="104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47"/>
                                        </p:tgtEl>
                                        <p:attrNameLst>
                                          <p:attrName>style.visibility</p:attrName>
                                        </p:attrNameLst>
                                      </p:cBhvr>
                                      <p:to>
                                        <p:strVal val="visible"/>
                                      </p:to>
                                    </p:set>
                                    <p:animEffect filter="fade" transition="in">
                                      <p:cBhvr>
                                        <p:cTn dur="1000"/>
                                        <p:tgtEl>
                                          <p:spTgt spid="104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51" name="Shape 1051"/>
        <p:cNvGrpSpPr/>
        <p:nvPr/>
      </p:nvGrpSpPr>
      <p:grpSpPr>
        <a:xfrm>
          <a:off x="0" y="0"/>
          <a:ext cx="0" cy="0"/>
          <a:chOff x="0" y="0"/>
          <a:chExt cx="0" cy="0"/>
        </a:xfrm>
      </p:grpSpPr>
      <p:sp>
        <p:nvSpPr>
          <p:cNvPr id="1052" name="Google Shape;1052;p98"/>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The basic implementation of the append method is pretty straightforward in an Array-based list: simply add the new value at the index to which size refers. Things get a little trickier if the array is full, but we'll worry about that in the next activity!</a:t>
            </a:r>
            <a:endParaRPr/>
          </a:p>
        </p:txBody>
      </p:sp>
      <p:sp>
        <p:nvSpPr>
          <p:cNvPr id="1053" name="Google Shape;1053;p9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54" name="Google Shape;1054;p98"/>
          <p:cNvSpPr txBox="1"/>
          <p:nvPr>
            <p:ph idx="2" type="body"/>
          </p:nvPr>
        </p:nvSpPr>
        <p:spPr>
          <a:xfrm>
            <a:off x="2822550" y="1729125"/>
            <a:ext cx="6133500" cy="25242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Open your </a:t>
            </a:r>
            <a:r>
              <a:rPr lang="en" sz="1600">
                <a:latin typeface="Courier New"/>
                <a:ea typeface="Courier New"/>
                <a:cs typeface="Courier New"/>
                <a:sym typeface="Courier New"/>
              </a:rPr>
              <a:t>ArrayList</a:t>
            </a:r>
            <a:r>
              <a:rPr lang="en" sz="1600"/>
              <a:t> class and navigate to the stubbed-out </a:t>
            </a:r>
            <a:r>
              <a:rPr lang="en" sz="1600">
                <a:latin typeface="Courier New"/>
                <a:ea typeface="Courier New"/>
                <a:cs typeface="Courier New"/>
                <a:sym typeface="Courier New"/>
              </a:rPr>
              <a:t>append</a:t>
            </a:r>
            <a:r>
              <a:rPr lang="en" sz="1600"/>
              <a:t> method.</a:t>
            </a:r>
            <a:endParaRPr sz="1600"/>
          </a:p>
          <a:p>
            <a:pPr indent="-317500" lvl="1" marL="914400" rtl="0" algn="l">
              <a:spcBef>
                <a:spcPts val="0"/>
              </a:spcBef>
              <a:spcAft>
                <a:spcPts val="0"/>
              </a:spcAft>
              <a:buSzPts val="1400"/>
              <a:buChar char="○"/>
            </a:pPr>
            <a:r>
              <a:rPr lang="en" sz="1400"/>
              <a:t>Implement the method so that it adds a new value to the index to which size currently points.</a:t>
            </a:r>
            <a:endParaRPr sz="1400"/>
          </a:p>
          <a:p>
            <a:pPr indent="-317500" lvl="1" marL="914400" rtl="0" algn="l">
              <a:spcBef>
                <a:spcPts val="0"/>
              </a:spcBef>
              <a:spcAft>
                <a:spcPts val="0"/>
              </a:spcAft>
              <a:buSzPts val="1400"/>
              <a:buChar char="○"/>
            </a:pPr>
            <a:r>
              <a:rPr lang="en" sz="1400"/>
              <a:t>Don't forget to increment size!</a:t>
            </a:r>
            <a:endParaRPr sz="1400"/>
          </a:p>
          <a:p>
            <a:pPr indent="-317500" lvl="1" marL="914400" rtl="0" algn="l">
              <a:spcBef>
                <a:spcPts val="0"/>
              </a:spcBef>
              <a:spcAft>
                <a:spcPts val="0"/>
              </a:spcAft>
              <a:buSzPts val="1400"/>
              <a:buChar char="○"/>
            </a:pPr>
            <a:r>
              <a:rPr lang="en" sz="1400"/>
              <a:t>Don't worry about resizing the array just yet.</a:t>
            </a:r>
            <a:endParaRPr sz="1400"/>
          </a:p>
          <a:p>
            <a:pPr indent="-330200" lvl="0" marL="457200" rtl="0" algn="l">
              <a:spcBef>
                <a:spcPts val="0"/>
              </a:spcBef>
              <a:spcAft>
                <a:spcPts val="0"/>
              </a:spcAft>
              <a:buSzPts val="1600"/>
              <a:buChar char="●"/>
            </a:pPr>
            <a:r>
              <a:rPr lang="en" sz="1600"/>
              <a:t>Update the </a:t>
            </a:r>
            <a:r>
              <a:rPr lang="en" sz="1600">
                <a:latin typeface="Courier New"/>
                <a:ea typeface="Courier New"/>
                <a:cs typeface="Courier New"/>
                <a:sym typeface="Courier New"/>
              </a:rPr>
              <a:t>main</a:t>
            </a:r>
            <a:r>
              <a:rPr lang="en" sz="1600"/>
              <a:t> method to append a few values to your </a:t>
            </a:r>
            <a:r>
              <a:rPr lang="en" sz="1600">
                <a:latin typeface="Courier New"/>
                <a:ea typeface="Courier New"/>
                <a:cs typeface="Courier New"/>
                <a:sym typeface="Courier New"/>
              </a:rPr>
              <a:t>ArrayList</a:t>
            </a:r>
            <a:r>
              <a:rPr lang="en" sz="1600"/>
              <a:t> and print it to standard output.</a:t>
            </a:r>
            <a:endParaRPr sz="1600"/>
          </a:p>
          <a:p>
            <a:pPr indent="-317500" lvl="1" marL="914400" rtl="0" algn="l">
              <a:spcBef>
                <a:spcPts val="0"/>
              </a:spcBef>
              <a:spcAft>
                <a:spcPts val="0"/>
              </a:spcAft>
              <a:buSzPts val="1400"/>
              <a:buChar char="○"/>
            </a:pPr>
            <a:r>
              <a:rPr lang="en" sz="1400"/>
              <a:t>Don't add more values that the array can hold!</a:t>
            </a:r>
            <a:endParaRPr sz="1400"/>
          </a:p>
        </p:txBody>
      </p:sp>
      <p:sp>
        <p:nvSpPr>
          <p:cNvPr id="1055" name="Google Shape;1055;p98"/>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 Basic Implementation of </a:t>
            </a:r>
            <a:r>
              <a:rPr lang="en">
                <a:latin typeface="Courier New"/>
                <a:ea typeface="Courier New"/>
                <a:cs typeface="Courier New"/>
                <a:sym typeface="Courier New"/>
              </a:rPr>
              <a:t>append</a:t>
            </a:r>
            <a:endParaRPr>
              <a:latin typeface="Courier New"/>
              <a:ea typeface="Courier New"/>
              <a:cs typeface="Courier New"/>
              <a:sym typeface="Courier New"/>
            </a:endParaRPr>
          </a:p>
        </p:txBody>
      </p:sp>
      <p:sp>
        <p:nvSpPr>
          <p:cNvPr id="1056" name="Google Shape;1056;p98"/>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5.17</a:t>
            </a:r>
            <a:endParaRPr/>
          </a:p>
        </p:txBody>
      </p:sp>
      <p:pic>
        <p:nvPicPr>
          <p:cNvPr id="1057" name="Google Shape;1057;p98"/>
          <p:cNvPicPr preferRelativeResize="0"/>
          <p:nvPr/>
        </p:nvPicPr>
        <p:blipFill>
          <a:blip r:embed="rId3">
            <a:alphaModFix/>
          </a:blip>
          <a:stretch>
            <a:fillRect/>
          </a:stretch>
        </p:blipFill>
        <p:spPr>
          <a:xfrm>
            <a:off x="152400" y="1688575"/>
            <a:ext cx="2520425" cy="330252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1" name="Shape 1061"/>
        <p:cNvGrpSpPr/>
        <p:nvPr/>
      </p:nvGrpSpPr>
      <p:grpSpPr>
        <a:xfrm>
          <a:off x="0" y="0"/>
          <a:ext cx="0" cy="0"/>
          <a:chOff x="0" y="0"/>
          <a:chExt cx="0" cy="0"/>
        </a:xfrm>
      </p:grpSpPr>
      <p:sp>
        <p:nvSpPr>
          <p:cNvPr id="1062" name="Google Shape;1062;p99"/>
          <p:cNvSpPr txBox="1"/>
          <p:nvPr>
            <p:ph idx="1" type="body"/>
          </p:nvPr>
        </p:nvSpPr>
        <p:spPr>
          <a:xfrm>
            <a:off x="65250" y="655425"/>
            <a:ext cx="8955900" cy="1169700"/>
          </a:xfrm>
          <a:prstGeom prst="rect">
            <a:avLst/>
          </a:prstGeom>
        </p:spPr>
        <p:txBody>
          <a:bodyPr anchorCtr="0" anchor="t" bIns="91425" lIns="91425" spcFirstLastPara="1" rIns="91425" wrap="square" tIns="91425">
            <a:spAutoFit/>
          </a:bodyPr>
          <a:lstStyle/>
          <a:p>
            <a:pPr indent="0" lvl="0" marL="0" rtl="0" algn="l">
              <a:lnSpc>
                <a:spcPct val="100000"/>
              </a:lnSpc>
              <a:spcBef>
                <a:spcPts val="0"/>
              </a:spcBef>
              <a:spcAft>
                <a:spcPts val="1600"/>
              </a:spcAft>
              <a:buNone/>
            </a:pPr>
            <a:r>
              <a:rPr lang="en"/>
              <a:t>When the </a:t>
            </a:r>
            <a:r>
              <a:rPr b="1" i="1" lang="en">
                <a:solidFill>
                  <a:srgbClr val="FF0000"/>
                </a:solidFill>
              </a:rPr>
              <a:t>size</a:t>
            </a:r>
            <a:r>
              <a:rPr lang="en">
                <a:solidFill>
                  <a:srgbClr val="FF0000"/>
                </a:solidFill>
              </a:rPr>
              <a:t> </a:t>
            </a:r>
            <a:r>
              <a:rPr lang="en"/>
              <a:t>of the ArrayList is equal to the </a:t>
            </a:r>
            <a:r>
              <a:rPr b="1" i="1" lang="en">
                <a:solidFill>
                  <a:srgbClr val="FF0000"/>
                </a:solidFill>
              </a:rPr>
              <a:t>capacity</a:t>
            </a:r>
            <a:r>
              <a:rPr lang="en">
                <a:solidFill>
                  <a:srgbClr val="FF0000"/>
                </a:solidFill>
              </a:rPr>
              <a:t> </a:t>
            </a:r>
            <a:r>
              <a:rPr lang="en"/>
              <a:t>of its array, that means that the array is full! The only way to add more elements to the list is to create a new, bigger array to hold all of the elements. The existing elements will need to be copied into the new array before the new element is added.</a:t>
            </a:r>
            <a:endParaRPr/>
          </a:p>
        </p:txBody>
      </p:sp>
      <p:sp>
        <p:nvSpPr>
          <p:cNvPr id="1063" name="Google Shape;1063;p9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064" name="Google Shape;1064;p99"/>
          <p:cNvSpPr txBox="1"/>
          <p:nvPr>
            <p:ph idx="2" type="body"/>
          </p:nvPr>
        </p:nvSpPr>
        <p:spPr>
          <a:xfrm>
            <a:off x="4420400" y="1784525"/>
            <a:ext cx="4520700" cy="2635200"/>
          </a:xfrm>
          <a:prstGeom prst="rect">
            <a:avLst/>
          </a:prstGeom>
        </p:spPr>
        <p:txBody>
          <a:bodyPr anchorCtr="0" anchor="t" bIns="91425" lIns="91425" spcFirstLastPara="1" rIns="91425" wrap="square" tIns="91425">
            <a:spAutoFit/>
          </a:bodyPr>
          <a:lstStyle/>
          <a:p>
            <a:pPr indent="-317500" lvl="0" marL="457200" rtl="0" algn="l">
              <a:spcBef>
                <a:spcPts val="0"/>
              </a:spcBef>
              <a:spcAft>
                <a:spcPts val="0"/>
              </a:spcAft>
              <a:buSzPts val="1400"/>
              <a:buChar char="●"/>
            </a:pPr>
            <a:r>
              <a:rPr lang="en" sz="1400"/>
              <a:t>Open the </a:t>
            </a:r>
            <a:r>
              <a:rPr lang="en" sz="1400">
                <a:latin typeface="Courier New"/>
                <a:ea typeface="Courier New"/>
                <a:cs typeface="Courier New"/>
                <a:sym typeface="Courier New"/>
              </a:rPr>
              <a:t>ArrayList</a:t>
            </a:r>
            <a:r>
              <a:rPr lang="en" sz="1400"/>
              <a:t> and navigate to the </a:t>
            </a:r>
            <a:r>
              <a:rPr lang="en" sz="1400">
                <a:latin typeface="Courier New"/>
                <a:ea typeface="Courier New"/>
                <a:cs typeface="Courier New"/>
                <a:sym typeface="Courier New"/>
              </a:rPr>
              <a:t>append</a:t>
            </a:r>
            <a:r>
              <a:rPr lang="en" sz="1400"/>
              <a:t> method.</a:t>
            </a:r>
            <a:endParaRPr sz="1400"/>
          </a:p>
          <a:p>
            <a:pPr indent="-304800" lvl="1" marL="914400" rtl="0" algn="l">
              <a:spcBef>
                <a:spcPts val="0"/>
              </a:spcBef>
              <a:spcAft>
                <a:spcPts val="0"/>
              </a:spcAft>
              <a:buSzPts val="1200"/>
              <a:buChar char="○"/>
            </a:pPr>
            <a:r>
              <a:rPr b="1" i="1" lang="en" sz="1200">
                <a:solidFill>
                  <a:srgbClr val="FF0000"/>
                </a:solidFill>
              </a:rPr>
              <a:t>Before</a:t>
            </a:r>
            <a:r>
              <a:rPr lang="en" sz="1200"/>
              <a:t> adding the new element, check to see if the </a:t>
            </a:r>
            <a:r>
              <a:rPr b="1" i="1" lang="en" sz="1200">
                <a:solidFill>
                  <a:srgbClr val="FF0000"/>
                </a:solidFill>
              </a:rPr>
              <a:t>size</a:t>
            </a:r>
            <a:r>
              <a:rPr lang="en" sz="1200">
                <a:solidFill>
                  <a:srgbClr val="FF0000"/>
                </a:solidFill>
              </a:rPr>
              <a:t> </a:t>
            </a:r>
            <a:r>
              <a:rPr lang="en" sz="1200"/>
              <a:t>of the list is equal to the </a:t>
            </a:r>
            <a:r>
              <a:rPr b="1" i="1" lang="en" sz="1200">
                <a:solidFill>
                  <a:srgbClr val="FF0000"/>
                </a:solidFill>
              </a:rPr>
              <a:t>capacity </a:t>
            </a:r>
            <a:r>
              <a:rPr lang="en" sz="1200"/>
              <a:t>of its array.</a:t>
            </a:r>
            <a:endParaRPr sz="1200"/>
          </a:p>
          <a:p>
            <a:pPr indent="-304800" lvl="1" marL="914400" rtl="0" algn="l">
              <a:spcBef>
                <a:spcPts val="0"/>
              </a:spcBef>
              <a:spcAft>
                <a:spcPts val="0"/>
              </a:spcAft>
              <a:buSzPts val="1200"/>
              <a:buChar char="○"/>
            </a:pPr>
            <a:r>
              <a:rPr lang="en" sz="1200"/>
              <a:t>If so, use </a:t>
            </a:r>
            <a:r>
              <a:rPr lang="en" sz="1200">
                <a:solidFill>
                  <a:srgbClr val="FF0000"/>
                </a:solidFill>
                <a:latin typeface="Courier New"/>
                <a:ea typeface="Courier New"/>
                <a:cs typeface="Courier New"/>
                <a:sym typeface="Courier New"/>
              </a:rPr>
              <a:t>Arrays.copyOf(original, newSize)</a:t>
            </a:r>
            <a:r>
              <a:rPr lang="en" sz="1200"/>
              <a:t> to create a bigger copy of the array </a:t>
            </a:r>
            <a:r>
              <a:rPr b="1" i="1" lang="en" sz="1200">
                <a:solidFill>
                  <a:srgbClr val="FF0000"/>
                </a:solidFill>
              </a:rPr>
              <a:t>first</a:t>
            </a:r>
            <a:r>
              <a:rPr lang="en" sz="1200"/>
              <a:t>.</a:t>
            </a:r>
            <a:endParaRPr sz="1200"/>
          </a:p>
          <a:p>
            <a:pPr indent="-304800" lvl="1" marL="914400" rtl="0" algn="l">
              <a:spcBef>
                <a:spcPts val="0"/>
              </a:spcBef>
              <a:spcAft>
                <a:spcPts val="0"/>
              </a:spcAft>
              <a:buSzPts val="1200"/>
              <a:buChar char="○"/>
            </a:pPr>
            <a:r>
              <a:rPr lang="en" sz="1200"/>
              <a:t>Then add the element as you would normally.</a:t>
            </a:r>
            <a:endParaRPr sz="1200"/>
          </a:p>
          <a:p>
            <a:pPr indent="-317500" lvl="0" marL="457200" rtl="0" algn="l">
              <a:spcBef>
                <a:spcPts val="0"/>
              </a:spcBef>
              <a:spcAft>
                <a:spcPts val="0"/>
              </a:spcAft>
              <a:buSzPts val="1400"/>
              <a:buChar char="●"/>
            </a:pPr>
            <a:r>
              <a:rPr lang="en" sz="1400"/>
              <a:t>Update your </a:t>
            </a:r>
            <a:r>
              <a:rPr lang="en" sz="1400">
                <a:latin typeface="Courier New"/>
                <a:ea typeface="Courier New"/>
                <a:cs typeface="Courier New"/>
                <a:sym typeface="Courier New"/>
              </a:rPr>
              <a:t>main</a:t>
            </a:r>
            <a:r>
              <a:rPr lang="en" sz="1400"/>
              <a:t> method to append enough values to cause the array to be resized.</a:t>
            </a:r>
            <a:endParaRPr sz="1400"/>
          </a:p>
          <a:p>
            <a:pPr indent="-304800" lvl="1" marL="914400" rtl="0" algn="l">
              <a:spcBef>
                <a:spcPts val="0"/>
              </a:spcBef>
              <a:spcAft>
                <a:spcPts val="0"/>
              </a:spcAft>
              <a:buSzPts val="1200"/>
              <a:buChar char="○"/>
            </a:pPr>
            <a:r>
              <a:rPr lang="en" sz="1200"/>
              <a:t>Print the </a:t>
            </a:r>
            <a:r>
              <a:rPr lang="en" sz="1200">
                <a:latin typeface="Courier New"/>
                <a:ea typeface="Courier New"/>
                <a:cs typeface="Courier New"/>
                <a:sym typeface="Courier New"/>
              </a:rPr>
              <a:t>ArrayList</a:t>
            </a:r>
            <a:r>
              <a:rPr lang="en" sz="1200"/>
              <a:t> to standard output!</a:t>
            </a:r>
            <a:endParaRPr sz="1200"/>
          </a:p>
        </p:txBody>
      </p:sp>
      <p:sp>
        <p:nvSpPr>
          <p:cNvPr id="1065" name="Google Shape;1065;p99"/>
          <p:cNvSpPr txBox="1"/>
          <p:nvPr>
            <p:ph type="title"/>
          </p:nvPr>
        </p:nvSpPr>
        <p:spPr>
          <a:xfrm>
            <a:off x="1436850" y="100"/>
            <a:ext cx="7642500" cy="6156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sz="2800"/>
              <a:t>Resizing the Array in an Array-Based List</a:t>
            </a:r>
            <a:endParaRPr sz="2800"/>
          </a:p>
        </p:txBody>
      </p:sp>
      <p:sp>
        <p:nvSpPr>
          <p:cNvPr id="1066" name="Google Shape;1066;p99"/>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5.18</a:t>
            </a:r>
            <a:endParaRPr/>
          </a:p>
        </p:txBody>
      </p:sp>
      <p:pic>
        <p:nvPicPr>
          <p:cNvPr id="1067" name="Google Shape;1067;p99"/>
          <p:cNvPicPr preferRelativeResize="0"/>
          <p:nvPr/>
        </p:nvPicPr>
        <p:blipFill>
          <a:blip r:embed="rId3">
            <a:alphaModFix/>
          </a:blip>
          <a:stretch>
            <a:fillRect/>
          </a:stretch>
        </p:blipFill>
        <p:spPr>
          <a:xfrm>
            <a:off x="152400" y="1825125"/>
            <a:ext cx="4115597" cy="2587465"/>
          </a:xfrm>
          <a:prstGeom prst="rect">
            <a:avLst/>
          </a:prstGeom>
          <a:noFill/>
          <a:ln>
            <a:noFill/>
          </a:ln>
        </p:spPr>
      </p:pic>
      <p:pic>
        <p:nvPicPr>
          <p:cNvPr id="1068" name="Google Shape;1068;p99"/>
          <p:cNvPicPr preferRelativeResize="0"/>
          <p:nvPr/>
        </p:nvPicPr>
        <p:blipFill>
          <a:blip r:embed="rId4">
            <a:alphaModFix/>
          </a:blip>
          <a:stretch>
            <a:fillRect/>
          </a:stretch>
        </p:blipFill>
        <p:spPr>
          <a:xfrm rot="-900004">
            <a:off x="112275" y="4458675"/>
            <a:ext cx="1560070" cy="3936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2" name="Shape 1072"/>
        <p:cNvGrpSpPr/>
        <p:nvPr/>
      </p:nvGrpSpPr>
      <p:grpSpPr>
        <a:xfrm>
          <a:off x="0" y="0"/>
          <a:ext cx="0" cy="0"/>
          <a:chOff x="0" y="0"/>
          <a:chExt cx="0" cy="0"/>
        </a:xfrm>
      </p:grpSpPr>
      <p:sp>
        <p:nvSpPr>
          <p:cNvPr id="1073" name="Google Shape;1073;p100"/>
          <p:cNvSpPr txBox="1"/>
          <p:nvPr/>
        </p:nvSpPr>
        <p:spPr>
          <a:xfrm>
            <a:off x="318150" y="548250"/>
            <a:ext cx="3706500" cy="4680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A </a:t>
            </a:r>
            <a:r>
              <a:rPr b="1" i="1" lang="en" sz="1200" u="none" cap="none" strike="noStrike">
                <a:solidFill>
                  <a:srgbClr val="FF0000"/>
                </a:solidFill>
                <a:latin typeface="Arial"/>
                <a:ea typeface="Arial"/>
                <a:cs typeface="Arial"/>
                <a:sym typeface="Arial"/>
              </a:rPr>
              <a:t>linked list </a:t>
            </a:r>
            <a:r>
              <a:rPr lang="en" sz="1200"/>
              <a:t>is </a:t>
            </a:r>
            <a:r>
              <a:rPr b="0" i="0" lang="en" sz="1200" u="none" cap="none" strike="noStrike">
                <a:solidFill>
                  <a:srgbClr val="000000"/>
                </a:solidFill>
                <a:latin typeface="Arial"/>
                <a:ea typeface="Arial"/>
                <a:cs typeface="Arial"/>
                <a:sym typeface="Arial"/>
              </a:rPr>
              <a:t>very similar to a </a:t>
            </a:r>
            <a:r>
              <a:rPr b="1" i="1" lang="en" sz="1200" u="none" cap="none" strike="noStrike">
                <a:solidFill>
                  <a:srgbClr val="FF0000"/>
                </a:solidFill>
                <a:latin typeface="Arial"/>
                <a:ea typeface="Arial"/>
                <a:cs typeface="Arial"/>
                <a:sym typeface="Arial"/>
              </a:rPr>
              <a:t>node-based queue</a:t>
            </a:r>
            <a:r>
              <a:rPr b="0" i="0" lang="en" sz="1200" u="none" cap="none" strike="noStrike">
                <a:solidFill>
                  <a:srgbClr val="000000"/>
                </a:solidFill>
                <a:latin typeface="Arial"/>
                <a:ea typeface="Arial"/>
                <a:cs typeface="Arial"/>
                <a:sym typeface="Arial"/>
              </a:rPr>
              <a:t>.</a:t>
            </a:r>
            <a:endParaRPr b="0" i="0" sz="1200" u="none" cap="none" strike="noStrike">
              <a:solidFill>
                <a:srgbClr val="000000"/>
              </a:solidFill>
              <a:latin typeface="Arial"/>
              <a:ea typeface="Arial"/>
              <a:cs typeface="Arial"/>
              <a:sym typeface="Arial"/>
            </a:endParaRPr>
          </a:p>
        </p:txBody>
      </p:sp>
      <p:graphicFrame>
        <p:nvGraphicFramePr>
          <p:cNvPr id="1074" name="Google Shape;1074;p100"/>
          <p:cNvGraphicFramePr/>
          <p:nvPr/>
        </p:nvGraphicFramePr>
        <p:xfrm>
          <a:off x="2466904" y="1065234"/>
          <a:ext cx="3000000" cy="3000000"/>
        </p:xfrm>
        <a:graphic>
          <a:graphicData uri="http://schemas.openxmlformats.org/drawingml/2006/table">
            <a:tbl>
              <a:tblPr>
                <a:noFill/>
                <a:tableStyleId>{5D16334A-BD30-4DCF-A821-F696FD12572A}</a:tableStyleId>
              </a:tblPr>
              <a:tblGrid>
                <a:gridCol w="491875"/>
                <a:gridCol w="491875"/>
              </a:tblGrid>
              <a:tr h="101600">
                <a:tc gridSpan="2">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latin typeface="Consolas"/>
                          <a:ea typeface="Consolas"/>
                          <a:cs typeface="Consolas"/>
                          <a:sym typeface="Consolas"/>
                        </a:rPr>
                        <a:t>Node</a:t>
                      </a:r>
                      <a:endParaRPr sz="800" u="none" cap="none" strike="noStrike">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hMerge="1"/>
              </a:tr>
              <a:tr h="101600">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latin typeface="Consolas"/>
                          <a:ea typeface="Consolas"/>
                          <a:cs typeface="Consolas"/>
                          <a:sym typeface="Consolas"/>
                        </a:rPr>
                        <a:t>value</a:t>
                      </a:r>
                      <a:endParaRPr sz="800" u="none" cap="none" strike="noStrike">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FF0000"/>
                          </a:solidFill>
                          <a:latin typeface="Consolas"/>
                          <a:ea typeface="Consolas"/>
                          <a:cs typeface="Consolas"/>
                          <a:sym typeface="Consolas"/>
                        </a:rPr>
                        <a:t>"a"</a:t>
                      </a:r>
                      <a:endParaRPr sz="800" u="none" cap="none" strike="noStrike">
                        <a:solidFill>
                          <a:srgbClr val="FF0000"/>
                        </a:solidFill>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01600">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latin typeface="Consolas"/>
                          <a:ea typeface="Consolas"/>
                          <a:cs typeface="Consolas"/>
                          <a:sym typeface="Consolas"/>
                        </a:rPr>
                        <a:t>next</a:t>
                      </a:r>
                      <a:endParaRPr sz="800" u="none" cap="none" strike="noStrike">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t/>
                      </a:r>
                      <a:endParaRPr sz="800" u="none" cap="none" strike="noStrike">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graphicFrame>
        <p:nvGraphicFramePr>
          <p:cNvPr id="1075" name="Google Shape;1075;p100"/>
          <p:cNvGraphicFramePr/>
          <p:nvPr/>
        </p:nvGraphicFramePr>
        <p:xfrm>
          <a:off x="2466912" y="3179548"/>
          <a:ext cx="3000000" cy="3000000"/>
        </p:xfrm>
        <a:graphic>
          <a:graphicData uri="http://schemas.openxmlformats.org/drawingml/2006/table">
            <a:tbl>
              <a:tblPr>
                <a:noFill/>
                <a:tableStyleId>{5D16334A-BD30-4DCF-A821-F696FD12572A}</a:tableStyleId>
              </a:tblPr>
              <a:tblGrid>
                <a:gridCol w="491875"/>
                <a:gridCol w="491875"/>
              </a:tblGrid>
              <a:tr h="101600">
                <a:tc gridSpan="2">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latin typeface="Consolas"/>
                          <a:ea typeface="Consolas"/>
                          <a:cs typeface="Consolas"/>
                          <a:sym typeface="Consolas"/>
                        </a:rPr>
                        <a:t>Node</a:t>
                      </a:r>
                      <a:endParaRPr sz="800" u="none" cap="none" strike="noStrike">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hMerge="1"/>
              </a:tr>
              <a:tr h="101600">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latin typeface="Consolas"/>
                          <a:ea typeface="Consolas"/>
                          <a:cs typeface="Consolas"/>
                          <a:sym typeface="Consolas"/>
                        </a:rPr>
                        <a:t>value</a:t>
                      </a:r>
                      <a:endParaRPr sz="800" u="none" cap="none" strike="noStrike">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FF0000"/>
                          </a:solidFill>
                          <a:latin typeface="Consolas"/>
                          <a:ea typeface="Consolas"/>
                          <a:cs typeface="Consolas"/>
                          <a:sym typeface="Consolas"/>
                        </a:rPr>
                        <a:t>"c"</a:t>
                      </a:r>
                      <a:endParaRPr sz="800" u="none" cap="none" strike="noStrike">
                        <a:solidFill>
                          <a:srgbClr val="FF0000"/>
                        </a:solidFill>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01600">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latin typeface="Consolas"/>
                          <a:ea typeface="Consolas"/>
                          <a:cs typeface="Consolas"/>
                          <a:sym typeface="Consolas"/>
                        </a:rPr>
                        <a:t>next</a:t>
                      </a:r>
                      <a:endParaRPr sz="800" u="none" cap="none" strike="noStrike">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FF0000"/>
                          </a:solidFill>
                          <a:latin typeface="Consolas"/>
                          <a:ea typeface="Consolas"/>
                          <a:cs typeface="Consolas"/>
                          <a:sym typeface="Consolas"/>
                        </a:rPr>
                        <a:t>null</a:t>
                      </a:r>
                      <a:endParaRPr sz="800" u="none" cap="none" strike="noStrike">
                        <a:solidFill>
                          <a:srgbClr val="FF0000"/>
                        </a:solidFill>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graphicFrame>
        <p:nvGraphicFramePr>
          <p:cNvPr id="1076" name="Google Shape;1076;p100"/>
          <p:cNvGraphicFramePr/>
          <p:nvPr/>
        </p:nvGraphicFramePr>
        <p:xfrm>
          <a:off x="2466901" y="2119176"/>
          <a:ext cx="3000000" cy="3000000"/>
        </p:xfrm>
        <a:graphic>
          <a:graphicData uri="http://schemas.openxmlformats.org/drawingml/2006/table">
            <a:tbl>
              <a:tblPr>
                <a:noFill/>
                <a:tableStyleId>{5D16334A-BD30-4DCF-A821-F696FD12572A}</a:tableStyleId>
              </a:tblPr>
              <a:tblGrid>
                <a:gridCol w="491875"/>
                <a:gridCol w="491875"/>
              </a:tblGrid>
              <a:tr h="101600">
                <a:tc gridSpan="2">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latin typeface="Consolas"/>
                          <a:ea typeface="Consolas"/>
                          <a:cs typeface="Consolas"/>
                          <a:sym typeface="Consolas"/>
                        </a:rPr>
                        <a:t>Node</a:t>
                      </a:r>
                      <a:endParaRPr sz="800" u="none" cap="none" strike="noStrike">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hMerge="1"/>
              </a:tr>
              <a:tr h="101600">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latin typeface="Consolas"/>
                          <a:ea typeface="Consolas"/>
                          <a:cs typeface="Consolas"/>
                          <a:sym typeface="Consolas"/>
                        </a:rPr>
                        <a:t>value</a:t>
                      </a:r>
                      <a:endParaRPr sz="800" u="none" cap="none" strike="noStrike">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solidFill>
                            <a:srgbClr val="FF0000"/>
                          </a:solidFill>
                          <a:latin typeface="Consolas"/>
                          <a:ea typeface="Consolas"/>
                          <a:cs typeface="Consolas"/>
                          <a:sym typeface="Consolas"/>
                        </a:rPr>
                        <a:t>"b"</a:t>
                      </a:r>
                      <a:endParaRPr sz="800" u="none" cap="none" strike="noStrike">
                        <a:solidFill>
                          <a:srgbClr val="FF0000"/>
                        </a:solidFill>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01600">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latin typeface="Consolas"/>
                          <a:ea typeface="Consolas"/>
                          <a:cs typeface="Consolas"/>
                          <a:sym typeface="Consolas"/>
                        </a:rPr>
                        <a:t>next</a:t>
                      </a:r>
                      <a:endParaRPr sz="800" u="none" cap="none" strike="noStrike">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t/>
                      </a:r>
                      <a:endParaRPr sz="800" u="none" cap="none" strike="noStrike">
                        <a:solidFill>
                          <a:srgbClr val="FF0000"/>
                        </a:solidFill>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graphicFrame>
        <p:nvGraphicFramePr>
          <p:cNvPr id="1077" name="Google Shape;1077;p100"/>
          <p:cNvGraphicFramePr/>
          <p:nvPr/>
        </p:nvGraphicFramePr>
        <p:xfrm>
          <a:off x="879304" y="1065235"/>
          <a:ext cx="3000000" cy="3000000"/>
        </p:xfrm>
        <a:graphic>
          <a:graphicData uri="http://schemas.openxmlformats.org/drawingml/2006/table">
            <a:tbl>
              <a:tblPr>
                <a:noFill/>
                <a:tableStyleId>{5D16334A-BD30-4DCF-A821-F696FD12572A}</a:tableStyleId>
              </a:tblPr>
              <a:tblGrid>
                <a:gridCol w="491875"/>
                <a:gridCol w="491875"/>
              </a:tblGrid>
              <a:tr h="101600">
                <a:tc gridSpan="2">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latin typeface="Consolas"/>
                          <a:ea typeface="Consolas"/>
                          <a:cs typeface="Consolas"/>
                          <a:sym typeface="Consolas"/>
                        </a:rPr>
                        <a:t>LinkedList</a:t>
                      </a:r>
                      <a:endParaRPr sz="800" u="none" cap="none" strike="noStrike">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hMerge="1"/>
              </a:tr>
              <a:tr h="101600">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latin typeface="Consolas"/>
                          <a:ea typeface="Consolas"/>
                          <a:cs typeface="Consolas"/>
                          <a:sym typeface="Consolas"/>
                        </a:rPr>
                        <a:t>head</a:t>
                      </a:r>
                      <a:endParaRPr sz="800" u="none" cap="none" strike="noStrike">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t/>
                      </a:r>
                      <a:endParaRPr sz="800" u="none" cap="none" strike="noStrike">
                        <a:solidFill>
                          <a:srgbClr val="FF0000"/>
                        </a:solidFill>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01600">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latin typeface="Consolas"/>
                          <a:ea typeface="Consolas"/>
                          <a:cs typeface="Consolas"/>
                          <a:sym typeface="Consolas"/>
                        </a:rPr>
                        <a:t>tail</a:t>
                      </a:r>
                      <a:endParaRPr sz="800" u="none" cap="none" strike="noStrike">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t/>
                      </a:r>
                      <a:endParaRPr sz="800" u="none" cap="none" strike="noStrike">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101600">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latin typeface="Consolas"/>
                          <a:ea typeface="Consolas"/>
                          <a:cs typeface="Consolas"/>
                          <a:sym typeface="Consolas"/>
                        </a:rPr>
                        <a:t>size</a:t>
                      </a:r>
                      <a:endParaRPr sz="800" u="none" cap="none" strike="noStrike">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ctr">
                        <a:lnSpc>
                          <a:spcPct val="100000"/>
                        </a:lnSpc>
                        <a:spcBef>
                          <a:spcPts val="0"/>
                        </a:spcBef>
                        <a:spcAft>
                          <a:spcPts val="0"/>
                        </a:spcAft>
                        <a:buClr>
                          <a:srgbClr val="000000"/>
                        </a:buClr>
                        <a:buSzPts val="800"/>
                        <a:buFont typeface="Arial"/>
                        <a:buNone/>
                      </a:pPr>
                      <a:r>
                        <a:rPr lang="en" sz="800" u="none" cap="none" strike="noStrike">
                          <a:latin typeface="Consolas"/>
                          <a:ea typeface="Consolas"/>
                          <a:cs typeface="Consolas"/>
                          <a:sym typeface="Consolas"/>
                        </a:rPr>
                        <a:t>3</a:t>
                      </a:r>
                      <a:endParaRPr sz="800" u="none" cap="none" strike="noStrike">
                        <a:latin typeface="Consolas"/>
                        <a:ea typeface="Consolas"/>
                        <a:cs typeface="Consolas"/>
                        <a:sym typeface="Consolas"/>
                      </a:endParaRPr>
                    </a:p>
                  </a:txBody>
                  <a:tcPr marT="91425" marB="91425" marR="91425" marL="91425" anchor="ctr">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
        <p:nvSpPr>
          <p:cNvPr id="1078" name="Google Shape;1078;p100"/>
          <p:cNvSpPr txBox="1"/>
          <p:nvPr/>
        </p:nvSpPr>
        <p:spPr>
          <a:xfrm>
            <a:off x="318150" y="4200484"/>
            <a:ext cx="3706500" cy="858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The primary difference is that a </a:t>
            </a:r>
            <a:r>
              <a:rPr b="1" i="1" lang="en" sz="1200" u="none" cap="none" strike="noStrike">
                <a:solidFill>
                  <a:srgbClr val="FF0000"/>
                </a:solidFill>
                <a:latin typeface="Arial"/>
                <a:ea typeface="Arial"/>
                <a:cs typeface="Arial"/>
                <a:sym typeface="Arial"/>
              </a:rPr>
              <a:t>linked list</a:t>
            </a:r>
            <a:r>
              <a:rPr b="0" i="0" lang="en" sz="1200" u="none" cap="none" strike="noStrike">
                <a:solidFill>
                  <a:srgbClr val="FF0000"/>
                </a:solidFill>
                <a:latin typeface="Arial"/>
                <a:ea typeface="Arial"/>
                <a:cs typeface="Arial"/>
                <a:sym typeface="Arial"/>
              </a:rPr>
              <a:t> </a:t>
            </a:r>
            <a:r>
              <a:rPr lang="en" sz="1200"/>
              <a:t>provides</a:t>
            </a:r>
            <a:r>
              <a:rPr b="0" i="0" lang="en" sz="1200" u="none" cap="none" strike="noStrike">
                <a:solidFill>
                  <a:srgbClr val="000000"/>
                </a:solidFill>
                <a:latin typeface="Arial"/>
                <a:ea typeface="Arial"/>
                <a:cs typeface="Arial"/>
                <a:sym typeface="Arial"/>
              </a:rPr>
              <a:t> access by index, meaning that the </a:t>
            </a:r>
            <a:r>
              <a:rPr b="1" i="1" lang="en" sz="1200" u="none" cap="none" strike="noStrike">
                <a:solidFill>
                  <a:srgbClr val="FF0000"/>
                </a:solidFill>
                <a:latin typeface="Arial"/>
                <a:ea typeface="Arial"/>
                <a:cs typeface="Arial"/>
                <a:sym typeface="Arial"/>
              </a:rPr>
              <a:t>get</a:t>
            </a:r>
            <a:r>
              <a:rPr b="0" i="0" lang="en" sz="1200" u="none" cap="none" strike="noStrike">
                <a:solidFill>
                  <a:srgbClr val="FF0000"/>
                </a:solidFill>
                <a:latin typeface="Arial"/>
                <a:ea typeface="Arial"/>
                <a:cs typeface="Arial"/>
                <a:sym typeface="Arial"/>
              </a:rPr>
              <a:t> </a:t>
            </a:r>
            <a:r>
              <a:rPr b="0" i="0" lang="en" sz="1200" u="none" cap="none" strike="noStrike">
                <a:solidFill>
                  <a:srgbClr val="000000"/>
                </a:solidFill>
                <a:latin typeface="Arial"/>
                <a:ea typeface="Arial"/>
                <a:cs typeface="Arial"/>
                <a:sym typeface="Arial"/>
              </a:rPr>
              <a:t>and </a:t>
            </a:r>
            <a:r>
              <a:rPr b="1" i="1" lang="en" sz="1200" u="none" cap="none" strike="noStrike">
                <a:solidFill>
                  <a:srgbClr val="FF0000"/>
                </a:solidFill>
                <a:latin typeface="Arial"/>
                <a:ea typeface="Arial"/>
                <a:cs typeface="Arial"/>
                <a:sym typeface="Arial"/>
              </a:rPr>
              <a:t>set</a:t>
            </a:r>
            <a:r>
              <a:rPr b="0" i="0" lang="en" sz="1200" u="none" cap="none" strike="noStrike">
                <a:solidFill>
                  <a:srgbClr val="FF0000"/>
                </a:solidFill>
                <a:latin typeface="Arial"/>
                <a:ea typeface="Arial"/>
                <a:cs typeface="Arial"/>
                <a:sym typeface="Arial"/>
              </a:rPr>
              <a:t> </a:t>
            </a:r>
            <a:r>
              <a:rPr b="0" i="0" lang="en" sz="1200" u="none" cap="none" strike="noStrike">
                <a:solidFill>
                  <a:srgbClr val="000000"/>
                </a:solidFill>
                <a:latin typeface="Arial"/>
                <a:ea typeface="Arial"/>
                <a:cs typeface="Arial"/>
                <a:sym typeface="Arial"/>
              </a:rPr>
              <a:t>methods need to </a:t>
            </a:r>
            <a:r>
              <a:rPr b="1" i="1" lang="en" sz="1200" u="none" cap="none" strike="noStrike">
                <a:solidFill>
                  <a:srgbClr val="FF0000"/>
                </a:solidFill>
                <a:latin typeface="Arial"/>
                <a:ea typeface="Arial"/>
                <a:cs typeface="Arial"/>
                <a:sym typeface="Arial"/>
              </a:rPr>
              <a:t>search </a:t>
            </a:r>
            <a:r>
              <a:rPr b="0" i="0" lang="en" sz="1200" u="none" cap="none" strike="noStrike">
                <a:solidFill>
                  <a:srgbClr val="000000"/>
                </a:solidFill>
                <a:latin typeface="Arial"/>
                <a:ea typeface="Arial"/>
                <a:cs typeface="Arial"/>
                <a:sym typeface="Arial"/>
              </a:rPr>
              <a:t>the linked sequence for the node at a specific index.</a:t>
            </a:r>
            <a:endParaRPr b="0" i="0" sz="1200" u="none" cap="none" strike="noStrike">
              <a:solidFill>
                <a:srgbClr val="000000"/>
              </a:solidFill>
              <a:latin typeface="Arial"/>
              <a:ea typeface="Arial"/>
              <a:cs typeface="Arial"/>
              <a:sym typeface="Arial"/>
            </a:endParaRPr>
          </a:p>
        </p:txBody>
      </p:sp>
      <p:grpSp>
        <p:nvGrpSpPr>
          <p:cNvPr id="1079" name="Google Shape;1079;p100"/>
          <p:cNvGrpSpPr/>
          <p:nvPr/>
        </p:nvGrpSpPr>
        <p:grpSpPr>
          <a:xfrm>
            <a:off x="1607425" y="1198047"/>
            <a:ext cx="1607350" cy="2081203"/>
            <a:chOff x="1607425" y="1198047"/>
            <a:chExt cx="1607350" cy="2081203"/>
          </a:xfrm>
        </p:grpSpPr>
        <p:sp>
          <p:nvSpPr>
            <p:cNvPr id="1080" name="Google Shape;1080;p100"/>
            <p:cNvSpPr/>
            <p:nvPr/>
          </p:nvSpPr>
          <p:spPr>
            <a:xfrm>
              <a:off x="1610875" y="1198047"/>
              <a:ext cx="867950" cy="321475"/>
            </a:xfrm>
            <a:custGeom>
              <a:rect b="b" l="l" r="r" t="t"/>
              <a:pathLst>
                <a:path extrusionOk="0" h="12859" w="34718">
                  <a:moveTo>
                    <a:pt x="0" y="12859"/>
                  </a:moveTo>
                  <a:lnTo>
                    <a:pt x="18259" y="12859"/>
                  </a:lnTo>
                  <a:lnTo>
                    <a:pt x="18259" y="0"/>
                  </a:lnTo>
                  <a:lnTo>
                    <a:pt x="34718" y="0"/>
                  </a:lnTo>
                </a:path>
              </a:pathLst>
            </a:custGeom>
            <a:noFill/>
            <a:ln cap="flat" cmpd="sng" w="19050">
              <a:solidFill>
                <a:srgbClr val="FF0000"/>
              </a:solidFill>
              <a:prstDash val="solid"/>
              <a:round/>
              <a:headEnd len="sm" w="sm" type="none"/>
              <a:tailEnd len="med" w="med" type="triangle"/>
            </a:ln>
          </p:spPr>
        </p:sp>
        <p:sp>
          <p:nvSpPr>
            <p:cNvPr id="1081" name="Google Shape;1081;p100"/>
            <p:cNvSpPr/>
            <p:nvPr/>
          </p:nvSpPr>
          <p:spPr>
            <a:xfrm>
              <a:off x="1607425" y="1826225"/>
              <a:ext cx="867941" cy="1453025"/>
            </a:xfrm>
            <a:custGeom>
              <a:rect b="b" l="l" r="r" t="t"/>
              <a:pathLst>
                <a:path extrusionOk="0" h="58121" w="33175">
                  <a:moveTo>
                    <a:pt x="0" y="0"/>
                  </a:moveTo>
                  <a:lnTo>
                    <a:pt x="16973" y="0"/>
                  </a:lnTo>
                  <a:lnTo>
                    <a:pt x="16973" y="58121"/>
                  </a:lnTo>
                  <a:lnTo>
                    <a:pt x="33175" y="58121"/>
                  </a:lnTo>
                </a:path>
              </a:pathLst>
            </a:custGeom>
            <a:noFill/>
            <a:ln cap="flat" cmpd="sng" w="19050">
              <a:solidFill>
                <a:srgbClr val="FF0000"/>
              </a:solidFill>
              <a:prstDash val="solid"/>
              <a:round/>
              <a:headEnd len="sm" w="sm" type="none"/>
              <a:tailEnd len="med" w="med" type="triangle"/>
            </a:ln>
          </p:spPr>
        </p:sp>
        <p:cxnSp>
          <p:nvCxnSpPr>
            <p:cNvPr id="1082" name="Google Shape;1082;p100"/>
            <p:cNvCxnSpPr/>
            <p:nvPr/>
          </p:nvCxnSpPr>
          <p:spPr>
            <a:xfrm>
              <a:off x="3214775" y="1863849"/>
              <a:ext cx="0" cy="270000"/>
            </a:xfrm>
            <a:prstGeom prst="straightConnector1">
              <a:avLst/>
            </a:prstGeom>
            <a:noFill/>
            <a:ln cap="flat" cmpd="sng" w="19050">
              <a:solidFill>
                <a:srgbClr val="FF0000"/>
              </a:solidFill>
              <a:prstDash val="solid"/>
              <a:round/>
              <a:headEnd len="sm" w="sm" type="none"/>
              <a:tailEnd len="med" w="med" type="triangle"/>
            </a:ln>
          </p:spPr>
        </p:cxnSp>
        <p:cxnSp>
          <p:nvCxnSpPr>
            <p:cNvPr id="1083" name="Google Shape;1083;p100"/>
            <p:cNvCxnSpPr/>
            <p:nvPr/>
          </p:nvCxnSpPr>
          <p:spPr>
            <a:xfrm>
              <a:off x="3214775" y="2917790"/>
              <a:ext cx="0" cy="270000"/>
            </a:xfrm>
            <a:prstGeom prst="straightConnector1">
              <a:avLst/>
            </a:prstGeom>
            <a:noFill/>
            <a:ln cap="flat" cmpd="sng" w="19050">
              <a:solidFill>
                <a:srgbClr val="FF0000"/>
              </a:solidFill>
              <a:prstDash val="solid"/>
              <a:round/>
              <a:headEnd len="sm" w="sm" type="none"/>
              <a:tailEnd len="med" w="med" type="triangle"/>
            </a:ln>
          </p:spPr>
        </p:cxnSp>
      </p:grpSp>
      <p:sp>
        <p:nvSpPr>
          <p:cNvPr id="1084" name="Google Shape;1084;p100"/>
          <p:cNvSpPr txBox="1"/>
          <p:nvPr>
            <p:ph idx="12" type="sldNum"/>
          </p:nvPr>
        </p:nvSpPr>
        <p:spPr>
          <a:xfrm>
            <a:off x="8548658" y="4739417"/>
            <a:ext cx="548700" cy="393600"/>
          </a:xfrm>
          <a:prstGeom prst="rect">
            <a:avLst/>
          </a:prstGeom>
          <a:noFill/>
          <a:ln>
            <a:noFill/>
          </a:ln>
        </p:spPr>
        <p:txBody>
          <a:bodyPr anchorCtr="0" anchor="ctr" bIns="91425" lIns="91425" spcFirstLastPara="1" rIns="91425" wrap="square" tIns="91425">
            <a:noAutofit/>
          </a:bodyPr>
          <a:lstStyle/>
          <a:p>
            <a:pPr indent="0" lvl="0" marL="0" rtl="0" algn="r">
              <a:spcBef>
                <a:spcPts val="0"/>
              </a:spcBef>
              <a:spcAft>
                <a:spcPts val="0"/>
              </a:spcAft>
              <a:buClr>
                <a:srgbClr val="000000"/>
              </a:buClr>
              <a:buSzPts val="1000"/>
              <a:buFont typeface="Arial"/>
              <a:buNone/>
            </a:pPr>
            <a:fld id="{00000000-1234-1234-1234-123412341234}" type="slidenum">
              <a:rPr lang="en"/>
              <a:t>‹#›</a:t>
            </a:fld>
            <a:endParaRPr/>
          </a:p>
        </p:txBody>
      </p:sp>
      <p:sp>
        <p:nvSpPr>
          <p:cNvPr id="1085" name="Google Shape;1085;p100"/>
          <p:cNvSpPr txBox="1"/>
          <p:nvPr>
            <p:ph type="title"/>
          </p:nvPr>
        </p:nvSpPr>
        <p:spPr>
          <a:xfrm>
            <a:off x="311725" y="23068"/>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Linked Lists</a:t>
            </a:r>
            <a:endParaRPr/>
          </a:p>
        </p:txBody>
      </p:sp>
      <p:sp>
        <p:nvSpPr>
          <p:cNvPr id="1086" name="Google Shape;1086;p100"/>
          <p:cNvSpPr txBox="1"/>
          <p:nvPr>
            <p:ph idx="1" type="body"/>
          </p:nvPr>
        </p:nvSpPr>
        <p:spPr>
          <a:xfrm>
            <a:off x="4416075" y="43725"/>
            <a:ext cx="4452600" cy="5075700"/>
          </a:xfrm>
          <a:prstGeom prst="rect">
            <a:avLst/>
          </a:prstGeom>
          <a:noFill/>
          <a:ln>
            <a:noFill/>
          </a:ln>
        </p:spPr>
        <p:txBody>
          <a:bodyPr anchorCtr="0" anchor="t" bIns="91425" lIns="91425" spcFirstLastPara="1" rIns="91425" wrap="square" tIns="91425">
            <a:spAutoFit/>
          </a:bodyPr>
          <a:lstStyle/>
          <a:p>
            <a:pPr indent="-311150" lvl="0" marL="457200" rtl="0" algn="l">
              <a:lnSpc>
                <a:spcPct val="115000"/>
              </a:lnSpc>
              <a:spcBef>
                <a:spcPts val="0"/>
              </a:spcBef>
              <a:spcAft>
                <a:spcPts val="0"/>
              </a:spcAft>
              <a:buSzPts val="1300"/>
              <a:buChar char="●"/>
            </a:pPr>
            <a:r>
              <a:rPr lang="en"/>
              <a:t>Another possible implementation of the list ADT is built using a </a:t>
            </a:r>
            <a:r>
              <a:rPr b="1" i="1" lang="en">
                <a:solidFill>
                  <a:srgbClr val="FF0000"/>
                </a:solidFill>
              </a:rPr>
              <a:t>linked-sequence</a:t>
            </a:r>
            <a:r>
              <a:rPr lang="en"/>
              <a:t>.</a:t>
            </a:r>
            <a:endParaRPr/>
          </a:p>
          <a:p>
            <a:pPr indent="-298450" lvl="1" marL="914400" rtl="0" algn="l">
              <a:lnSpc>
                <a:spcPct val="115000"/>
              </a:lnSpc>
              <a:spcBef>
                <a:spcPts val="0"/>
              </a:spcBef>
              <a:spcAft>
                <a:spcPts val="0"/>
              </a:spcAft>
              <a:buSzPts val="1100"/>
              <a:buChar char="○"/>
            </a:pPr>
            <a:r>
              <a:rPr lang="en"/>
              <a:t>This type of list is called a </a:t>
            </a:r>
            <a:r>
              <a:rPr b="1" i="1" lang="en">
                <a:solidFill>
                  <a:srgbClr val="FF0000"/>
                </a:solidFill>
              </a:rPr>
              <a:t>linked list</a:t>
            </a:r>
            <a:r>
              <a:rPr lang="en"/>
              <a:t>.</a:t>
            </a:r>
            <a:endParaRPr/>
          </a:p>
          <a:p>
            <a:pPr indent="-311150" lvl="0" marL="457200" rtl="0" algn="l">
              <a:lnSpc>
                <a:spcPct val="115000"/>
              </a:lnSpc>
              <a:spcBef>
                <a:spcPts val="1000"/>
              </a:spcBef>
              <a:spcAft>
                <a:spcPts val="0"/>
              </a:spcAft>
              <a:buSzPts val="1300"/>
              <a:buChar char="●"/>
            </a:pPr>
            <a:r>
              <a:rPr lang="en"/>
              <a:t>You should recall that a </a:t>
            </a:r>
            <a:r>
              <a:rPr b="1" i="1" lang="en">
                <a:solidFill>
                  <a:srgbClr val="FF0000"/>
                </a:solidFill>
              </a:rPr>
              <a:t>linked sequence</a:t>
            </a:r>
            <a:r>
              <a:rPr lang="en"/>
              <a:t> is defined as:</a:t>
            </a:r>
            <a:endParaRPr/>
          </a:p>
          <a:p>
            <a:pPr indent="-298450" lvl="1" marL="914400" rtl="0" algn="l">
              <a:lnSpc>
                <a:spcPct val="115000"/>
              </a:lnSpc>
              <a:spcBef>
                <a:spcPts val="0"/>
              </a:spcBef>
              <a:spcAft>
                <a:spcPts val="0"/>
              </a:spcAft>
              <a:buSzPts val="1100"/>
              <a:buChar char="○"/>
            </a:pPr>
            <a:r>
              <a:rPr lang="en"/>
              <a:t>The </a:t>
            </a:r>
            <a:r>
              <a:rPr b="1" i="1" lang="en">
                <a:solidFill>
                  <a:srgbClr val="FF0000"/>
                </a:solidFill>
              </a:rPr>
              <a:t>empty sequence</a:t>
            </a:r>
            <a:r>
              <a:rPr lang="en"/>
              <a:t>, which contains no values and is represented as </a:t>
            </a:r>
            <a:r>
              <a:rPr lang="en">
                <a:solidFill>
                  <a:srgbClr val="FF0000"/>
                </a:solidFill>
                <a:latin typeface="Courier New"/>
                <a:ea typeface="Courier New"/>
                <a:cs typeface="Courier New"/>
                <a:sym typeface="Courier New"/>
              </a:rPr>
              <a:t>null</a:t>
            </a:r>
            <a:r>
              <a:rPr lang="en"/>
              <a:t>.</a:t>
            </a:r>
            <a:endParaRPr/>
          </a:p>
          <a:p>
            <a:pPr indent="-298450" lvl="1" marL="914400" rtl="0" algn="l">
              <a:lnSpc>
                <a:spcPct val="115000"/>
              </a:lnSpc>
              <a:spcBef>
                <a:spcPts val="0"/>
              </a:spcBef>
              <a:spcAft>
                <a:spcPts val="0"/>
              </a:spcAft>
              <a:buSzPts val="1100"/>
              <a:buChar char="○"/>
            </a:pPr>
            <a:r>
              <a:rPr lang="en"/>
              <a:t>At least one </a:t>
            </a:r>
            <a:r>
              <a:rPr b="1" i="1" lang="en">
                <a:solidFill>
                  <a:srgbClr val="FF0000"/>
                </a:solidFill>
              </a:rPr>
              <a:t>node</a:t>
            </a:r>
            <a:r>
              <a:rPr lang="en">
                <a:solidFill>
                  <a:srgbClr val="FF0000"/>
                </a:solidFill>
              </a:rPr>
              <a:t> </a:t>
            </a:r>
            <a:r>
              <a:rPr lang="en"/>
              <a:t>that contains:</a:t>
            </a:r>
            <a:endParaRPr/>
          </a:p>
          <a:p>
            <a:pPr indent="-298450" lvl="2" marL="1371600" rtl="0" algn="l">
              <a:lnSpc>
                <a:spcPct val="115000"/>
              </a:lnSpc>
              <a:spcBef>
                <a:spcPts val="0"/>
              </a:spcBef>
              <a:spcAft>
                <a:spcPts val="0"/>
              </a:spcAft>
              <a:buSzPts val="1100"/>
              <a:buChar char="■"/>
            </a:pPr>
            <a:r>
              <a:rPr lang="en"/>
              <a:t>A </a:t>
            </a:r>
            <a:r>
              <a:rPr b="1" i="1" lang="en">
                <a:solidFill>
                  <a:srgbClr val="FF0000"/>
                </a:solidFill>
              </a:rPr>
              <a:t>value </a:t>
            </a:r>
            <a:r>
              <a:rPr lang="en"/>
              <a:t>of some type, e.g. a </a:t>
            </a:r>
            <a:r>
              <a:rPr lang="en">
                <a:latin typeface="Courier New"/>
                <a:ea typeface="Courier New"/>
                <a:cs typeface="Courier New"/>
                <a:sym typeface="Courier New"/>
              </a:rPr>
              <a:t>String</a:t>
            </a:r>
            <a:r>
              <a:rPr lang="en"/>
              <a:t>.</a:t>
            </a:r>
            <a:endParaRPr/>
          </a:p>
          <a:p>
            <a:pPr indent="-298450" lvl="2" marL="1371600" rtl="0" algn="l">
              <a:lnSpc>
                <a:spcPct val="115000"/>
              </a:lnSpc>
              <a:spcBef>
                <a:spcPts val="0"/>
              </a:spcBef>
              <a:spcAft>
                <a:spcPts val="0"/>
              </a:spcAft>
              <a:buSzPts val="1100"/>
              <a:buChar char="■"/>
            </a:pPr>
            <a:r>
              <a:rPr lang="en"/>
              <a:t>A reference to the </a:t>
            </a:r>
            <a:r>
              <a:rPr b="1" i="1" lang="en">
                <a:solidFill>
                  <a:srgbClr val="FF0000"/>
                </a:solidFill>
              </a:rPr>
              <a:t>next</a:t>
            </a:r>
            <a:r>
              <a:rPr lang="en">
                <a:solidFill>
                  <a:srgbClr val="FF0000"/>
                </a:solidFill>
              </a:rPr>
              <a:t> </a:t>
            </a:r>
            <a:r>
              <a:rPr lang="en"/>
              <a:t>node in the sequence, which may be </a:t>
            </a:r>
            <a:r>
              <a:rPr lang="en">
                <a:latin typeface="Courier New"/>
                <a:ea typeface="Courier New"/>
                <a:cs typeface="Courier New"/>
                <a:sym typeface="Courier New"/>
              </a:rPr>
              <a:t>null</a:t>
            </a:r>
            <a:r>
              <a:rPr lang="en"/>
              <a:t>.</a:t>
            </a:r>
            <a:endParaRPr/>
          </a:p>
          <a:p>
            <a:pPr indent="-311150" lvl="0" marL="457200" rtl="0" algn="l">
              <a:lnSpc>
                <a:spcPct val="115000"/>
              </a:lnSpc>
              <a:spcBef>
                <a:spcPts val="1000"/>
              </a:spcBef>
              <a:spcAft>
                <a:spcPts val="0"/>
              </a:spcAft>
              <a:buSzPts val="1300"/>
              <a:buChar char="●"/>
            </a:pPr>
            <a:r>
              <a:rPr lang="en"/>
              <a:t>A</a:t>
            </a:r>
            <a:r>
              <a:rPr lang="en">
                <a:solidFill>
                  <a:srgbClr val="FF0000"/>
                </a:solidFill>
              </a:rPr>
              <a:t> </a:t>
            </a:r>
            <a:r>
              <a:rPr b="1" i="1" lang="en">
                <a:solidFill>
                  <a:srgbClr val="FF0000"/>
                </a:solidFill>
              </a:rPr>
              <a:t>linked list</a:t>
            </a:r>
            <a:r>
              <a:rPr lang="en"/>
              <a:t> keeps track of three values:</a:t>
            </a:r>
            <a:endParaRPr/>
          </a:p>
          <a:p>
            <a:pPr indent="-298450" lvl="1" marL="914400" rtl="0" algn="l">
              <a:lnSpc>
                <a:spcPct val="115000"/>
              </a:lnSpc>
              <a:spcBef>
                <a:spcPts val="0"/>
              </a:spcBef>
              <a:spcAft>
                <a:spcPts val="0"/>
              </a:spcAft>
              <a:buSzPts val="1100"/>
              <a:buChar char="○"/>
            </a:pPr>
            <a:r>
              <a:rPr lang="en"/>
              <a:t>The </a:t>
            </a:r>
            <a:r>
              <a:rPr b="1" i="1" lang="en">
                <a:solidFill>
                  <a:srgbClr val="FF0000"/>
                </a:solidFill>
              </a:rPr>
              <a:t>first</a:t>
            </a:r>
            <a:r>
              <a:rPr lang="en">
                <a:solidFill>
                  <a:srgbClr val="FF0000"/>
                </a:solidFill>
              </a:rPr>
              <a:t> </a:t>
            </a:r>
            <a:r>
              <a:rPr lang="en"/>
              <a:t>node in the list, which is also called the </a:t>
            </a:r>
            <a:r>
              <a:rPr b="1" i="1" lang="en">
                <a:solidFill>
                  <a:srgbClr val="FF0000"/>
                </a:solidFill>
              </a:rPr>
              <a:t>head</a:t>
            </a:r>
            <a:r>
              <a:rPr lang="en"/>
              <a:t>.</a:t>
            </a:r>
            <a:endParaRPr/>
          </a:p>
          <a:p>
            <a:pPr indent="-298450" lvl="1" marL="914400" rtl="0" algn="l">
              <a:lnSpc>
                <a:spcPct val="115000"/>
              </a:lnSpc>
              <a:spcBef>
                <a:spcPts val="0"/>
              </a:spcBef>
              <a:spcAft>
                <a:spcPts val="0"/>
              </a:spcAft>
              <a:buSzPts val="1100"/>
              <a:buChar char="○"/>
            </a:pPr>
            <a:r>
              <a:rPr lang="en"/>
              <a:t>The </a:t>
            </a:r>
            <a:r>
              <a:rPr b="1" i="1" lang="en">
                <a:solidFill>
                  <a:srgbClr val="FF0000"/>
                </a:solidFill>
              </a:rPr>
              <a:t>last</a:t>
            </a:r>
            <a:r>
              <a:rPr lang="en">
                <a:solidFill>
                  <a:srgbClr val="FF0000"/>
                </a:solidFill>
              </a:rPr>
              <a:t> </a:t>
            </a:r>
            <a:r>
              <a:rPr lang="en"/>
              <a:t>node in the list, which is also called the </a:t>
            </a:r>
            <a:r>
              <a:rPr b="1" i="1" lang="en">
                <a:solidFill>
                  <a:srgbClr val="FF0000"/>
                </a:solidFill>
              </a:rPr>
              <a:t>tail</a:t>
            </a:r>
            <a:r>
              <a:rPr lang="en"/>
              <a:t>.</a:t>
            </a:r>
            <a:endParaRPr/>
          </a:p>
          <a:p>
            <a:pPr indent="-298450" lvl="1" marL="914400" rtl="0" algn="l">
              <a:lnSpc>
                <a:spcPct val="115000"/>
              </a:lnSpc>
              <a:spcBef>
                <a:spcPts val="0"/>
              </a:spcBef>
              <a:spcAft>
                <a:spcPts val="0"/>
              </a:spcAft>
              <a:buSzPts val="1100"/>
              <a:buChar char="○"/>
            </a:pPr>
            <a:r>
              <a:rPr lang="en"/>
              <a:t>The </a:t>
            </a:r>
            <a:r>
              <a:rPr b="1" i="1" lang="en">
                <a:solidFill>
                  <a:srgbClr val="FF0000"/>
                </a:solidFill>
              </a:rPr>
              <a:t>size</a:t>
            </a:r>
            <a:r>
              <a:rPr lang="en">
                <a:solidFill>
                  <a:srgbClr val="FF0000"/>
                </a:solidFill>
              </a:rPr>
              <a:t> </a:t>
            </a:r>
            <a:r>
              <a:rPr lang="en"/>
              <a:t>of the list - the total number of nodes including the head and the tail.</a:t>
            </a:r>
            <a:endParaRPr/>
          </a:p>
          <a:p>
            <a:pPr indent="-311150" lvl="0" marL="457200" rtl="0" algn="l">
              <a:lnSpc>
                <a:spcPct val="115000"/>
              </a:lnSpc>
              <a:spcBef>
                <a:spcPts val="1000"/>
              </a:spcBef>
              <a:spcAft>
                <a:spcPts val="0"/>
              </a:spcAft>
              <a:buSzPts val="1300"/>
              <a:buChar char="●"/>
            </a:pPr>
            <a:r>
              <a:rPr lang="en"/>
              <a:t>There are some special conditions that need to be considered:</a:t>
            </a:r>
            <a:endParaRPr/>
          </a:p>
          <a:p>
            <a:pPr indent="-298450" lvl="1" marL="914400" rtl="0" algn="l">
              <a:lnSpc>
                <a:spcPct val="115000"/>
              </a:lnSpc>
              <a:spcBef>
                <a:spcPts val="0"/>
              </a:spcBef>
              <a:spcAft>
                <a:spcPts val="0"/>
              </a:spcAft>
              <a:buSzPts val="1100"/>
              <a:buChar char="○"/>
            </a:pPr>
            <a:r>
              <a:rPr lang="en"/>
              <a:t>If the list is empty, </a:t>
            </a:r>
            <a:r>
              <a:rPr b="1" i="1" lang="en">
                <a:solidFill>
                  <a:srgbClr val="FF0000"/>
                </a:solidFill>
              </a:rPr>
              <a:t>both</a:t>
            </a:r>
            <a:r>
              <a:rPr lang="en">
                <a:solidFill>
                  <a:srgbClr val="FF0000"/>
                </a:solidFill>
              </a:rPr>
              <a:t> </a:t>
            </a:r>
            <a:r>
              <a:rPr lang="en"/>
              <a:t>the head and the tail are </a:t>
            </a:r>
            <a:r>
              <a:rPr lang="en">
                <a:solidFill>
                  <a:srgbClr val="FF0000"/>
                </a:solidFill>
                <a:latin typeface="Courier New"/>
                <a:ea typeface="Courier New"/>
                <a:cs typeface="Courier New"/>
                <a:sym typeface="Courier New"/>
              </a:rPr>
              <a:t>null</a:t>
            </a:r>
            <a:r>
              <a:rPr lang="en"/>
              <a:t>.</a:t>
            </a:r>
            <a:endParaRPr/>
          </a:p>
          <a:p>
            <a:pPr indent="-298450" lvl="1" marL="914400" rtl="0" algn="l">
              <a:lnSpc>
                <a:spcPct val="115000"/>
              </a:lnSpc>
              <a:spcBef>
                <a:spcPts val="0"/>
              </a:spcBef>
              <a:spcAft>
                <a:spcPts val="0"/>
              </a:spcAft>
              <a:buSzPts val="1100"/>
              <a:buChar char="○"/>
            </a:pPr>
            <a:r>
              <a:rPr lang="en"/>
              <a:t>If there is </a:t>
            </a:r>
            <a:r>
              <a:rPr b="1" i="1" lang="en">
                <a:solidFill>
                  <a:srgbClr val="FF0000"/>
                </a:solidFill>
              </a:rPr>
              <a:t>one</a:t>
            </a:r>
            <a:r>
              <a:rPr lang="en">
                <a:solidFill>
                  <a:srgbClr val="FF0000"/>
                </a:solidFill>
              </a:rPr>
              <a:t> </a:t>
            </a:r>
            <a:r>
              <a:rPr lang="en"/>
              <a:t>value in the list, </a:t>
            </a:r>
            <a:r>
              <a:rPr b="1" i="1" lang="en">
                <a:solidFill>
                  <a:srgbClr val="FF0000"/>
                </a:solidFill>
              </a:rPr>
              <a:t>both</a:t>
            </a:r>
            <a:r>
              <a:rPr lang="en">
                <a:solidFill>
                  <a:srgbClr val="FF0000"/>
                </a:solidFill>
              </a:rPr>
              <a:t> </a:t>
            </a:r>
            <a:r>
              <a:rPr lang="en"/>
              <a:t>the head and the tail refer to the </a:t>
            </a:r>
            <a:r>
              <a:rPr b="1" i="1" lang="en">
                <a:solidFill>
                  <a:srgbClr val="FF0000"/>
                </a:solidFill>
              </a:rPr>
              <a:t>same </a:t>
            </a:r>
            <a:r>
              <a:rPr lang="en"/>
              <a:t>node.</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6">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6">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6">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6">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6">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6">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6">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6">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6">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6">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6">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6">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6">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86">
                                            <p:txEl>
                                              <p:pRg end="13" st="1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3"/>
                                        </p:tgtEl>
                                        <p:attrNameLst>
                                          <p:attrName>style.visibility</p:attrName>
                                        </p:attrNameLst>
                                      </p:cBhvr>
                                      <p:to>
                                        <p:strVal val="visible"/>
                                      </p:to>
                                    </p:set>
                                    <p:animEffect filter="fade" transition="in">
                                      <p:cBhvr>
                                        <p:cTn dur="1000"/>
                                        <p:tgtEl>
                                          <p:spTgt spid="107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74"/>
                                        </p:tgtEl>
                                        <p:attrNameLst>
                                          <p:attrName>style.visibility</p:attrName>
                                        </p:attrNameLst>
                                      </p:cBhvr>
                                      <p:to>
                                        <p:strVal val="visible"/>
                                      </p:to>
                                    </p:set>
                                    <p:animEffect filter="fade" transition="in">
                                      <p:cBhvr>
                                        <p:cTn dur="1000"/>
                                        <p:tgtEl>
                                          <p:spTgt spid="1074"/>
                                        </p:tgtEl>
                                      </p:cBhvr>
                                    </p:animEffect>
                                  </p:childTnLst>
                                </p:cTn>
                              </p:par>
                              <p:par>
                                <p:cTn fill="hold" nodeType="withEffect" presetClass="entr" presetID="10" presetSubtype="0">
                                  <p:stCondLst>
                                    <p:cond delay="0"/>
                                  </p:stCondLst>
                                  <p:childTnLst>
                                    <p:set>
                                      <p:cBhvr>
                                        <p:cTn dur="1" fill="hold">
                                          <p:stCondLst>
                                            <p:cond delay="0"/>
                                          </p:stCondLst>
                                        </p:cTn>
                                        <p:tgtEl>
                                          <p:spTgt spid="1075"/>
                                        </p:tgtEl>
                                        <p:attrNameLst>
                                          <p:attrName>style.visibility</p:attrName>
                                        </p:attrNameLst>
                                      </p:cBhvr>
                                      <p:to>
                                        <p:strVal val="visible"/>
                                      </p:to>
                                    </p:set>
                                    <p:animEffect filter="fade" transition="in">
                                      <p:cBhvr>
                                        <p:cTn dur="1000"/>
                                        <p:tgtEl>
                                          <p:spTgt spid="1075"/>
                                        </p:tgtEl>
                                      </p:cBhvr>
                                    </p:animEffect>
                                  </p:childTnLst>
                                </p:cTn>
                              </p:par>
                              <p:par>
                                <p:cTn fill="hold" nodeType="withEffect" presetClass="entr" presetID="10" presetSubtype="0">
                                  <p:stCondLst>
                                    <p:cond delay="0"/>
                                  </p:stCondLst>
                                  <p:childTnLst>
                                    <p:set>
                                      <p:cBhvr>
                                        <p:cTn dur="1" fill="hold">
                                          <p:stCondLst>
                                            <p:cond delay="0"/>
                                          </p:stCondLst>
                                        </p:cTn>
                                        <p:tgtEl>
                                          <p:spTgt spid="1076"/>
                                        </p:tgtEl>
                                        <p:attrNameLst>
                                          <p:attrName>style.visibility</p:attrName>
                                        </p:attrNameLst>
                                      </p:cBhvr>
                                      <p:to>
                                        <p:strVal val="visible"/>
                                      </p:to>
                                    </p:set>
                                    <p:animEffect filter="fade" transition="in">
                                      <p:cBhvr>
                                        <p:cTn dur="1000"/>
                                        <p:tgtEl>
                                          <p:spTgt spid="1076"/>
                                        </p:tgtEl>
                                      </p:cBhvr>
                                    </p:animEffect>
                                  </p:childTnLst>
                                </p:cTn>
                              </p:par>
                              <p:par>
                                <p:cTn fill="hold" nodeType="withEffect" presetClass="entr" presetID="10" presetSubtype="0">
                                  <p:stCondLst>
                                    <p:cond delay="0"/>
                                  </p:stCondLst>
                                  <p:childTnLst>
                                    <p:set>
                                      <p:cBhvr>
                                        <p:cTn dur="1" fill="hold">
                                          <p:stCondLst>
                                            <p:cond delay="0"/>
                                          </p:stCondLst>
                                        </p:cTn>
                                        <p:tgtEl>
                                          <p:spTgt spid="1077"/>
                                        </p:tgtEl>
                                        <p:attrNameLst>
                                          <p:attrName>style.visibility</p:attrName>
                                        </p:attrNameLst>
                                      </p:cBhvr>
                                      <p:to>
                                        <p:strVal val="visible"/>
                                      </p:to>
                                    </p:set>
                                    <p:animEffect filter="fade" transition="in">
                                      <p:cBhvr>
                                        <p:cTn dur="1000"/>
                                        <p:tgtEl>
                                          <p:spTgt spid="1077"/>
                                        </p:tgtEl>
                                      </p:cBhvr>
                                    </p:animEffect>
                                  </p:childTnLst>
                                </p:cTn>
                              </p:par>
                              <p:par>
                                <p:cTn fill="hold" nodeType="withEffect" presetClass="entr" presetID="10" presetSubtype="0">
                                  <p:stCondLst>
                                    <p:cond delay="0"/>
                                  </p:stCondLst>
                                  <p:childTnLst>
                                    <p:set>
                                      <p:cBhvr>
                                        <p:cTn dur="1" fill="hold">
                                          <p:stCondLst>
                                            <p:cond delay="0"/>
                                          </p:stCondLst>
                                        </p:cTn>
                                        <p:tgtEl>
                                          <p:spTgt spid="1079"/>
                                        </p:tgtEl>
                                        <p:attrNameLst>
                                          <p:attrName>style.visibility</p:attrName>
                                        </p:attrNameLst>
                                      </p:cBhvr>
                                      <p:to>
                                        <p:strVal val="visible"/>
                                      </p:to>
                                    </p:set>
                                    <p:animEffect filter="fade" transition="in">
                                      <p:cBhvr>
                                        <p:cTn dur="1000"/>
                                        <p:tgtEl>
                                          <p:spTgt spid="107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78"/>
                                        </p:tgtEl>
                                        <p:attrNameLst>
                                          <p:attrName>style.visibility</p:attrName>
                                        </p:attrNameLst>
                                      </p:cBhvr>
                                      <p:to>
                                        <p:strVal val="visible"/>
                                      </p:to>
                                    </p:set>
                                    <p:animEffect filter="fade" transition="in">
                                      <p:cBhvr>
                                        <p:cTn dur="1000"/>
                                        <p:tgtEl>
                                          <p:spTgt spid="107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90" name="Shape 1090"/>
        <p:cNvGrpSpPr/>
        <p:nvPr/>
      </p:nvGrpSpPr>
      <p:grpSpPr>
        <a:xfrm>
          <a:off x="0" y="0"/>
          <a:ext cx="0" cy="0"/>
          <a:chOff x="0" y="0"/>
          <a:chExt cx="0" cy="0"/>
        </a:xfrm>
      </p:grpSpPr>
      <p:sp>
        <p:nvSpPr>
          <p:cNvPr id="1091" name="Google Shape;1091;p101"/>
          <p:cNvSpPr txBox="1"/>
          <p:nvPr>
            <p:ph idx="1" type="body"/>
          </p:nvPr>
        </p:nvSpPr>
        <p:spPr>
          <a:xfrm>
            <a:off x="244725" y="26470"/>
            <a:ext cx="4513200" cy="5111100"/>
          </a:xfrm>
          <a:prstGeom prst="rect">
            <a:avLst/>
          </a:prstGeom>
          <a:noFill/>
          <a:ln>
            <a:noFill/>
          </a:ln>
        </p:spPr>
        <p:txBody>
          <a:bodyPr anchorCtr="0" anchor="ctr" bIns="91425" lIns="91425" spcFirstLastPara="1" rIns="91425" wrap="square" tIns="91425">
            <a:spAutoFit/>
          </a:bodyPr>
          <a:lstStyle/>
          <a:p>
            <a:pPr indent="-311150" lvl="0" marL="457200" rtl="0" algn="l">
              <a:lnSpc>
                <a:spcPct val="115000"/>
              </a:lnSpc>
              <a:spcBef>
                <a:spcPts val="0"/>
              </a:spcBef>
              <a:spcAft>
                <a:spcPts val="0"/>
              </a:spcAft>
              <a:buSzPts val="1300"/>
              <a:buChar char="●"/>
            </a:pPr>
            <a:r>
              <a:rPr lang="en"/>
              <a:t>The </a:t>
            </a:r>
            <a:r>
              <a:rPr b="1" i="1" lang="en">
                <a:solidFill>
                  <a:srgbClr val="FF0000"/>
                </a:solidFill>
              </a:rPr>
              <a:t>expected</a:t>
            </a:r>
            <a:r>
              <a:rPr lang="en">
                <a:solidFill>
                  <a:srgbClr val="FF0000"/>
                </a:solidFill>
              </a:rPr>
              <a:t> </a:t>
            </a:r>
            <a:r>
              <a:rPr lang="en"/>
              <a:t>time complexity for all basic operations on an</a:t>
            </a:r>
            <a:r>
              <a:rPr lang="en">
                <a:solidFill>
                  <a:srgbClr val="FF0000"/>
                </a:solidFill>
              </a:rPr>
              <a:t> </a:t>
            </a:r>
            <a:r>
              <a:rPr b="1" i="1" lang="en">
                <a:solidFill>
                  <a:srgbClr val="FF0000"/>
                </a:solidFill>
              </a:rPr>
              <a:t>array list</a:t>
            </a:r>
            <a:r>
              <a:rPr lang="en">
                <a:solidFill>
                  <a:srgbClr val="FF0000"/>
                </a:solidFill>
              </a:rPr>
              <a:t> </a:t>
            </a:r>
            <a:r>
              <a:rPr lang="en"/>
              <a:t>is </a:t>
            </a:r>
            <a:r>
              <a:rPr b="1" i="1" lang="en">
                <a:solidFill>
                  <a:srgbClr val="FF0000"/>
                </a:solidFill>
              </a:rPr>
              <a:t>constant time</a:t>
            </a:r>
            <a:r>
              <a:rPr lang="en"/>
              <a:t> (</a:t>
            </a:r>
            <a:r>
              <a:rPr b="1" i="1" lang="en">
                <a:solidFill>
                  <a:srgbClr val="FF0000"/>
                </a:solidFill>
              </a:rPr>
              <a:t>O(1)</a:t>
            </a:r>
            <a:r>
              <a:rPr lang="en"/>
              <a:t>).</a:t>
            </a:r>
            <a:endParaRPr/>
          </a:p>
          <a:p>
            <a:pPr indent="-298450" lvl="1" marL="914400" rtl="0" algn="l">
              <a:lnSpc>
                <a:spcPct val="115000"/>
              </a:lnSpc>
              <a:spcBef>
                <a:spcPts val="0"/>
              </a:spcBef>
              <a:spcAft>
                <a:spcPts val="0"/>
              </a:spcAft>
              <a:buSzPts val="1100"/>
              <a:buChar char="○"/>
            </a:pPr>
            <a:r>
              <a:rPr lang="en"/>
              <a:t>The notable exception is </a:t>
            </a:r>
            <a:r>
              <a:rPr b="1" i="1" lang="en">
                <a:solidFill>
                  <a:srgbClr val="FF0000"/>
                </a:solidFill>
              </a:rPr>
              <a:t>append</a:t>
            </a:r>
            <a:r>
              <a:rPr lang="en"/>
              <a:t>, which has a worst case time complexity of </a:t>
            </a:r>
            <a:r>
              <a:rPr b="1" i="1" lang="en">
                <a:solidFill>
                  <a:srgbClr val="FF0000"/>
                </a:solidFill>
              </a:rPr>
              <a:t>O(n)</a:t>
            </a:r>
            <a:r>
              <a:rPr lang="en"/>
              <a:t> because of the copy operation, but this should be </a:t>
            </a:r>
            <a:r>
              <a:rPr b="1" i="1" lang="en">
                <a:solidFill>
                  <a:srgbClr val="FF0000"/>
                </a:solidFill>
              </a:rPr>
              <a:t>rare</a:t>
            </a:r>
            <a:r>
              <a:rPr lang="en"/>
              <a:t>.</a:t>
            </a:r>
            <a:endParaRPr/>
          </a:p>
          <a:p>
            <a:pPr indent="-311150" lvl="0" marL="457200" rtl="0" algn="l">
              <a:lnSpc>
                <a:spcPct val="115000"/>
              </a:lnSpc>
              <a:spcBef>
                <a:spcPts val="1000"/>
              </a:spcBef>
              <a:spcAft>
                <a:spcPts val="0"/>
              </a:spcAft>
              <a:buSzPts val="1300"/>
              <a:buChar char="●"/>
            </a:pPr>
            <a:r>
              <a:rPr lang="en"/>
              <a:t>The performance of an array list suffers whenever the elements are </a:t>
            </a:r>
            <a:r>
              <a:rPr b="1" i="1" lang="en">
                <a:solidFill>
                  <a:srgbClr val="FF0000"/>
                </a:solidFill>
              </a:rPr>
              <a:t>shifted</a:t>
            </a:r>
            <a:r>
              <a:rPr lang="en">
                <a:solidFill>
                  <a:srgbClr val="FF0000"/>
                </a:solidFill>
              </a:rPr>
              <a:t> </a:t>
            </a:r>
            <a:r>
              <a:rPr lang="en"/>
              <a:t>in the array.</a:t>
            </a:r>
            <a:endParaRPr/>
          </a:p>
          <a:p>
            <a:pPr indent="-298450" lvl="1" marL="914400" rtl="0" algn="l">
              <a:lnSpc>
                <a:spcPct val="115000"/>
              </a:lnSpc>
              <a:spcBef>
                <a:spcPts val="0"/>
              </a:spcBef>
              <a:spcAft>
                <a:spcPts val="0"/>
              </a:spcAft>
              <a:buSzPts val="1100"/>
              <a:buChar char="○"/>
            </a:pPr>
            <a:r>
              <a:rPr lang="en"/>
              <a:t>The shift is a </a:t>
            </a:r>
            <a:r>
              <a:rPr b="1" i="1" lang="en">
                <a:solidFill>
                  <a:srgbClr val="FF0000"/>
                </a:solidFill>
              </a:rPr>
              <a:t>linear time</a:t>
            </a:r>
            <a:r>
              <a:rPr lang="en">
                <a:solidFill>
                  <a:srgbClr val="FF0000"/>
                </a:solidFill>
              </a:rPr>
              <a:t> </a:t>
            </a:r>
            <a:r>
              <a:rPr lang="en"/>
              <a:t>(</a:t>
            </a:r>
            <a:r>
              <a:rPr b="1" i="1" lang="en">
                <a:solidFill>
                  <a:srgbClr val="FF0000"/>
                </a:solidFill>
              </a:rPr>
              <a:t>O(n)</a:t>
            </a:r>
            <a:r>
              <a:rPr lang="en"/>
              <a:t>) operation and is necessary whenever an element is </a:t>
            </a:r>
            <a:r>
              <a:rPr b="1" i="1" lang="en">
                <a:solidFill>
                  <a:srgbClr val="FF0000"/>
                </a:solidFill>
              </a:rPr>
              <a:t>inserted into </a:t>
            </a:r>
            <a:r>
              <a:rPr lang="en"/>
              <a:t>or </a:t>
            </a:r>
            <a:r>
              <a:rPr b="1" i="1" lang="en">
                <a:solidFill>
                  <a:srgbClr val="FF0000"/>
                </a:solidFill>
              </a:rPr>
              <a:t>removed from </a:t>
            </a:r>
            <a:r>
              <a:rPr lang="en"/>
              <a:t>the middle of the array.</a:t>
            </a:r>
            <a:endParaRPr/>
          </a:p>
          <a:p>
            <a:pPr indent="-311150" lvl="0" marL="457200" rtl="0" algn="l">
              <a:lnSpc>
                <a:spcPct val="115000"/>
              </a:lnSpc>
              <a:spcBef>
                <a:spcPts val="1000"/>
              </a:spcBef>
              <a:spcAft>
                <a:spcPts val="0"/>
              </a:spcAft>
              <a:buSzPts val="1300"/>
              <a:buChar char="●"/>
            </a:pPr>
            <a:r>
              <a:rPr lang="en"/>
              <a:t>The </a:t>
            </a:r>
            <a:r>
              <a:rPr b="1" i="1" lang="en">
                <a:solidFill>
                  <a:srgbClr val="FF0000"/>
                </a:solidFill>
              </a:rPr>
              <a:t>expected</a:t>
            </a:r>
            <a:r>
              <a:rPr lang="en">
                <a:solidFill>
                  <a:srgbClr val="FF0000"/>
                </a:solidFill>
              </a:rPr>
              <a:t> </a:t>
            </a:r>
            <a:r>
              <a:rPr lang="en"/>
              <a:t>time complexity for a </a:t>
            </a:r>
            <a:r>
              <a:rPr b="1" i="1" lang="en">
                <a:solidFill>
                  <a:srgbClr val="FF0000"/>
                </a:solidFill>
              </a:rPr>
              <a:t>linked list</a:t>
            </a:r>
            <a:r>
              <a:rPr lang="en"/>
              <a:t> is very different!</a:t>
            </a:r>
            <a:endParaRPr/>
          </a:p>
          <a:p>
            <a:pPr indent="-298450" lvl="1" marL="914400" rtl="0" algn="l">
              <a:lnSpc>
                <a:spcPct val="115000"/>
              </a:lnSpc>
              <a:spcBef>
                <a:spcPts val="0"/>
              </a:spcBef>
              <a:spcAft>
                <a:spcPts val="0"/>
              </a:spcAft>
              <a:buSzPts val="1100"/>
              <a:buChar char="○"/>
            </a:pPr>
            <a:r>
              <a:rPr lang="en"/>
              <a:t>The performance of the </a:t>
            </a:r>
            <a:r>
              <a:rPr b="1" i="1" lang="en">
                <a:solidFill>
                  <a:srgbClr val="FF0000"/>
                </a:solidFill>
              </a:rPr>
              <a:t>append</a:t>
            </a:r>
            <a:r>
              <a:rPr lang="en">
                <a:solidFill>
                  <a:srgbClr val="FF0000"/>
                </a:solidFill>
              </a:rPr>
              <a:t> </a:t>
            </a:r>
            <a:r>
              <a:rPr lang="en"/>
              <a:t>method will </a:t>
            </a:r>
            <a:r>
              <a:rPr b="1" i="1" lang="en">
                <a:solidFill>
                  <a:srgbClr val="FF0000"/>
                </a:solidFill>
              </a:rPr>
              <a:t>always</a:t>
            </a:r>
            <a:r>
              <a:rPr lang="en">
                <a:solidFill>
                  <a:srgbClr val="FF0000"/>
                </a:solidFill>
              </a:rPr>
              <a:t> </a:t>
            </a:r>
            <a:r>
              <a:rPr lang="en"/>
              <a:t>be </a:t>
            </a:r>
            <a:r>
              <a:rPr b="1" i="1" lang="en">
                <a:solidFill>
                  <a:srgbClr val="FF0000"/>
                </a:solidFill>
              </a:rPr>
              <a:t>constant time</a:t>
            </a:r>
            <a:r>
              <a:rPr lang="en"/>
              <a:t>.</a:t>
            </a:r>
            <a:endParaRPr/>
          </a:p>
          <a:p>
            <a:pPr indent="-298450" lvl="1" marL="914400" rtl="0" algn="l">
              <a:lnSpc>
                <a:spcPct val="115000"/>
              </a:lnSpc>
              <a:spcBef>
                <a:spcPts val="0"/>
              </a:spcBef>
              <a:spcAft>
                <a:spcPts val="0"/>
              </a:spcAft>
              <a:buSzPts val="1100"/>
              <a:buChar char="○"/>
            </a:pPr>
            <a:r>
              <a:rPr lang="en"/>
              <a:t>The </a:t>
            </a:r>
            <a:r>
              <a:rPr b="1" i="1" lang="en">
                <a:solidFill>
                  <a:srgbClr val="FF0000"/>
                </a:solidFill>
              </a:rPr>
              <a:t>get</a:t>
            </a:r>
            <a:r>
              <a:rPr lang="en"/>
              <a:t>, </a:t>
            </a:r>
            <a:r>
              <a:rPr b="1" i="1" lang="en">
                <a:solidFill>
                  <a:srgbClr val="FF0000"/>
                </a:solidFill>
              </a:rPr>
              <a:t>set</a:t>
            </a:r>
            <a:r>
              <a:rPr lang="en"/>
              <a:t>, </a:t>
            </a:r>
            <a:r>
              <a:rPr b="1" i="1" lang="en">
                <a:solidFill>
                  <a:srgbClr val="FF0000"/>
                </a:solidFill>
              </a:rPr>
              <a:t>insert</a:t>
            </a:r>
            <a:r>
              <a:rPr lang="en"/>
              <a:t>, and </a:t>
            </a:r>
            <a:r>
              <a:rPr b="1" i="1" lang="en">
                <a:solidFill>
                  <a:srgbClr val="FF0000"/>
                </a:solidFill>
              </a:rPr>
              <a:t>remove</a:t>
            </a:r>
            <a:r>
              <a:rPr lang="en">
                <a:solidFill>
                  <a:srgbClr val="FF0000"/>
                </a:solidFill>
              </a:rPr>
              <a:t> </a:t>
            </a:r>
            <a:r>
              <a:rPr lang="en"/>
              <a:t>operations will also run in </a:t>
            </a:r>
            <a:r>
              <a:rPr b="1" i="1" lang="en">
                <a:solidFill>
                  <a:srgbClr val="FF0000"/>
                </a:solidFill>
              </a:rPr>
              <a:t>constant time</a:t>
            </a:r>
            <a:r>
              <a:rPr lang="en">
                <a:solidFill>
                  <a:srgbClr val="FF0000"/>
                </a:solidFill>
              </a:rPr>
              <a:t> </a:t>
            </a:r>
            <a:r>
              <a:rPr lang="en"/>
              <a:t>if performed at the </a:t>
            </a:r>
            <a:r>
              <a:rPr b="1" i="1" lang="en">
                <a:solidFill>
                  <a:srgbClr val="FF0000"/>
                </a:solidFill>
              </a:rPr>
              <a:t>head</a:t>
            </a:r>
            <a:r>
              <a:rPr lang="en">
                <a:solidFill>
                  <a:srgbClr val="FF0000"/>
                </a:solidFill>
              </a:rPr>
              <a:t> </a:t>
            </a:r>
            <a:r>
              <a:rPr lang="en"/>
              <a:t>or </a:t>
            </a:r>
            <a:r>
              <a:rPr b="1" i="1" lang="en">
                <a:solidFill>
                  <a:srgbClr val="FF0000"/>
                </a:solidFill>
              </a:rPr>
              <a:t>tail</a:t>
            </a:r>
            <a:r>
              <a:rPr lang="en">
                <a:solidFill>
                  <a:srgbClr val="FF0000"/>
                </a:solidFill>
              </a:rPr>
              <a:t> </a:t>
            </a:r>
            <a:r>
              <a:rPr lang="en"/>
              <a:t>of the list.</a:t>
            </a:r>
            <a:endParaRPr/>
          </a:p>
          <a:p>
            <a:pPr indent="-311150" lvl="0" marL="457200" rtl="0" algn="l">
              <a:lnSpc>
                <a:spcPct val="115000"/>
              </a:lnSpc>
              <a:spcBef>
                <a:spcPts val="1000"/>
              </a:spcBef>
              <a:spcAft>
                <a:spcPts val="0"/>
              </a:spcAft>
              <a:buSzPts val="1300"/>
              <a:buChar char="●"/>
            </a:pPr>
            <a:r>
              <a:rPr lang="en"/>
              <a:t>The performance of a linked list suffers whenever the list has to be </a:t>
            </a:r>
            <a:r>
              <a:rPr b="1" i="1" lang="en">
                <a:solidFill>
                  <a:srgbClr val="FF0000"/>
                </a:solidFill>
              </a:rPr>
              <a:t>searched</a:t>
            </a:r>
            <a:r>
              <a:rPr lang="en"/>
              <a:t>.</a:t>
            </a:r>
            <a:endParaRPr/>
          </a:p>
          <a:p>
            <a:pPr indent="-298450" lvl="1" marL="914400" rtl="0" algn="l">
              <a:lnSpc>
                <a:spcPct val="115000"/>
              </a:lnSpc>
              <a:spcBef>
                <a:spcPts val="0"/>
              </a:spcBef>
              <a:spcAft>
                <a:spcPts val="0"/>
              </a:spcAft>
              <a:buSzPts val="1100"/>
              <a:buChar char="○"/>
            </a:pPr>
            <a:r>
              <a:rPr lang="en"/>
              <a:t>This is a </a:t>
            </a:r>
            <a:r>
              <a:rPr b="1" i="1" lang="en">
                <a:solidFill>
                  <a:srgbClr val="FF0000"/>
                </a:solidFill>
              </a:rPr>
              <a:t>linear time</a:t>
            </a:r>
            <a:r>
              <a:rPr lang="en"/>
              <a:t> (</a:t>
            </a:r>
            <a:r>
              <a:rPr b="1" i="1" lang="en">
                <a:solidFill>
                  <a:srgbClr val="FF0000"/>
                </a:solidFill>
              </a:rPr>
              <a:t>O(n)</a:t>
            </a:r>
            <a:r>
              <a:rPr lang="en"/>
              <a:t>) operation and is necessary whenever </a:t>
            </a:r>
            <a:r>
              <a:rPr b="1" i="1" lang="en">
                <a:solidFill>
                  <a:srgbClr val="FF0000"/>
                </a:solidFill>
              </a:rPr>
              <a:t>get</a:t>
            </a:r>
            <a:r>
              <a:rPr lang="en"/>
              <a:t>, </a:t>
            </a:r>
            <a:r>
              <a:rPr b="1" i="1" lang="en">
                <a:solidFill>
                  <a:srgbClr val="FF0000"/>
                </a:solidFill>
              </a:rPr>
              <a:t>set</a:t>
            </a:r>
            <a:r>
              <a:rPr lang="en"/>
              <a:t>, </a:t>
            </a:r>
            <a:r>
              <a:rPr b="1" i="1" lang="en">
                <a:solidFill>
                  <a:srgbClr val="FF0000"/>
                </a:solidFill>
              </a:rPr>
              <a:t>insert</a:t>
            </a:r>
            <a:r>
              <a:rPr lang="en">
                <a:solidFill>
                  <a:srgbClr val="FF0000"/>
                </a:solidFill>
              </a:rPr>
              <a:t> </a:t>
            </a:r>
            <a:r>
              <a:rPr lang="en"/>
              <a:t>or </a:t>
            </a:r>
            <a:r>
              <a:rPr b="1" i="1" lang="en">
                <a:solidFill>
                  <a:srgbClr val="FF0000"/>
                </a:solidFill>
              </a:rPr>
              <a:t>remove</a:t>
            </a:r>
            <a:r>
              <a:rPr lang="en">
                <a:solidFill>
                  <a:srgbClr val="FF0000"/>
                </a:solidFill>
              </a:rPr>
              <a:t> </a:t>
            </a:r>
            <a:r>
              <a:rPr lang="en"/>
              <a:t>is performed at any index in the middle of the list.</a:t>
            </a:r>
            <a:endParaRPr/>
          </a:p>
        </p:txBody>
      </p:sp>
      <p:sp>
        <p:nvSpPr>
          <p:cNvPr id="1092" name="Google Shape;1092;p101"/>
          <p:cNvSpPr txBox="1"/>
          <p:nvPr>
            <p:ph idx="12" type="sldNum"/>
          </p:nvPr>
        </p:nvSpPr>
        <p:spPr>
          <a:xfrm>
            <a:off x="90458" y="4663217"/>
            <a:ext cx="548700" cy="3936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SzPts val="1000"/>
              <a:buFont typeface="Arial"/>
              <a:buNone/>
            </a:pPr>
            <a:fld id="{00000000-1234-1234-1234-123412341234}" type="slidenum">
              <a:rPr lang="en"/>
              <a:t>‹#›</a:t>
            </a:fld>
            <a:endParaRPr/>
          </a:p>
        </p:txBody>
      </p:sp>
      <p:sp>
        <p:nvSpPr>
          <p:cNvPr id="1093" name="Google Shape;1093;p101"/>
          <p:cNvSpPr txBox="1"/>
          <p:nvPr>
            <p:ph type="title"/>
          </p:nvPr>
        </p:nvSpPr>
        <p:spPr>
          <a:xfrm>
            <a:off x="4908375" y="119925"/>
            <a:ext cx="4062900" cy="63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List Complexity</a:t>
            </a:r>
            <a:endParaRPr/>
          </a:p>
        </p:txBody>
      </p:sp>
      <p:pic>
        <p:nvPicPr>
          <p:cNvPr id="1094" name="Google Shape;1094;p101"/>
          <p:cNvPicPr preferRelativeResize="0"/>
          <p:nvPr/>
        </p:nvPicPr>
        <p:blipFill rotWithShape="1">
          <a:blip r:embed="rId3">
            <a:alphaModFix/>
          </a:blip>
          <a:srcRect b="0" l="0" r="0" t="0"/>
          <a:stretch/>
        </p:blipFill>
        <p:spPr>
          <a:xfrm>
            <a:off x="7537325" y="963951"/>
            <a:ext cx="759800" cy="1326850"/>
          </a:xfrm>
          <a:prstGeom prst="rect">
            <a:avLst/>
          </a:prstGeom>
          <a:noFill/>
          <a:ln>
            <a:noFill/>
          </a:ln>
        </p:spPr>
      </p:pic>
      <p:sp>
        <p:nvSpPr>
          <p:cNvPr id="1095" name="Google Shape;1095;p101"/>
          <p:cNvSpPr/>
          <p:nvPr/>
        </p:nvSpPr>
        <p:spPr>
          <a:xfrm>
            <a:off x="5431500" y="758025"/>
            <a:ext cx="1735200" cy="826200"/>
          </a:xfrm>
          <a:prstGeom prst="wedgeRoundRectCallout">
            <a:avLst>
              <a:gd fmla="val 67132" name="adj1"/>
              <a:gd fmla="val 21635"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So how do I decide which implementation to use?</a:t>
            </a:r>
            <a:endParaRPr b="0" i="0" sz="1200" u="none" cap="none" strike="noStrike">
              <a:solidFill>
                <a:srgbClr val="000000"/>
              </a:solidFill>
              <a:latin typeface="Arial"/>
              <a:ea typeface="Arial"/>
              <a:cs typeface="Arial"/>
              <a:sym typeface="Arial"/>
            </a:endParaRPr>
          </a:p>
        </p:txBody>
      </p:sp>
      <p:graphicFrame>
        <p:nvGraphicFramePr>
          <p:cNvPr id="1096" name="Google Shape;1096;p101"/>
          <p:cNvGraphicFramePr/>
          <p:nvPr/>
        </p:nvGraphicFramePr>
        <p:xfrm>
          <a:off x="4908375" y="2367625"/>
          <a:ext cx="3000000" cy="3000000"/>
        </p:xfrm>
        <a:graphic>
          <a:graphicData uri="http://schemas.openxmlformats.org/drawingml/2006/table">
            <a:tbl>
              <a:tblPr>
                <a:noFill/>
                <a:tableStyleId>{5D16334A-BD30-4DCF-A821-F696FD12572A}</a:tableStyleId>
              </a:tblPr>
              <a:tblGrid>
                <a:gridCol w="1202700"/>
                <a:gridCol w="1482625"/>
                <a:gridCol w="1482625"/>
              </a:tblGrid>
              <a:tr h="155077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rgbClr val="FFFFFF"/>
                          </a:solidFill>
                        </a:rPr>
                        <a:t>That depends, if you...</a:t>
                      </a:r>
                      <a:endParaRPr sz="12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r h="407575">
                <a:tc>
                  <a:txBody>
                    <a:bodyPr/>
                    <a:lstStyle/>
                    <a:p>
                      <a:pPr indent="0" lvl="0" marL="0" marR="0" rtl="0" algn="l">
                        <a:lnSpc>
                          <a:spcPct val="100000"/>
                        </a:lnSpc>
                        <a:spcBef>
                          <a:spcPts val="0"/>
                        </a:spcBef>
                        <a:spcAft>
                          <a:spcPts val="0"/>
                        </a:spcAft>
                        <a:buClr>
                          <a:srgbClr val="000000"/>
                        </a:buClr>
                        <a:buSzPts val="1200"/>
                        <a:buFont typeface="Arial"/>
                        <a:buNone/>
                      </a:pPr>
                      <a:r>
                        <a:rPr lang="en" sz="1200" u="none" cap="none" strike="noStrike">
                          <a:solidFill>
                            <a:srgbClr val="FFFFFF"/>
                          </a:solidFill>
                        </a:rPr>
                        <a:t>...then choose:</a:t>
                      </a:r>
                      <a:endParaRPr sz="1200" u="none" cap="none" strike="noStrike">
                        <a:solidFill>
                          <a:srgbClr val="FFFFFF"/>
                        </a:solidFill>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4A86E8"/>
                    </a:solidFill>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c>
                  <a:txBody>
                    <a:bodyPr/>
                    <a:lstStyle/>
                    <a:p>
                      <a:pPr indent="0" lvl="0" marL="0" marR="0" rtl="0" algn="l">
                        <a:lnSpc>
                          <a:spcPct val="100000"/>
                        </a:lnSpc>
                        <a:spcBef>
                          <a:spcPts val="0"/>
                        </a:spcBef>
                        <a:spcAft>
                          <a:spcPts val="0"/>
                        </a:spcAft>
                        <a:buClr>
                          <a:srgbClr val="000000"/>
                        </a:buClr>
                        <a:buSzPts val="1200"/>
                        <a:buFont typeface="Arial"/>
                        <a:buNone/>
                      </a:pPr>
                      <a:r>
                        <a:t/>
                      </a:r>
                      <a:endParaRPr sz="1200" u="none" cap="none" strike="noStrike"/>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FFFFFF"/>
                    </a:solidFill>
                  </a:tcPr>
                </a:tc>
              </a:tr>
            </a:tbl>
          </a:graphicData>
        </a:graphic>
      </p:graphicFrame>
      <p:sp>
        <p:nvSpPr>
          <p:cNvPr id="1097" name="Google Shape;1097;p101"/>
          <p:cNvSpPr txBox="1"/>
          <p:nvPr/>
        </p:nvSpPr>
        <p:spPr>
          <a:xfrm>
            <a:off x="6111075" y="2437774"/>
            <a:ext cx="1482600" cy="1427700"/>
          </a:xfrm>
          <a:prstGeom prst="rect">
            <a:avLst/>
          </a:prstGeom>
          <a:noFill/>
          <a:ln>
            <a:noFill/>
          </a:ln>
        </p:spPr>
        <p:txBody>
          <a:bodyPr anchorCtr="0" anchor="ctr" bIns="91425" lIns="91425" spcFirstLastPara="1" rIns="91425" wrap="square" tIns="91425">
            <a:noAutofit/>
          </a:bodyPr>
          <a:lstStyle/>
          <a:p>
            <a:pPr indent="0" lvl="0" marL="0" marR="0" rtl="0" algn="ctr">
              <a:lnSpc>
                <a:spcPct val="115000"/>
              </a:lnSpc>
              <a:spcBef>
                <a:spcPts val="0"/>
              </a:spcBef>
              <a:spcAft>
                <a:spcPts val="0"/>
              </a:spcAft>
              <a:buClr>
                <a:srgbClr val="000000"/>
              </a:buClr>
              <a:buSzPts val="1200"/>
              <a:buFont typeface="Arial"/>
              <a:buNone/>
            </a:pPr>
            <a:r>
              <a:rPr b="0" i="0" lang="en" sz="1200" u="none" cap="none" strike="noStrike">
                <a:solidFill>
                  <a:srgbClr val="FF0000"/>
                </a:solidFill>
                <a:latin typeface="Shadows Into Light"/>
                <a:ea typeface="Shadows Into Light"/>
                <a:cs typeface="Shadows Into Light"/>
                <a:sym typeface="Shadows Into Light"/>
              </a:rPr>
              <a:t>- Always Append at the End</a:t>
            </a:r>
            <a:endParaRPr b="0" i="0" sz="1200" u="none" cap="none" strike="noStrike">
              <a:solidFill>
                <a:srgbClr val="FF0000"/>
              </a:solidFill>
              <a:latin typeface="Shadows Into Light"/>
              <a:ea typeface="Shadows Into Light"/>
              <a:cs typeface="Shadows Into Light"/>
              <a:sym typeface="Shadows Into Light"/>
            </a:endParaRPr>
          </a:p>
          <a:p>
            <a:pPr indent="0" lvl="0" marL="0" marR="0" rtl="0" algn="ctr">
              <a:lnSpc>
                <a:spcPct val="115000"/>
              </a:lnSpc>
              <a:spcBef>
                <a:spcPts val="0"/>
              </a:spcBef>
              <a:spcAft>
                <a:spcPts val="0"/>
              </a:spcAft>
              <a:buClr>
                <a:srgbClr val="000000"/>
              </a:buClr>
              <a:buSzPts val="1200"/>
              <a:buFont typeface="Arial"/>
              <a:buNone/>
            </a:pPr>
            <a:r>
              <a:rPr b="0" i="0" lang="en" sz="1200" u="none" cap="none" strike="noStrike">
                <a:solidFill>
                  <a:srgbClr val="FF0000"/>
                </a:solidFill>
                <a:latin typeface="Shadows Into Light"/>
                <a:ea typeface="Shadows Into Light"/>
                <a:cs typeface="Shadows Into Light"/>
                <a:sym typeface="Shadows Into Light"/>
              </a:rPr>
              <a:t>- Never Insert or remove in the middle</a:t>
            </a:r>
            <a:endParaRPr b="0" i="0" sz="1200" u="none" cap="none" strike="noStrike">
              <a:solidFill>
                <a:srgbClr val="FF0000"/>
              </a:solidFill>
              <a:latin typeface="Shadows Into Light"/>
              <a:ea typeface="Shadows Into Light"/>
              <a:cs typeface="Shadows Into Light"/>
              <a:sym typeface="Shadows Into Light"/>
            </a:endParaRPr>
          </a:p>
          <a:p>
            <a:pPr indent="0" lvl="0" marL="0" marR="0" rtl="0" algn="ctr">
              <a:lnSpc>
                <a:spcPct val="115000"/>
              </a:lnSpc>
              <a:spcBef>
                <a:spcPts val="0"/>
              </a:spcBef>
              <a:spcAft>
                <a:spcPts val="0"/>
              </a:spcAft>
              <a:buClr>
                <a:srgbClr val="000000"/>
              </a:buClr>
              <a:buSzPts val="1200"/>
              <a:buFont typeface="Arial"/>
              <a:buNone/>
            </a:pPr>
            <a:r>
              <a:rPr b="0" i="0" lang="en" sz="1200" u="none" cap="none" strike="noStrike">
                <a:solidFill>
                  <a:srgbClr val="FF0000"/>
                </a:solidFill>
                <a:latin typeface="Shadows Into Light"/>
                <a:ea typeface="Shadows Into Light"/>
                <a:cs typeface="Shadows Into Light"/>
                <a:sym typeface="Shadows Into Light"/>
              </a:rPr>
              <a:t>- Need Random Access</a:t>
            </a:r>
            <a:endParaRPr b="0" i="0" sz="1200" u="none" cap="none" strike="noStrike">
              <a:solidFill>
                <a:srgbClr val="FF0000"/>
              </a:solidFill>
              <a:latin typeface="Shadows Into Light"/>
              <a:ea typeface="Shadows Into Light"/>
              <a:cs typeface="Shadows Into Light"/>
              <a:sym typeface="Shadows Into Light"/>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FF0000"/>
                </a:solidFill>
                <a:latin typeface="Shadows Into Light"/>
                <a:ea typeface="Shadows Into Light"/>
                <a:cs typeface="Shadows Into Light"/>
                <a:sym typeface="Shadows Into Light"/>
              </a:rPr>
              <a:t>- Know the maximum number of elements </a:t>
            </a:r>
            <a:endParaRPr b="0" i="0" sz="1200" u="none" cap="none" strike="noStrike">
              <a:solidFill>
                <a:srgbClr val="FF0000"/>
              </a:solidFill>
              <a:latin typeface="Shadows Into Light"/>
              <a:ea typeface="Shadows Into Light"/>
              <a:cs typeface="Shadows Into Light"/>
              <a:sym typeface="Shadows Into Light"/>
            </a:endParaRPr>
          </a:p>
        </p:txBody>
      </p:sp>
      <p:sp>
        <p:nvSpPr>
          <p:cNvPr id="1098" name="Google Shape;1098;p101"/>
          <p:cNvSpPr txBox="1"/>
          <p:nvPr/>
        </p:nvSpPr>
        <p:spPr>
          <a:xfrm>
            <a:off x="6111075" y="3920558"/>
            <a:ext cx="1482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FF0000"/>
                </a:solidFill>
                <a:latin typeface="Shadows Into Light"/>
                <a:ea typeface="Shadows Into Light"/>
                <a:cs typeface="Shadows Into Light"/>
                <a:sym typeface="Shadows Into Light"/>
              </a:rPr>
              <a:t>Array List</a:t>
            </a:r>
            <a:endParaRPr b="0" i="0" sz="1900" u="none" cap="none" strike="noStrike">
              <a:solidFill>
                <a:srgbClr val="FF0000"/>
              </a:solidFill>
              <a:latin typeface="Shadows Into Light"/>
              <a:ea typeface="Shadows Into Light"/>
              <a:cs typeface="Shadows Into Light"/>
              <a:sym typeface="Shadows Into Light"/>
            </a:endParaRPr>
          </a:p>
        </p:txBody>
      </p:sp>
      <p:sp>
        <p:nvSpPr>
          <p:cNvPr id="1099" name="Google Shape;1099;p101"/>
          <p:cNvSpPr txBox="1"/>
          <p:nvPr/>
        </p:nvSpPr>
        <p:spPr>
          <a:xfrm>
            <a:off x="7593762" y="2431347"/>
            <a:ext cx="1482600" cy="14277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FF0000"/>
                </a:solidFill>
                <a:latin typeface="Shadows Into Light"/>
                <a:ea typeface="Shadows Into Light"/>
                <a:cs typeface="Shadows Into Light"/>
                <a:sym typeface="Shadows Into Light"/>
              </a:rPr>
              <a:t>- Always Insert or Remove at head </a:t>
            </a:r>
            <a:r>
              <a:rPr b="0" i="0" lang="en" sz="1200" u="sng" cap="none" strike="noStrike">
                <a:solidFill>
                  <a:srgbClr val="FF0000"/>
                </a:solidFill>
                <a:latin typeface="Shadows Into Light"/>
                <a:ea typeface="Shadows Into Light"/>
                <a:cs typeface="Shadows Into Light"/>
                <a:sym typeface="Shadows Into Light"/>
              </a:rPr>
              <a:t>and/or</a:t>
            </a:r>
            <a:r>
              <a:rPr b="0" i="0" lang="en" sz="1200" u="none" cap="none" strike="noStrike">
                <a:solidFill>
                  <a:srgbClr val="FF0000"/>
                </a:solidFill>
                <a:latin typeface="Shadows Into Light"/>
                <a:ea typeface="Shadows Into Light"/>
                <a:cs typeface="Shadows Into Light"/>
                <a:sym typeface="Shadows Into Light"/>
              </a:rPr>
              <a:t> tail</a:t>
            </a:r>
            <a:endParaRPr b="0" i="0" sz="1200" u="none" cap="none" strike="noStrike">
              <a:solidFill>
                <a:srgbClr val="FF0000"/>
              </a:solidFill>
              <a:latin typeface="Shadows Into Light"/>
              <a:ea typeface="Shadows Into Light"/>
              <a:cs typeface="Shadows Into Light"/>
              <a:sym typeface="Shadows Into Light"/>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FF0000"/>
                </a:solidFill>
                <a:latin typeface="Shadows Into Light"/>
                <a:ea typeface="Shadows Into Light"/>
                <a:cs typeface="Shadows Into Light"/>
                <a:sym typeface="Shadows Into Light"/>
              </a:rPr>
              <a:t>- Don't need random access</a:t>
            </a:r>
            <a:endParaRPr b="0" i="0" sz="1200" u="none" cap="none" strike="noStrike">
              <a:solidFill>
                <a:srgbClr val="FF0000"/>
              </a:solidFill>
              <a:latin typeface="Shadows Into Light"/>
              <a:ea typeface="Shadows Into Light"/>
              <a:cs typeface="Shadows Into Light"/>
              <a:sym typeface="Shadows Into Light"/>
            </a:endParaRPr>
          </a:p>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FF0000"/>
                </a:solidFill>
                <a:latin typeface="Shadows Into Light"/>
                <a:ea typeface="Shadows Into Light"/>
                <a:cs typeface="Shadows Into Light"/>
                <a:sym typeface="Shadows Into Light"/>
              </a:rPr>
              <a:t>- Don't know the maximum number of elements</a:t>
            </a:r>
            <a:endParaRPr b="0" i="0" sz="1200" u="none" cap="none" strike="noStrike">
              <a:solidFill>
                <a:srgbClr val="FF0000"/>
              </a:solidFill>
              <a:latin typeface="Shadows Into Light"/>
              <a:ea typeface="Shadows Into Light"/>
              <a:cs typeface="Shadows Into Light"/>
              <a:sym typeface="Shadows Into Light"/>
            </a:endParaRPr>
          </a:p>
        </p:txBody>
      </p:sp>
      <p:sp>
        <p:nvSpPr>
          <p:cNvPr id="1100" name="Google Shape;1100;p101"/>
          <p:cNvSpPr txBox="1"/>
          <p:nvPr/>
        </p:nvSpPr>
        <p:spPr>
          <a:xfrm>
            <a:off x="7607533" y="3920558"/>
            <a:ext cx="1482600" cy="393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900"/>
              <a:buFont typeface="Arial"/>
              <a:buNone/>
            </a:pPr>
            <a:r>
              <a:rPr b="0" i="0" lang="en" sz="1900" u="none" cap="none" strike="noStrike">
                <a:solidFill>
                  <a:srgbClr val="FF0000"/>
                </a:solidFill>
                <a:latin typeface="Shadows Into Light"/>
                <a:ea typeface="Shadows Into Light"/>
                <a:cs typeface="Shadows Into Light"/>
                <a:sym typeface="Shadows Into Light"/>
              </a:rPr>
              <a:t>Linked List</a:t>
            </a:r>
            <a:endParaRPr b="0" i="0" sz="1900" u="none" cap="none" strike="noStrike">
              <a:solidFill>
                <a:srgbClr val="FF0000"/>
              </a:solidFill>
              <a:latin typeface="Shadows Into Light"/>
              <a:ea typeface="Shadows Into Light"/>
              <a:cs typeface="Shadows Into Light"/>
              <a:sym typeface="Shadows Into Light"/>
            </a:endParaRPr>
          </a:p>
        </p:txBody>
      </p:sp>
      <p:sp>
        <p:nvSpPr>
          <p:cNvPr id="1101" name="Google Shape;1101;p101"/>
          <p:cNvSpPr txBox="1"/>
          <p:nvPr/>
        </p:nvSpPr>
        <p:spPr>
          <a:xfrm>
            <a:off x="4923400" y="4402800"/>
            <a:ext cx="4137900" cy="638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Understanding which operations are needed </a:t>
            </a:r>
            <a:r>
              <a:rPr b="1" i="1" lang="en" sz="1200" u="none" cap="none" strike="noStrike">
                <a:solidFill>
                  <a:srgbClr val="FF0000"/>
                </a:solidFill>
                <a:latin typeface="Arial"/>
                <a:ea typeface="Arial"/>
                <a:cs typeface="Arial"/>
                <a:sym typeface="Arial"/>
              </a:rPr>
              <a:t>the most frequently</a:t>
            </a:r>
            <a:r>
              <a:rPr b="0" i="0" lang="en" sz="1200" u="none" cap="none" strike="noStrike">
                <a:solidFill>
                  <a:srgbClr val="000000"/>
                </a:solidFill>
                <a:latin typeface="Arial"/>
                <a:ea typeface="Arial"/>
                <a:cs typeface="Arial"/>
                <a:sym typeface="Arial"/>
              </a:rPr>
              <a:t> will help you choose the most efficient implementation to solve your problem.</a:t>
            </a:r>
            <a:endParaRPr b="0" i="0" sz="12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1">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1">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1">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1">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1">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1">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1">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1">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91">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4"/>
                                        </p:tgtEl>
                                        <p:attrNameLst>
                                          <p:attrName>style.visibility</p:attrName>
                                        </p:attrNameLst>
                                      </p:cBhvr>
                                      <p:to>
                                        <p:strVal val="visible"/>
                                      </p:to>
                                    </p:set>
                                    <p:animEffect filter="fade" transition="in">
                                      <p:cBhvr>
                                        <p:cTn dur="1000"/>
                                        <p:tgtEl>
                                          <p:spTgt spid="109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095"/>
                                        </p:tgtEl>
                                        <p:attrNameLst>
                                          <p:attrName>style.visibility</p:attrName>
                                        </p:attrNameLst>
                                      </p:cBhvr>
                                      <p:to>
                                        <p:strVal val="visible"/>
                                      </p:to>
                                    </p:set>
                                    <p:animEffect filter="fade" transition="in">
                                      <p:cBhvr>
                                        <p:cTn dur="1000"/>
                                        <p:tgtEl>
                                          <p:spTgt spid="10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6"/>
                                        </p:tgtEl>
                                        <p:attrNameLst>
                                          <p:attrName>style.visibility</p:attrName>
                                        </p:attrNameLst>
                                      </p:cBhvr>
                                      <p:to>
                                        <p:strVal val="visible"/>
                                      </p:to>
                                    </p:set>
                                    <p:animEffect filter="fade" transition="in">
                                      <p:cBhvr>
                                        <p:cTn dur="1000"/>
                                        <p:tgtEl>
                                          <p:spTgt spid="10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7">
                                            <p:txEl>
                                              <p:pRg end="0" st="0"/>
                                            </p:txEl>
                                          </p:spTgt>
                                        </p:tgtEl>
                                        <p:attrNameLst>
                                          <p:attrName>style.visibility</p:attrName>
                                        </p:attrNameLst>
                                      </p:cBhvr>
                                      <p:to>
                                        <p:strVal val="visible"/>
                                      </p:to>
                                    </p:set>
                                    <p:animEffect filter="fade" transition="in">
                                      <p:cBhvr>
                                        <p:cTn dur="1000"/>
                                        <p:tgtEl>
                                          <p:spTgt spid="109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7">
                                            <p:txEl>
                                              <p:pRg end="1" st="1"/>
                                            </p:txEl>
                                          </p:spTgt>
                                        </p:tgtEl>
                                        <p:attrNameLst>
                                          <p:attrName>style.visibility</p:attrName>
                                        </p:attrNameLst>
                                      </p:cBhvr>
                                      <p:to>
                                        <p:strVal val="visible"/>
                                      </p:to>
                                    </p:set>
                                    <p:animEffect filter="fade" transition="in">
                                      <p:cBhvr>
                                        <p:cTn dur="1000"/>
                                        <p:tgtEl>
                                          <p:spTgt spid="109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7">
                                            <p:txEl>
                                              <p:pRg end="2" st="2"/>
                                            </p:txEl>
                                          </p:spTgt>
                                        </p:tgtEl>
                                        <p:attrNameLst>
                                          <p:attrName>style.visibility</p:attrName>
                                        </p:attrNameLst>
                                      </p:cBhvr>
                                      <p:to>
                                        <p:strVal val="visible"/>
                                      </p:to>
                                    </p:set>
                                    <p:animEffect filter="fade" transition="in">
                                      <p:cBhvr>
                                        <p:cTn dur="1000"/>
                                        <p:tgtEl>
                                          <p:spTgt spid="109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7">
                                            <p:txEl>
                                              <p:pRg end="3" st="3"/>
                                            </p:txEl>
                                          </p:spTgt>
                                        </p:tgtEl>
                                        <p:attrNameLst>
                                          <p:attrName>style.visibility</p:attrName>
                                        </p:attrNameLst>
                                      </p:cBhvr>
                                      <p:to>
                                        <p:strVal val="visible"/>
                                      </p:to>
                                    </p:set>
                                    <p:animEffect filter="fade" transition="in">
                                      <p:cBhvr>
                                        <p:cTn dur="1000"/>
                                        <p:tgtEl>
                                          <p:spTgt spid="109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8"/>
                                        </p:tgtEl>
                                        <p:attrNameLst>
                                          <p:attrName>style.visibility</p:attrName>
                                        </p:attrNameLst>
                                      </p:cBhvr>
                                      <p:to>
                                        <p:strVal val="visible"/>
                                      </p:to>
                                    </p:set>
                                    <p:animEffect filter="fade" transition="in">
                                      <p:cBhvr>
                                        <p:cTn dur="1000"/>
                                        <p:tgtEl>
                                          <p:spTgt spid="10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9">
                                            <p:txEl>
                                              <p:pRg end="0" st="0"/>
                                            </p:txEl>
                                          </p:spTgt>
                                        </p:tgtEl>
                                        <p:attrNameLst>
                                          <p:attrName>style.visibility</p:attrName>
                                        </p:attrNameLst>
                                      </p:cBhvr>
                                      <p:to>
                                        <p:strVal val="visible"/>
                                      </p:to>
                                    </p:set>
                                    <p:animEffect filter="fade" transition="in">
                                      <p:cBhvr>
                                        <p:cTn dur="1000"/>
                                        <p:tgtEl>
                                          <p:spTgt spid="1099">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9">
                                            <p:txEl>
                                              <p:pRg end="1" st="1"/>
                                            </p:txEl>
                                          </p:spTgt>
                                        </p:tgtEl>
                                        <p:attrNameLst>
                                          <p:attrName>style.visibility</p:attrName>
                                        </p:attrNameLst>
                                      </p:cBhvr>
                                      <p:to>
                                        <p:strVal val="visible"/>
                                      </p:to>
                                    </p:set>
                                    <p:animEffect filter="fade" transition="in">
                                      <p:cBhvr>
                                        <p:cTn dur="1000"/>
                                        <p:tgtEl>
                                          <p:spTgt spid="1099">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099">
                                            <p:txEl>
                                              <p:pRg end="2" st="2"/>
                                            </p:txEl>
                                          </p:spTgt>
                                        </p:tgtEl>
                                        <p:attrNameLst>
                                          <p:attrName>style.visibility</p:attrName>
                                        </p:attrNameLst>
                                      </p:cBhvr>
                                      <p:to>
                                        <p:strVal val="visible"/>
                                      </p:to>
                                    </p:set>
                                    <p:animEffect filter="fade" transition="in">
                                      <p:cBhvr>
                                        <p:cTn dur="1000"/>
                                        <p:tgtEl>
                                          <p:spTgt spid="1099">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0"/>
                                        </p:tgtEl>
                                        <p:attrNameLst>
                                          <p:attrName>style.visibility</p:attrName>
                                        </p:attrNameLst>
                                      </p:cBhvr>
                                      <p:to>
                                        <p:strVal val="visible"/>
                                      </p:to>
                                    </p:set>
                                    <p:animEffect filter="fade" transition="in">
                                      <p:cBhvr>
                                        <p:cTn dur="1000"/>
                                        <p:tgtEl>
                                          <p:spTgt spid="110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1"/>
                                        </p:tgtEl>
                                        <p:attrNameLst>
                                          <p:attrName>style.visibility</p:attrName>
                                        </p:attrNameLst>
                                      </p:cBhvr>
                                      <p:to>
                                        <p:strVal val="visible"/>
                                      </p:to>
                                    </p:set>
                                    <p:animEffect filter="fade" transition="in">
                                      <p:cBhvr>
                                        <p:cTn dur="1000"/>
                                        <p:tgtEl>
                                          <p:spTgt spid="1101"/>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05" name="Shape 1105"/>
        <p:cNvGrpSpPr/>
        <p:nvPr/>
      </p:nvGrpSpPr>
      <p:grpSpPr>
        <a:xfrm>
          <a:off x="0" y="0"/>
          <a:ext cx="0" cy="0"/>
          <a:chOff x="0" y="0"/>
          <a:chExt cx="0" cy="0"/>
        </a:xfrm>
      </p:grpSpPr>
      <p:sp>
        <p:nvSpPr>
          <p:cNvPr id="1106" name="Google Shape;1106;p102"/>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700"/>
              <a:t>Java's </a:t>
            </a:r>
            <a:r>
              <a:rPr lang="en" sz="2700">
                <a:latin typeface="Courier New"/>
                <a:ea typeface="Courier New"/>
                <a:cs typeface="Courier New"/>
                <a:sym typeface="Courier New"/>
              </a:rPr>
              <a:t>for</a:t>
            </a:r>
            <a:r>
              <a:rPr lang="en" sz="2700"/>
              <a:t>-</a:t>
            </a:r>
            <a:r>
              <a:rPr lang="en" sz="2700"/>
              <a:t>each Loop </a:t>
            </a:r>
            <a:endParaRPr sz="2700"/>
          </a:p>
        </p:txBody>
      </p:sp>
      <p:sp>
        <p:nvSpPr>
          <p:cNvPr id="1107" name="Google Shape;1107;p102"/>
          <p:cNvSpPr txBox="1"/>
          <p:nvPr>
            <p:ph idx="1" type="body"/>
          </p:nvPr>
        </p:nvSpPr>
        <p:spPr>
          <a:xfrm>
            <a:off x="311700" y="1505700"/>
            <a:ext cx="4189800" cy="3396600"/>
          </a:xfrm>
          <a:prstGeom prst="rect">
            <a:avLst/>
          </a:prstGeom>
          <a:noFill/>
          <a:ln>
            <a:noFill/>
          </a:ln>
        </p:spPr>
        <p:txBody>
          <a:bodyPr anchorCtr="0" anchor="t" bIns="91425" lIns="91425" spcFirstLastPara="1" rIns="91425" wrap="square" tIns="91425">
            <a:spAutoFit/>
          </a:bodyPr>
          <a:lstStyle/>
          <a:p>
            <a:pPr indent="-311150" lvl="0" marL="457200" rtl="0" algn="l">
              <a:lnSpc>
                <a:spcPct val="100000"/>
              </a:lnSpc>
              <a:spcBef>
                <a:spcPts val="0"/>
              </a:spcBef>
              <a:spcAft>
                <a:spcPts val="0"/>
              </a:spcAft>
              <a:buSzPts val="1300"/>
              <a:buChar char="●"/>
            </a:pPr>
            <a:r>
              <a:rPr lang="en"/>
              <a:t>So far, most (if not all) of the </a:t>
            </a:r>
            <a:r>
              <a:rPr lang="en">
                <a:solidFill>
                  <a:srgbClr val="FF0000"/>
                </a:solidFill>
                <a:latin typeface="Courier New"/>
                <a:ea typeface="Courier New"/>
                <a:cs typeface="Courier New"/>
                <a:sym typeface="Courier New"/>
              </a:rPr>
              <a:t>for</a:t>
            </a:r>
            <a:r>
              <a:rPr lang="en">
                <a:solidFill>
                  <a:srgbClr val="FF0000"/>
                </a:solidFill>
              </a:rPr>
              <a:t> </a:t>
            </a:r>
            <a:r>
              <a:rPr b="1" i="1" lang="en">
                <a:solidFill>
                  <a:srgbClr val="FF0000"/>
                </a:solidFill>
              </a:rPr>
              <a:t>loops</a:t>
            </a:r>
            <a:r>
              <a:rPr lang="en"/>
              <a:t> we have written have used Java's </a:t>
            </a:r>
            <a:r>
              <a:rPr b="1" i="1" lang="en">
                <a:solidFill>
                  <a:srgbClr val="FF0000"/>
                </a:solidFill>
              </a:rPr>
              <a:t>"classic"</a:t>
            </a:r>
            <a:r>
              <a:rPr lang="en"/>
              <a:t> or </a:t>
            </a:r>
            <a:r>
              <a:rPr b="1" i="1" lang="en">
                <a:solidFill>
                  <a:srgbClr val="FF0000"/>
                </a:solidFill>
              </a:rPr>
              <a:t>"C-Style"</a:t>
            </a:r>
            <a:r>
              <a:rPr lang="en"/>
              <a:t> </a:t>
            </a:r>
            <a:r>
              <a:rPr lang="en">
                <a:latin typeface="Courier New"/>
                <a:ea typeface="Courier New"/>
                <a:cs typeface="Courier New"/>
                <a:sym typeface="Courier New"/>
              </a:rPr>
              <a:t>for</a:t>
            </a:r>
            <a:r>
              <a:rPr lang="en"/>
              <a:t> loop syntax.</a:t>
            </a:r>
            <a:endParaRPr/>
          </a:p>
          <a:p>
            <a:pPr indent="-298450" lvl="1" marL="914400" rtl="0" algn="l">
              <a:lnSpc>
                <a:spcPct val="100000"/>
              </a:lnSpc>
              <a:spcBef>
                <a:spcPts val="0"/>
              </a:spcBef>
              <a:spcAft>
                <a:spcPts val="0"/>
              </a:spcAft>
              <a:buSzPts val="1100"/>
              <a:buChar char="○"/>
            </a:pPr>
            <a:r>
              <a:rPr b="1" i="1" lang="en">
                <a:solidFill>
                  <a:srgbClr val="FF0000"/>
                </a:solidFill>
              </a:rPr>
              <a:t>Initialize </a:t>
            </a:r>
            <a:r>
              <a:rPr lang="en"/>
              <a:t>a counting variable, evaluate a </a:t>
            </a:r>
            <a:r>
              <a:rPr b="1" i="1" lang="en">
                <a:solidFill>
                  <a:srgbClr val="FF0000"/>
                </a:solidFill>
              </a:rPr>
              <a:t>boolean expression</a:t>
            </a:r>
            <a:r>
              <a:rPr lang="en"/>
              <a:t>, </a:t>
            </a:r>
            <a:r>
              <a:rPr b="1" i="1" lang="en">
                <a:solidFill>
                  <a:srgbClr val="FF0000"/>
                </a:solidFill>
              </a:rPr>
              <a:t>modify</a:t>
            </a:r>
            <a:r>
              <a:rPr lang="en">
                <a:solidFill>
                  <a:srgbClr val="FF0000"/>
                </a:solidFill>
              </a:rPr>
              <a:t> </a:t>
            </a:r>
            <a:r>
              <a:rPr lang="en"/>
              <a:t>the variable. </a:t>
            </a:r>
            <a:endParaRPr/>
          </a:p>
          <a:p>
            <a:pPr indent="-298450" lvl="1" marL="914400" rtl="0" algn="l">
              <a:lnSpc>
                <a:spcPct val="100000"/>
              </a:lnSpc>
              <a:spcBef>
                <a:spcPts val="0"/>
              </a:spcBef>
              <a:spcAft>
                <a:spcPts val="0"/>
              </a:spcAft>
              <a:buSzPts val="1100"/>
              <a:buFont typeface="Courier New"/>
              <a:buChar char="○"/>
            </a:pPr>
            <a:r>
              <a:rPr lang="en">
                <a:solidFill>
                  <a:srgbClr val="FF0000"/>
                </a:solidFill>
                <a:latin typeface="Courier New"/>
                <a:ea typeface="Courier New"/>
                <a:cs typeface="Courier New"/>
                <a:sym typeface="Courier New"/>
              </a:rPr>
              <a:t>for(int i=0; i&lt;array.length; i++) {}</a:t>
            </a:r>
            <a:endParaRPr>
              <a:solidFill>
                <a:srgbClr val="FF0000"/>
              </a:solidFill>
              <a:latin typeface="Courier New"/>
              <a:ea typeface="Courier New"/>
              <a:cs typeface="Courier New"/>
              <a:sym typeface="Courier New"/>
            </a:endParaRPr>
          </a:p>
          <a:p>
            <a:pPr indent="-311150" lvl="0" marL="457200" rtl="0" algn="l">
              <a:lnSpc>
                <a:spcPct val="100000"/>
              </a:lnSpc>
              <a:spcBef>
                <a:spcPts val="1000"/>
              </a:spcBef>
              <a:spcAft>
                <a:spcPts val="0"/>
              </a:spcAft>
              <a:buSzPts val="1300"/>
              <a:buChar char="●"/>
            </a:pPr>
            <a:r>
              <a:rPr lang="en"/>
              <a:t>Java also includes a syntax that is much closer to Python's </a:t>
            </a:r>
            <a:r>
              <a:rPr lang="en">
                <a:latin typeface="Courier New"/>
                <a:ea typeface="Courier New"/>
                <a:cs typeface="Courier New"/>
                <a:sym typeface="Courier New"/>
              </a:rPr>
              <a:t>for</a:t>
            </a:r>
            <a:r>
              <a:rPr lang="en"/>
              <a:t> loop called a </a:t>
            </a:r>
            <a:r>
              <a:rPr lang="en">
                <a:solidFill>
                  <a:srgbClr val="FF0000"/>
                </a:solidFill>
                <a:latin typeface="Courier New"/>
                <a:ea typeface="Courier New"/>
                <a:cs typeface="Courier New"/>
                <a:sym typeface="Courier New"/>
              </a:rPr>
              <a:t>for</a:t>
            </a:r>
            <a:r>
              <a:rPr lang="en">
                <a:solidFill>
                  <a:srgbClr val="FF0000"/>
                </a:solidFill>
              </a:rPr>
              <a:t>-</a:t>
            </a:r>
            <a:r>
              <a:rPr b="1" i="1" lang="en">
                <a:solidFill>
                  <a:srgbClr val="FF0000"/>
                </a:solidFill>
              </a:rPr>
              <a:t>each</a:t>
            </a:r>
            <a:r>
              <a:rPr lang="en">
                <a:solidFill>
                  <a:srgbClr val="FF0000"/>
                </a:solidFill>
              </a:rPr>
              <a:t> loop</a:t>
            </a:r>
            <a:r>
              <a:rPr lang="en"/>
              <a:t>.</a:t>
            </a:r>
            <a:endParaRPr/>
          </a:p>
          <a:p>
            <a:pPr indent="-298450" lvl="1" marL="914400" rtl="0" algn="l">
              <a:lnSpc>
                <a:spcPct val="100000"/>
              </a:lnSpc>
              <a:spcBef>
                <a:spcPts val="0"/>
              </a:spcBef>
              <a:spcAft>
                <a:spcPts val="0"/>
              </a:spcAft>
              <a:buSzPts val="1100"/>
              <a:buChar char="○"/>
            </a:pPr>
            <a:r>
              <a:rPr lang="en"/>
              <a:t>Given some </a:t>
            </a:r>
            <a:r>
              <a:rPr b="1" i="1" lang="en">
                <a:solidFill>
                  <a:srgbClr val="FF0000"/>
                </a:solidFill>
              </a:rPr>
              <a:t>sequence</a:t>
            </a:r>
            <a:r>
              <a:rPr lang="en">
                <a:solidFill>
                  <a:srgbClr val="FF0000"/>
                </a:solidFill>
              </a:rPr>
              <a:t> </a:t>
            </a:r>
            <a:r>
              <a:rPr lang="en"/>
              <a:t>like a </a:t>
            </a:r>
            <a:r>
              <a:rPr b="1" i="1" lang="en">
                <a:solidFill>
                  <a:srgbClr val="FF0000"/>
                </a:solidFill>
              </a:rPr>
              <a:t>list</a:t>
            </a:r>
            <a:r>
              <a:rPr lang="en">
                <a:solidFill>
                  <a:srgbClr val="FF0000"/>
                </a:solidFill>
              </a:rPr>
              <a:t> </a:t>
            </a:r>
            <a:r>
              <a:rPr lang="en"/>
              <a:t>or an </a:t>
            </a:r>
            <a:r>
              <a:rPr b="1" i="1" lang="en">
                <a:solidFill>
                  <a:srgbClr val="FF0000"/>
                </a:solidFill>
              </a:rPr>
              <a:t>array</a:t>
            </a:r>
            <a:r>
              <a:rPr lang="en"/>
              <a:t>, the </a:t>
            </a:r>
            <a:r>
              <a:rPr lang="en">
                <a:latin typeface="Courier New"/>
                <a:ea typeface="Courier New"/>
                <a:cs typeface="Courier New"/>
                <a:sym typeface="Courier New"/>
              </a:rPr>
              <a:t>for</a:t>
            </a:r>
            <a:r>
              <a:rPr lang="en"/>
              <a:t>-</a:t>
            </a:r>
            <a:r>
              <a:rPr lang="en"/>
              <a:t>each loop will iterate over the elements in the sequence.</a:t>
            </a:r>
            <a:endParaRPr/>
          </a:p>
          <a:p>
            <a:pPr indent="-311150" lvl="0" marL="457200" rtl="0" algn="l">
              <a:lnSpc>
                <a:spcPct val="100000"/>
              </a:lnSpc>
              <a:spcBef>
                <a:spcPts val="1000"/>
              </a:spcBef>
              <a:spcAft>
                <a:spcPts val="0"/>
              </a:spcAft>
              <a:buSzPts val="1300"/>
              <a:buChar char="●"/>
            </a:pPr>
            <a:r>
              <a:rPr lang="en"/>
              <a:t>Just like Python's version, a </a:t>
            </a:r>
            <a:r>
              <a:rPr b="1" i="1" lang="en">
                <a:solidFill>
                  <a:srgbClr val="FF0000"/>
                </a:solidFill>
              </a:rPr>
              <a:t>loop variable</a:t>
            </a:r>
            <a:r>
              <a:rPr lang="en">
                <a:solidFill>
                  <a:srgbClr val="FF0000"/>
                </a:solidFill>
              </a:rPr>
              <a:t> </a:t>
            </a:r>
            <a:r>
              <a:rPr lang="en"/>
              <a:t>is assigned to the next element in the sequence </a:t>
            </a:r>
            <a:r>
              <a:rPr b="1" i="1" lang="en">
                <a:solidFill>
                  <a:srgbClr val="FF0000"/>
                </a:solidFill>
              </a:rPr>
              <a:t>before</a:t>
            </a:r>
            <a:r>
              <a:rPr lang="en">
                <a:solidFill>
                  <a:srgbClr val="FF0000"/>
                </a:solidFill>
              </a:rPr>
              <a:t> </a:t>
            </a:r>
            <a:r>
              <a:rPr lang="en"/>
              <a:t>the start of each iteration.</a:t>
            </a:r>
            <a:endParaRPr/>
          </a:p>
          <a:p>
            <a:pPr indent="-298450" lvl="1" marL="914400" rtl="0" algn="l">
              <a:lnSpc>
                <a:spcPct val="100000"/>
              </a:lnSpc>
              <a:spcBef>
                <a:spcPts val="0"/>
              </a:spcBef>
              <a:spcAft>
                <a:spcPts val="0"/>
              </a:spcAft>
              <a:buSzPts val="1100"/>
              <a:buChar char="○"/>
            </a:pPr>
            <a:r>
              <a:rPr lang="en"/>
              <a:t>Of course, because it's Java the </a:t>
            </a:r>
            <a:r>
              <a:rPr b="1" i="1" lang="en">
                <a:solidFill>
                  <a:srgbClr val="FF0000"/>
                </a:solidFill>
              </a:rPr>
              <a:t>type</a:t>
            </a:r>
            <a:r>
              <a:rPr lang="en">
                <a:solidFill>
                  <a:srgbClr val="FF0000"/>
                </a:solidFill>
              </a:rPr>
              <a:t> </a:t>
            </a:r>
            <a:r>
              <a:rPr lang="en"/>
              <a:t>of the loop variable has to be declared.</a:t>
            </a:r>
            <a:endParaRPr/>
          </a:p>
        </p:txBody>
      </p:sp>
      <p:sp>
        <p:nvSpPr>
          <p:cNvPr id="1108" name="Google Shape;1108;p102"/>
          <p:cNvSpPr txBox="1"/>
          <p:nvPr>
            <p:ph idx="2" type="body"/>
          </p:nvPr>
        </p:nvSpPr>
        <p:spPr>
          <a:xfrm>
            <a:off x="4724100" y="2135875"/>
            <a:ext cx="3999900" cy="5037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38761D"/>
                </a:solidFill>
                <a:latin typeface="Consolas"/>
                <a:ea typeface="Consolas"/>
                <a:cs typeface="Consolas"/>
                <a:sym typeface="Consolas"/>
              </a:rPr>
              <a:t>1  </a:t>
            </a:r>
            <a:r>
              <a:rPr lang="en" sz="1200">
                <a:solidFill>
                  <a:srgbClr val="0000FF"/>
                </a:solidFill>
                <a:latin typeface="Consolas"/>
                <a:ea typeface="Consolas"/>
                <a:cs typeface="Consolas"/>
                <a:sym typeface="Consolas"/>
              </a:rPr>
              <a:t>for</a:t>
            </a:r>
            <a:r>
              <a:rPr lang="en" sz="1200">
                <a:solidFill>
                  <a:srgbClr val="000000"/>
                </a:solidFill>
                <a:latin typeface="Consolas"/>
                <a:ea typeface="Consolas"/>
                <a:cs typeface="Consolas"/>
                <a:sym typeface="Consolas"/>
              </a:rPr>
              <a:t> element </a:t>
            </a:r>
            <a:r>
              <a:rPr lang="en" sz="1200">
                <a:solidFill>
                  <a:srgbClr val="0000FF"/>
                </a:solidFill>
                <a:latin typeface="Consolas"/>
                <a:ea typeface="Consolas"/>
                <a:cs typeface="Consolas"/>
                <a:sym typeface="Consolas"/>
              </a:rPr>
              <a:t>in</a:t>
            </a:r>
            <a:r>
              <a:rPr lang="en" sz="1200">
                <a:solidFill>
                  <a:srgbClr val="000000"/>
                </a:solidFill>
                <a:latin typeface="Consolas"/>
                <a:ea typeface="Consolas"/>
                <a:cs typeface="Consolas"/>
                <a:sym typeface="Consolas"/>
              </a:rPr>
              <a:t> an_array:</a:t>
            </a:r>
            <a:endParaRPr sz="1200">
              <a:solidFill>
                <a:srgbClr val="000000"/>
              </a:solidFill>
              <a:latin typeface="Consolas"/>
              <a:ea typeface="Consolas"/>
              <a:cs typeface="Consolas"/>
              <a:sym typeface="Consolas"/>
            </a:endParaRPr>
          </a:p>
          <a:p>
            <a:pPr indent="0" lvl="0" marL="0" rtl="0" algn="l">
              <a:lnSpc>
                <a:spcPct val="135714"/>
              </a:lnSpc>
              <a:spcBef>
                <a:spcPts val="0"/>
              </a:spcBef>
              <a:spcAft>
                <a:spcPts val="0"/>
              </a:spcAft>
              <a:buNone/>
            </a:pPr>
            <a:r>
              <a:rPr lang="en" sz="1200">
                <a:solidFill>
                  <a:srgbClr val="38761D"/>
                </a:solidFill>
                <a:latin typeface="Consolas"/>
                <a:ea typeface="Consolas"/>
                <a:cs typeface="Consolas"/>
                <a:sym typeface="Consolas"/>
              </a:rPr>
              <a:t>2  </a:t>
            </a:r>
            <a:r>
              <a:rPr lang="en" sz="1200">
                <a:solidFill>
                  <a:srgbClr val="000000"/>
                </a:solidFill>
                <a:latin typeface="Consolas"/>
                <a:ea typeface="Consolas"/>
                <a:cs typeface="Consolas"/>
                <a:sym typeface="Consolas"/>
              </a:rPr>
              <a:t>   print(element)</a:t>
            </a:r>
            <a:endParaRPr sz="1200">
              <a:solidFill>
                <a:srgbClr val="C586C0"/>
              </a:solidFill>
              <a:latin typeface="Consolas"/>
              <a:ea typeface="Consolas"/>
              <a:cs typeface="Consolas"/>
              <a:sym typeface="Consolas"/>
            </a:endParaRPr>
          </a:p>
        </p:txBody>
      </p:sp>
      <p:sp>
        <p:nvSpPr>
          <p:cNvPr id="1109" name="Google Shape;1109;p10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110" name="Google Shape;1110;p102"/>
          <p:cNvSpPr txBox="1"/>
          <p:nvPr>
            <p:ph idx="2" type="body"/>
          </p:nvPr>
        </p:nvSpPr>
        <p:spPr>
          <a:xfrm>
            <a:off x="4724100" y="3844525"/>
            <a:ext cx="3999900" cy="7374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38761D"/>
                </a:solidFill>
                <a:latin typeface="Consolas"/>
                <a:ea typeface="Consolas"/>
                <a:cs typeface="Consolas"/>
                <a:sym typeface="Consolas"/>
              </a:rPr>
              <a:t>1  </a:t>
            </a:r>
            <a:r>
              <a:rPr lang="en" sz="1200">
                <a:solidFill>
                  <a:srgbClr val="0000FF"/>
                </a:solidFill>
                <a:latin typeface="Consolas"/>
                <a:ea typeface="Consolas"/>
                <a:cs typeface="Consolas"/>
                <a:sym typeface="Consolas"/>
              </a:rPr>
              <a:t>for </a:t>
            </a:r>
            <a:r>
              <a:rPr lang="en" sz="1200">
                <a:solidFill>
                  <a:srgbClr val="000000"/>
                </a:solidFill>
                <a:latin typeface="Consolas"/>
                <a:ea typeface="Consolas"/>
                <a:cs typeface="Consolas"/>
                <a:sym typeface="Consolas"/>
              </a:rPr>
              <a:t>(</a:t>
            </a:r>
            <a:r>
              <a:rPr lang="en" sz="1200">
                <a:solidFill>
                  <a:srgbClr val="0000FF"/>
                </a:solidFill>
                <a:latin typeface="Consolas"/>
                <a:ea typeface="Consolas"/>
                <a:cs typeface="Consolas"/>
                <a:sym typeface="Consolas"/>
              </a:rPr>
              <a:t>int</a:t>
            </a:r>
            <a:r>
              <a:rPr lang="en" sz="1200">
                <a:solidFill>
                  <a:srgbClr val="000000"/>
                </a:solidFill>
                <a:latin typeface="Consolas"/>
                <a:ea typeface="Consolas"/>
                <a:cs typeface="Consolas"/>
                <a:sym typeface="Consolas"/>
              </a:rPr>
              <a:t> element </a:t>
            </a:r>
            <a:r>
              <a:rPr lang="en" sz="1200">
                <a:solidFill>
                  <a:srgbClr val="0000FF"/>
                </a:solidFill>
                <a:latin typeface="Consolas"/>
                <a:ea typeface="Consolas"/>
                <a:cs typeface="Consolas"/>
                <a:sym typeface="Consolas"/>
              </a:rPr>
              <a:t>:</a:t>
            </a:r>
            <a:r>
              <a:rPr lang="en" sz="1200">
                <a:solidFill>
                  <a:srgbClr val="000000"/>
                </a:solidFill>
                <a:latin typeface="Consolas"/>
                <a:ea typeface="Consolas"/>
                <a:cs typeface="Consolas"/>
                <a:sym typeface="Consolas"/>
              </a:rPr>
              <a:t> anArray) {</a:t>
            </a:r>
            <a:endParaRPr sz="12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38761D"/>
                </a:solidFill>
                <a:latin typeface="Consolas"/>
                <a:ea typeface="Consolas"/>
                <a:cs typeface="Consolas"/>
                <a:sym typeface="Consolas"/>
              </a:rPr>
              <a:t>2  </a:t>
            </a:r>
            <a:r>
              <a:rPr lang="en" sz="1200">
                <a:solidFill>
                  <a:srgbClr val="000000"/>
                </a:solidFill>
                <a:latin typeface="Consolas"/>
                <a:ea typeface="Consolas"/>
                <a:cs typeface="Consolas"/>
                <a:sym typeface="Consolas"/>
              </a:rPr>
              <a:t>   System.out.println(element);</a:t>
            </a:r>
            <a:endParaRPr sz="12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38761D"/>
                </a:solidFill>
                <a:latin typeface="Consolas"/>
                <a:ea typeface="Consolas"/>
                <a:cs typeface="Consolas"/>
                <a:sym typeface="Consolas"/>
              </a:rPr>
              <a:t>3  </a:t>
            </a:r>
            <a:r>
              <a:rPr lang="en" sz="1200">
                <a:solidFill>
                  <a:srgbClr val="000000"/>
                </a:solidFill>
                <a:latin typeface="Consolas"/>
                <a:ea typeface="Consolas"/>
                <a:cs typeface="Consolas"/>
                <a:sym typeface="Consolas"/>
              </a:rPr>
              <a:t>}</a:t>
            </a:r>
            <a:endParaRPr sz="1200">
              <a:solidFill>
                <a:srgbClr val="C586C0"/>
              </a:solidFill>
              <a:latin typeface="Consolas"/>
              <a:ea typeface="Consolas"/>
              <a:cs typeface="Consolas"/>
              <a:sym typeface="Consolas"/>
            </a:endParaRPr>
          </a:p>
        </p:txBody>
      </p:sp>
      <p:sp>
        <p:nvSpPr>
          <p:cNvPr id="1111" name="Google Shape;1111;p102"/>
          <p:cNvSpPr txBox="1"/>
          <p:nvPr>
            <p:ph idx="2" type="body"/>
          </p:nvPr>
        </p:nvSpPr>
        <p:spPr>
          <a:xfrm>
            <a:off x="4724100" y="2727276"/>
            <a:ext cx="3999900" cy="333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The loop automatically terminates after the last element.</a:t>
            </a:r>
            <a:endParaRPr sz="1200">
              <a:solidFill>
                <a:srgbClr val="000000"/>
              </a:solidFill>
              <a:latin typeface="Arial"/>
              <a:ea typeface="Arial"/>
              <a:cs typeface="Arial"/>
              <a:sym typeface="Arial"/>
            </a:endParaRPr>
          </a:p>
        </p:txBody>
      </p:sp>
      <p:sp>
        <p:nvSpPr>
          <p:cNvPr id="1112" name="Google Shape;1112;p102"/>
          <p:cNvSpPr txBox="1"/>
          <p:nvPr>
            <p:ph idx="2" type="body"/>
          </p:nvPr>
        </p:nvSpPr>
        <p:spPr>
          <a:xfrm>
            <a:off x="4724100" y="1353900"/>
            <a:ext cx="3999900" cy="703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The Python </a:t>
            </a:r>
            <a:r>
              <a:rPr lang="en" sz="1200">
                <a:solidFill>
                  <a:srgbClr val="FF0000"/>
                </a:solidFill>
                <a:latin typeface="Courier New"/>
                <a:ea typeface="Courier New"/>
                <a:cs typeface="Courier New"/>
                <a:sym typeface="Courier New"/>
              </a:rPr>
              <a:t>for</a:t>
            </a:r>
            <a:r>
              <a:rPr lang="en" sz="1200">
                <a:solidFill>
                  <a:srgbClr val="FF0000"/>
                </a:solidFill>
                <a:latin typeface="Arial"/>
                <a:ea typeface="Arial"/>
                <a:cs typeface="Arial"/>
                <a:sym typeface="Arial"/>
              </a:rPr>
              <a:t> </a:t>
            </a:r>
            <a:r>
              <a:rPr b="1" i="1" lang="en" sz="1200">
                <a:solidFill>
                  <a:srgbClr val="FF0000"/>
                </a:solidFill>
                <a:latin typeface="Arial"/>
                <a:ea typeface="Arial"/>
                <a:cs typeface="Arial"/>
                <a:sym typeface="Arial"/>
              </a:rPr>
              <a:t>loop</a:t>
            </a:r>
            <a:r>
              <a:rPr lang="en" sz="1200">
                <a:solidFill>
                  <a:srgbClr val="000000"/>
                </a:solidFill>
                <a:latin typeface="Arial"/>
                <a:ea typeface="Arial"/>
                <a:cs typeface="Arial"/>
                <a:sym typeface="Arial"/>
              </a:rPr>
              <a:t> assigns the next element in the specified </a:t>
            </a:r>
            <a:r>
              <a:rPr b="1" i="1" lang="en" sz="1200">
                <a:solidFill>
                  <a:srgbClr val="FF0000"/>
                </a:solidFill>
                <a:latin typeface="Arial"/>
                <a:ea typeface="Arial"/>
                <a:cs typeface="Arial"/>
                <a:sym typeface="Arial"/>
              </a:rPr>
              <a:t>sequence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to the </a:t>
            </a:r>
            <a:r>
              <a:rPr b="1" i="1" lang="en" sz="1200">
                <a:solidFill>
                  <a:srgbClr val="FF0000"/>
                </a:solidFill>
                <a:latin typeface="Arial"/>
                <a:ea typeface="Arial"/>
                <a:cs typeface="Arial"/>
                <a:sym typeface="Arial"/>
              </a:rPr>
              <a:t>loop variable</a:t>
            </a:r>
            <a:r>
              <a:rPr lang="en" sz="1200">
                <a:solidFill>
                  <a:srgbClr val="000000"/>
                </a:solidFill>
                <a:latin typeface="Arial"/>
                <a:ea typeface="Arial"/>
                <a:cs typeface="Arial"/>
                <a:sym typeface="Arial"/>
              </a:rPr>
              <a:t> at the start of each </a:t>
            </a:r>
            <a:r>
              <a:rPr b="1" i="1" lang="en" sz="1200">
                <a:solidFill>
                  <a:srgbClr val="FF0000"/>
                </a:solidFill>
                <a:latin typeface="Arial"/>
                <a:ea typeface="Arial"/>
                <a:cs typeface="Arial"/>
                <a:sym typeface="Arial"/>
              </a:rPr>
              <a:t>iteration</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1113" name="Google Shape;1113;p102"/>
          <p:cNvSpPr txBox="1"/>
          <p:nvPr>
            <p:ph idx="2" type="body"/>
          </p:nvPr>
        </p:nvSpPr>
        <p:spPr>
          <a:xfrm>
            <a:off x="4724100" y="4663226"/>
            <a:ext cx="3999900" cy="333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...and a </a:t>
            </a:r>
            <a:r>
              <a:rPr b="1" i="1" lang="en" sz="1200">
                <a:solidFill>
                  <a:srgbClr val="FF0000"/>
                </a:solidFill>
                <a:latin typeface="Arial"/>
                <a:ea typeface="Arial"/>
                <a:cs typeface="Arial"/>
                <a:sym typeface="Arial"/>
              </a:rPr>
              <a:t>colon</a:t>
            </a:r>
            <a:r>
              <a:rPr lang="en" sz="1200">
                <a:solidFill>
                  <a:srgbClr val="000000"/>
                </a:solidFill>
                <a:latin typeface="Arial"/>
                <a:ea typeface="Arial"/>
                <a:cs typeface="Arial"/>
                <a:sym typeface="Arial"/>
              </a:rPr>
              <a:t> (</a:t>
            </a:r>
            <a:r>
              <a:rPr lang="en" sz="1200">
                <a:solidFill>
                  <a:srgbClr val="FF0000"/>
                </a:solidFill>
                <a:latin typeface="Courier New"/>
                <a:ea typeface="Courier New"/>
                <a:cs typeface="Courier New"/>
                <a:sym typeface="Courier New"/>
              </a:rPr>
              <a:t>:</a:t>
            </a:r>
            <a:r>
              <a:rPr lang="en" sz="1200">
                <a:solidFill>
                  <a:srgbClr val="000000"/>
                </a:solidFill>
                <a:latin typeface="Arial"/>
                <a:ea typeface="Arial"/>
                <a:cs typeface="Arial"/>
                <a:sym typeface="Arial"/>
              </a:rPr>
              <a:t>) is used instead of "</a:t>
            </a:r>
            <a:r>
              <a:rPr lang="en" sz="1200">
                <a:solidFill>
                  <a:srgbClr val="000000"/>
                </a:solidFill>
                <a:latin typeface="Courier New"/>
                <a:ea typeface="Courier New"/>
                <a:cs typeface="Courier New"/>
                <a:sym typeface="Courier New"/>
              </a:rPr>
              <a:t>in</a:t>
            </a:r>
            <a:r>
              <a:rPr lang="en" sz="1200">
                <a:solidFill>
                  <a:srgbClr val="000000"/>
                </a:solidFill>
                <a:latin typeface="Arial"/>
                <a:ea typeface="Arial"/>
                <a:cs typeface="Arial"/>
                <a:sym typeface="Arial"/>
              </a:rPr>
              <a:t>".</a:t>
            </a:r>
            <a:endParaRPr sz="1200">
              <a:solidFill>
                <a:srgbClr val="000000"/>
              </a:solidFill>
              <a:latin typeface="Arial"/>
              <a:ea typeface="Arial"/>
              <a:cs typeface="Arial"/>
              <a:sym typeface="Arial"/>
            </a:endParaRPr>
          </a:p>
        </p:txBody>
      </p:sp>
      <p:sp>
        <p:nvSpPr>
          <p:cNvPr id="1114" name="Google Shape;1114;p102"/>
          <p:cNvSpPr txBox="1"/>
          <p:nvPr>
            <p:ph idx="2" type="body"/>
          </p:nvPr>
        </p:nvSpPr>
        <p:spPr>
          <a:xfrm>
            <a:off x="4724100" y="3139526"/>
            <a:ext cx="3999900" cy="623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The Java </a:t>
            </a:r>
            <a:r>
              <a:rPr lang="en" sz="1200">
                <a:solidFill>
                  <a:srgbClr val="FF0000"/>
                </a:solidFill>
                <a:latin typeface="Courier New"/>
                <a:ea typeface="Courier New"/>
                <a:cs typeface="Courier New"/>
                <a:sym typeface="Courier New"/>
              </a:rPr>
              <a:t>for</a:t>
            </a:r>
            <a:r>
              <a:rPr lang="en" sz="1200">
                <a:solidFill>
                  <a:srgbClr val="FF0000"/>
                </a:solidFill>
                <a:latin typeface="Arial"/>
                <a:ea typeface="Arial"/>
                <a:cs typeface="Arial"/>
                <a:sym typeface="Arial"/>
              </a:rPr>
              <a:t>-</a:t>
            </a:r>
            <a:r>
              <a:rPr b="1" i="1" lang="en" sz="1200">
                <a:solidFill>
                  <a:srgbClr val="FF0000"/>
                </a:solidFill>
                <a:latin typeface="Arial"/>
                <a:ea typeface="Arial"/>
                <a:cs typeface="Arial"/>
                <a:sym typeface="Arial"/>
              </a:rPr>
              <a:t>each loop</a:t>
            </a:r>
            <a:r>
              <a:rPr lang="en" sz="1200">
                <a:solidFill>
                  <a:srgbClr val="000000"/>
                </a:solidFill>
                <a:latin typeface="Arial"/>
                <a:ea typeface="Arial"/>
                <a:cs typeface="Arial"/>
                <a:sym typeface="Arial"/>
              </a:rPr>
              <a:t> works exactly the same way other than some small syntactic differences. The </a:t>
            </a:r>
            <a:r>
              <a:rPr b="1" i="1" lang="en" sz="1200">
                <a:solidFill>
                  <a:srgbClr val="FF0000"/>
                </a:solidFill>
                <a:latin typeface="Arial"/>
                <a:ea typeface="Arial"/>
                <a:cs typeface="Arial"/>
                <a:sym typeface="Arial"/>
              </a:rPr>
              <a:t>type</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of the loop variable must be specified...</a:t>
            </a:r>
            <a:endParaRPr sz="1200">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xEl>
                                              <p:pRg end="0" st="0"/>
                                            </p:txEl>
                                          </p:spTgt>
                                        </p:tgtEl>
                                        <p:attrNameLst>
                                          <p:attrName>style.visibility</p:attrName>
                                        </p:attrNameLst>
                                      </p:cBhvr>
                                      <p:to>
                                        <p:strVal val="visible"/>
                                      </p:to>
                                    </p:set>
                                    <p:animEffect filter="fade" transition="in">
                                      <p:cBhvr>
                                        <p:cTn dur="1000"/>
                                        <p:tgtEl>
                                          <p:spTgt spid="1107">
                                            <p:txEl>
                                              <p:pRg end="0" st="0"/>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xEl>
                                              <p:pRg end="1" st="1"/>
                                            </p:txEl>
                                          </p:spTgt>
                                        </p:tgtEl>
                                        <p:attrNameLst>
                                          <p:attrName>style.visibility</p:attrName>
                                        </p:attrNameLst>
                                      </p:cBhvr>
                                      <p:to>
                                        <p:strVal val="visible"/>
                                      </p:to>
                                    </p:set>
                                    <p:animEffect filter="fade" transition="in">
                                      <p:cBhvr>
                                        <p:cTn dur="1000"/>
                                        <p:tgtEl>
                                          <p:spTgt spid="1107">
                                            <p:txEl>
                                              <p:pRg end="1" st="1"/>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xEl>
                                              <p:pRg end="2" st="2"/>
                                            </p:txEl>
                                          </p:spTgt>
                                        </p:tgtEl>
                                        <p:attrNameLst>
                                          <p:attrName>style.visibility</p:attrName>
                                        </p:attrNameLst>
                                      </p:cBhvr>
                                      <p:to>
                                        <p:strVal val="visible"/>
                                      </p:to>
                                    </p:set>
                                    <p:animEffect filter="fade" transition="in">
                                      <p:cBhvr>
                                        <p:cTn dur="1000"/>
                                        <p:tgtEl>
                                          <p:spTgt spid="1107">
                                            <p:txEl>
                                              <p:pRg end="2" st="2"/>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xEl>
                                              <p:pRg end="3" st="3"/>
                                            </p:txEl>
                                          </p:spTgt>
                                        </p:tgtEl>
                                        <p:attrNameLst>
                                          <p:attrName>style.visibility</p:attrName>
                                        </p:attrNameLst>
                                      </p:cBhvr>
                                      <p:to>
                                        <p:strVal val="visible"/>
                                      </p:to>
                                    </p:set>
                                    <p:animEffect filter="fade" transition="in">
                                      <p:cBhvr>
                                        <p:cTn dur="1000"/>
                                        <p:tgtEl>
                                          <p:spTgt spid="1107">
                                            <p:txEl>
                                              <p:pRg end="3" st="3"/>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xEl>
                                              <p:pRg end="4" st="4"/>
                                            </p:txEl>
                                          </p:spTgt>
                                        </p:tgtEl>
                                        <p:attrNameLst>
                                          <p:attrName>style.visibility</p:attrName>
                                        </p:attrNameLst>
                                      </p:cBhvr>
                                      <p:to>
                                        <p:strVal val="visible"/>
                                      </p:to>
                                    </p:set>
                                    <p:animEffect filter="fade" transition="in">
                                      <p:cBhvr>
                                        <p:cTn dur="1000"/>
                                        <p:tgtEl>
                                          <p:spTgt spid="1107">
                                            <p:txEl>
                                              <p:pRg end="4" st="4"/>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xEl>
                                              <p:pRg end="5" st="5"/>
                                            </p:txEl>
                                          </p:spTgt>
                                        </p:tgtEl>
                                        <p:attrNameLst>
                                          <p:attrName>style.visibility</p:attrName>
                                        </p:attrNameLst>
                                      </p:cBhvr>
                                      <p:to>
                                        <p:strVal val="visible"/>
                                      </p:to>
                                    </p:set>
                                    <p:animEffect filter="fade" transition="in">
                                      <p:cBhvr>
                                        <p:cTn dur="1000"/>
                                        <p:tgtEl>
                                          <p:spTgt spid="1107">
                                            <p:txEl>
                                              <p:pRg end="5" st="5"/>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07">
                                            <p:txEl>
                                              <p:pRg end="6" st="6"/>
                                            </p:txEl>
                                          </p:spTgt>
                                        </p:tgtEl>
                                        <p:attrNameLst>
                                          <p:attrName>style.visibility</p:attrName>
                                        </p:attrNameLst>
                                      </p:cBhvr>
                                      <p:to>
                                        <p:strVal val="visible"/>
                                      </p:to>
                                    </p:set>
                                    <p:animEffect filter="fade" transition="in">
                                      <p:cBhvr>
                                        <p:cTn dur="1000"/>
                                        <p:tgtEl>
                                          <p:spTgt spid="1107">
                                            <p:txEl>
                                              <p:pRg end="6" st="6"/>
                                            </p:txEl>
                                          </p:spTgt>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2"/>
                                        </p:tgtEl>
                                        <p:attrNameLst>
                                          <p:attrName>style.visibility</p:attrName>
                                        </p:attrNameLst>
                                      </p:cBhvr>
                                      <p:to>
                                        <p:strVal val="visible"/>
                                      </p:to>
                                    </p:set>
                                    <p:animEffect filter="fade" transition="in">
                                      <p:cBhvr>
                                        <p:cTn dur="1000"/>
                                        <p:tgtEl>
                                          <p:spTgt spid="1112"/>
                                        </p:tgtEl>
                                      </p:cBhvr>
                                    </p:animEffect>
                                  </p:childTnLst>
                                </p:cTn>
                              </p:par>
                              <p:par>
                                <p:cTn fill="hold" nodeType="withEffect" presetClass="entr" presetID="10" presetSubtype="0">
                                  <p:stCondLst>
                                    <p:cond delay="0"/>
                                  </p:stCondLst>
                                  <p:childTnLst>
                                    <p:set>
                                      <p:cBhvr>
                                        <p:cTn dur="1" fill="hold">
                                          <p:stCondLst>
                                            <p:cond delay="0"/>
                                          </p:stCondLst>
                                        </p:cTn>
                                        <p:tgtEl>
                                          <p:spTgt spid="1108"/>
                                        </p:tgtEl>
                                        <p:attrNameLst>
                                          <p:attrName>style.visibility</p:attrName>
                                        </p:attrNameLst>
                                      </p:cBhvr>
                                      <p:to>
                                        <p:strVal val="visible"/>
                                      </p:to>
                                    </p:set>
                                    <p:animEffect filter="fade" transition="in">
                                      <p:cBhvr>
                                        <p:cTn dur="1000"/>
                                        <p:tgtEl>
                                          <p:spTgt spid="110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1"/>
                                        </p:tgtEl>
                                        <p:attrNameLst>
                                          <p:attrName>style.visibility</p:attrName>
                                        </p:attrNameLst>
                                      </p:cBhvr>
                                      <p:to>
                                        <p:strVal val="visible"/>
                                      </p:to>
                                    </p:set>
                                    <p:animEffect filter="fade" transition="in">
                                      <p:cBhvr>
                                        <p:cTn dur="1000"/>
                                        <p:tgtEl>
                                          <p:spTgt spid="1111"/>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4"/>
                                        </p:tgtEl>
                                        <p:attrNameLst>
                                          <p:attrName>style.visibility</p:attrName>
                                        </p:attrNameLst>
                                      </p:cBhvr>
                                      <p:to>
                                        <p:strVal val="visible"/>
                                      </p:to>
                                    </p:set>
                                    <p:animEffect filter="fade" transition="in">
                                      <p:cBhvr>
                                        <p:cTn dur="1000"/>
                                        <p:tgtEl>
                                          <p:spTgt spid="1114"/>
                                        </p:tgtEl>
                                      </p:cBhvr>
                                    </p:animEffect>
                                  </p:childTnLst>
                                </p:cTn>
                              </p:par>
                              <p:par>
                                <p:cTn fill="hold" nodeType="withEffect" presetClass="entr" presetID="10" presetSubtype="0">
                                  <p:stCondLst>
                                    <p:cond delay="0"/>
                                  </p:stCondLst>
                                  <p:childTnLst>
                                    <p:set>
                                      <p:cBhvr>
                                        <p:cTn dur="1" fill="hold">
                                          <p:stCondLst>
                                            <p:cond delay="0"/>
                                          </p:stCondLst>
                                        </p:cTn>
                                        <p:tgtEl>
                                          <p:spTgt spid="1110"/>
                                        </p:tgtEl>
                                        <p:attrNameLst>
                                          <p:attrName>style.visibility</p:attrName>
                                        </p:attrNameLst>
                                      </p:cBhvr>
                                      <p:to>
                                        <p:strVal val="visible"/>
                                      </p:to>
                                    </p:set>
                                    <p:animEffect filter="fade" transition="in">
                                      <p:cBhvr>
                                        <p:cTn dur="1000"/>
                                        <p:tgtEl>
                                          <p:spTgt spid="111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13"/>
                                        </p:tgtEl>
                                        <p:attrNameLst>
                                          <p:attrName>style.visibility</p:attrName>
                                        </p:attrNameLst>
                                      </p:cBhvr>
                                      <p:to>
                                        <p:strVal val="visible"/>
                                      </p:to>
                                    </p:set>
                                    <p:animEffect filter="fade" transition="in">
                                      <p:cBhvr>
                                        <p:cTn dur="1000"/>
                                        <p:tgtEl>
                                          <p:spTgt spid="111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8" name="Shape 1118"/>
        <p:cNvGrpSpPr/>
        <p:nvPr/>
      </p:nvGrpSpPr>
      <p:grpSpPr>
        <a:xfrm>
          <a:off x="0" y="0"/>
          <a:ext cx="0" cy="0"/>
          <a:chOff x="0" y="0"/>
          <a:chExt cx="0" cy="0"/>
        </a:xfrm>
      </p:grpSpPr>
      <p:sp>
        <p:nvSpPr>
          <p:cNvPr id="1119" name="Google Shape;1119;p103"/>
          <p:cNvSpPr txBox="1"/>
          <p:nvPr>
            <p:ph idx="1" type="body"/>
          </p:nvPr>
        </p:nvSpPr>
        <p:spPr>
          <a:xfrm>
            <a:off x="65250" y="731625"/>
            <a:ext cx="8955900" cy="12807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Java's </a:t>
            </a:r>
            <a:r>
              <a:rPr lang="en">
                <a:latin typeface="Courier New"/>
                <a:ea typeface="Courier New"/>
                <a:cs typeface="Courier New"/>
                <a:sym typeface="Courier New"/>
              </a:rPr>
              <a:t>for</a:t>
            </a:r>
            <a:r>
              <a:rPr lang="en"/>
              <a:t>-each loop is a convenient way of iterating through the elements in a data structure without needing to understand how the elements are stored or organized. It works naturally with Java arrays, iterating through the elements in order by index. Try using a </a:t>
            </a:r>
            <a:r>
              <a:rPr lang="en">
                <a:latin typeface="Courier New"/>
                <a:ea typeface="Courier New"/>
                <a:cs typeface="Courier New"/>
                <a:sym typeface="Courier New"/>
              </a:rPr>
              <a:t>for</a:t>
            </a:r>
            <a:r>
              <a:rPr lang="en"/>
              <a:t>-each loop now to iterate over an array of strings.</a:t>
            </a:r>
            <a:endParaRPr/>
          </a:p>
        </p:txBody>
      </p:sp>
      <p:sp>
        <p:nvSpPr>
          <p:cNvPr id="1120" name="Google Shape;1120;p10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21" name="Google Shape;1121;p103"/>
          <p:cNvSpPr txBox="1"/>
          <p:nvPr>
            <p:ph idx="2" type="body"/>
          </p:nvPr>
        </p:nvSpPr>
        <p:spPr>
          <a:xfrm>
            <a:off x="3429000" y="2013125"/>
            <a:ext cx="5512200" cy="28029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Create a new Java class named "</a:t>
            </a:r>
            <a:r>
              <a:rPr lang="en" sz="1600">
                <a:solidFill>
                  <a:srgbClr val="FF0000"/>
                </a:solidFill>
                <a:latin typeface="Courier New"/>
                <a:ea typeface="Courier New"/>
                <a:cs typeface="Courier New"/>
                <a:sym typeface="Courier New"/>
              </a:rPr>
              <a:t>ForEach</a:t>
            </a:r>
            <a:r>
              <a:rPr lang="en" sz="1600"/>
              <a:t>" and define a </a:t>
            </a:r>
            <a:r>
              <a:rPr lang="en" sz="1600">
                <a:latin typeface="Courier New"/>
                <a:ea typeface="Courier New"/>
                <a:cs typeface="Courier New"/>
                <a:sym typeface="Courier New"/>
              </a:rPr>
              <a:t>static</a:t>
            </a:r>
            <a:r>
              <a:rPr lang="en" sz="1600"/>
              <a:t> method named "</a:t>
            </a:r>
            <a:r>
              <a:rPr lang="en" sz="1600">
                <a:solidFill>
                  <a:srgbClr val="FF0000"/>
                </a:solidFill>
                <a:latin typeface="Courier New"/>
                <a:ea typeface="Courier New"/>
                <a:cs typeface="Courier New"/>
                <a:sym typeface="Courier New"/>
              </a:rPr>
              <a:t>forArray</a:t>
            </a:r>
            <a:r>
              <a:rPr lang="en" sz="1600"/>
              <a:t>" that declares a parameter for a </a:t>
            </a:r>
            <a:r>
              <a:rPr lang="en" sz="1600">
                <a:solidFill>
                  <a:srgbClr val="FF0000"/>
                </a:solidFill>
                <a:latin typeface="Courier New"/>
                <a:ea typeface="Courier New"/>
                <a:cs typeface="Courier New"/>
                <a:sym typeface="Courier New"/>
              </a:rPr>
              <a:t>String</a:t>
            </a:r>
            <a:r>
              <a:rPr lang="en" sz="1600">
                <a:solidFill>
                  <a:srgbClr val="FF0000"/>
                </a:solidFill>
              </a:rPr>
              <a:t> </a:t>
            </a:r>
            <a:r>
              <a:rPr b="1" i="1" lang="en" sz="1600">
                <a:solidFill>
                  <a:srgbClr val="FF0000"/>
                </a:solidFill>
              </a:rPr>
              <a:t>array</a:t>
            </a:r>
            <a:r>
              <a:rPr lang="en" sz="1600"/>
              <a:t>.</a:t>
            </a:r>
            <a:endParaRPr sz="1600"/>
          </a:p>
          <a:p>
            <a:pPr indent="-317500" lvl="1" marL="914400" rtl="0" algn="l">
              <a:spcBef>
                <a:spcPts val="0"/>
              </a:spcBef>
              <a:spcAft>
                <a:spcPts val="0"/>
              </a:spcAft>
              <a:buSzPts val="1400"/>
              <a:buChar char="○"/>
            </a:pPr>
            <a:r>
              <a:rPr lang="en" sz="1400"/>
              <a:t>Use a </a:t>
            </a:r>
            <a:r>
              <a:rPr lang="en" sz="1400">
                <a:solidFill>
                  <a:srgbClr val="FF0000"/>
                </a:solidFill>
                <a:latin typeface="Courier New"/>
                <a:ea typeface="Courier New"/>
                <a:cs typeface="Courier New"/>
                <a:sym typeface="Courier New"/>
              </a:rPr>
              <a:t>for-each</a:t>
            </a:r>
            <a:r>
              <a:rPr b="1" i="1" lang="en" sz="1400">
                <a:solidFill>
                  <a:srgbClr val="FF0000"/>
                </a:solidFill>
              </a:rPr>
              <a:t> loop</a:t>
            </a:r>
            <a:r>
              <a:rPr lang="en" sz="1400"/>
              <a:t> to iterate over the elements in the array and print each on a separate line.</a:t>
            </a:r>
            <a:endParaRPr sz="1400"/>
          </a:p>
          <a:p>
            <a:pPr indent="-317500" lvl="1" marL="914400" rtl="0" algn="l">
              <a:spcBef>
                <a:spcPts val="0"/>
              </a:spcBef>
              <a:spcAft>
                <a:spcPts val="0"/>
              </a:spcAft>
              <a:buSzPts val="1400"/>
              <a:buChar char="○"/>
            </a:pPr>
            <a:r>
              <a:rPr b="1" i="1" lang="en" sz="1400">
                <a:solidFill>
                  <a:srgbClr val="FF0000"/>
                </a:solidFill>
              </a:rPr>
              <a:t>Do not</a:t>
            </a:r>
            <a:r>
              <a:rPr lang="en" sz="1400"/>
              <a:t> use a "classic" </a:t>
            </a:r>
            <a:r>
              <a:rPr lang="en" sz="1400">
                <a:latin typeface="Courier New"/>
                <a:ea typeface="Courier New"/>
                <a:cs typeface="Courier New"/>
                <a:sym typeface="Courier New"/>
              </a:rPr>
              <a:t>for</a:t>
            </a:r>
            <a:r>
              <a:rPr lang="en" sz="1400"/>
              <a:t> loop.</a:t>
            </a:r>
            <a:endParaRPr sz="1400"/>
          </a:p>
          <a:p>
            <a:pPr indent="-330200" lvl="0" marL="457200" rtl="0" algn="l">
              <a:spcBef>
                <a:spcPts val="0"/>
              </a:spcBef>
              <a:spcAft>
                <a:spcPts val="0"/>
              </a:spcAft>
              <a:buSzPts val="1600"/>
              <a:buChar char="●"/>
            </a:pPr>
            <a:r>
              <a:rPr lang="en" sz="1600"/>
              <a:t>Define a </a:t>
            </a:r>
            <a:r>
              <a:rPr lang="en" sz="1600">
                <a:solidFill>
                  <a:srgbClr val="FF0000"/>
                </a:solidFill>
                <a:latin typeface="Courier New"/>
                <a:ea typeface="Courier New"/>
                <a:cs typeface="Courier New"/>
                <a:sym typeface="Courier New"/>
              </a:rPr>
              <a:t>main</a:t>
            </a:r>
            <a:r>
              <a:rPr lang="en" sz="1600">
                <a:solidFill>
                  <a:srgbClr val="FF0000"/>
                </a:solidFill>
              </a:rPr>
              <a:t> </a:t>
            </a:r>
            <a:r>
              <a:rPr lang="en" sz="1600"/>
              <a:t>method with the appropriate signature.</a:t>
            </a:r>
            <a:endParaRPr sz="1600"/>
          </a:p>
          <a:p>
            <a:pPr indent="-317500" lvl="1" marL="914400" rtl="0" algn="l">
              <a:spcBef>
                <a:spcPts val="0"/>
              </a:spcBef>
              <a:spcAft>
                <a:spcPts val="0"/>
              </a:spcAft>
              <a:buSzPts val="1400"/>
              <a:buChar char="○"/>
            </a:pPr>
            <a:r>
              <a:rPr b="1" i="1" lang="en" sz="1400">
                <a:solidFill>
                  <a:srgbClr val="FF0000"/>
                </a:solidFill>
              </a:rPr>
              <a:t>Call </a:t>
            </a:r>
            <a:r>
              <a:rPr lang="en" sz="1400"/>
              <a:t>your method with a </a:t>
            </a:r>
            <a:r>
              <a:rPr lang="en" sz="1400">
                <a:latin typeface="Courier New"/>
                <a:ea typeface="Courier New"/>
                <a:cs typeface="Courier New"/>
                <a:sym typeface="Courier New"/>
              </a:rPr>
              <a:t>String</a:t>
            </a:r>
            <a:r>
              <a:rPr lang="en" sz="1400"/>
              <a:t> array containing several values of your choice.</a:t>
            </a:r>
            <a:endParaRPr sz="1400"/>
          </a:p>
          <a:p>
            <a:pPr indent="-330200" lvl="0" marL="457200" rtl="0" algn="l">
              <a:spcBef>
                <a:spcPts val="0"/>
              </a:spcBef>
              <a:spcAft>
                <a:spcPts val="0"/>
              </a:spcAft>
              <a:buSzPts val="1600"/>
              <a:buChar char="●"/>
            </a:pPr>
            <a:r>
              <a:rPr b="1" i="1" lang="en" sz="1600">
                <a:solidFill>
                  <a:srgbClr val="FF0000"/>
                </a:solidFill>
              </a:rPr>
              <a:t>Run</a:t>
            </a:r>
            <a:r>
              <a:rPr lang="en" sz="1600">
                <a:solidFill>
                  <a:srgbClr val="FF0000"/>
                </a:solidFill>
              </a:rPr>
              <a:t> </a:t>
            </a:r>
            <a:r>
              <a:rPr lang="en" sz="1600"/>
              <a:t>your new class.</a:t>
            </a:r>
            <a:endParaRPr sz="1600"/>
          </a:p>
        </p:txBody>
      </p:sp>
      <p:sp>
        <p:nvSpPr>
          <p:cNvPr id="1122" name="Google Shape;1122;p103"/>
          <p:cNvSpPr txBox="1"/>
          <p:nvPr>
            <p:ph type="title"/>
          </p:nvPr>
        </p:nvSpPr>
        <p:spPr>
          <a:xfrm>
            <a:off x="1436850" y="100"/>
            <a:ext cx="7642500" cy="6312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sz="2900"/>
              <a:t>Using for-each to Iterate Over an Array</a:t>
            </a:r>
            <a:endParaRPr sz="2900"/>
          </a:p>
        </p:txBody>
      </p:sp>
      <p:sp>
        <p:nvSpPr>
          <p:cNvPr id="1123" name="Google Shape;1123;p103"/>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5.19</a:t>
            </a:r>
            <a:endParaRPr/>
          </a:p>
        </p:txBody>
      </p:sp>
      <p:sp>
        <p:nvSpPr>
          <p:cNvPr id="1124" name="Google Shape;1124;p103"/>
          <p:cNvSpPr txBox="1"/>
          <p:nvPr>
            <p:ph idx="4" type="body"/>
          </p:nvPr>
        </p:nvSpPr>
        <p:spPr>
          <a:xfrm>
            <a:off x="188900" y="2129150"/>
            <a:ext cx="3104400" cy="714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The </a:t>
            </a:r>
            <a:r>
              <a:rPr lang="en" sz="1200">
                <a:solidFill>
                  <a:srgbClr val="000000"/>
                </a:solidFill>
                <a:latin typeface="Courier New"/>
                <a:ea typeface="Courier New"/>
                <a:cs typeface="Courier New"/>
                <a:sym typeface="Courier New"/>
              </a:rPr>
              <a:t>for-each</a:t>
            </a:r>
            <a:r>
              <a:rPr b="1" i="1" lang="en" sz="1200">
                <a:solidFill>
                  <a:srgbClr val="FF0000"/>
                </a:solidFill>
                <a:latin typeface="Arial"/>
                <a:ea typeface="Arial"/>
                <a:cs typeface="Arial"/>
                <a:sym typeface="Arial"/>
              </a:rPr>
              <a:t> loop</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in Java works exactly like the for loop in Python, with some slight syntactic differences. </a:t>
            </a:r>
            <a:endParaRPr>
              <a:latin typeface="Arial"/>
              <a:ea typeface="Arial"/>
              <a:cs typeface="Arial"/>
              <a:sym typeface="Arial"/>
            </a:endParaRPr>
          </a:p>
        </p:txBody>
      </p:sp>
      <p:sp>
        <p:nvSpPr>
          <p:cNvPr id="1125" name="Google Shape;1125;p103"/>
          <p:cNvSpPr txBox="1"/>
          <p:nvPr>
            <p:ph idx="4" type="body"/>
          </p:nvPr>
        </p:nvSpPr>
        <p:spPr>
          <a:xfrm>
            <a:off x="188900" y="2960875"/>
            <a:ext cx="3104400" cy="7374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38761D"/>
                </a:solidFill>
                <a:latin typeface="Consolas"/>
                <a:ea typeface="Consolas"/>
                <a:cs typeface="Consolas"/>
                <a:sym typeface="Consolas"/>
              </a:rPr>
              <a:t>1  </a:t>
            </a:r>
            <a:r>
              <a:rPr lang="en" sz="1200">
                <a:solidFill>
                  <a:srgbClr val="0000FF"/>
                </a:solidFill>
                <a:latin typeface="Consolas"/>
                <a:ea typeface="Consolas"/>
                <a:cs typeface="Consolas"/>
                <a:sym typeface="Consolas"/>
              </a:rPr>
              <a:t>for </a:t>
            </a:r>
            <a:r>
              <a:rPr lang="en" sz="1200">
                <a:solidFill>
                  <a:srgbClr val="000000"/>
                </a:solidFill>
                <a:latin typeface="Consolas"/>
                <a:ea typeface="Consolas"/>
                <a:cs typeface="Consolas"/>
                <a:sym typeface="Consolas"/>
              </a:rPr>
              <a:t>(</a:t>
            </a:r>
            <a:r>
              <a:rPr lang="en" sz="1200">
                <a:solidFill>
                  <a:srgbClr val="0000FF"/>
                </a:solidFill>
                <a:latin typeface="Consolas"/>
                <a:ea typeface="Consolas"/>
                <a:cs typeface="Consolas"/>
                <a:sym typeface="Consolas"/>
              </a:rPr>
              <a:t>int</a:t>
            </a:r>
            <a:r>
              <a:rPr lang="en" sz="1200">
                <a:solidFill>
                  <a:srgbClr val="000000"/>
                </a:solidFill>
                <a:latin typeface="Consolas"/>
                <a:ea typeface="Consolas"/>
                <a:cs typeface="Consolas"/>
                <a:sym typeface="Consolas"/>
              </a:rPr>
              <a:t> element </a:t>
            </a:r>
            <a:r>
              <a:rPr lang="en" sz="1200">
                <a:solidFill>
                  <a:srgbClr val="0000FF"/>
                </a:solidFill>
                <a:latin typeface="Consolas"/>
                <a:ea typeface="Consolas"/>
                <a:cs typeface="Consolas"/>
                <a:sym typeface="Consolas"/>
              </a:rPr>
              <a:t>:</a:t>
            </a:r>
            <a:r>
              <a:rPr lang="en" sz="1200">
                <a:solidFill>
                  <a:srgbClr val="000000"/>
                </a:solidFill>
                <a:latin typeface="Consolas"/>
                <a:ea typeface="Consolas"/>
                <a:cs typeface="Consolas"/>
                <a:sym typeface="Consolas"/>
              </a:rPr>
              <a:t> anArray) {</a:t>
            </a:r>
            <a:endParaRPr sz="12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38761D"/>
                </a:solidFill>
                <a:latin typeface="Consolas"/>
                <a:ea typeface="Consolas"/>
                <a:cs typeface="Consolas"/>
                <a:sym typeface="Consolas"/>
              </a:rPr>
              <a:t>2  </a:t>
            </a:r>
            <a:r>
              <a:rPr lang="en" sz="1200">
                <a:solidFill>
                  <a:srgbClr val="000000"/>
                </a:solidFill>
                <a:latin typeface="Consolas"/>
                <a:ea typeface="Consolas"/>
                <a:cs typeface="Consolas"/>
                <a:sym typeface="Consolas"/>
              </a:rPr>
              <a:t>   System.out.println(element);</a:t>
            </a:r>
            <a:endParaRPr sz="12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38761D"/>
                </a:solidFill>
                <a:latin typeface="Consolas"/>
                <a:ea typeface="Consolas"/>
                <a:cs typeface="Consolas"/>
                <a:sym typeface="Consolas"/>
              </a:rPr>
              <a:t>3  </a:t>
            </a:r>
            <a:r>
              <a:rPr lang="en" sz="1200">
                <a:solidFill>
                  <a:srgbClr val="000000"/>
                </a:solidFill>
                <a:latin typeface="Consolas"/>
                <a:ea typeface="Consolas"/>
                <a:cs typeface="Consolas"/>
                <a:sym typeface="Consolas"/>
              </a:rPr>
              <a:t>}</a:t>
            </a:r>
            <a:endParaRPr sz="1200">
              <a:solidFill>
                <a:srgbClr val="C586C0"/>
              </a:solidFill>
              <a:latin typeface="Consolas"/>
              <a:ea typeface="Consolas"/>
              <a:cs typeface="Consolas"/>
              <a:sym typeface="Consolas"/>
            </a:endParaRPr>
          </a:p>
        </p:txBody>
      </p:sp>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29" name="Shape 1129"/>
        <p:cNvGrpSpPr/>
        <p:nvPr/>
      </p:nvGrpSpPr>
      <p:grpSpPr>
        <a:xfrm>
          <a:off x="0" y="0"/>
          <a:ext cx="0" cy="0"/>
          <a:chOff x="0" y="0"/>
          <a:chExt cx="0" cy="0"/>
        </a:xfrm>
      </p:grpSpPr>
      <p:sp>
        <p:nvSpPr>
          <p:cNvPr id="1130" name="Google Shape;1130;p104"/>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The </a:t>
            </a:r>
            <a:r>
              <a:rPr lang="en">
                <a:latin typeface="Courier New"/>
                <a:ea typeface="Courier New"/>
                <a:cs typeface="Courier New"/>
                <a:sym typeface="Courier New"/>
              </a:rPr>
              <a:t>for</a:t>
            </a:r>
            <a:r>
              <a:rPr lang="en"/>
              <a:t>-each loop in Java should work with any data structure. For example, we </a:t>
            </a:r>
            <a:r>
              <a:rPr i="1" lang="en"/>
              <a:t>should </a:t>
            </a:r>
            <a:r>
              <a:rPr lang="en"/>
              <a:t>be able to use a </a:t>
            </a:r>
            <a:r>
              <a:rPr lang="en">
                <a:latin typeface="Courier New"/>
                <a:ea typeface="Courier New"/>
                <a:cs typeface="Courier New"/>
                <a:sym typeface="Courier New"/>
              </a:rPr>
              <a:t>for</a:t>
            </a:r>
            <a:r>
              <a:rPr lang="en"/>
              <a:t>-each loop to iterate through the elements of an </a:t>
            </a:r>
            <a:r>
              <a:rPr lang="en">
                <a:latin typeface="Courier New"/>
                <a:ea typeface="Courier New"/>
                <a:cs typeface="Courier New"/>
                <a:sym typeface="Courier New"/>
              </a:rPr>
              <a:t>ArrayList</a:t>
            </a:r>
            <a:r>
              <a:rPr lang="en"/>
              <a:t>. Let's try it now and see what happens.</a:t>
            </a:r>
            <a:endParaRPr baseline="-25000"/>
          </a:p>
        </p:txBody>
      </p:sp>
      <p:sp>
        <p:nvSpPr>
          <p:cNvPr id="1131" name="Google Shape;1131;p10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132" name="Google Shape;1132;p104"/>
          <p:cNvSpPr txBox="1"/>
          <p:nvPr>
            <p:ph idx="2" type="body"/>
          </p:nvPr>
        </p:nvSpPr>
        <p:spPr>
          <a:xfrm>
            <a:off x="3473900" y="1671950"/>
            <a:ext cx="5474700" cy="26682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Open your </a:t>
            </a:r>
            <a:r>
              <a:rPr lang="en" sz="1500">
                <a:solidFill>
                  <a:srgbClr val="FF0000"/>
                </a:solidFill>
                <a:latin typeface="Courier New"/>
                <a:ea typeface="Courier New"/>
                <a:cs typeface="Courier New"/>
                <a:sym typeface="Courier New"/>
              </a:rPr>
              <a:t>ForEach</a:t>
            </a:r>
            <a:r>
              <a:rPr lang="en" sz="1500"/>
              <a:t> class and define a </a:t>
            </a:r>
            <a:r>
              <a:rPr lang="en" sz="1500">
                <a:latin typeface="Courier New"/>
                <a:ea typeface="Courier New"/>
                <a:cs typeface="Courier New"/>
                <a:sym typeface="Courier New"/>
              </a:rPr>
              <a:t>static</a:t>
            </a:r>
            <a:r>
              <a:rPr lang="en" sz="1500"/>
              <a:t> method named "</a:t>
            </a:r>
            <a:r>
              <a:rPr lang="en" sz="1500">
                <a:solidFill>
                  <a:srgbClr val="FF0000"/>
                </a:solidFill>
                <a:latin typeface="Courier New"/>
                <a:ea typeface="Courier New"/>
                <a:cs typeface="Courier New"/>
                <a:sym typeface="Courier New"/>
              </a:rPr>
              <a:t>forList</a:t>
            </a:r>
            <a:r>
              <a:rPr lang="en" sz="1500"/>
              <a:t>" that declares a parameter for a </a:t>
            </a:r>
            <a:r>
              <a:rPr lang="en" sz="1500">
                <a:latin typeface="Courier New"/>
                <a:ea typeface="Courier New"/>
                <a:cs typeface="Courier New"/>
                <a:sym typeface="Courier New"/>
              </a:rPr>
              <a:t>List</a:t>
            </a:r>
            <a:r>
              <a:rPr lang="en" sz="1500"/>
              <a:t> of </a:t>
            </a:r>
            <a:r>
              <a:rPr b="1" i="1" lang="en" sz="1500">
                <a:solidFill>
                  <a:srgbClr val="FF0000"/>
                </a:solidFill>
              </a:rPr>
              <a:t>strings</a:t>
            </a:r>
            <a:r>
              <a:rPr lang="en" sz="1500"/>
              <a:t>.</a:t>
            </a:r>
            <a:endParaRPr sz="1500"/>
          </a:p>
          <a:p>
            <a:pPr indent="-311150" lvl="1" marL="914400" rtl="0" algn="l">
              <a:spcBef>
                <a:spcPts val="0"/>
              </a:spcBef>
              <a:spcAft>
                <a:spcPts val="0"/>
              </a:spcAft>
              <a:buSzPts val="1300"/>
              <a:buChar char="○"/>
            </a:pPr>
            <a:r>
              <a:rPr lang="en" sz="1300"/>
              <a:t>Use a </a:t>
            </a:r>
            <a:r>
              <a:rPr lang="en" sz="1300">
                <a:solidFill>
                  <a:srgbClr val="FF0000"/>
                </a:solidFill>
                <a:latin typeface="Courier New"/>
                <a:ea typeface="Courier New"/>
                <a:cs typeface="Courier New"/>
                <a:sym typeface="Courier New"/>
              </a:rPr>
              <a:t>for-each</a:t>
            </a:r>
            <a:r>
              <a:rPr b="1" i="1" lang="en" sz="1300">
                <a:solidFill>
                  <a:srgbClr val="FF0000"/>
                </a:solidFill>
              </a:rPr>
              <a:t> loop</a:t>
            </a:r>
            <a:r>
              <a:rPr lang="en" sz="1300"/>
              <a:t> to iterate over the elements in the list and print each on a separate line.</a:t>
            </a:r>
            <a:endParaRPr sz="1300"/>
          </a:p>
          <a:p>
            <a:pPr indent="-311150" lvl="1" marL="914400" rtl="0" algn="l">
              <a:spcBef>
                <a:spcPts val="0"/>
              </a:spcBef>
              <a:spcAft>
                <a:spcPts val="0"/>
              </a:spcAft>
              <a:buSzPts val="1300"/>
              <a:buChar char="○"/>
            </a:pPr>
            <a:r>
              <a:rPr b="1" i="1" lang="en" sz="1300">
                <a:solidFill>
                  <a:srgbClr val="FF0000"/>
                </a:solidFill>
              </a:rPr>
              <a:t>Do not</a:t>
            </a:r>
            <a:r>
              <a:rPr lang="en" sz="1300"/>
              <a:t> use a "classic" </a:t>
            </a:r>
            <a:r>
              <a:rPr lang="en" sz="1300">
                <a:latin typeface="Courier New"/>
                <a:ea typeface="Courier New"/>
                <a:cs typeface="Courier New"/>
                <a:sym typeface="Courier New"/>
              </a:rPr>
              <a:t>for</a:t>
            </a:r>
            <a:r>
              <a:rPr lang="en" sz="1300"/>
              <a:t> loop.</a:t>
            </a:r>
            <a:endParaRPr sz="1300"/>
          </a:p>
          <a:p>
            <a:pPr indent="-323850" lvl="0" marL="457200" rtl="0" algn="l">
              <a:spcBef>
                <a:spcPts val="0"/>
              </a:spcBef>
              <a:spcAft>
                <a:spcPts val="0"/>
              </a:spcAft>
              <a:buSzPts val="1500"/>
              <a:buChar char="●"/>
            </a:pPr>
            <a:r>
              <a:rPr b="1" i="1" lang="en" sz="1500">
                <a:solidFill>
                  <a:srgbClr val="FF0000"/>
                </a:solidFill>
              </a:rPr>
              <a:t>Call </a:t>
            </a:r>
            <a:r>
              <a:rPr lang="en" sz="1500">
                <a:latin typeface="Courier New"/>
                <a:ea typeface="Courier New"/>
                <a:cs typeface="Courier New"/>
                <a:sym typeface="Courier New"/>
              </a:rPr>
              <a:t>forList</a:t>
            </a:r>
            <a:r>
              <a:rPr lang="en" sz="1500"/>
              <a:t> from </a:t>
            </a:r>
            <a:r>
              <a:rPr lang="en" sz="1500">
                <a:latin typeface="Courier New"/>
                <a:ea typeface="Courier New"/>
                <a:cs typeface="Courier New"/>
                <a:sym typeface="Courier New"/>
              </a:rPr>
              <a:t>main</a:t>
            </a:r>
            <a:r>
              <a:rPr lang="en" sz="1500"/>
              <a:t> with an </a:t>
            </a:r>
            <a:r>
              <a:rPr lang="en" sz="1500">
                <a:latin typeface="Courier New"/>
                <a:ea typeface="Courier New"/>
                <a:cs typeface="Courier New"/>
                <a:sym typeface="Courier New"/>
              </a:rPr>
              <a:t>ArrayList</a:t>
            </a:r>
            <a:r>
              <a:rPr lang="en" sz="1500"/>
              <a:t> containing several </a:t>
            </a:r>
            <a:r>
              <a:rPr lang="en" sz="1500">
                <a:latin typeface="Courier New"/>
                <a:ea typeface="Courier New"/>
                <a:cs typeface="Courier New"/>
                <a:sym typeface="Courier New"/>
              </a:rPr>
              <a:t>String</a:t>
            </a:r>
            <a:r>
              <a:rPr lang="en" sz="1500"/>
              <a:t> values of your choice.</a:t>
            </a:r>
            <a:endParaRPr sz="1500"/>
          </a:p>
          <a:p>
            <a:pPr indent="-323850" lvl="0" marL="457200" rtl="0" algn="l">
              <a:spcBef>
                <a:spcPts val="0"/>
              </a:spcBef>
              <a:spcAft>
                <a:spcPts val="0"/>
              </a:spcAft>
              <a:buSzPts val="1500"/>
              <a:buChar char="●"/>
            </a:pPr>
            <a:r>
              <a:rPr b="1" i="1" lang="en" sz="1500">
                <a:solidFill>
                  <a:srgbClr val="FF0000"/>
                </a:solidFill>
              </a:rPr>
              <a:t>Run</a:t>
            </a:r>
            <a:r>
              <a:rPr lang="en" sz="1500">
                <a:solidFill>
                  <a:srgbClr val="FF0000"/>
                </a:solidFill>
              </a:rPr>
              <a:t> </a:t>
            </a:r>
            <a:r>
              <a:rPr lang="en" sz="1500"/>
              <a:t>your class.</a:t>
            </a:r>
            <a:endParaRPr sz="1500"/>
          </a:p>
          <a:p>
            <a:pPr indent="-311150" lvl="1" marL="914400" rtl="0" algn="l">
              <a:spcBef>
                <a:spcPts val="0"/>
              </a:spcBef>
              <a:spcAft>
                <a:spcPts val="0"/>
              </a:spcAft>
              <a:buSzPts val="1300"/>
              <a:buChar char="○"/>
            </a:pPr>
            <a:r>
              <a:rPr lang="en" sz="1300"/>
              <a:t>What happens?</a:t>
            </a:r>
            <a:endParaRPr sz="1300"/>
          </a:p>
        </p:txBody>
      </p:sp>
      <p:sp>
        <p:nvSpPr>
          <p:cNvPr id="1133" name="Google Shape;1133;p104"/>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Using </a:t>
            </a:r>
            <a:r>
              <a:rPr lang="en">
                <a:latin typeface="Courier New"/>
                <a:ea typeface="Courier New"/>
                <a:cs typeface="Courier New"/>
                <a:sym typeface="Courier New"/>
              </a:rPr>
              <a:t>for</a:t>
            </a:r>
            <a:r>
              <a:rPr lang="en"/>
              <a:t>-each with an </a:t>
            </a:r>
            <a:r>
              <a:rPr lang="en">
                <a:latin typeface="Courier New"/>
                <a:ea typeface="Courier New"/>
                <a:cs typeface="Courier New"/>
                <a:sym typeface="Courier New"/>
              </a:rPr>
              <a:t>ArrayList</a:t>
            </a:r>
            <a:endParaRPr>
              <a:latin typeface="Courier New"/>
              <a:ea typeface="Courier New"/>
              <a:cs typeface="Courier New"/>
              <a:sym typeface="Courier New"/>
            </a:endParaRPr>
          </a:p>
        </p:txBody>
      </p:sp>
      <p:sp>
        <p:nvSpPr>
          <p:cNvPr id="1134" name="Google Shape;1134;p104"/>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5.20</a:t>
            </a:r>
            <a:endParaRPr/>
          </a:p>
        </p:txBody>
      </p:sp>
      <p:sp>
        <p:nvSpPr>
          <p:cNvPr id="1135" name="Google Shape;1135;p104"/>
          <p:cNvSpPr txBox="1"/>
          <p:nvPr>
            <p:ph idx="4" type="body"/>
          </p:nvPr>
        </p:nvSpPr>
        <p:spPr>
          <a:xfrm>
            <a:off x="188900" y="1748150"/>
            <a:ext cx="3104400" cy="7149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The </a:t>
            </a:r>
            <a:r>
              <a:rPr lang="en" sz="1200">
                <a:solidFill>
                  <a:srgbClr val="000000"/>
                </a:solidFill>
                <a:latin typeface="Courier New"/>
                <a:ea typeface="Courier New"/>
                <a:cs typeface="Courier New"/>
                <a:sym typeface="Courier New"/>
              </a:rPr>
              <a:t>for-each</a:t>
            </a:r>
            <a:r>
              <a:rPr b="1" i="1" lang="en" sz="1200">
                <a:solidFill>
                  <a:srgbClr val="FF0000"/>
                </a:solidFill>
                <a:latin typeface="Arial"/>
                <a:ea typeface="Arial"/>
                <a:cs typeface="Arial"/>
                <a:sym typeface="Arial"/>
              </a:rPr>
              <a:t> loop</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in Java works exactly like the for loop in Python, with some slight syntactic differences. </a:t>
            </a:r>
            <a:endParaRPr>
              <a:latin typeface="Arial"/>
              <a:ea typeface="Arial"/>
              <a:cs typeface="Arial"/>
              <a:sym typeface="Arial"/>
            </a:endParaRPr>
          </a:p>
        </p:txBody>
      </p:sp>
      <p:sp>
        <p:nvSpPr>
          <p:cNvPr id="1136" name="Google Shape;1136;p104"/>
          <p:cNvSpPr txBox="1"/>
          <p:nvPr>
            <p:ph idx="4" type="body"/>
          </p:nvPr>
        </p:nvSpPr>
        <p:spPr>
          <a:xfrm>
            <a:off x="188900" y="2568650"/>
            <a:ext cx="3104400" cy="7374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38761D"/>
                </a:solidFill>
                <a:latin typeface="Consolas"/>
                <a:ea typeface="Consolas"/>
                <a:cs typeface="Consolas"/>
                <a:sym typeface="Consolas"/>
              </a:rPr>
              <a:t>1  </a:t>
            </a:r>
            <a:r>
              <a:rPr lang="en" sz="1200">
                <a:solidFill>
                  <a:srgbClr val="0000FF"/>
                </a:solidFill>
                <a:latin typeface="Consolas"/>
                <a:ea typeface="Consolas"/>
                <a:cs typeface="Consolas"/>
                <a:sym typeface="Consolas"/>
              </a:rPr>
              <a:t>for </a:t>
            </a:r>
            <a:r>
              <a:rPr lang="en" sz="1200">
                <a:solidFill>
                  <a:srgbClr val="000000"/>
                </a:solidFill>
                <a:latin typeface="Consolas"/>
                <a:ea typeface="Consolas"/>
                <a:cs typeface="Consolas"/>
                <a:sym typeface="Consolas"/>
              </a:rPr>
              <a:t>(</a:t>
            </a:r>
            <a:r>
              <a:rPr lang="en" sz="1200">
                <a:solidFill>
                  <a:srgbClr val="0000FF"/>
                </a:solidFill>
                <a:latin typeface="Consolas"/>
                <a:ea typeface="Consolas"/>
                <a:cs typeface="Consolas"/>
                <a:sym typeface="Consolas"/>
              </a:rPr>
              <a:t>int</a:t>
            </a:r>
            <a:r>
              <a:rPr lang="en" sz="1200">
                <a:solidFill>
                  <a:srgbClr val="000000"/>
                </a:solidFill>
                <a:latin typeface="Consolas"/>
                <a:ea typeface="Consolas"/>
                <a:cs typeface="Consolas"/>
                <a:sym typeface="Consolas"/>
              </a:rPr>
              <a:t> element </a:t>
            </a:r>
            <a:r>
              <a:rPr lang="en" sz="1200">
                <a:solidFill>
                  <a:srgbClr val="0000FF"/>
                </a:solidFill>
                <a:latin typeface="Consolas"/>
                <a:ea typeface="Consolas"/>
                <a:cs typeface="Consolas"/>
                <a:sym typeface="Consolas"/>
              </a:rPr>
              <a:t>:</a:t>
            </a:r>
            <a:r>
              <a:rPr lang="en" sz="1200">
                <a:solidFill>
                  <a:srgbClr val="000000"/>
                </a:solidFill>
                <a:latin typeface="Consolas"/>
                <a:ea typeface="Consolas"/>
                <a:cs typeface="Consolas"/>
                <a:sym typeface="Consolas"/>
              </a:rPr>
              <a:t> anArray) {</a:t>
            </a:r>
            <a:endParaRPr sz="12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38761D"/>
                </a:solidFill>
                <a:latin typeface="Consolas"/>
                <a:ea typeface="Consolas"/>
                <a:cs typeface="Consolas"/>
                <a:sym typeface="Consolas"/>
              </a:rPr>
              <a:t>2  </a:t>
            </a:r>
            <a:r>
              <a:rPr lang="en" sz="1200">
                <a:solidFill>
                  <a:srgbClr val="000000"/>
                </a:solidFill>
                <a:latin typeface="Consolas"/>
                <a:ea typeface="Consolas"/>
                <a:cs typeface="Consolas"/>
                <a:sym typeface="Consolas"/>
              </a:rPr>
              <a:t>   System.out.println(element);</a:t>
            </a:r>
            <a:endParaRPr sz="12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38761D"/>
                </a:solidFill>
                <a:latin typeface="Consolas"/>
                <a:ea typeface="Consolas"/>
                <a:cs typeface="Consolas"/>
                <a:sym typeface="Consolas"/>
              </a:rPr>
              <a:t>3  </a:t>
            </a:r>
            <a:r>
              <a:rPr lang="en" sz="1200">
                <a:solidFill>
                  <a:srgbClr val="000000"/>
                </a:solidFill>
                <a:latin typeface="Consolas"/>
                <a:ea typeface="Consolas"/>
                <a:cs typeface="Consolas"/>
                <a:sym typeface="Consolas"/>
              </a:rPr>
              <a:t>}</a:t>
            </a:r>
            <a:endParaRPr sz="1200">
              <a:solidFill>
                <a:srgbClr val="C586C0"/>
              </a:solidFill>
              <a:latin typeface="Consolas"/>
              <a:ea typeface="Consolas"/>
              <a:cs typeface="Consolas"/>
              <a:sym typeface="Consolas"/>
            </a:endParaRPr>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40" name="Shape 1140"/>
        <p:cNvGrpSpPr/>
        <p:nvPr/>
      </p:nvGrpSpPr>
      <p:grpSpPr>
        <a:xfrm>
          <a:off x="0" y="0"/>
          <a:ext cx="0" cy="0"/>
          <a:chOff x="0" y="0"/>
          <a:chExt cx="0" cy="0"/>
        </a:xfrm>
      </p:grpSpPr>
      <p:pic>
        <p:nvPicPr>
          <p:cNvPr id="1141" name="Google Shape;1141;p105"/>
          <p:cNvPicPr preferRelativeResize="0"/>
          <p:nvPr/>
        </p:nvPicPr>
        <p:blipFill rotWithShape="1">
          <a:blip r:embed="rId3">
            <a:alphaModFix/>
          </a:blip>
          <a:srcRect b="0" l="0" r="0" t="0"/>
          <a:stretch/>
        </p:blipFill>
        <p:spPr>
          <a:xfrm>
            <a:off x="5499099" y="2026889"/>
            <a:ext cx="3108049" cy="1828426"/>
          </a:xfrm>
          <a:prstGeom prst="rect">
            <a:avLst/>
          </a:prstGeom>
          <a:noFill/>
          <a:ln>
            <a:noFill/>
          </a:ln>
        </p:spPr>
      </p:pic>
      <p:sp>
        <p:nvSpPr>
          <p:cNvPr id="1142" name="Google Shape;1142;p105"/>
          <p:cNvSpPr txBox="1"/>
          <p:nvPr>
            <p:ph idx="12" type="sldNum"/>
          </p:nvPr>
        </p:nvSpPr>
        <p:spPr>
          <a:xfrm>
            <a:off x="14258" y="4739417"/>
            <a:ext cx="5487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fld id="{00000000-1234-1234-1234-123412341234}" type="slidenum">
              <a:rPr lang="en"/>
              <a:t>‹#›</a:t>
            </a:fld>
            <a:endParaRPr/>
          </a:p>
        </p:txBody>
      </p:sp>
      <p:sp>
        <p:nvSpPr>
          <p:cNvPr id="1143" name="Google Shape;1143;p105"/>
          <p:cNvSpPr txBox="1"/>
          <p:nvPr>
            <p:ph type="title"/>
          </p:nvPr>
        </p:nvSpPr>
        <p:spPr>
          <a:xfrm>
            <a:off x="5188525" y="437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Iterable &amp; Iterator </a:t>
            </a:r>
            <a:endParaRPr/>
          </a:p>
        </p:txBody>
      </p:sp>
      <p:sp>
        <p:nvSpPr>
          <p:cNvPr id="1144" name="Google Shape;1144;p105"/>
          <p:cNvSpPr txBox="1"/>
          <p:nvPr>
            <p:ph idx="1" type="body"/>
          </p:nvPr>
        </p:nvSpPr>
        <p:spPr>
          <a:xfrm>
            <a:off x="167025" y="119925"/>
            <a:ext cx="4549800" cy="4782000"/>
          </a:xfrm>
          <a:prstGeom prst="rect">
            <a:avLst/>
          </a:prstGeom>
          <a:noFill/>
          <a:ln>
            <a:noFill/>
          </a:ln>
        </p:spPr>
        <p:txBody>
          <a:bodyPr anchorCtr="0" anchor="t" bIns="91425" lIns="91425" spcFirstLastPara="1" rIns="91425" wrap="square" tIns="91425">
            <a:spAutoFit/>
          </a:bodyPr>
          <a:lstStyle/>
          <a:p>
            <a:pPr indent="-304800" lvl="0" marL="457200" rtl="0" algn="l">
              <a:lnSpc>
                <a:spcPct val="100000"/>
              </a:lnSpc>
              <a:spcBef>
                <a:spcPts val="0"/>
              </a:spcBef>
              <a:spcAft>
                <a:spcPts val="0"/>
              </a:spcAft>
              <a:buSzPts val="1200"/>
              <a:buChar char="●"/>
            </a:pPr>
            <a:r>
              <a:rPr lang="en" sz="1200"/>
              <a:t>In Python, the </a:t>
            </a:r>
            <a:r>
              <a:rPr lang="en" sz="1200">
                <a:latin typeface="Courier New"/>
                <a:ea typeface="Courier New"/>
                <a:cs typeface="Courier New"/>
                <a:sym typeface="Courier New"/>
              </a:rPr>
              <a:t>for</a:t>
            </a:r>
            <a:r>
              <a:rPr lang="en" sz="1200"/>
              <a:t> loop</a:t>
            </a:r>
            <a:r>
              <a:rPr b="1" i="1" lang="en" sz="1200">
                <a:solidFill>
                  <a:srgbClr val="FF0000"/>
                </a:solidFill>
              </a:rPr>
              <a:t> does not </a:t>
            </a:r>
            <a:r>
              <a:rPr lang="en" sz="1200"/>
              <a:t>automatically work with any kind of data structure.</a:t>
            </a:r>
            <a:endParaRPr sz="1200"/>
          </a:p>
          <a:p>
            <a:pPr indent="-298450" lvl="1" marL="914400" rtl="0" algn="l">
              <a:lnSpc>
                <a:spcPct val="100000"/>
              </a:lnSpc>
              <a:spcBef>
                <a:spcPts val="0"/>
              </a:spcBef>
              <a:spcAft>
                <a:spcPts val="0"/>
              </a:spcAft>
              <a:buSzPts val="1100"/>
              <a:buChar char="○"/>
            </a:pPr>
            <a:r>
              <a:rPr lang="en"/>
              <a:t>The special </a:t>
            </a:r>
            <a:r>
              <a:rPr lang="en">
                <a:latin typeface="Courier New"/>
                <a:ea typeface="Courier New"/>
                <a:cs typeface="Courier New"/>
                <a:sym typeface="Courier New"/>
              </a:rPr>
              <a:t>__get__</a:t>
            </a:r>
            <a:r>
              <a:rPr lang="en"/>
              <a:t> and/or </a:t>
            </a:r>
            <a:r>
              <a:rPr lang="en">
                <a:latin typeface="Courier New"/>
                <a:ea typeface="Courier New"/>
                <a:cs typeface="Courier New"/>
                <a:sym typeface="Courier New"/>
              </a:rPr>
              <a:t>__iter__</a:t>
            </a:r>
            <a:r>
              <a:rPr lang="en"/>
              <a:t> methods must to be implemented in the data structure class.</a:t>
            </a:r>
            <a:endParaRPr/>
          </a:p>
          <a:p>
            <a:pPr indent="-304800" lvl="0" marL="457200" rtl="0" algn="l">
              <a:lnSpc>
                <a:spcPct val="100000"/>
              </a:lnSpc>
              <a:spcBef>
                <a:spcPts val="1000"/>
              </a:spcBef>
              <a:spcAft>
                <a:spcPts val="0"/>
              </a:spcAft>
              <a:buSzPts val="1200"/>
              <a:buChar char="●"/>
            </a:pPr>
            <a:r>
              <a:rPr lang="en" sz="1200"/>
              <a:t>The same is true in Java - a data structure </a:t>
            </a:r>
            <a:r>
              <a:rPr b="1" i="1" lang="en" sz="1200">
                <a:solidFill>
                  <a:srgbClr val="FF0000"/>
                </a:solidFill>
              </a:rPr>
              <a:t>will not automatically work</a:t>
            </a:r>
            <a:r>
              <a:rPr lang="en" sz="1200"/>
              <a:t> with a </a:t>
            </a:r>
            <a:r>
              <a:rPr lang="en" sz="1200">
                <a:latin typeface="Courier New"/>
                <a:ea typeface="Courier New"/>
                <a:cs typeface="Courier New"/>
                <a:sym typeface="Courier New"/>
              </a:rPr>
              <a:t>for-each</a:t>
            </a:r>
            <a:r>
              <a:rPr lang="en" sz="1200"/>
              <a:t> loop.</a:t>
            </a:r>
            <a:endParaRPr sz="1200"/>
          </a:p>
          <a:p>
            <a:pPr indent="-304800" lvl="0" marL="457200" rtl="0" algn="l">
              <a:lnSpc>
                <a:spcPct val="100000"/>
              </a:lnSpc>
              <a:spcBef>
                <a:spcPts val="1000"/>
              </a:spcBef>
              <a:spcAft>
                <a:spcPts val="0"/>
              </a:spcAft>
              <a:buSzPts val="1200"/>
              <a:buChar char="●"/>
            </a:pPr>
            <a:r>
              <a:rPr lang="en" sz="1200"/>
              <a:t>The </a:t>
            </a:r>
            <a:r>
              <a:rPr lang="en" sz="1200">
                <a:solidFill>
                  <a:srgbClr val="FF0000"/>
                </a:solidFill>
                <a:latin typeface="Courier New"/>
                <a:ea typeface="Courier New"/>
                <a:cs typeface="Courier New"/>
                <a:sym typeface="Courier New"/>
              </a:rPr>
              <a:t>java.lang.Iterable</a:t>
            </a:r>
            <a:r>
              <a:rPr lang="en" sz="1200"/>
              <a:t> interface defines the </a:t>
            </a:r>
            <a:r>
              <a:rPr lang="en" sz="1200">
                <a:solidFill>
                  <a:srgbClr val="FF0000"/>
                </a:solidFill>
                <a:latin typeface="Courier New"/>
                <a:ea typeface="Courier New"/>
                <a:cs typeface="Courier New"/>
                <a:sym typeface="Courier New"/>
              </a:rPr>
              <a:t>iterator()</a:t>
            </a:r>
            <a:r>
              <a:rPr lang="en" sz="1200"/>
              <a:t> method that returns an instance of the </a:t>
            </a:r>
            <a:r>
              <a:rPr lang="en" sz="1200">
                <a:solidFill>
                  <a:srgbClr val="FF0000"/>
                </a:solidFill>
                <a:latin typeface="Courier New"/>
                <a:ea typeface="Courier New"/>
                <a:cs typeface="Courier New"/>
                <a:sym typeface="Courier New"/>
              </a:rPr>
              <a:t>java.util.Iterator</a:t>
            </a:r>
            <a:r>
              <a:rPr lang="en" sz="1200"/>
              <a:t> interface.</a:t>
            </a:r>
            <a:endParaRPr sz="1200"/>
          </a:p>
          <a:p>
            <a:pPr indent="-304800" lvl="0" marL="457200" rtl="0" algn="l">
              <a:lnSpc>
                <a:spcPct val="100000"/>
              </a:lnSpc>
              <a:spcBef>
                <a:spcPts val="1000"/>
              </a:spcBef>
              <a:spcAft>
                <a:spcPts val="0"/>
              </a:spcAft>
              <a:buSzPts val="1200"/>
              <a:buChar char="●"/>
            </a:pPr>
            <a:r>
              <a:rPr lang="en" sz="1200"/>
              <a:t>An </a:t>
            </a:r>
            <a:r>
              <a:rPr lang="en" sz="1200">
                <a:latin typeface="Courier New"/>
                <a:ea typeface="Courier New"/>
                <a:cs typeface="Courier New"/>
                <a:sym typeface="Courier New"/>
              </a:rPr>
              <a:t>Iterator</a:t>
            </a:r>
            <a:r>
              <a:rPr lang="en" sz="1200"/>
              <a:t> returns </a:t>
            </a:r>
            <a:r>
              <a:rPr b="1" i="1" lang="en" sz="1200">
                <a:solidFill>
                  <a:srgbClr val="FF0000"/>
                </a:solidFill>
              </a:rPr>
              <a:t>each element</a:t>
            </a:r>
            <a:r>
              <a:rPr lang="en" sz="1200"/>
              <a:t> in a data structure in some </a:t>
            </a:r>
            <a:r>
              <a:rPr b="1" i="1" lang="en" sz="1200">
                <a:solidFill>
                  <a:srgbClr val="FF0000"/>
                </a:solidFill>
              </a:rPr>
              <a:t>sequential order</a:t>
            </a:r>
            <a:r>
              <a:rPr lang="en" sz="1200"/>
              <a:t>. It defines basic methods that the </a:t>
            </a:r>
            <a:r>
              <a:rPr lang="en" sz="1200">
                <a:latin typeface="Courier New"/>
                <a:ea typeface="Courier New"/>
                <a:cs typeface="Courier New"/>
                <a:sym typeface="Courier New"/>
              </a:rPr>
              <a:t>for-each</a:t>
            </a:r>
            <a:r>
              <a:rPr lang="en" sz="1200"/>
              <a:t> loop uses to </a:t>
            </a:r>
            <a:r>
              <a:rPr b="1" i="1" lang="en" sz="1200">
                <a:solidFill>
                  <a:srgbClr val="FF0000"/>
                </a:solidFill>
              </a:rPr>
              <a:t>control </a:t>
            </a:r>
            <a:r>
              <a:rPr lang="en" sz="1200"/>
              <a:t>iteration.</a:t>
            </a:r>
            <a:endParaRPr sz="1200"/>
          </a:p>
          <a:p>
            <a:pPr indent="-298450" lvl="1" marL="914400" rtl="0" algn="l">
              <a:lnSpc>
                <a:spcPct val="100000"/>
              </a:lnSpc>
              <a:spcBef>
                <a:spcPts val="0"/>
              </a:spcBef>
              <a:spcAft>
                <a:spcPts val="0"/>
              </a:spcAft>
              <a:buSzPts val="1100"/>
              <a:buChar char="○"/>
            </a:pPr>
            <a:r>
              <a:rPr lang="en">
                <a:solidFill>
                  <a:srgbClr val="FF0000"/>
                </a:solidFill>
                <a:latin typeface="Courier New"/>
                <a:ea typeface="Courier New"/>
                <a:cs typeface="Courier New"/>
                <a:sym typeface="Courier New"/>
              </a:rPr>
              <a:t>hasNext()</a:t>
            </a:r>
            <a:r>
              <a:rPr lang="en"/>
              <a:t> - returns </a:t>
            </a:r>
            <a:r>
              <a:rPr lang="en">
                <a:latin typeface="Courier New"/>
                <a:ea typeface="Courier New"/>
                <a:cs typeface="Courier New"/>
                <a:sym typeface="Courier New"/>
              </a:rPr>
              <a:t>true</a:t>
            </a:r>
            <a:r>
              <a:rPr lang="en"/>
              <a:t> if there is at least one element in the sequence that the </a:t>
            </a:r>
            <a:r>
              <a:rPr lang="en">
                <a:latin typeface="Courier New"/>
                <a:ea typeface="Courier New"/>
                <a:cs typeface="Courier New"/>
                <a:sym typeface="Courier New"/>
              </a:rPr>
              <a:t>Iterator</a:t>
            </a:r>
            <a:r>
              <a:rPr lang="en"/>
              <a:t> has not yet returned.</a:t>
            </a:r>
            <a:endParaRPr/>
          </a:p>
          <a:p>
            <a:pPr indent="-298450" lvl="1" marL="914400" rtl="0" algn="l">
              <a:lnSpc>
                <a:spcPct val="100000"/>
              </a:lnSpc>
              <a:spcBef>
                <a:spcPts val="0"/>
              </a:spcBef>
              <a:spcAft>
                <a:spcPts val="0"/>
              </a:spcAft>
              <a:buSzPts val="1100"/>
              <a:buChar char="○"/>
            </a:pPr>
            <a:r>
              <a:rPr lang="en">
                <a:solidFill>
                  <a:srgbClr val="FF0000"/>
                </a:solidFill>
                <a:latin typeface="Courier New"/>
                <a:ea typeface="Courier New"/>
                <a:cs typeface="Courier New"/>
                <a:sym typeface="Courier New"/>
              </a:rPr>
              <a:t>next()</a:t>
            </a:r>
            <a:r>
              <a:rPr lang="en"/>
              <a:t> - returns the next element in the sequence, e.g. </a:t>
            </a:r>
            <a:r>
              <a:rPr lang="en">
                <a:solidFill>
                  <a:srgbClr val="FF0000"/>
                </a:solidFill>
                <a:latin typeface="Courier New"/>
                <a:ea typeface="Courier New"/>
                <a:cs typeface="Courier New"/>
                <a:sym typeface="Courier New"/>
              </a:rPr>
              <a:t>E e = iterator.next()</a:t>
            </a:r>
            <a:endParaRPr>
              <a:solidFill>
                <a:srgbClr val="FF0000"/>
              </a:solidFill>
              <a:latin typeface="Courier New"/>
              <a:ea typeface="Courier New"/>
              <a:cs typeface="Courier New"/>
              <a:sym typeface="Courier New"/>
            </a:endParaRPr>
          </a:p>
          <a:p>
            <a:pPr indent="-304800" lvl="0" marL="457200" rtl="0" algn="l">
              <a:lnSpc>
                <a:spcPct val="100000"/>
              </a:lnSpc>
              <a:spcBef>
                <a:spcPts val="1000"/>
              </a:spcBef>
              <a:spcAft>
                <a:spcPts val="0"/>
              </a:spcAft>
              <a:buSzPts val="1200"/>
              <a:buChar char="●"/>
            </a:pPr>
            <a:r>
              <a:rPr lang="en" sz="1200"/>
              <a:t>An </a:t>
            </a:r>
            <a:r>
              <a:rPr lang="en" sz="1200">
                <a:latin typeface="Courier New"/>
                <a:ea typeface="Courier New"/>
                <a:cs typeface="Courier New"/>
                <a:sym typeface="Courier New"/>
              </a:rPr>
              <a:t>Iterator</a:t>
            </a:r>
            <a:r>
              <a:rPr lang="en" sz="1200"/>
              <a:t> is guaranteed to return each element in the sequence </a:t>
            </a:r>
            <a:r>
              <a:rPr b="1" i="1" lang="en" sz="1200">
                <a:solidFill>
                  <a:srgbClr val="FF0000"/>
                </a:solidFill>
              </a:rPr>
              <a:t>exactly once</a:t>
            </a:r>
            <a:r>
              <a:rPr lang="en" sz="1200"/>
              <a:t>.</a:t>
            </a:r>
            <a:endParaRPr sz="1200"/>
          </a:p>
          <a:p>
            <a:pPr indent="-304800" lvl="0" marL="457200" rtl="0" algn="l">
              <a:lnSpc>
                <a:spcPct val="100000"/>
              </a:lnSpc>
              <a:spcBef>
                <a:spcPts val="1000"/>
              </a:spcBef>
              <a:spcAft>
                <a:spcPts val="0"/>
              </a:spcAft>
              <a:buSzPts val="1200"/>
              <a:buChar char="●"/>
            </a:pPr>
            <a:r>
              <a:rPr lang="en" sz="1200"/>
              <a:t>In Java, a data structure </a:t>
            </a:r>
            <a:r>
              <a:rPr b="1" i="1" lang="en" sz="1200">
                <a:solidFill>
                  <a:srgbClr val="FF0000"/>
                </a:solidFill>
              </a:rPr>
              <a:t>must implement</a:t>
            </a:r>
            <a:r>
              <a:rPr lang="en" sz="1200"/>
              <a:t> the </a:t>
            </a:r>
            <a:r>
              <a:rPr lang="en" sz="1200">
                <a:latin typeface="Courier New"/>
                <a:ea typeface="Courier New"/>
                <a:cs typeface="Courier New"/>
                <a:sym typeface="Courier New"/>
              </a:rPr>
              <a:t>Iterable</a:t>
            </a:r>
            <a:r>
              <a:rPr lang="en" sz="1200"/>
              <a:t> interface and </a:t>
            </a:r>
            <a:r>
              <a:rPr b="1" i="1" lang="en" sz="1200">
                <a:solidFill>
                  <a:srgbClr val="FF0000"/>
                </a:solidFill>
              </a:rPr>
              <a:t>return</a:t>
            </a:r>
            <a:r>
              <a:rPr lang="en" sz="1200">
                <a:solidFill>
                  <a:srgbClr val="FF0000"/>
                </a:solidFill>
              </a:rPr>
              <a:t> </a:t>
            </a:r>
            <a:r>
              <a:rPr lang="en" sz="1200"/>
              <a:t>a working </a:t>
            </a:r>
            <a:r>
              <a:rPr lang="en" sz="1200">
                <a:latin typeface="Courier New"/>
                <a:ea typeface="Courier New"/>
                <a:cs typeface="Courier New"/>
                <a:sym typeface="Courier New"/>
              </a:rPr>
              <a:t>Iterator</a:t>
            </a:r>
            <a:r>
              <a:rPr lang="en" sz="1200"/>
              <a:t> in order to work with a </a:t>
            </a:r>
            <a:r>
              <a:rPr lang="en" sz="1200">
                <a:latin typeface="Courier New"/>
                <a:ea typeface="Courier New"/>
                <a:cs typeface="Courier New"/>
                <a:sym typeface="Courier New"/>
              </a:rPr>
              <a:t>for-each</a:t>
            </a:r>
            <a:r>
              <a:rPr lang="en" sz="1200"/>
              <a:t> loop.</a:t>
            </a:r>
            <a:endParaRPr sz="1200"/>
          </a:p>
        </p:txBody>
      </p:sp>
      <p:sp>
        <p:nvSpPr>
          <p:cNvPr id="1145" name="Google Shape;1145;p105"/>
          <p:cNvSpPr txBox="1"/>
          <p:nvPr>
            <p:ph idx="2" type="body"/>
          </p:nvPr>
        </p:nvSpPr>
        <p:spPr>
          <a:xfrm>
            <a:off x="5039975" y="681825"/>
            <a:ext cx="4026300" cy="738600"/>
          </a:xfrm>
          <a:prstGeom prst="rect">
            <a:avLst/>
          </a:prstGeom>
          <a:solidFill>
            <a:srgbClr val="FFFFFF"/>
          </a:solidFill>
          <a:ln cap="flat" cmpd="sng" w="19050">
            <a:solidFill>
              <a:srgbClr val="B7B7B7"/>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38761D"/>
                </a:solidFill>
                <a:latin typeface="Consolas"/>
                <a:ea typeface="Consolas"/>
                <a:cs typeface="Consolas"/>
                <a:sym typeface="Consolas"/>
              </a:rPr>
              <a:t>1  </a:t>
            </a:r>
            <a:r>
              <a:rPr lang="en" sz="1200">
                <a:solidFill>
                  <a:srgbClr val="0000FF"/>
                </a:solidFill>
                <a:latin typeface="Consolas"/>
                <a:ea typeface="Consolas"/>
                <a:cs typeface="Consolas"/>
                <a:sym typeface="Consolas"/>
              </a:rPr>
              <a:t>for </a:t>
            </a:r>
            <a:r>
              <a:rPr lang="en" sz="1200">
                <a:solidFill>
                  <a:srgbClr val="000000"/>
                </a:solidFill>
                <a:latin typeface="Consolas"/>
                <a:ea typeface="Consolas"/>
                <a:cs typeface="Consolas"/>
                <a:sym typeface="Consolas"/>
              </a:rPr>
              <a:t>(</a:t>
            </a:r>
            <a:r>
              <a:rPr lang="en" sz="1200">
                <a:solidFill>
                  <a:srgbClr val="0000FF"/>
                </a:solidFill>
                <a:latin typeface="Consolas"/>
                <a:ea typeface="Consolas"/>
                <a:cs typeface="Consolas"/>
                <a:sym typeface="Consolas"/>
              </a:rPr>
              <a:t>E</a:t>
            </a:r>
            <a:r>
              <a:rPr lang="en" sz="1200">
                <a:solidFill>
                  <a:srgbClr val="000000"/>
                </a:solidFill>
                <a:latin typeface="Consolas"/>
                <a:ea typeface="Consolas"/>
                <a:cs typeface="Consolas"/>
                <a:sym typeface="Consolas"/>
              </a:rPr>
              <a:t> element </a:t>
            </a:r>
            <a:r>
              <a:rPr lang="en" sz="1200">
                <a:solidFill>
                  <a:srgbClr val="0000FF"/>
                </a:solidFill>
                <a:latin typeface="Consolas"/>
                <a:ea typeface="Consolas"/>
                <a:cs typeface="Consolas"/>
                <a:sym typeface="Consolas"/>
              </a:rPr>
              <a:t>:</a:t>
            </a:r>
            <a:r>
              <a:rPr lang="en" sz="1200">
                <a:solidFill>
                  <a:srgbClr val="000000"/>
                </a:solidFill>
                <a:latin typeface="Consolas"/>
                <a:ea typeface="Consolas"/>
                <a:cs typeface="Consolas"/>
                <a:sym typeface="Consolas"/>
              </a:rPr>
              <a:t> iterable) {</a:t>
            </a:r>
            <a:endParaRPr sz="12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38761D"/>
                </a:solidFill>
                <a:latin typeface="Consolas"/>
                <a:ea typeface="Consolas"/>
                <a:cs typeface="Consolas"/>
                <a:sym typeface="Consolas"/>
              </a:rPr>
              <a:t>2</a:t>
            </a:r>
            <a:r>
              <a:rPr lang="en" sz="1200">
                <a:solidFill>
                  <a:srgbClr val="000000"/>
                </a:solidFill>
                <a:latin typeface="Consolas"/>
                <a:ea typeface="Consolas"/>
                <a:cs typeface="Consolas"/>
                <a:sym typeface="Consolas"/>
              </a:rPr>
              <a:t>     </a:t>
            </a:r>
            <a:r>
              <a:rPr lang="en" sz="1200">
                <a:solidFill>
                  <a:srgbClr val="008000"/>
                </a:solidFill>
                <a:latin typeface="Consolas"/>
                <a:ea typeface="Consolas"/>
                <a:cs typeface="Consolas"/>
                <a:sym typeface="Consolas"/>
              </a:rPr>
              <a:t>// loop body</a:t>
            </a:r>
            <a:endParaRPr sz="1200">
              <a:solidFill>
                <a:srgbClr val="008000"/>
              </a:solidFill>
              <a:latin typeface="Consolas"/>
              <a:ea typeface="Consolas"/>
              <a:cs typeface="Consolas"/>
              <a:sym typeface="Consolas"/>
            </a:endParaRPr>
          </a:p>
          <a:p>
            <a:pPr indent="0" lvl="0" marL="0" rtl="0" algn="l">
              <a:lnSpc>
                <a:spcPct val="100000"/>
              </a:lnSpc>
              <a:spcBef>
                <a:spcPts val="0"/>
              </a:spcBef>
              <a:spcAft>
                <a:spcPts val="0"/>
              </a:spcAft>
              <a:buNone/>
            </a:pPr>
            <a:r>
              <a:rPr lang="en" sz="1200">
                <a:solidFill>
                  <a:srgbClr val="38761D"/>
                </a:solidFill>
                <a:latin typeface="Consolas"/>
                <a:ea typeface="Consolas"/>
                <a:cs typeface="Consolas"/>
                <a:sym typeface="Consolas"/>
              </a:rPr>
              <a:t>3</a:t>
            </a:r>
            <a:r>
              <a:rPr lang="en" sz="1200">
                <a:solidFill>
                  <a:srgbClr val="000000"/>
                </a:solidFill>
                <a:latin typeface="Consolas"/>
                <a:ea typeface="Consolas"/>
                <a:cs typeface="Consolas"/>
                <a:sym typeface="Consolas"/>
              </a:rPr>
              <a:t>  }</a:t>
            </a:r>
            <a:endParaRPr sz="1200">
              <a:solidFill>
                <a:srgbClr val="C586C0"/>
              </a:solidFill>
              <a:latin typeface="Consolas"/>
              <a:ea typeface="Consolas"/>
              <a:cs typeface="Consolas"/>
              <a:sym typeface="Consolas"/>
            </a:endParaRPr>
          </a:p>
        </p:txBody>
      </p:sp>
      <p:sp>
        <p:nvSpPr>
          <p:cNvPr id="1146" name="Google Shape;1146;p105"/>
          <p:cNvSpPr txBox="1"/>
          <p:nvPr>
            <p:ph idx="3" type="body"/>
          </p:nvPr>
        </p:nvSpPr>
        <p:spPr>
          <a:xfrm>
            <a:off x="5039975" y="3852193"/>
            <a:ext cx="4026300" cy="513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200"/>
              <a:buNone/>
            </a:pPr>
            <a:r>
              <a:rPr lang="en"/>
              <a:t>At the start of each iteration, it calls </a:t>
            </a:r>
            <a:r>
              <a:rPr lang="en">
                <a:solidFill>
                  <a:srgbClr val="FF0000"/>
                </a:solidFill>
                <a:latin typeface="Courier New"/>
                <a:ea typeface="Courier New"/>
                <a:cs typeface="Courier New"/>
                <a:sym typeface="Courier New"/>
              </a:rPr>
              <a:t>hasNext()</a:t>
            </a:r>
            <a:r>
              <a:rPr lang="en"/>
              <a:t> on the </a:t>
            </a:r>
            <a:r>
              <a:rPr lang="en">
                <a:latin typeface="Courier New"/>
                <a:ea typeface="Courier New"/>
                <a:cs typeface="Courier New"/>
                <a:sym typeface="Courier New"/>
              </a:rPr>
              <a:t>Iterator</a:t>
            </a:r>
            <a:r>
              <a:rPr lang="en"/>
              <a:t> to determine if there are any more elements.</a:t>
            </a:r>
            <a:endParaRPr/>
          </a:p>
        </p:txBody>
      </p:sp>
      <p:sp>
        <p:nvSpPr>
          <p:cNvPr id="1147" name="Google Shape;1147;p105"/>
          <p:cNvSpPr txBox="1"/>
          <p:nvPr>
            <p:ph idx="3" type="body"/>
          </p:nvPr>
        </p:nvSpPr>
        <p:spPr>
          <a:xfrm>
            <a:off x="5039975" y="4461793"/>
            <a:ext cx="4026300" cy="513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200"/>
              <a:buNone/>
            </a:pPr>
            <a:r>
              <a:rPr lang="en"/>
              <a:t>If </a:t>
            </a:r>
            <a:r>
              <a:rPr lang="en">
                <a:latin typeface="Courier New"/>
                <a:ea typeface="Courier New"/>
                <a:cs typeface="Courier New"/>
                <a:sym typeface="Courier New"/>
              </a:rPr>
              <a:t>hasNext()</a:t>
            </a:r>
            <a:r>
              <a:rPr lang="en"/>
              <a:t> returns </a:t>
            </a:r>
            <a:r>
              <a:rPr lang="en">
                <a:solidFill>
                  <a:srgbClr val="FF0000"/>
                </a:solidFill>
                <a:latin typeface="Courier New"/>
                <a:ea typeface="Courier New"/>
                <a:cs typeface="Courier New"/>
                <a:sym typeface="Courier New"/>
              </a:rPr>
              <a:t>true</a:t>
            </a:r>
            <a:r>
              <a:rPr lang="en"/>
              <a:t>, the </a:t>
            </a:r>
            <a:r>
              <a:rPr lang="en">
                <a:solidFill>
                  <a:srgbClr val="FF0000"/>
                </a:solidFill>
                <a:latin typeface="Courier New"/>
                <a:ea typeface="Courier New"/>
                <a:cs typeface="Courier New"/>
                <a:sym typeface="Courier New"/>
              </a:rPr>
              <a:t>next()</a:t>
            </a:r>
            <a:r>
              <a:rPr lang="en"/>
              <a:t> method is used to assign the next element to the </a:t>
            </a:r>
            <a:r>
              <a:rPr b="1" i="1" lang="en">
                <a:solidFill>
                  <a:srgbClr val="FF0000"/>
                </a:solidFill>
              </a:rPr>
              <a:t>loop variable</a:t>
            </a:r>
            <a:r>
              <a:rPr lang="en"/>
              <a:t>.</a:t>
            </a:r>
            <a:endParaRPr/>
          </a:p>
        </p:txBody>
      </p:sp>
      <p:cxnSp>
        <p:nvCxnSpPr>
          <p:cNvPr id="1148" name="Google Shape;1148;p105"/>
          <p:cNvCxnSpPr>
            <a:stCxn id="1147" idx="1"/>
            <a:endCxn id="1149" idx="1"/>
          </p:cNvCxnSpPr>
          <p:nvPr/>
        </p:nvCxnSpPr>
        <p:spPr>
          <a:xfrm flipH="1" rot="10800000">
            <a:off x="5039975" y="3179893"/>
            <a:ext cx="460200" cy="1538700"/>
          </a:xfrm>
          <a:prstGeom prst="bentConnector3">
            <a:avLst>
              <a:gd fmla="val -26467" name="adj1"/>
            </a:avLst>
          </a:prstGeom>
          <a:noFill/>
          <a:ln cap="flat" cmpd="sng" w="19050">
            <a:solidFill>
              <a:srgbClr val="FF0000"/>
            </a:solidFill>
            <a:prstDash val="solid"/>
            <a:round/>
            <a:headEnd len="med" w="med" type="none"/>
            <a:tailEnd len="med" w="med" type="triangle"/>
          </a:ln>
        </p:spPr>
      </p:cxnSp>
      <p:sp>
        <p:nvSpPr>
          <p:cNvPr id="1149" name="Google Shape;1149;p105"/>
          <p:cNvSpPr txBox="1"/>
          <p:nvPr/>
        </p:nvSpPr>
        <p:spPr>
          <a:xfrm>
            <a:off x="5500025" y="2987475"/>
            <a:ext cx="2754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dk2"/>
              </a:solidFill>
              <a:latin typeface="Roboto"/>
              <a:ea typeface="Roboto"/>
              <a:cs typeface="Roboto"/>
              <a:sym typeface="Roboto"/>
            </a:endParaRPr>
          </a:p>
        </p:txBody>
      </p:sp>
      <p:sp>
        <p:nvSpPr>
          <p:cNvPr id="1150" name="Google Shape;1150;p105"/>
          <p:cNvSpPr txBox="1"/>
          <p:nvPr/>
        </p:nvSpPr>
        <p:spPr>
          <a:xfrm>
            <a:off x="8160310" y="2987475"/>
            <a:ext cx="2754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dk2"/>
              </a:solidFill>
              <a:latin typeface="Roboto"/>
              <a:ea typeface="Roboto"/>
              <a:cs typeface="Roboto"/>
              <a:sym typeface="Roboto"/>
            </a:endParaRPr>
          </a:p>
        </p:txBody>
      </p:sp>
      <p:sp>
        <p:nvSpPr>
          <p:cNvPr id="1151" name="Google Shape;1151;p105"/>
          <p:cNvSpPr txBox="1"/>
          <p:nvPr/>
        </p:nvSpPr>
        <p:spPr>
          <a:xfrm>
            <a:off x="8312710" y="1954249"/>
            <a:ext cx="275400" cy="3849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1300">
              <a:solidFill>
                <a:schemeClr val="dk2"/>
              </a:solidFill>
              <a:latin typeface="Roboto"/>
              <a:ea typeface="Roboto"/>
              <a:cs typeface="Roboto"/>
              <a:sym typeface="Roboto"/>
            </a:endParaRPr>
          </a:p>
        </p:txBody>
      </p:sp>
      <p:cxnSp>
        <p:nvCxnSpPr>
          <p:cNvPr id="1152" name="Google Shape;1152;p105"/>
          <p:cNvCxnSpPr>
            <a:stCxn id="1150" idx="3"/>
          </p:cNvCxnSpPr>
          <p:nvPr/>
        </p:nvCxnSpPr>
        <p:spPr>
          <a:xfrm>
            <a:off x="8435710" y="3179925"/>
            <a:ext cx="377100" cy="666900"/>
          </a:xfrm>
          <a:prstGeom prst="bentConnector2">
            <a:avLst/>
          </a:prstGeom>
          <a:noFill/>
          <a:ln cap="flat" cmpd="sng" w="19050">
            <a:solidFill>
              <a:srgbClr val="FF0000"/>
            </a:solidFill>
            <a:prstDash val="solid"/>
            <a:round/>
            <a:headEnd len="med" w="med" type="triangle"/>
            <a:tailEnd len="med" w="med" type="none"/>
          </a:ln>
        </p:spPr>
      </p:cxnSp>
      <p:cxnSp>
        <p:nvCxnSpPr>
          <p:cNvPr id="1153" name="Google Shape;1153;p105"/>
          <p:cNvCxnSpPr>
            <a:stCxn id="1151" idx="3"/>
          </p:cNvCxnSpPr>
          <p:nvPr/>
        </p:nvCxnSpPr>
        <p:spPr>
          <a:xfrm flipH="1" rot="10800000">
            <a:off x="8588110" y="2000299"/>
            <a:ext cx="405900" cy="146400"/>
          </a:xfrm>
          <a:prstGeom prst="bentConnector3">
            <a:avLst>
              <a:gd fmla="val 50000" name="adj1"/>
            </a:avLst>
          </a:prstGeom>
          <a:noFill/>
          <a:ln cap="flat" cmpd="sng" w="19050">
            <a:solidFill>
              <a:srgbClr val="FF0000"/>
            </a:solidFill>
            <a:prstDash val="solid"/>
            <a:round/>
            <a:headEnd len="med" w="med" type="triangle"/>
            <a:tailEnd len="med" w="med" type="none"/>
          </a:ln>
        </p:spPr>
      </p:cxnSp>
      <p:sp>
        <p:nvSpPr>
          <p:cNvPr id="1154" name="Google Shape;1154;p105"/>
          <p:cNvSpPr txBox="1"/>
          <p:nvPr>
            <p:ph idx="3" type="body"/>
          </p:nvPr>
        </p:nvSpPr>
        <p:spPr>
          <a:xfrm>
            <a:off x="5039975" y="1510186"/>
            <a:ext cx="4026300" cy="513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200"/>
              <a:buNone/>
            </a:pPr>
            <a:r>
              <a:rPr lang="en"/>
              <a:t>Given some </a:t>
            </a:r>
            <a:r>
              <a:rPr lang="en">
                <a:solidFill>
                  <a:srgbClr val="FF0000"/>
                </a:solidFill>
                <a:latin typeface="Courier New"/>
                <a:ea typeface="Courier New"/>
                <a:cs typeface="Courier New"/>
                <a:sym typeface="Courier New"/>
              </a:rPr>
              <a:t>Iterable</a:t>
            </a:r>
            <a:r>
              <a:rPr lang="en">
                <a:solidFill>
                  <a:srgbClr val="FF0000"/>
                </a:solidFill>
              </a:rPr>
              <a:t> </a:t>
            </a:r>
            <a:r>
              <a:rPr lang="en"/>
              <a:t>object, the </a:t>
            </a:r>
            <a:r>
              <a:rPr lang="en">
                <a:latin typeface="Consolas"/>
                <a:ea typeface="Consolas"/>
                <a:cs typeface="Consolas"/>
                <a:sym typeface="Consolas"/>
              </a:rPr>
              <a:t>for-each</a:t>
            </a:r>
            <a:r>
              <a:rPr lang="en"/>
              <a:t> loop first calls its </a:t>
            </a:r>
            <a:r>
              <a:rPr lang="en">
                <a:solidFill>
                  <a:srgbClr val="FF0000"/>
                </a:solidFill>
                <a:latin typeface="Courier New"/>
                <a:ea typeface="Courier New"/>
                <a:cs typeface="Courier New"/>
                <a:sym typeface="Courier New"/>
              </a:rPr>
              <a:t>iterator()</a:t>
            </a:r>
            <a:r>
              <a:rPr lang="en"/>
              <a:t> method to get its </a:t>
            </a:r>
            <a:r>
              <a:rPr lang="en">
                <a:solidFill>
                  <a:srgbClr val="FF0000"/>
                </a:solidFill>
                <a:latin typeface="Courier New"/>
                <a:ea typeface="Courier New"/>
                <a:cs typeface="Courier New"/>
                <a:sym typeface="Courier New"/>
              </a:rPr>
              <a:t>Iterator</a:t>
            </a:r>
            <a:r>
              <a:rPr lang="en"/>
              <a:t>...</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4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5"/>
                                        </p:tgtEl>
                                        <p:attrNameLst>
                                          <p:attrName>style.visibility</p:attrName>
                                        </p:attrNameLst>
                                      </p:cBhvr>
                                      <p:to>
                                        <p:strVal val="visible"/>
                                      </p:to>
                                    </p:set>
                                    <p:animEffect filter="fade" transition="in">
                                      <p:cBhvr>
                                        <p:cTn dur="1000"/>
                                        <p:tgtEl>
                                          <p:spTgt spid="114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54"/>
                                        </p:tgtEl>
                                        <p:attrNameLst>
                                          <p:attrName>style.visibility</p:attrName>
                                        </p:attrNameLst>
                                      </p:cBhvr>
                                      <p:to>
                                        <p:strVal val="visible"/>
                                      </p:to>
                                    </p:set>
                                    <p:animEffect filter="fade" transition="in">
                                      <p:cBhvr>
                                        <p:cTn dur="1000"/>
                                        <p:tgtEl>
                                          <p:spTgt spid="1154"/>
                                        </p:tgtEl>
                                      </p:cBhvr>
                                    </p:animEffect>
                                  </p:childTnLst>
                                </p:cTn>
                              </p:par>
                              <p:par>
                                <p:cTn fill="hold" nodeType="withEffect" presetClass="entr" presetID="10" presetSubtype="0">
                                  <p:stCondLst>
                                    <p:cond delay="0"/>
                                  </p:stCondLst>
                                  <p:childTnLst>
                                    <p:set>
                                      <p:cBhvr>
                                        <p:cTn dur="1" fill="hold">
                                          <p:stCondLst>
                                            <p:cond delay="0"/>
                                          </p:stCondLst>
                                        </p:cTn>
                                        <p:tgtEl>
                                          <p:spTgt spid="1141"/>
                                        </p:tgtEl>
                                        <p:attrNameLst>
                                          <p:attrName>style.visibility</p:attrName>
                                        </p:attrNameLst>
                                      </p:cBhvr>
                                      <p:to>
                                        <p:strVal val="visible"/>
                                      </p:to>
                                    </p:set>
                                    <p:animEffect filter="fade" transition="in">
                                      <p:cBhvr>
                                        <p:cTn dur="1000"/>
                                        <p:tgtEl>
                                          <p:spTgt spid="1141"/>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153"/>
                                        </p:tgtEl>
                                        <p:attrNameLst>
                                          <p:attrName>style.visibility</p:attrName>
                                        </p:attrNameLst>
                                      </p:cBhvr>
                                      <p:to>
                                        <p:strVal val="visible"/>
                                      </p:to>
                                    </p:set>
                                    <p:animEffect filter="fade" transition="in">
                                      <p:cBhvr>
                                        <p:cTn dur="1000"/>
                                        <p:tgtEl>
                                          <p:spTgt spid="115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6"/>
                                        </p:tgtEl>
                                        <p:attrNameLst>
                                          <p:attrName>style.visibility</p:attrName>
                                        </p:attrNameLst>
                                      </p:cBhvr>
                                      <p:to>
                                        <p:strVal val="visible"/>
                                      </p:to>
                                    </p:set>
                                    <p:animEffect filter="fade" transition="in">
                                      <p:cBhvr>
                                        <p:cTn dur="1000"/>
                                        <p:tgtEl>
                                          <p:spTgt spid="1146"/>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52"/>
                                        </p:tgtEl>
                                        <p:attrNameLst>
                                          <p:attrName>style.visibility</p:attrName>
                                        </p:attrNameLst>
                                      </p:cBhvr>
                                      <p:to>
                                        <p:strVal val="visible"/>
                                      </p:to>
                                    </p:set>
                                    <p:animEffect filter="fade" transition="in">
                                      <p:cBhvr>
                                        <p:cTn dur="1000"/>
                                        <p:tgtEl>
                                          <p:spTgt spid="1152"/>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47"/>
                                        </p:tgtEl>
                                        <p:attrNameLst>
                                          <p:attrName>style.visibility</p:attrName>
                                        </p:attrNameLst>
                                      </p:cBhvr>
                                      <p:to>
                                        <p:strVal val="visible"/>
                                      </p:to>
                                    </p:set>
                                    <p:animEffect filter="fade" transition="in">
                                      <p:cBhvr>
                                        <p:cTn dur="1000"/>
                                        <p:tgtEl>
                                          <p:spTgt spid="114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48"/>
                                        </p:tgtEl>
                                        <p:attrNameLst>
                                          <p:attrName>style.visibility</p:attrName>
                                        </p:attrNameLst>
                                      </p:cBhvr>
                                      <p:to>
                                        <p:strVal val="visible"/>
                                      </p:to>
                                    </p:set>
                                    <p:animEffect filter="fade" transition="in">
                                      <p:cBhvr>
                                        <p:cTn dur="1000"/>
                                        <p:tgtEl>
                                          <p:spTgt spid="114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58" name="Shape 1158"/>
        <p:cNvGrpSpPr/>
        <p:nvPr/>
      </p:nvGrpSpPr>
      <p:grpSpPr>
        <a:xfrm>
          <a:off x="0" y="0"/>
          <a:ext cx="0" cy="0"/>
          <a:chOff x="0" y="0"/>
          <a:chExt cx="0" cy="0"/>
        </a:xfrm>
      </p:grpSpPr>
      <p:sp>
        <p:nvSpPr>
          <p:cNvPr id="1159" name="Google Shape;1159;p106"/>
          <p:cNvSpPr txBox="1"/>
          <p:nvPr>
            <p:ph type="title"/>
          </p:nvPr>
        </p:nvSpPr>
        <p:spPr>
          <a:xfrm>
            <a:off x="159325" y="19612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600"/>
              <a:t>Extending Interfaces</a:t>
            </a:r>
            <a:endParaRPr sz="2600"/>
          </a:p>
        </p:txBody>
      </p:sp>
      <p:sp>
        <p:nvSpPr>
          <p:cNvPr id="1160" name="Google Shape;1160;p106"/>
          <p:cNvSpPr txBox="1"/>
          <p:nvPr>
            <p:ph idx="1" type="body"/>
          </p:nvPr>
        </p:nvSpPr>
        <p:spPr>
          <a:xfrm>
            <a:off x="4339900" y="98725"/>
            <a:ext cx="4493100" cy="4941000"/>
          </a:xfrm>
          <a:prstGeom prst="rect">
            <a:avLst/>
          </a:prstGeom>
          <a:noFill/>
          <a:ln>
            <a:noFill/>
          </a:ln>
        </p:spPr>
        <p:txBody>
          <a:bodyPr anchorCtr="0" anchor="ctr" bIns="91425" lIns="91425" spcFirstLastPara="1" rIns="91425" wrap="square" tIns="91425">
            <a:spAutoFit/>
          </a:bodyPr>
          <a:lstStyle/>
          <a:p>
            <a:pPr indent="-304800" lvl="0" marL="457200" rtl="0" algn="l">
              <a:lnSpc>
                <a:spcPct val="100000"/>
              </a:lnSpc>
              <a:spcBef>
                <a:spcPts val="0"/>
              </a:spcBef>
              <a:spcAft>
                <a:spcPts val="0"/>
              </a:spcAft>
              <a:buSzPts val="1200"/>
              <a:buChar char="●"/>
            </a:pPr>
            <a:r>
              <a:rPr lang="en" sz="1200"/>
              <a:t>In Java, one interface may </a:t>
            </a:r>
            <a:r>
              <a:rPr b="1" i="1" lang="en" sz="1200">
                <a:solidFill>
                  <a:srgbClr val="FF0000"/>
                </a:solidFill>
              </a:rPr>
              <a:t>extend</a:t>
            </a:r>
            <a:r>
              <a:rPr lang="en" sz="1200"/>
              <a:t> another interface.</a:t>
            </a:r>
            <a:endParaRPr sz="1200"/>
          </a:p>
          <a:p>
            <a:pPr indent="-298450" lvl="1" marL="914400" rtl="0" algn="l">
              <a:lnSpc>
                <a:spcPct val="100000"/>
              </a:lnSpc>
              <a:spcBef>
                <a:spcPts val="0"/>
              </a:spcBef>
              <a:spcAft>
                <a:spcPts val="0"/>
              </a:spcAft>
              <a:buSzPts val="1100"/>
              <a:buChar char="○"/>
            </a:pPr>
            <a:r>
              <a:rPr lang="en"/>
              <a:t>e.g. </a:t>
            </a:r>
            <a:r>
              <a:rPr lang="en">
                <a:solidFill>
                  <a:srgbClr val="FF0000"/>
                </a:solidFill>
                <a:latin typeface="Courier New"/>
                <a:ea typeface="Courier New"/>
                <a:cs typeface="Courier New"/>
                <a:sym typeface="Courier New"/>
              </a:rPr>
              <a:t>public interface B extends A {}</a:t>
            </a:r>
            <a:endParaRPr>
              <a:solidFill>
                <a:srgbClr val="FF0000"/>
              </a:solidFill>
              <a:latin typeface="Courier New"/>
              <a:ea typeface="Courier New"/>
              <a:cs typeface="Courier New"/>
              <a:sym typeface="Courier New"/>
            </a:endParaRPr>
          </a:p>
          <a:p>
            <a:pPr indent="-298450" lvl="1" marL="914400" rtl="0" algn="l">
              <a:lnSpc>
                <a:spcPct val="100000"/>
              </a:lnSpc>
              <a:spcBef>
                <a:spcPts val="0"/>
              </a:spcBef>
              <a:spcAft>
                <a:spcPts val="0"/>
              </a:spcAft>
              <a:buSzPts val="1100"/>
              <a:buFont typeface="Courier New"/>
              <a:buChar char="○"/>
            </a:pPr>
            <a:r>
              <a:rPr lang="en"/>
              <a:t>In this example, the interface </a:t>
            </a:r>
            <a:r>
              <a:rPr lang="en">
                <a:latin typeface="Courier New"/>
                <a:ea typeface="Courier New"/>
                <a:cs typeface="Courier New"/>
                <a:sym typeface="Courier New"/>
              </a:rPr>
              <a:t>B</a:t>
            </a:r>
            <a:r>
              <a:rPr lang="en"/>
              <a:t> will </a:t>
            </a:r>
            <a:r>
              <a:rPr b="1" i="1" lang="en">
                <a:solidFill>
                  <a:srgbClr val="FF0000"/>
                </a:solidFill>
              </a:rPr>
              <a:t>inherit </a:t>
            </a:r>
            <a:r>
              <a:rPr lang="en"/>
              <a:t>all of the abstract  methods defined in interface </a:t>
            </a:r>
            <a:r>
              <a:rPr lang="en">
                <a:latin typeface="Courier New"/>
                <a:ea typeface="Courier New"/>
                <a:cs typeface="Courier New"/>
                <a:sym typeface="Courier New"/>
              </a:rPr>
              <a:t>A</a:t>
            </a:r>
            <a:r>
              <a:rPr lang="en"/>
              <a:t>.</a:t>
            </a:r>
            <a:endParaRPr>
              <a:latin typeface="Courier New"/>
              <a:ea typeface="Courier New"/>
              <a:cs typeface="Courier New"/>
              <a:sym typeface="Courier New"/>
            </a:endParaRPr>
          </a:p>
          <a:p>
            <a:pPr indent="-298450" lvl="1" marL="914400" rtl="0" algn="l">
              <a:lnSpc>
                <a:spcPct val="100000"/>
              </a:lnSpc>
              <a:spcBef>
                <a:spcPts val="0"/>
              </a:spcBef>
              <a:spcAft>
                <a:spcPts val="0"/>
              </a:spcAft>
              <a:buSzPts val="1100"/>
              <a:buChar char="○"/>
            </a:pPr>
            <a:r>
              <a:rPr lang="en"/>
              <a:t>Note that </a:t>
            </a:r>
            <a:r>
              <a:rPr b="1" i="1" lang="en">
                <a:solidFill>
                  <a:srgbClr val="FF0000"/>
                </a:solidFill>
              </a:rPr>
              <a:t>both</a:t>
            </a:r>
            <a:r>
              <a:rPr lang="en"/>
              <a:t> </a:t>
            </a:r>
            <a:r>
              <a:rPr lang="en">
                <a:latin typeface="Courier New"/>
                <a:ea typeface="Courier New"/>
                <a:cs typeface="Courier New"/>
                <a:sym typeface="Courier New"/>
              </a:rPr>
              <a:t>A</a:t>
            </a:r>
            <a:r>
              <a:rPr lang="en"/>
              <a:t> and </a:t>
            </a:r>
            <a:r>
              <a:rPr lang="en">
                <a:latin typeface="Courier New"/>
                <a:ea typeface="Courier New"/>
                <a:cs typeface="Courier New"/>
                <a:sym typeface="Courier New"/>
              </a:rPr>
              <a:t>B</a:t>
            </a:r>
            <a:r>
              <a:rPr lang="en"/>
              <a:t> must be interfaces; an interface </a:t>
            </a:r>
            <a:r>
              <a:rPr b="1" i="1" lang="en">
                <a:solidFill>
                  <a:srgbClr val="FF0000"/>
                </a:solidFill>
              </a:rPr>
              <a:t>cannot</a:t>
            </a:r>
            <a:r>
              <a:rPr lang="en"/>
              <a:t> extend a class.</a:t>
            </a:r>
            <a:endParaRPr/>
          </a:p>
          <a:p>
            <a:pPr indent="-304800" lvl="0" marL="457200" rtl="0" algn="l">
              <a:lnSpc>
                <a:spcPct val="100000"/>
              </a:lnSpc>
              <a:spcBef>
                <a:spcPts val="1000"/>
              </a:spcBef>
              <a:spcAft>
                <a:spcPts val="0"/>
              </a:spcAft>
              <a:buSzPts val="1200"/>
              <a:buChar char="●"/>
            </a:pPr>
            <a:r>
              <a:rPr lang="en" sz="1200"/>
              <a:t>Under normal circumstances, any class that implements an interface must provide a concrete implementation of </a:t>
            </a:r>
            <a:r>
              <a:rPr b="1" i="1" lang="en" sz="1200">
                <a:solidFill>
                  <a:srgbClr val="FF0000"/>
                </a:solidFill>
              </a:rPr>
              <a:t>all</a:t>
            </a:r>
            <a:r>
              <a:rPr lang="en" sz="1200">
                <a:solidFill>
                  <a:srgbClr val="FF0000"/>
                </a:solidFill>
              </a:rPr>
              <a:t> </a:t>
            </a:r>
            <a:r>
              <a:rPr lang="en" sz="1200"/>
              <a:t>of the abstract methods defined by the interface.</a:t>
            </a:r>
            <a:endParaRPr sz="1200"/>
          </a:p>
          <a:p>
            <a:pPr indent="-298450" lvl="1" marL="914400" rtl="0" algn="l">
              <a:lnSpc>
                <a:spcPct val="100000"/>
              </a:lnSpc>
              <a:spcBef>
                <a:spcPts val="0"/>
              </a:spcBef>
              <a:spcAft>
                <a:spcPts val="0"/>
              </a:spcAft>
              <a:buSzPts val="1100"/>
              <a:buChar char="○"/>
            </a:pPr>
            <a:r>
              <a:rPr lang="en"/>
              <a:t>This includes any methods that are inherited from some other interface!</a:t>
            </a:r>
            <a:endParaRPr/>
          </a:p>
          <a:p>
            <a:pPr indent="-304800" lvl="0" marL="457200" rtl="0" algn="l">
              <a:lnSpc>
                <a:spcPct val="100000"/>
              </a:lnSpc>
              <a:spcBef>
                <a:spcPts val="1000"/>
              </a:spcBef>
              <a:spcAft>
                <a:spcPts val="0"/>
              </a:spcAft>
              <a:buSzPts val="1200"/>
              <a:buChar char="●"/>
            </a:pPr>
            <a:r>
              <a:rPr lang="en" sz="1200"/>
              <a:t>We'd like to modify our </a:t>
            </a:r>
            <a:r>
              <a:rPr lang="en" sz="1200">
                <a:latin typeface="Courier New"/>
                <a:ea typeface="Courier New"/>
                <a:cs typeface="Courier New"/>
                <a:sym typeface="Courier New"/>
              </a:rPr>
              <a:t>List</a:t>
            </a:r>
            <a:r>
              <a:rPr lang="en" sz="1200"/>
              <a:t> interface so that it </a:t>
            </a:r>
            <a:r>
              <a:rPr b="1" i="1" lang="en" sz="1200">
                <a:solidFill>
                  <a:srgbClr val="FF0000"/>
                </a:solidFill>
              </a:rPr>
              <a:t>extends </a:t>
            </a:r>
            <a:r>
              <a:rPr lang="en" sz="1200">
                <a:solidFill>
                  <a:srgbClr val="FF0000"/>
                </a:solidFill>
                <a:latin typeface="Courier New"/>
                <a:ea typeface="Courier New"/>
                <a:cs typeface="Courier New"/>
                <a:sym typeface="Courier New"/>
              </a:rPr>
              <a:t>Iterable</a:t>
            </a:r>
            <a:r>
              <a:rPr lang="en" sz="1200"/>
              <a:t>, but this introduces a </a:t>
            </a:r>
            <a:r>
              <a:rPr b="1" i="1" lang="en" sz="1200">
                <a:solidFill>
                  <a:srgbClr val="FF0000"/>
                </a:solidFill>
              </a:rPr>
              <a:t>problem</a:t>
            </a:r>
            <a:r>
              <a:rPr lang="en" sz="1200"/>
              <a:t>: any class that currently implements </a:t>
            </a:r>
            <a:r>
              <a:rPr lang="en" sz="1200">
                <a:latin typeface="Courier New"/>
                <a:ea typeface="Courier New"/>
                <a:cs typeface="Courier New"/>
                <a:sym typeface="Courier New"/>
              </a:rPr>
              <a:t>List</a:t>
            </a:r>
            <a:r>
              <a:rPr lang="en" sz="1200"/>
              <a:t> </a:t>
            </a:r>
            <a:r>
              <a:rPr b="1" i="1" lang="en" sz="1200">
                <a:solidFill>
                  <a:srgbClr val="FF0000"/>
                </a:solidFill>
              </a:rPr>
              <a:t>will no longer compile</a:t>
            </a:r>
            <a:r>
              <a:rPr lang="en" sz="1200"/>
              <a:t>!</a:t>
            </a:r>
            <a:endParaRPr sz="1200"/>
          </a:p>
          <a:p>
            <a:pPr indent="-298450" lvl="1" marL="914400" rtl="0" algn="l">
              <a:lnSpc>
                <a:spcPct val="100000"/>
              </a:lnSpc>
              <a:spcBef>
                <a:spcPts val="0"/>
              </a:spcBef>
              <a:spcAft>
                <a:spcPts val="0"/>
              </a:spcAft>
              <a:buSzPts val="1100"/>
              <a:buChar char="○"/>
            </a:pPr>
            <a:r>
              <a:rPr b="1" i="1" lang="en">
                <a:solidFill>
                  <a:srgbClr val="FF0000"/>
                </a:solidFill>
              </a:rPr>
              <a:t>Neither </a:t>
            </a:r>
            <a:r>
              <a:rPr lang="en">
                <a:latin typeface="Courier New"/>
                <a:ea typeface="Courier New"/>
                <a:cs typeface="Courier New"/>
                <a:sym typeface="Courier New"/>
              </a:rPr>
              <a:t>ArrayList</a:t>
            </a:r>
            <a:r>
              <a:rPr lang="en"/>
              <a:t> </a:t>
            </a:r>
            <a:r>
              <a:rPr b="1" i="1" lang="en">
                <a:solidFill>
                  <a:srgbClr val="FF0000"/>
                </a:solidFill>
              </a:rPr>
              <a:t>nor</a:t>
            </a:r>
            <a:r>
              <a:rPr lang="en"/>
              <a:t> </a:t>
            </a:r>
            <a:r>
              <a:rPr lang="en">
                <a:latin typeface="Courier New"/>
                <a:ea typeface="Courier New"/>
                <a:cs typeface="Courier New"/>
                <a:sym typeface="Courier New"/>
              </a:rPr>
              <a:t>LinkedList</a:t>
            </a:r>
            <a:r>
              <a:rPr lang="en"/>
              <a:t> currently provides an implementation of the </a:t>
            </a:r>
            <a:r>
              <a:rPr lang="en">
                <a:latin typeface="Courier New"/>
                <a:ea typeface="Courier New"/>
                <a:cs typeface="Courier New"/>
                <a:sym typeface="Courier New"/>
              </a:rPr>
              <a:t>iterator()</a:t>
            </a:r>
            <a:r>
              <a:rPr lang="en"/>
              <a:t> method, which would be required if </a:t>
            </a:r>
            <a:r>
              <a:rPr lang="en">
                <a:latin typeface="Courier New"/>
                <a:ea typeface="Courier New"/>
                <a:cs typeface="Courier New"/>
                <a:sym typeface="Courier New"/>
              </a:rPr>
              <a:t>List</a:t>
            </a:r>
            <a:r>
              <a:rPr lang="en"/>
              <a:t> extends </a:t>
            </a:r>
            <a:r>
              <a:rPr lang="en">
                <a:latin typeface="Courier New"/>
                <a:ea typeface="Courier New"/>
                <a:cs typeface="Courier New"/>
                <a:sym typeface="Courier New"/>
              </a:rPr>
              <a:t>Iterable</a:t>
            </a:r>
            <a:r>
              <a:rPr lang="en"/>
              <a:t>.</a:t>
            </a:r>
            <a:endParaRPr/>
          </a:p>
          <a:p>
            <a:pPr indent="-304800" lvl="0" marL="457200" rtl="0" algn="l">
              <a:lnSpc>
                <a:spcPct val="100000"/>
              </a:lnSpc>
              <a:spcBef>
                <a:spcPts val="1000"/>
              </a:spcBef>
              <a:spcAft>
                <a:spcPts val="0"/>
              </a:spcAft>
              <a:buSzPts val="1200"/>
              <a:buChar char="●"/>
            </a:pPr>
            <a:r>
              <a:rPr lang="en" sz="1200"/>
              <a:t>Java provides a mechanism to circumvent this problem: </a:t>
            </a:r>
            <a:r>
              <a:rPr lang="en" sz="1200">
                <a:solidFill>
                  <a:srgbClr val="FF0000"/>
                </a:solidFill>
                <a:latin typeface="Courier New"/>
                <a:ea typeface="Courier New"/>
                <a:cs typeface="Courier New"/>
                <a:sym typeface="Courier New"/>
              </a:rPr>
              <a:t>default</a:t>
            </a:r>
            <a:r>
              <a:rPr lang="en" sz="1200">
                <a:solidFill>
                  <a:srgbClr val="FF0000"/>
                </a:solidFill>
              </a:rPr>
              <a:t> </a:t>
            </a:r>
            <a:r>
              <a:rPr b="1" i="1" lang="en" sz="1200">
                <a:solidFill>
                  <a:srgbClr val="FF0000"/>
                </a:solidFill>
              </a:rPr>
              <a:t>interface methods</a:t>
            </a:r>
            <a:r>
              <a:rPr lang="en" sz="1200"/>
              <a:t>.</a:t>
            </a:r>
            <a:endParaRPr sz="1200"/>
          </a:p>
          <a:p>
            <a:pPr indent="-298450" lvl="1" marL="914400" rtl="0" algn="l">
              <a:lnSpc>
                <a:spcPct val="100000"/>
              </a:lnSpc>
              <a:spcBef>
                <a:spcPts val="0"/>
              </a:spcBef>
              <a:spcAft>
                <a:spcPts val="0"/>
              </a:spcAft>
              <a:buSzPts val="1100"/>
              <a:buChar char="○"/>
            </a:pPr>
            <a:r>
              <a:rPr lang="en"/>
              <a:t>An interface may provide a</a:t>
            </a:r>
            <a:r>
              <a:rPr lang="en">
                <a:solidFill>
                  <a:srgbClr val="FF0000"/>
                </a:solidFill>
              </a:rPr>
              <a:t> </a:t>
            </a:r>
            <a:r>
              <a:rPr lang="en">
                <a:solidFill>
                  <a:srgbClr val="FF0000"/>
                </a:solidFill>
                <a:latin typeface="Courier New"/>
                <a:ea typeface="Courier New"/>
                <a:cs typeface="Courier New"/>
                <a:sym typeface="Courier New"/>
              </a:rPr>
              <a:t>default</a:t>
            </a:r>
            <a:r>
              <a:rPr lang="en">
                <a:solidFill>
                  <a:srgbClr val="FF0000"/>
                </a:solidFill>
              </a:rPr>
              <a:t> </a:t>
            </a:r>
            <a:r>
              <a:rPr b="1" i="1" lang="en">
                <a:solidFill>
                  <a:srgbClr val="FF0000"/>
                </a:solidFill>
              </a:rPr>
              <a:t>implementation</a:t>
            </a:r>
            <a:r>
              <a:rPr lang="en"/>
              <a:t> of one or more of its methods.</a:t>
            </a:r>
            <a:endParaRPr/>
          </a:p>
          <a:p>
            <a:pPr indent="-298450" lvl="1" marL="914400" rtl="0" algn="l">
              <a:lnSpc>
                <a:spcPct val="100000"/>
              </a:lnSpc>
              <a:spcBef>
                <a:spcPts val="0"/>
              </a:spcBef>
              <a:spcAft>
                <a:spcPts val="0"/>
              </a:spcAft>
              <a:buSzPts val="1100"/>
              <a:buChar char="○"/>
            </a:pPr>
            <a:r>
              <a:rPr lang="en"/>
              <a:t>If a class implements the interface but </a:t>
            </a:r>
            <a:r>
              <a:rPr b="1" i="1" lang="en">
                <a:solidFill>
                  <a:srgbClr val="FF0000"/>
                </a:solidFill>
              </a:rPr>
              <a:t>does not</a:t>
            </a:r>
            <a:r>
              <a:rPr lang="en"/>
              <a:t> provide an implementation of a default method, the default implementation is used by...well, </a:t>
            </a:r>
            <a:r>
              <a:rPr b="1" i="1" lang="en">
                <a:solidFill>
                  <a:srgbClr val="FF0000"/>
                </a:solidFill>
              </a:rPr>
              <a:t>default</a:t>
            </a:r>
            <a:r>
              <a:rPr lang="en"/>
              <a:t>.</a:t>
            </a:r>
            <a:endParaRPr/>
          </a:p>
        </p:txBody>
      </p:sp>
      <p:sp>
        <p:nvSpPr>
          <p:cNvPr id="1161" name="Google Shape;1161;p106"/>
          <p:cNvSpPr txBox="1"/>
          <p:nvPr>
            <p:ph idx="12" type="sldNum"/>
          </p:nvPr>
        </p:nvSpPr>
        <p:spPr>
          <a:xfrm>
            <a:off x="8568802" y="4716935"/>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162" name="Google Shape;1162;p106"/>
          <p:cNvSpPr txBox="1"/>
          <p:nvPr>
            <p:ph idx="2" type="body"/>
          </p:nvPr>
        </p:nvSpPr>
        <p:spPr>
          <a:xfrm>
            <a:off x="150975" y="1679834"/>
            <a:ext cx="3963900" cy="1385400"/>
          </a:xfrm>
          <a:prstGeom prst="rect">
            <a:avLst/>
          </a:prstGeom>
          <a:solidFill>
            <a:srgbClr val="FFFFFF"/>
          </a:solidFill>
          <a:ln cap="flat" cmpd="sng" w="19050">
            <a:solidFill>
              <a:srgbClr val="B7B7B7"/>
            </a:solidFill>
            <a:prstDash val="solid"/>
            <a:round/>
            <a:headEnd len="sm" w="sm" type="none"/>
            <a:tailEnd len="sm" w="sm" type="none"/>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300"/>
              <a:buNone/>
            </a:pPr>
            <a:r>
              <a:rPr lang="en" sz="1000">
                <a:solidFill>
                  <a:srgbClr val="38761D"/>
                </a:solidFill>
                <a:latin typeface="Consolas"/>
                <a:ea typeface="Consolas"/>
                <a:cs typeface="Consolas"/>
                <a:sym typeface="Consolas"/>
              </a:rPr>
              <a:t>1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interface</a:t>
            </a:r>
            <a:r>
              <a:rPr lang="en" sz="1000">
                <a:solidFill>
                  <a:srgbClr val="000000"/>
                </a:solidFill>
                <a:latin typeface="Consolas"/>
                <a:ea typeface="Consolas"/>
                <a:cs typeface="Consolas"/>
                <a:sym typeface="Consolas"/>
              </a:rPr>
              <a:t> B </a:t>
            </a:r>
            <a:r>
              <a:rPr lang="en" sz="1000">
                <a:solidFill>
                  <a:srgbClr val="0000FF"/>
                </a:solidFill>
                <a:latin typeface="Consolas"/>
                <a:ea typeface="Consolas"/>
                <a:cs typeface="Consolas"/>
                <a:sym typeface="Consolas"/>
              </a:rPr>
              <a:t>extends</a:t>
            </a:r>
            <a:r>
              <a:rPr lang="en" sz="1000">
                <a:solidFill>
                  <a:srgbClr val="000000"/>
                </a:solidFill>
                <a:latin typeface="Consolas"/>
                <a:ea typeface="Consolas"/>
                <a:cs typeface="Consolas"/>
                <a:sym typeface="Consolas"/>
              </a:rPr>
              <a:t> A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2  </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void</a:t>
            </a:r>
            <a:r>
              <a:rPr lang="en" sz="1000">
                <a:solidFill>
                  <a:srgbClr val="000000"/>
                </a:solidFill>
                <a:latin typeface="Consolas"/>
                <a:ea typeface="Consolas"/>
                <a:cs typeface="Consolas"/>
                <a:sym typeface="Consolas"/>
              </a:rPr>
              <a:t> bar();</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3  </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4  </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Override</a:t>
            </a:r>
            <a:endParaRPr sz="1000">
              <a:solidFill>
                <a:srgbClr val="0000FF"/>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5  </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default</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void</a:t>
            </a:r>
            <a:r>
              <a:rPr lang="en" sz="1000">
                <a:solidFill>
                  <a:srgbClr val="000000"/>
                </a:solidFill>
                <a:latin typeface="Consolas"/>
                <a:ea typeface="Consolas"/>
                <a:cs typeface="Consolas"/>
                <a:sym typeface="Consolas"/>
              </a:rPr>
              <a:t> foo()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6  </a:t>
            </a:r>
            <a:r>
              <a:rPr lang="en" sz="1000">
                <a:solidFill>
                  <a:srgbClr val="000000"/>
                </a:solidFill>
                <a:latin typeface="Consolas"/>
                <a:ea typeface="Consolas"/>
                <a:cs typeface="Consolas"/>
                <a:sym typeface="Consolas"/>
              </a:rPr>
              <a:t>      System.out.println(</a:t>
            </a:r>
            <a:r>
              <a:rPr lang="en" sz="1000">
                <a:solidFill>
                  <a:srgbClr val="A31515"/>
                </a:solidFill>
                <a:latin typeface="Consolas"/>
                <a:ea typeface="Consolas"/>
                <a:cs typeface="Consolas"/>
                <a:sym typeface="Consolas"/>
              </a:rPr>
              <a:t>"Default bar!"</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7  </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8  </a:t>
            </a:r>
            <a:r>
              <a:rPr lang="en" sz="1000">
                <a:solidFill>
                  <a:srgbClr val="000000"/>
                </a:solidFill>
                <a:latin typeface="Consolas"/>
                <a:ea typeface="Consolas"/>
                <a:cs typeface="Consolas"/>
                <a:sym typeface="Consolas"/>
              </a:rPr>
              <a:t>}</a:t>
            </a:r>
            <a:endParaRPr sz="1000">
              <a:solidFill>
                <a:srgbClr val="569CD6"/>
              </a:solidFill>
              <a:latin typeface="Consolas"/>
              <a:ea typeface="Consolas"/>
              <a:cs typeface="Consolas"/>
              <a:sym typeface="Consolas"/>
            </a:endParaRPr>
          </a:p>
        </p:txBody>
      </p:sp>
      <p:sp>
        <p:nvSpPr>
          <p:cNvPr id="1163" name="Google Shape;1163;p106"/>
          <p:cNvSpPr txBox="1"/>
          <p:nvPr>
            <p:ph idx="3" type="body"/>
          </p:nvPr>
        </p:nvSpPr>
        <p:spPr>
          <a:xfrm>
            <a:off x="150975" y="4003625"/>
            <a:ext cx="3963900" cy="8286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200"/>
              <a:buNone/>
            </a:pPr>
            <a:r>
              <a:rPr lang="en"/>
              <a:t>A class that implements the interface </a:t>
            </a:r>
            <a:r>
              <a:rPr b="1" i="1" lang="en">
                <a:solidFill>
                  <a:srgbClr val="FF0000"/>
                </a:solidFill>
              </a:rPr>
              <a:t>may</a:t>
            </a:r>
            <a:r>
              <a:rPr lang="en">
                <a:solidFill>
                  <a:srgbClr val="FF0000"/>
                </a:solidFill>
              </a:rPr>
              <a:t> </a:t>
            </a:r>
            <a:r>
              <a:rPr lang="en"/>
              <a:t>or </a:t>
            </a:r>
            <a:r>
              <a:rPr b="1" i="1" lang="en">
                <a:solidFill>
                  <a:srgbClr val="FF0000"/>
                </a:solidFill>
              </a:rPr>
              <a:t>may not</a:t>
            </a:r>
            <a:r>
              <a:rPr lang="en"/>
              <a:t> provide an implementation for any default methods. If no implementation is provided by the class, the default version in the interface is used.</a:t>
            </a:r>
            <a:endParaRPr/>
          </a:p>
        </p:txBody>
      </p:sp>
      <p:sp>
        <p:nvSpPr>
          <p:cNvPr id="1164" name="Google Shape;1164;p106"/>
          <p:cNvSpPr txBox="1"/>
          <p:nvPr>
            <p:ph idx="3" type="body"/>
          </p:nvPr>
        </p:nvSpPr>
        <p:spPr>
          <a:xfrm>
            <a:off x="150975" y="847084"/>
            <a:ext cx="3963900" cy="719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200"/>
              <a:buNone/>
            </a:pPr>
            <a:r>
              <a:rPr lang="en"/>
              <a:t>One interface may </a:t>
            </a:r>
            <a:r>
              <a:rPr b="1" i="1" lang="en">
                <a:solidFill>
                  <a:srgbClr val="FF0000"/>
                </a:solidFill>
              </a:rPr>
              <a:t>extend</a:t>
            </a:r>
            <a:r>
              <a:rPr lang="en"/>
              <a:t> another to inherit its methods and establish an </a:t>
            </a:r>
            <a:r>
              <a:rPr b="1" i="1" lang="en">
                <a:solidFill>
                  <a:srgbClr val="FF0000"/>
                </a:solidFill>
              </a:rPr>
              <a:t>inheritance relationship</a:t>
            </a:r>
            <a:r>
              <a:rPr lang="en"/>
              <a:t>, i.e. </a:t>
            </a:r>
            <a:r>
              <a:rPr lang="en">
                <a:latin typeface="Courier New"/>
                <a:ea typeface="Courier New"/>
                <a:cs typeface="Courier New"/>
                <a:sym typeface="Courier New"/>
              </a:rPr>
              <a:t>B</a:t>
            </a:r>
            <a:r>
              <a:rPr lang="en"/>
              <a:t> will work with code written for </a:t>
            </a:r>
            <a:r>
              <a:rPr lang="en">
                <a:latin typeface="Courier New"/>
                <a:ea typeface="Courier New"/>
                <a:cs typeface="Courier New"/>
                <a:sym typeface="Courier New"/>
              </a:rPr>
              <a:t>A</a:t>
            </a:r>
            <a:r>
              <a:rPr lang="en"/>
              <a:t>.</a:t>
            </a:r>
            <a:endParaRPr/>
          </a:p>
        </p:txBody>
      </p:sp>
      <p:sp>
        <p:nvSpPr>
          <p:cNvPr id="1165" name="Google Shape;1165;p106"/>
          <p:cNvSpPr txBox="1"/>
          <p:nvPr>
            <p:ph idx="3" type="body"/>
          </p:nvPr>
        </p:nvSpPr>
        <p:spPr>
          <a:xfrm>
            <a:off x="150975" y="3178284"/>
            <a:ext cx="3963900" cy="719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200"/>
              <a:buNone/>
            </a:pPr>
            <a:r>
              <a:rPr lang="en"/>
              <a:t>A Java interface may use the </a:t>
            </a:r>
            <a:r>
              <a:rPr lang="en">
                <a:solidFill>
                  <a:srgbClr val="FF0000"/>
                </a:solidFill>
                <a:latin typeface="Courier New"/>
                <a:ea typeface="Courier New"/>
                <a:cs typeface="Courier New"/>
                <a:sym typeface="Courier New"/>
              </a:rPr>
              <a:t>default</a:t>
            </a:r>
            <a:r>
              <a:rPr lang="en">
                <a:solidFill>
                  <a:srgbClr val="FF0000"/>
                </a:solidFill>
              </a:rPr>
              <a:t> </a:t>
            </a:r>
            <a:r>
              <a:rPr b="1" i="1" lang="en">
                <a:solidFill>
                  <a:srgbClr val="FF0000"/>
                </a:solidFill>
              </a:rPr>
              <a:t>modifier</a:t>
            </a:r>
            <a:r>
              <a:rPr b="1" i="1" lang="en"/>
              <a:t> </a:t>
            </a:r>
            <a:r>
              <a:rPr lang="en"/>
              <a:t>on a method to provide a default implementation of that method.</a:t>
            </a:r>
            <a:endParaRPr/>
          </a:p>
        </p:txBody>
      </p:sp>
      <p:grpSp>
        <p:nvGrpSpPr>
          <p:cNvPr id="1166" name="Google Shape;1166;p106"/>
          <p:cNvGrpSpPr/>
          <p:nvPr/>
        </p:nvGrpSpPr>
        <p:grpSpPr>
          <a:xfrm>
            <a:off x="1749664" y="1564075"/>
            <a:ext cx="548700" cy="369300"/>
            <a:chOff x="2923900" y="1564075"/>
            <a:chExt cx="548700" cy="369300"/>
          </a:xfrm>
        </p:grpSpPr>
        <p:sp>
          <p:nvSpPr>
            <p:cNvPr id="1167" name="Google Shape;1167;p106"/>
            <p:cNvSpPr/>
            <p:nvPr/>
          </p:nvSpPr>
          <p:spPr>
            <a:xfrm>
              <a:off x="2923900" y="1765375"/>
              <a:ext cx="548700" cy="16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68" name="Google Shape;1168;p106"/>
            <p:cNvCxnSpPr>
              <a:stCxn id="1167" idx="0"/>
            </p:cNvCxnSpPr>
            <p:nvPr/>
          </p:nvCxnSpPr>
          <p:spPr>
            <a:xfrm rot="10800000">
              <a:off x="3198250" y="1564075"/>
              <a:ext cx="0" cy="201300"/>
            </a:xfrm>
            <a:prstGeom prst="straightConnector1">
              <a:avLst/>
            </a:prstGeom>
            <a:noFill/>
            <a:ln cap="flat" cmpd="sng" w="19050">
              <a:solidFill>
                <a:srgbClr val="FF0000"/>
              </a:solidFill>
              <a:prstDash val="solid"/>
              <a:round/>
              <a:headEnd len="med" w="med" type="none"/>
              <a:tailEnd len="med" w="med" type="none"/>
            </a:ln>
          </p:spPr>
        </p:cxnSp>
      </p:grpSp>
      <p:grpSp>
        <p:nvGrpSpPr>
          <p:cNvPr id="1169" name="Google Shape;1169;p106"/>
          <p:cNvGrpSpPr/>
          <p:nvPr/>
        </p:nvGrpSpPr>
        <p:grpSpPr>
          <a:xfrm>
            <a:off x="372384" y="2383606"/>
            <a:ext cx="816000" cy="785100"/>
            <a:chOff x="372384" y="2383606"/>
            <a:chExt cx="816000" cy="785100"/>
          </a:xfrm>
        </p:grpSpPr>
        <p:sp>
          <p:nvSpPr>
            <p:cNvPr id="1170" name="Google Shape;1170;p106"/>
            <p:cNvSpPr/>
            <p:nvPr/>
          </p:nvSpPr>
          <p:spPr>
            <a:xfrm>
              <a:off x="639684" y="2383606"/>
              <a:ext cx="548700" cy="168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71" name="Google Shape;1171;p106"/>
            <p:cNvCxnSpPr>
              <a:stCxn id="1170" idx="1"/>
            </p:cNvCxnSpPr>
            <p:nvPr/>
          </p:nvCxnSpPr>
          <p:spPr>
            <a:xfrm flipH="1">
              <a:off x="372384" y="2467606"/>
              <a:ext cx="267300" cy="701100"/>
            </a:xfrm>
            <a:prstGeom prst="bentConnector2">
              <a:avLst/>
            </a:prstGeom>
            <a:noFill/>
            <a:ln cap="flat" cmpd="sng" w="19050">
              <a:solidFill>
                <a:srgbClr val="FF0000"/>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0">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0">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0">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0">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0">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0">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0">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0">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0">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0">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160">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4"/>
                                        </p:tgtEl>
                                        <p:attrNameLst>
                                          <p:attrName>style.visibility</p:attrName>
                                        </p:attrNameLst>
                                      </p:cBhvr>
                                      <p:to>
                                        <p:strVal val="visible"/>
                                      </p:to>
                                    </p:set>
                                    <p:animEffect filter="fade" transition="in">
                                      <p:cBhvr>
                                        <p:cTn dur="1000"/>
                                        <p:tgtEl>
                                          <p:spTgt spid="1164"/>
                                        </p:tgtEl>
                                      </p:cBhvr>
                                    </p:animEffect>
                                  </p:childTnLst>
                                </p:cTn>
                              </p:par>
                              <p:par>
                                <p:cTn fill="hold" nodeType="withEffect" presetClass="entr" presetID="10" presetSubtype="0">
                                  <p:stCondLst>
                                    <p:cond delay="0"/>
                                  </p:stCondLst>
                                  <p:childTnLst>
                                    <p:set>
                                      <p:cBhvr>
                                        <p:cTn dur="1" fill="hold">
                                          <p:stCondLst>
                                            <p:cond delay="0"/>
                                          </p:stCondLst>
                                        </p:cTn>
                                        <p:tgtEl>
                                          <p:spTgt spid="1162"/>
                                        </p:tgtEl>
                                        <p:attrNameLst>
                                          <p:attrName>style.visibility</p:attrName>
                                        </p:attrNameLst>
                                      </p:cBhvr>
                                      <p:to>
                                        <p:strVal val="visible"/>
                                      </p:to>
                                    </p:set>
                                    <p:animEffect filter="fade" transition="in">
                                      <p:cBhvr>
                                        <p:cTn dur="1000"/>
                                        <p:tgtEl>
                                          <p:spTgt spid="1162"/>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66"/>
                                        </p:tgtEl>
                                        <p:attrNameLst>
                                          <p:attrName>style.visibility</p:attrName>
                                        </p:attrNameLst>
                                      </p:cBhvr>
                                      <p:to>
                                        <p:strVal val="visible"/>
                                      </p:to>
                                    </p:set>
                                    <p:animEffect filter="fade" transition="in">
                                      <p:cBhvr>
                                        <p:cTn dur="1000"/>
                                        <p:tgtEl>
                                          <p:spTgt spid="116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5"/>
                                        </p:tgtEl>
                                        <p:attrNameLst>
                                          <p:attrName>style.visibility</p:attrName>
                                        </p:attrNameLst>
                                      </p:cBhvr>
                                      <p:to>
                                        <p:strVal val="visible"/>
                                      </p:to>
                                    </p:set>
                                    <p:animEffect filter="fade" transition="in">
                                      <p:cBhvr>
                                        <p:cTn dur="1000"/>
                                        <p:tgtEl>
                                          <p:spTgt spid="1165"/>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69"/>
                                        </p:tgtEl>
                                        <p:attrNameLst>
                                          <p:attrName>style.visibility</p:attrName>
                                        </p:attrNameLst>
                                      </p:cBhvr>
                                      <p:to>
                                        <p:strVal val="visible"/>
                                      </p:to>
                                    </p:set>
                                    <p:animEffect filter="fade" transition="in">
                                      <p:cBhvr>
                                        <p:cTn dur="1000"/>
                                        <p:tgtEl>
                                          <p:spTgt spid="116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63"/>
                                        </p:tgtEl>
                                        <p:attrNameLst>
                                          <p:attrName>style.visibility</p:attrName>
                                        </p:attrNameLst>
                                      </p:cBhvr>
                                      <p:to>
                                        <p:strVal val="visible"/>
                                      </p:to>
                                    </p:set>
                                    <p:animEffect filter="fade" transition="in">
                                      <p:cBhvr>
                                        <p:cTn dur="1000"/>
                                        <p:tgtEl>
                                          <p:spTgt spid="116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5" name="Shape 1175"/>
        <p:cNvGrpSpPr/>
        <p:nvPr/>
      </p:nvGrpSpPr>
      <p:grpSpPr>
        <a:xfrm>
          <a:off x="0" y="0"/>
          <a:ext cx="0" cy="0"/>
          <a:chOff x="0" y="0"/>
          <a:chExt cx="0" cy="0"/>
        </a:xfrm>
      </p:grpSpPr>
      <p:sp>
        <p:nvSpPr>
          <p:cNvPr id="1176" name="Google Shape;1176;p107"/>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A Closer Look at Default Methods</a:t>
            </a:r>
            <a:endParaRPr/>
          </a:p>
        </p:txBody>
      </p:sp>
      <p:sp>
        <p:nvSpPr>
          <p:cNvPr id="1177" name="Google Shape;1177;p10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178" name="Google Shape;1178;p107"/>
          <p:cNvSpPr txBox="1"/>
          <p:nvPr>
            <p:ph idx="4294967295" type="body"/>
          </p:nvPr>
        </p:nvSpPr>
        <p:spPr>
          <a:xfrm>
            <a:off x="4881125" y="2011484"/>
            <a:ext cx="3706500" cy="17775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000">
                <a:solidFill>
                  <a:srgbClr val="38761D"/>
                </a:solidFill>
                <a:latin typeface="Consolas"/>
                <a:ea typeface="Consolas"/>
                <a:cs typeface="Consolas"/>
                <a:sym typeface="Consolas"/>
              </a:rPr>
              <a:t>1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interface</a:t>
            </a:r>
            <a:r>
              <a:rPr lang="en" sz="1000">
                <a:solidFill>
                  <a:srgbClr val="000000"/>
                </a:solidFill>
                <a:latin typeface="Consolas"/>
                <a:ea typeface="Consolas"/>
                <a:cs typeface="Consolas"/>
                <a:sym typeface="Consolas"/>
              </a:rPr>
              <a:t> B </a:t>
            </a:r>
            <a:r>
              <a:rPr lang="en" sz="1000">
                <a:solidFill>
                  <a:srgbClr val="0000FF"/>
                </a:solidFill>
                <a:latin typeface="Consolas"/>
                <a:ea typeface="Consolas"/>
                <a:cs typeface="Consolas"/>
                <a:sym typeface="Consolas"/>
              </a:rPr>
              <a:t>extends</a:t>
            </a:r>
            <a:r>
              <a:rPr lang="en" sz="1000">
                <a:solidFill>
                  <a:srgbClr val="000000"/>
                </a:solidFill>
                <a:latin typeface="Consolas"/>
                <a:ea typeface="Consolas"/>
                <a:cs typeface="Consolas"/>
                <a:sym typeface="Consolas"/>
              </a:rPr>
              <a:t> A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2  </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void</a:t>
            </a:r>
            <a:r>
              <a:rPr lang="en" sz="1000">
                <a:solidFill>
                  <a:srgbClr val="000000"/>
                </a:solidFill>
                <a:latin typeface="Consolas"/>
                <a:ea typeface="Consolas"/>
                <a:cs typeface="Consolas"/>
                <a:sym typeface="Consolas"/>
              </a:rPr>
              <a:t> bar();</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3  </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4  </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default</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void</a:t>
            </a:r>
            <a:r>
              <a:rPr lang="en" sz="1000">
                <a:solidFill>
                  <a:srgbClr val="000000"/>
                </a:solidFill>
                <a:latin typeface="Consolas"/>
                <a:ea typeface="Consolas"/>
                <a:cs typeface="Consolas"/>
                <a:sym typeface="Consolas"/>
              </a:rPr>
              <a:t> foo()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5  </a:t>
            </a:r>
            <a:r>
              <a:rPr lang="en" sz="1000">
                <a:solidFill>
                  <a:srgbClr val="000000"/>
                </a:solidFill>
                <a:latin typeface="Consolas"/>
                <a:ea typeface="Consolas"/>
                <a:cs typeface="Consolas"/>
                <a:sym typeface="Consolas"/>
              </a:rPr>
              <a:t>      System.out.println(</a:t>
            </a:r>
            <a:r>
              <a:rPr lang="en" sz="1000">
                <a:solidFill>
                  <a:srgbClr val="A31515"/>
                </a:solidFill>
                <a:latin typeface="Consolas"/>
                <a:ea typeface="Consolas"/>
                <a:cs typeface="Consolas"/>
                <a:sym typeface="Consolas"/>
              </a:rPr>
              <a:t>"Default foo!"</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6  </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7  </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8  </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default</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void</a:t>
            </a:r>
            <a:r>
              <a:rPr lang="en" sz="1000">
                <a:solidFill>
                  <a:srgbClr val="000000"/>
                </a:solidFill>
                <a:latin typeface="Consolas"/>
                <a:ea typeface="Consolas"/>
                <a:cs typeface="Consolas"/>
                <a:sym typeface="Consolas"/>
              </a:rPr>
              <a:t> bell()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9  </a:t>
            </a:r>
            <a:r>
              <a:rPr lang="en" sz="1000">
                <a:solidFill>
                  <a:srgbClr val="000000"/>
                </a:solidFill>
                <a:latin typeface="Consolas"/>
                <a:ea typeface="Consolas"/>
                <a:cs typeface="Consolas"/>
                <a:sym typeface="Consolas"/>
              </a:rPr>
              <a:t>      System.out.println(</a:t>
            </a:r>
            <a:r>
              <a:rPr lang="en" sz="1000">
                <a:solidFill>
                  <a:srgbClr val="A31515"/>
                </a:solidFill>
                <a:latin typeface="Consolas"/>
                <a:ea typeface="Consolas"/>
                <a:cs typeface="Consolas"/>
                <a:sym typeface="Consolas"/>
              </a:rPr>
              <a:t>"Default bell!"</a:t>
            </a:r>
            <a:r>
              <a:rPr lang="en" sz="1000">
                <a:solidFill>
                  <a:srgbClr val="000000"/>
                </a:solidFill>
                <a:latin typeface="Consolas"/>
                <a:ea typeface="Consolas"/>
                <a:cs typeface="Consolas"/>
                <a:sym typeface="Consolas"/>
              </a:rPr>
              <a:t>);</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10 </a:t>
            </a:r>
            <a:r>
              <a:rPr lang="en" sz="1000">
                <a:solidFill>
                  <a:srgbClr val="000000"/>
                </a:solidFill>
                <a:latin typeface="Consolas"/>
                <a:ea typeface="Consolas"/>
                <a:cs typeface="Consolas"/>
                <a:sym typeface="Consolas"/>
              </a:rPr>
              <a:t>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11 </a:t>
            </a:r>
            <a:r>
              <a:rPr lang="en" sz="1000">
                <a:solidFill>
                  <a:srgbClr val="000000"/>
                </a:solidFill>
                <a:latin typeface="Consolas"/>
                <a:ea typeface="Consolas"/>
                <a:cs typeface="Consolas"/>
                <a:sym typeface="Consolas"/>
              </a:rPr>
              <a:t>}</a:t>
            </a:r>
            <a:endParaRPr sz="1000">
              <a:solidFill>
                <a:srgbClr val="569CD6"/>
              </a:solidFill>
              <a:latin typeface="Consolas"/>
              <a:ea typeface="Consolas"/>
              <a:cs typeface="Consolas"/>
              <a:sym typeface="Consolas"/>
            </a:endParaRPr>
          </a:p>
        </p:txBody>
      </p:sp>
      <p:sp>
        <p:nvSpPr>
          <p:cNvPr id="1179" name="Google Shape;1179;p107"/>
          <p:cNvSpPr txBox="1"/>
          <p:nvPr>
            <p:ph idx="4294967295" type="body"/>
          </p:nvPr>
        </p:nvSpPr>
        <p:spPr>
          <a:xfrm>
            <a:off x="4881125" y="1333937"/>
            <a:ext cx="3706500" cy="6237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000">
                <a:solidFill>
                  <a:srgbClr val="38761D"/>
                </a:solidFill>
                <a:latin typeface="Consolas"/>
                <a:ea typeface="Consolas"/>
                <a:cs typeface="Consolas"/>
                <a:sym typeface="Consolas"/>
              </a:rPr>
              <a:t>1  </a:t>
            </a:r>
            <a:r>
              <a:rPr lang="en" sz="1000">
                <a:solidFill>
                  <a:srgbClr val="0000FF"/>
                </a:solidFill>
                <a:latin typeface="Consolas"/>
                <a:ea typeface="Consolas"/>
                <a:cs typeface="Consolas"/>
                <a:sym typeface="Consolas"/>
              </a:rPr>
              <a:t>public</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interface</a:t>
            </a:r>
            <a:r>
              <a:rPr lang="en" sz="1000">
                <a:solidFill>
                  <a:srgbClr val="000000"/>
                </a:solidFill>
                <a:latin typeface="Consolas"/>
                <a:ea typeface="Consolas"/>
                <a:cs typeface="Consolas"/>
                <a:sym typeface="Consolas"/>
              </a:rPr>
              <a:t> A {</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2  </a:t>
            </a:r>
            <a:r>
              <a:rPr lang="en" sz="1000">
                <a:solidFill>
                  <a:srgbClr val="000000"/>
                </a:solidFill>
                <a:latin typeface="Consolas"/>
                <a:ea typeface="Consolas"/>
                <a:cs typeface="Consolas"/>
                <a:sym typeface="Consolas"/>
              </a:rPr>
              <a:t>   </a:t>
            </a:r>
            <a:r>
              <a:rPr lang="en" sz="1000">
                <a:solidFill>
                  <a:srgbClr val="0000FF"/>
                </a:solidFill>
                <a:latin typeface="Consolas"/>
                <a:ea typeface="Consolas"/>
                <a:cs typeface="Consolas"/>
                <a:sym typeface="Consolas"/>
              </a:rPr>
              <a:t>void</a:t>
            </a:r>
            <a:r>
              <a:rPr lang="en" sz="1000">
                <a:solidFill>
                  <a:srgbClr val="000000"/>
                </a:solidFill>
                <a:latin typeface="Consolas"/>
                <a:ea typeface="Consolas"/>
                <a:cs typeface="Consolas"/>
                <a:sym typeface="Consolas"/>
              </a:rPr>
              <a:t> foo();</a:t>
            </a:r>
            <a:endParaRPr sz="100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3  </a:t>
            </a:r>
            <a:r>
              <a:rPr lang="en" sz="1000">
                <a:solidFill>
                  <a:srgbClr val="000000"/>
                </a:solidFill>
                <a:latin typeface="Consolas"/>
                <a:ea typeface="Consolas"/>
                <a:cs typeface="Consolas"/>
                <a:sym typeface="Consolas"/>
              </a:rPr>
              <a:t>}</a:t>
            </a:r>
            <a:endParaRPr sz="1000">
              <a:solidFill>
                <a:srgbClr val="569CD6"/>
              </a:solidFill>
              <a:latin typeface="Consolas"/>
              <a:ea typeface="Consolas"/>
              <a:cs typeface="Consolas"/>
              <a:sym typeface="Consolas"/>
            </a:endParaRPr>
          </a:p>
        </p:txBody>
      </p:sp>
      <p:sp>
        <p:nvSpPr>
          <p:cNvPr id="1180" name="Google Shape;1180;p107"/>
          <p:cNvSpPr txBox="1"/>
          <p:nvPr>
            <p:ph idx="4294967295" type="body"/>
          </p:nvPr>
        </p:nvSpPr>
        <p:spPr>
          <a:xfrm>
            <a:off x="464113" y="3390275"/>
            <a:ext cx="3741600" cy="695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Default methods are typically used when adding </a:t>
            </a:r>
            <a:r>
              <a:rPr b="1" i="1" lang="en" sz="1200">
                <a:solidFill>
                  <a:srgbClr val="FF0000"/>
                </a:solidFill>
                <a:latin typeface="Arial"/>
                <a:ea typeface="Arial"/>
                <a:cs typeface="Arial"/>
                <a:sym typeface="Arial"/>
              </a:rPr>
              <a:t>new</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methods to an </a:t>
            </a:r>
            <a:r>
              <a:rPr b="1" i="1" lang="en" sz="1200">
                <a:solidFill>
                  <a:srgbClr val="FF0000"/>
                </a:solidFill>
                <a:latin typeface="Arial"/>
                <a:ea typeface="Arial"/>
                <a:cs typeface="Arial"/>
                <a:sym typeface="Arial"/>
              </a:rPr>
              <a:t>existing</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interface to avoid causing compilation errors in existing classes.</a:t>
            </a:r>
            <a:endParaRPr>
              <a:latin typeface="Arial"/>
              <a:ea typeface="Arial"/>
              <a:cs typeface="Arial"/>
              <a:sym typeface="Arial"/>
            </a:endParaRPr>
          </a:p>
        </p:txBody>
      </p:sp>
      <p:sp>
        <p:nvSpPr>
          <p:cNvPr id="1181" name="Google Shape;1181;p107"/>
          <p:cNvSpPr txBox="1"/>
          <p:nvPr>
            <p:ph idx="4294967295" type="body"/>
          </p:nvPr>
        </p:nvSpPr>
        <p:spPr>
          <a:xfrm>
            <a:off x="4881125" y="3842841"/>
            <a:ext cx="3706500" cy="1198200"/>
          </a:xfrm>
          <a:prstGeom prst="rect">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000">
                <a:solidFill>
                  <a:srgbClr val="38761D"/>
                </a:solidFill>
                <a:latin typeface="Consolas"/>
                <a:ea typeface="Consolas"/>
                <a:cs typeface="Consolas"/>
                <a:sym typeface="Consolas"/>
              </a:rPr>
              <a:t>1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class</a:t>
            </a:r>
            <a:r>
              <a:rPr lang="en" sz="1050">
                <a:solidFill>
                  <a:srgbClr val="000000"/>
                </a:solidFill>
                <a:latin typeface="Consolas"/>
                <a:ea typeface="Consolas"/>
                <a:cs typeface="Consolas"/>
                <a:sym typeface="Consolas"/>
              </a:rPr>
              <a:t> C </a:t>
            </a:r>
            <a:r>
              <a:rPr lang="en" sz="1050">
                <a:solidFill>
                  <a:srgbClr val="0000FF"/>
                </a:solidFill>
                <a:latin typeface="Consolas"/>
                <a:ea typeface="Consolas"/>
                <a:cs typeface="Consolas"/>
                <a:sym typeface="Consolas"/>
              </a:rPr>
              <a:t>implements</a:t>
            </a:r>
            <a:r>
              <a:rPr lang="en" sz="1050">
                <a:solidFill>
                  <a:srgbClr val="000000"/>
                </a:solidFill>
                <a:latin typeface="Consolas"/>
                <a:ea typeface="Consolas"/>
                <a:cs typeface="Consolas"/>
                <a:sym typeface="Consolas"/>
              </a:rPr>
              <a:t> B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2</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Override</a:t>
            </a:r>
            <a:endParaRPr sz="1050">
              <a:solidFill>
                <a:srgbClr val="0000FF"/>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3</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public</a:t>
            </a:r>
            <a:r>
              <a:rPr lang="en" sz="1050">
                <a:solidFill>
                  <a:srgbClr val="000000"/>
                </a:solidFill>
                <a:latin typeface="Consolas"/>
                <a:ea typeface="Consolas"/>
                <a:cs typeface="Consolas"/>
                <a:sym typeface="Consolas"/>
              </a:rPr>
              <a:t> </a:t>
            </a:r>
            <a:r>
              <a:rPr lang="en" sz="1050">
                <a:solidFill>
                  <a:srgbClr val="0000FF"/>
                </a:solidFill>
                <a:latin typeface="Consolas"/>
                <a:ea typeface="Consolas"/>
                <a:cs typeface="Consolas"/>
                <a:sym typeface="Consolas"/>
              </a:rPr>
              <a:t>void</a:t>
            </a:r>
            <a:r>
              <a:rPr lang="en" sz="1050">
                <a:solidFill>
                  <a:srgbClr val="000000"/>
                </a:solidFill>
                <a:latin typeface="Consolas"/>
                <a:ea typeface="Consolas"/>
                <a:cs typeface="Consolas"/>
                <a:sym typeface="Consolas"/>
              </a:rPr>
              <a:t> bar()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4</a:t>
            </a:r>
            <a:r>
              <a:rPr lang="en" sz="1050">
                <a:solidFill>
                  <a:srgbClr val="000000"/>
                </a:solidFill>
                <a:latin typeface="Consolas"/>
                <a:ea typeface="Consolas"/>
                <a:cs typeface="Consolas"/>
                <a:sym typeface="Consolas"/>
              </a:rPr>
              <a:t>        System.out.println(</a:t>
            </a:r>
            <a:r>
              <a:rPr lang="en" sz="1050">
                <a:solidFill>
                  <a:srgbClr val="A31515"/>
                </a:solidFill>
                <a:latin typeface="Consolas"/>
                <a:ea typeface="Consolas"/>
                <a:cs typeface="Consolas"/>
                <a:sym typeface="Consolas"/>
              </a:rPr>
              <a:t>"Concrete bar!"</a:t>
            </a:r>
            <a:r>
              <a:rPr lang="en" sz="1050">
                <a:solidFill>
                  <a:srgbClr val="000000"/>
                </a:solidFill>
                <a:latin typeface="Consolas"/>
                <a:ea typeface="Consolas"/>
                <a:cs typeface="Consolas"/>
                <a:sym typeface="Consolas"/>
              </a:rPr>
              <a:t>);</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5 </a:t>
            </a:r>
            <a:r>
              <a:rPr lang="en" sz="1050">
                <a:solidFill>
                  <a:srgbClr val="000000"/>
                </a:solidFill>
                <a:latin typeface="Consolas"/>
                <a:ea typeface="Consolas"/>
                <a:cs typeface="Consolas"/>
                <a:sym typeface="Consolas"/>
              </a:rPr>
              <a:t>    }</a:t>
            </a:r>
            <a:endParaRPr sz="1050">
              <a:solidFill>
                <a:srgbClr val="000000"/>
              </a:solidFill>
              <a:latin typeface="Consolas"/>
              <a:ea typeface="Consolas"/>
              <a:cs typeface="Consolas"/>
              <a:sym typeface="Consolas"/>
            </a:endParaRPr>
          </a:p>
          <a:p>
            <a:pPr indent="0" lvl="0" marL="0" rtl="0" algn="l">
              <a:lnSpc>
                <a:spcPct val="100000"/>
              </a:lnSpc>
              <a:spcBef>
                <a:spcPts val="0"/>
              </a:spcBef>
              <a:spcAft>
                <a:spcPts val="0"/>
              </a:spcAft>
              <a:buNone/>
            </a:pPr>
            <a:r>
              <a:rPr lang="en" sz="1000">
                <a:solidFill>
                  <a:srgbClr val="38761D"/>
                </a:solidFill>
                <a:latin typeface="Consolas"/>
                <a:ea typeface="Consolas"/>
                <a:cs typeface="Consolas"/>
                <a:sym typeface="Consolas"/>
              </a:rPr>
              <a:t>6 </a:t>
            </a:r>
            <a:r>
              <a:rPr lang="en" sz="1050">
                <a:solidFill>
                  <a:srgbClr val="000000"/>
                </a:solidFill>
                <a:latin typeface="Consolas"/>
                <a:ea typeface="Consolas"/>
                <a:cs typeface="Consolas"/>
                <a:sym typeface="Consolas"/>
              </a:rPr>
              <a:t> }</a:t>
            </a:r>
            <a:endParaRPr sz="1000">
              <a:solidFill>
                <a:srgbClr val="569CD6"/>
              </a:solidFill>
              <a:latin typeface="Consolas"/>
              <a:ea typeface="Consolas"/>
              <a:cs typeface="Consolas"/>
              <a:sym typeface="Consolas"/>
            </a:endParaRPr>
          </a:p>
        </p:txBody>
      </p:sp>
      <p:sp>
        <p:nvSpPr>
          <p:cNvPr id="1182" name="Google Shape;1182;p107"/>
          <p:cNvSpPr txBox="1"/>
          <p:nvPr>
            <p:ph idx="4294967295" type="body"/>
          </p:nvPr>
        </p:nvSpPr>
        <p:spPr>
          <a:xfrm>
            <a:off x="464125" y="1486325"/>
            <a:ext cx="3741600" cy="461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In Java, one interface may </a:t>
            </a:r>
            <a:r>
              <a:rPr b="1" i="1" lang="en" sz="1200">
                <a:solidFill>
                  <a:srgbClr val="FF0000"/>
                </a:solidFill>
                <a:latin typeface="Arial"/>
                <a:ea typeface="Arial"/>
                <a:cs typeface="Arial"/>
                <a:sym typeface="Arial"/>
              </a:rPr>
              <a:t>extend</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another interface to </a:t>
            </a:r>
            <a:r>
              <a:rPr b="1" i="1" lang="en" sz="1200">
                <a:solidFill>
                  <a:srgbClr val="FF0000"/>
                </a:solidFill>
                <a:latin typeface="Arial"/>
                <a:ea typeface="Arial"/>
                <a:cs typeface="Arial"/>
                <a:sym typeface="Arial"/>
              </a:rPr>
              <a:t>inherit </a:t>
            </a:r>
            <a:r>
              <a:rPr lang="en" sz="1200">
                <a:solidFill>
                  <a:srgbClr val="000000"/>
                </a:solidFill>
                <a:latin typeface="Arial"/>
                <a:ea typeface="Arial"/>
                <a:cs typeface="Arial"/>
                <a:sym typeface="Arial"/>
              </a:rPr>
              <a:t>the methods defined in the other interface.</a:t>
            </a:r>
            <a:endParaRPr>
              <a:latin typeface="Arial"/>
              <a:ea typeface="Arial"/>
              <a:cs typeface="Arial"/>
              <a:sym typeface="Arial"/>
            </a:endParaRPr>
          </a:p>
        </p:txBody>
      </p:sp>
      <p:sp>
        <p:nvSpPr>
          <p:cNvPr id="1183" name="Google Shape;1183;p107"/>
          <p:cNvSpPr txBox="1"/>
          <p:nvPr>
            <p:ph idx="4294967295" type="body"/>
          </p:nvPr>
        </p:nvSpPr>
        <p:spPr>
          <a:xfrm>
            <a:off x="464125" y="2034879"/>
            <a:ext cx="3741600" cy="695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The child interface </a:t>
            </a:r>
            <a:r>
              <a:rPr b="1" i="1" lang="en" sz="1200">
                <a:solidFill>
                  <a:srgbClr val="FF0000"/>
                </a:solidFill>
                <a:latin typeface="Arial"/>
                <a:ea typeface="Arial"/>
                <a:cs typeface="Arial"/>
                <a:sym typeface="Arial"/>
              </a:rPr>
              <a:t>may </a:t>
            </a:r>
            <a:r>
              <a:rPr lang="en" sz="1200">
                <a:solidFill>
                  <a:srgbClr val="000000"/>
                </a:solidFill>
                <a:latin typeface="Arial"/>
                <a:ea typeface="Arial"/>
                <a:cs typeface="Arial"/>
                <a:sym typeface="Arial"/>
              </a:rPr>
              <a:t>add its own methods, and may also provide </a:t>
            </a:r>
            <a:r>
              <a:rPr b="1" i="1" lang="en" sz="1200">
                <a:solidFill>
                  <a:srgbClr val="FF0000"/>
                </a:solidFill>
                <a:latin typeface="Arial"/>
                <a:ea typeface="Arial"/>
                <a:cs typeface="Arial"/>
                <a:sym typeface="Arial"/>
              </a:rPr>
              <a:t>default implementations</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of any inherited methods by using the </a:t>
            </a:r>
            <a:r>
              <a:rPr lang="en" sz="1200">
                <a:solidFill>
                  <a:srgbClr val="FF0000"/>
                </a:solidFill>
                <a:latin typeface="Courier New"/>
                <a:ea typeface="Courier New"/>
                <a:cs typeface="Courier New"/>
                <a:sym typeface="Courier New"/>
              </a:rPr>
              <a:t>default</a:t>
            </a:r>
            <a:r>
              <a:rPr lang="en" sz="1200">
                <a:solidFill>
                  <a:srgbClr val="FF0000"/>
                </a:solidFill>
                <a:latin typeface="Arial"/>
                <a:ea typeface="Arial"/>
                <a:cs typeface="Arial"/>
                <a:sym typeface="Arial"/>
              </a:rPr>
              <a:t> </a:t>
            </a:r>
            <a:r>
              <a:rPr b="1" i="1" lang="en" sz="1200">
                <a:solidFill>
                  <a:srgbClr val="FF0000"/>
                </a:solidFill>
                <a:latin typeface="Arial"/>
                <a:ea typeface="Arial"/>
                <a:cs typeface="Arial"/>
                <a:sym typeface="Arial"/>
              </a:rPr>
              <a:t>modifier</a:t>
            </a:r>
            <a:r>
              <a:rPr lang="en" sz="1200">
                <a:solidFill>
                  <a:srgbClr val="000000"/>
                </a:solidFill>
                <a:latin typeface="Arial"/>
                <a:ea typeface="Arial"/>
                <a:cs typeface="Arial"/>
                <a:sym typeface="Arial"/>
              </a:rPr>
              <a:t>.</a:t>
            </a:r>
            <a:endParaRPr>
              <a:latin typeface="Arial"/>
              <a:ea typeface="Arial"/>
              <a:cs typeface="Arial"/>
              <a:sym typeface="Arial"/>
            </a:endParaRPr>
          </a:p>
        </p:txBody>
      </p:sp>
      <p:sp>
        <p:nvSpPr>
          <p:cNvPr id="1184" name="Google Shape;1184;p107"/>
          <p:cNvSpPr txBox="1"/>
          <p:nvPr>
            <p:ph idx="4294967295" type="body"/>
          </p:nvPr>
        </p:nvSpPr>
        <p:spPr>
          <a:xfrm>
            <a:off x="464125" y="2829871"/>
            <a:ext cx="3741600" cy="4611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An interface may also define its </a:t>
            </a:r>
            <a:r>
              <a:rPr b="1" i="1" lang="en" sz="1200">
                <a:solidFill>
                  <a:srgbClr val="FF0000"/>
                </a:solidFill>
                <a:latin typeface="Arial"/>
                <a:ea typeface="Arial"/>
                <a:cs typeface="Arial"/>
                <a:sym typeface="Arial"/>
              </a:rPr>
              <a:t>own</a:t>
            </a:r>
            <a:r>
              <a:rPr lang="en" sz="1200">
                <a:solidFill>
                  <a:srgbClr val="000000"/>
                </a:solidFill>
                <a:latin typeface="Arial"/>
                <a:ea typeface="Arial"/>
                <a:cs typeface="Arial"/>
                <a:sym typeface="Arial"/>
              </a:rPr>
              <a:t> default methods as well.</a:t>
            </a:r>
            <a:endParaRPr>
              <a:latin typeface="Arial"/>
              <a:ea typeface="Arial"/>
              <a:cs typeface="Arial"/>
              <a:sym typeface="Arial"/>
            </a:endParaRPr>
          </a:p>
        </p:txBody>
      </p:sp>
      <p:sp>
        <p:nvSpPr>
          <p:cNvPr id="1185" name="Google Shape;1185;p107"/>
          <p:cNvSpPr txBox="1"/>
          <p:nvPr>
            <p:ph idx="4294967295" type="body"/>
          </p:nvPr>
        </p:nvSpPr>
        <p:spPr>
          <a:xfrm>
            <a:off x="464113" y="4184422"/>
            <a:ext cx="3741600" cy="6957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A class that implements the interface </a:t>
            </a:r>
            <a:r>
              <a:rPr b="1" i="1" lang="en" sz="1200">
                <a:solidFill>
                  <a:srgbClr val="FF0000"/>
                </a:solidFill>
                <a:latin typeface="Arial"/>
                <a:ea typeface="Arial"/>
                <a:cs typeface="Arial"/>
                <a:sym typeface="Arial"/>
              </a:rPr>
              <a:t>must</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implement any abstract methods and </a:t>
            </a:r>
            <a:r>
              <a:rPr b="1" i="1" lang="en" sz="1200">
                <a:solidFill>
                  <a:srgbClr val="FF0000"/>
                </a:solidFill>
                <a:latin typeface="Arial"/>
                <a:ea typeface="Arial"/>
                <a:cs typeface="Arial"/>
                <a:sym typeface="Arial"/>
              </a:rPr>
              <a:t>may</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provide its own implementations of any default methods.</a:t>
            </a:r>
            <a:endParaRPr>
              <a:latin typeface="Arial"/>
              <a:ea typeface="Arial"/>
              <a:cs typeface="Arial"/>
              <a:sym typeface="Arial"/>
            </a:endParaRPr>
          </a:p>
        </p:txBody>
      </p:sp>
      <p:grpSp>
        <p:nvGrpSpPr>
          <p:cNvPr id="1186" name="Google Shape;1186;p107"/>
          <p:cNvGrpSpPr/>
          <p:nvPr/>
        </p:nvGrpSpPr>
        <p:grpSpPr>
          <a:xfrm>
            <a:off x="4205870" y="1716975"/>
            <a:ext cx="2825550" cy="507300"/>
            <a:chOff x="4205870" y="1716975"/>
            <a:chExt cx="2825550" cy="507300"/>
          </a:xfrm>
        </p:grpSpPr>
        <p:sp>
          <p:nvSpPr>
            <p:cNvPr id="1187" name="Google Shape;1187;p107"/>
            <p:cNvSpPr/>
            <p:nvPr/>
          </p:nvSpPr>
          <p:spPr>
            <a:xfrm>
              <a:off x="6482720" y="2074275"/>
              <a:ext cx="548700" cy="150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88" name="Google Shape;1188;p107"/>
            <p:cNvCxnSpPr>
              <a:stCxn id="1187" idx="0"/>
              <a:endCxn id="1182" idx="3"/>
            </p:cNvCxnSpPr>
            <p:nvPr/>
          </p:nvCxnSpPr>
          <p:spPr>
            <a:xfrm flipH="1" rot="5400000">
              <a:off x="5302820" y="620025"/>
              <a:ext cx="357300" cy="2551200"/>
            </a:xfrm>
            <a:prstGeom prst="bentConnector2">
              <a:avLst/>
            </a:prstGeom>
            <a:noFill/>
            <a:ln cap="flat" cmpd="sng" w="19050">
              <a:solidFill>
                <a:srgbClr val="FF0000"/>
              </a:solidFill>
              <a:prstDash val="solid"/>
              <a:round/>
              <a:headEnd len="med" w="med" type="none"/>
              <a:tailEnd len="med" w="med" type="none"/>
            </a:ln>
          </p:spPr>
        </p:cxnSp>
      </p:grpSp>
      <p:grpSp>
        <p:nvGrpSpPr>
          <p:cNvPr id="1189" name="Google Shape;1189;p107"/>
          <p:cNvGrpSpPr/>
          <p:nvPr/>
        </p:nvGrpSpPr>
        <p:grpSpPr>
          <a:xfrm>
            <a:off x="4205725" y="2382729"/>
            <a:ext cx="3881720" cy="621321"/>
            <a:chOff x="4205725" y="2382729"/>
            <a:chExt cx="3881720" cy="621321"/>
          </a:xfrm>
        </p:grpSpPr>
        <p:sp>
          <p:nvSpPr>
            <p:cNvPr id="1190" name="Google Shape;1190;p107"/>
            <p:cNvSpPr/>
            <p:nvPr/>
          </p:nvSpPr>
          <p:spPr>
            <a:xfrm>
              <a:off x="5372745" y="2496750"/>
              <a:ext cx="2714700" cy="507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91" name="Google Shape;1191;p107"/>
            <p:cNvCxnSpPr>
              <a:stCxn id="1183" idx="3"/>
              <a:endCxn id="1190" idx="1"/>
            </p:cNvCxnSpPr>
            <p:nvPr/>
          </p:nvCxnSpPr>
          <p:spPr>
            <a:xfrm>
              <a:off x="4205725" y="2382729"/>
              <a:ext cx="1167000" cy="367800"/>
            </a:xfrm>
            <a:prstGeom prst="bentConnector3">
              <a:avLst>
                <a:gd fmla="val 50001" name="adj1"/>
              </a:avLst>
            </a:prstGeom>
            <a:noFill/>
            <a:ln cap="flat" cmpd="sng" w="19050">
              <a:solidFill>
                <a:srgbClr val="FF0000"/>
              </a:solidFill>
              <a:prstDash val="solid"/>
              <a:round/>
              <a:headEnd len="med" w="med" type="none"/>
              <a:tailEnd len="med" w="med" type="none"/>
            </a:ln>
          </p:spPr>
        </p:cxnSp>
      </p:grpSp>
      <p:grpSp>
        <p:nvGrpSpPr>
          <p:cNvPr id="1192" name="Google Shape;1192;p107"/>
          <p:cNvGrpSpPr/>
          <p:nvPr/>
        </p:nvGrpSpPr>
        <p:grpSpPr>
          <a:xfrm>
            <a:off x="4205725" y="2224275"/>
            <a:ext cx="1981527" cy="158454"/>
            <a:chOff x="4205725" y="2224275"/>
            <a:chExt cx="1981527" cy="158454"/>
          </a:xfrm>
        </p:grpSpPr>
        <p:sp>
          <p:nvSpPr>
            <p:cNvPr id="1193" name="Google Shape;1193;p107"/>
            <p:cNvSpPr/>
            <p:nvPr/>
          </p:nvSpPr>
          <p:spPr>
            <a:xfrm>
              <a:off x="5372752" y="2224275"/>
              <a:ext cx="814500" cy="1500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94" name="Google Shape;1194;p107"/>
            <p:cNvCxnSpPr>
              <a:stCxn id="1183" idx="3"/>
              <a:endCxn id="1193" idx="1"/>
            </p:cNvCxnSpPr>
            <p:nvPr/>
          </p:nvCxnSpPr>
          <p:spPr>
            <a:xfrm flipH="1" rot="10800000">
              <a:off x="4205725" y="2299329"/>
              <a:ext cx="1167000" cy="83400"/>
            </a:xfrm>
            <a:prstGeom prst="bentConnector3">
              <a:avLst>
                <a:gd fmla="val 50001" name="adj1"/>
              </a:avLst>
            </a:prstGeom>
            <a:noFill/>
            <a:ln cap="flat" cmpd="sng" w="19050">
              <a:solidFill>
                <a:srgbClr val="FF0000"/>
              </a:solidFill>
              <a:prstDash val="solid"/>
              <a:round/>
              <a:headEnd len="med" w="med" type="none"/>
              <a:tailEnd len="med" w="med" type="none"/>
            </a:ln>
          </p:spPr>
        </p:cxnSp>
      </p:grpSp>
      <p:grpSp>
        <p:nvGrpSpPr>
          <p:cNvPr id="1195" name="Google Shape;1195;p107"/>
          <p:cNvGrpSpPr/>
          <p:nvPr/>
        </p:nvGrpSpPr>
        <p:grpSpPr>
          <a:xfrm>
            <a:off x="4205725" y="3060421"/>
            <a:ext cx="3881720" cy="573373"/>
            <a:chOff x="4205725" y="3060421"/>
            <a:chExt cx="3881720" cy="573373"/>
          </a:xfrm>
        </p:grpSpPr>
        <p:sp>
          <p:nvSpPr>
            <p:cNvPr id="1196" name="Google Shape;1196;p107"/>
            <p:cNvSpPr/>
            <p:nvPr/>
          </p:nvSpPr>
          <p:spPr>
            <a:xfrm>
              <a:off x="5372745" y="3126494"/>
              <a:ext cx="2714700" cy="5073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197" name="Google Shape;1197;p107"/>
            <p:cNvCxnSpPr>
              <a:stCxn id="1184" idx="3"/>
              <a:endCxn id="1196" idx="1"/>
            </p:cNvCxnSpPr>
            <p:nvPr/>
          </p:nvCxnSpPr>
          <p:spPr>
            <a:xfrm>
              <a:off x="4205725" y="3060421"/>
              <a:ext cx="1167000" cy="319800"/>
            </a:xfrm>
            <a:prstGeom prst="bentConnector3">
              <a:avLst>
                <a:gd fmla="val 50001" name="adj1"/>
              </a:avLst>
            </a:prstGeom>
            <a:noFill/>
            <a:ln cap="flat" cmpd="sng" w="19050">
              <a:solidFill>
                <a:srgbClr val="FF0000"/>
              </a:solidFill>
              <a:prstDash val="solid"/>
              <a:round/>
              <a:headEnd len="med" w="med" type="none"/>
              <a:tailEnd len="med" w="med" type="none"/>
            </a:ln>
          </p:spPr>
        </p:cxnSp>
      </p:grpSp>
      <p:grpSp>
        <p:nvGrpSpPr>
          <p:cNvPr id="1198" name="Google Shape;1198;p107"/>
          <p:cNvGrpSpPr/>
          <p:nvPr/>
        </p:nvGrpSpPr>
        <p:grpSpPr>
          <a:xfrm>
            <a:off x="4206425" y="4124359"/>
            <a:ext cx="4055700" cy="662700"/>
            <a:chOff x="4206425" y="3949775"/>
            <a:chExt cx="4055700" cy="662700"/>
          </a:xfrm>
        </p:grpSpPr>
        <p:sp>
          <p:nvSpPr>
            <p:cNvPr id="1199" name="Google Shape;1199;p107"/>
            <p:cNvSpPr/>
            <p:nvPr/>
          </p:nvSpPr>
          <p:spPr>
            <a:xfrm>
              <a:off x="5377025" y="3949775"/>
              <a:ext cx="2885100" cy="662700"/>
            </a:xfrm>
            <a:prstGeom prst="rect">
              <a:avLst/>
            </a:prstGeom>
            <a:no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a:latin typeface="Roboto"/>
                <a:ea typeface="Roboto"/>
                <a:cs typeface="Roboto"/>
                <a:sym typeface="Roboto"/>
              </a:endParaRPr>
            </a:p>
          </p:txBody>
        </p:sp>
        <p:cxnSp>
          <p:nvCxnSpPr>
            <p:cNvPr id="1200" name="Google Shape;1200;p107"/>
            <p:cNvCxnSpPr>
              <a:stCxn id="1199" idx="1"/>
            </p:cNvCxnSpPr>
            <p:nvPr/>
          </p:nvCxnSpPr>
          <p:spPr>
            <a:xfrm rot="10800000">
              <a:off x="4206425" y="4281125"/>
              <a:ext cx="1170600" cy="0"/>
            </a:xfrm>
            <a:prstGeom prst="straightConnector1">
              <a:avLst/>
            </a:prstGeom>
            <a:noFill/>
            <a:ln cap="flat" cmpd="sng" w="19050">
              <a:solidFill>
                <a:srgbClr val="FF0000"/>
              </a:solidFill>
              <a:prstDash val="solid"/>
              <a:round/>
              <a:headEnd len="med" w="med" type="none"/>
              <a:tailEnd len="med" w="med" type="none"/>
            </a:ln>
          </p:spPr>
        </p:cxnSp>
      </p:gr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2"/>
                                        </p:tgtEl>
                                        <p:attrNameLst>
                                          <p:attrName>style.visibility</p:attrName>
                                        </p:attrNameLst>
                                      </p:cBhvr>
                                      <p:to>
                                        <p:strVal val="visible"/>
                                      </p:to>
                                    </p:set>
                                    <p:animEffect filter="fade" transition="in">
                                      <p:cBhvr>
                                        <p:cTn dur="1000"/>
                                        <p:tgtEl>
                                          <p:spTgt spid="1182"/>
                                        </p:tgtEl>
                                      </p:cBhvr>
                                    </p:animEffect>
                                  </p:childTnLst>
                                </p:cTn>
                              </p:par>
                              <p:par>
                                <p:cTn fill="hold" nodeType="withEffect" presetClass="entr" presetID="10" presetSubtype="0">
                                  <p:stCondLst>
                                    <p:cond delay="0"/>
                                  </p:stCondLst>
                                  <p:childTnLst>
                                    <p:set>
                                      <p:cBhvr>
                                        <p:cTn dur="1" fill="hold">
                                          <p:stCondLst>
                                            <p:cond delay="0"/>
                                          </p:stCondLst>
                                        </p:cTn>
                                        <p:tgtEl>
                                          <p:spTgt spid="1178"/>
                                        </p:tgtEl>
                                        <p:attrNameLst>
                                          <p:attrName>style.visibility</p:attrName>
                                        </p:attrNameLst>
                                      </p:cBhvr>
                                      <p:to>
                                        <p:strVal val="visible"/>
                                      </p:to>
                                    </p:set>
                                    <p:animEffect filter="fade" transition="in">
                                      <p:cBhvr>
                                        <p:cTn dur="1000"/>
                                        <p:tgtEl>
                                          <p:spTgt spid="1178"/>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86"/>
                                        </p:tgtEl>
                                        <p:attrNameLst>
                                          <p:attrName>style.visibility</p:attrName>
                                        </p:attrNameLst>
                                      </p:cBhvr>
                                      <p:to>
                                        <p:strVal val="visible"/>
                                      </p:to>
                                    </p:set>
                                    <p:animEffect filter="fade" transition="in">
                                      <p:cBhvr>
                                        <p:cTn dur="1000"/>
                                        <p:tgtEl>
                                          <p:spTgt spid="118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3"/>
                                        </p:tgtEl>
                                        <p:attrNameLst>
                                          <p:attrName>style.visibility</p:attrName>
                                        </p:attrNameLst>
                                      </p:cBhvr>
                                      <p:to>
                                        <p:strVal val="visible"/>
                                      </p:to>
                                    </p:set>
                                    <p:animEffect filter="fade" transition="in">
                                      <p:cBhvr>
                                        <p:cTn dur="1000"/>
                                        <p:tgtEl>
                                          <p:spTgt spid="1183"/>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92"/>
                                        </p:tgtEl>
                                        <p:attrNameLst>
                                          <p:attrName>style.visibility</p:attrName>
                                        </p:attrNameLst>
                                      </p:cBhvr>
                                      <p:to>
                                        <p:strVal val="visible"/>
                                      </p:to>
                                    </p:set>
                                    <p:animEffect filter="fade" transition="in">
                                      <p:cBhvr>
                                        <p:cTn dur="1000"/>
                                        <p:tgtEl>
                                          <p:spTgt spid="1192"/>
                                        </p:tgtEl>
                                      </p:cBhvr>
                                    </p:animEffect>
                                  </p:childTnLst>
                                </p:cTn>
                              </p:par>
                            </p:childTnLst>
                          </p:cTn>
                        </p:par>
                        <p:par>
                          <p:cTn fill="hold">
                            <p:stCondLst>
                              <p:cond delay="2000"/>
                            </p:stCondLst>
                            <p:childTnLst>
                              <p:par>
                                <p:cTn fill="hold" nodeType="afterEffect" presetClass="entr" presetID="10" presetSubtype="0">
                                  <p:stCondLst>
                                    <p:cond delay="0"/>
                                  </p:stCondLst>
                                  <p:childTnLst>
                                    <p:set>
                                      <p:cBhvr>
                                        <p:cTn dur="1" fill="hold">
                                          <p:stCondLst>
                                            <p:cond delay="0"/>
                                          </p:stCondLst>
                                        </p:cTn>
                                        <p:tgtEl>
                                          <p:spTgt spid="1189"/>
                                        </p:tgtEl>
                                        <p:attrNameLst>
                                          <p:attrName>style.visibility</p:attrName>
                                        </p:attrNameLst>
                                      </p:cBhvr>
                                      <p:to>
                                        <p:strVal val="visible"/>
                                      </p:to>
                                    </p:set>
                                    <p:animEffect filter="fade" transition="in">
                                      <p:cBhvr>
                                        <p:cTn dur="1000"/>
                                        <p:tgtEl>
                                          <p:spTgt spid="1189"/>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4"/>
                                        </p:tgtEl>
                                        <p:attrNameLst>
                                          <p:attrName>style.visibility</p:attrName>
                                        </p:attrNameLst>
                                      </p:cBhvr>
                                      <p:to>
                                        <p:strVal val="visible"/>
                                      </p:to>
                                    </p:set>
                                    <p:animEffect filter="fade" transition="in">
                                      <p:cBhvr>
                                        <p:cTn dur="1000"/>
                                        <p:tgtEl>
                                          <p:spTgt spid="1184"/>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95"/>
                                        </p:tgtEl>
                                        <p:attrNameLst>
                                          <p:attrName>style.visibility</p:attrName>
                                        </p:attrNameLst>
                                      </p:cBhvr>
                                      <p:to>
                                        <p:strVal val="visible"/>
                                      </p:to>
                                    </p:set>
                                    <p:animEffect filter="fade" transition="in">
                                      <p:cBhvr>
                                        <p:cTn dur="1000"/>
                                        <p:tgtEl>
                                          <p:spTgt spid="11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0"/>
                                        </p:tgtEl>
                                        <p:attrNameLst>
                                          <p:attrName>style.visibility</p:attrName>
                                        </p:attrNameLst>
                                      </p:cBhvr>
                                      <p:to>
                                        <p:strVal val="visible"/>
                                      </p:to>
                                    </p:set>
                                    <p:animEffect filter="fade" transition="in">
                                      <p:cBhvr>
                                        <p:cTn dur="1000"/>
                                        <p:tgtEl>
                                          <p:spTgt spid="118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185"/>
                                        </p:tgtEl>
                                        <p:attrNameLst>
                                          <p:attrName>style.visibility</p:attrName>
                                        </p:attrNameLst>
                                      </p:cBhvr>
                                      <p:to>
                                        <p:strVal val="visible"/>
                                      </p:to>
                                    </p:set>
                                    <p:animEffect filter="fade" transition="in">
                                      <p:cBhvr>
                                        <p:cTn dur="1000"/>
                                        <p:tgtEl>
                                          <p:spTgt spid="1185"/>
                                        </p:tgtEl>
                                      </p:cBhvr>
                                    </p:animEffect>
                                  </p:childTnLst>
                                </p:cTn>
                              </p:par>
                              <p:par>
                                <p:cTn fill="hold" nodeType="withEffect" presetClass="entr" presetID="10" presetSubtype="0">
                                  <p:stCondLst>
                                    <p:cond delay="0"/>
                                  </p:stCondLst>
                                  <p:childTnLst>
                                    <p:set>
                                      <p:cBhvr>
                                        <p:cTn dur="1" fill="hold">
                                          <p:stCondLst>
                                            <p:cond delay="0"/>
                                          </p:stCondLst>
                                        </p:cTn>
                                        <p:tgtEl>
                                          <p:spTgt spid="1181"/>
                                        </p:tgtEl>
                                        <p:attrNameLst>
                                          <p:attrName>style.visibility</p:attrName>
                                        </p:attrNameLst>
                                      </p:cBhvr>
                                      <p:to>
                                        <p:strVal val="visible"/>
                                      </p:to>
                                    </p:set>
                                    <p:animEffect filter="fade" transition="in">
                                      <p:cBhvr>
                                        <p:cTn dur="1000"/>
                                        <p:tgtEl>
                                          <p:spTgt spid="1181"/>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198"/>
                                        </p:tgtEl>
                                        <p:attrNameLst>
                                          <p:attrName>style.visibility</p:attrName>
                                        </p:attrNameLst>
                                      </p:cBhvr>
                                      <p:to>
                                        <p:strVal val="visible"/>
                                      </p:to>
                                    </p:set>
                                    <p:animEffect filter="fade" transition="in">
                                      <p:cBhvr>
                                        <p:cTn dur="1000"/>
                                        <p:tgtEl>
                                          <p:spTgt spid="119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04" name="Shape 1204"/>
        <p:cNvGrpSpPr/>
        <p:nvPr/>
      </p:nvGrpSpPr>
      <p:grpSpPr>
        <a:xfrm>
          <a:off x="0" y="0"/>
          <a:ext cx="0" cy="0"/>
          <a:chOff x="0" y="0"/>
          <a:chExt cx="0" cy="0"/>
        </a:xfrm>
      </p:grpSpPr>
      <p:sp>
        <p:nvSpPr>
          <p:cNvPr id="1205" name="Google Shape;1205;p108"/>
          <p:cNvSpPr txBox="1"/>
          <p:nvPr>
            <p:ph idx="1" type="body"/>
          </p:nvPr>
        </p:nvSpPr>
        <p:spPr>
          <a:xfrm>
            <a:off x="65250" y="731625"/>
            <a:ext cx="8955900" cy="12807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Ideally, </a:t>
            </a:r>
            <a:r>
              <a:rPr i="1" lang="en"/>
              <a:t>any</a:t>
            </a:r>
            <a:r>
              <a:rPr lang="en"/>
              <a:t> implementation of </a:t>
            </a:r>
            <a:r>
              <a:rPr lang="en">
                <a:latin typeface="Courier New"/>
                <a:ea typeface="Courier New"/>
                <a:cs typeface="Courier New"/>
                <a:sym typeface="Courier New"/>
              </a:rPr>
              <a:t>List</a:t>
            </a:r>
            <a:r>
              <a:rPr lang="en"/>
              <a:t> should be iterable and thus usable with a </a:t>
            </a:r>
            <a:r>
              <a:rPr lang="en">
                <a:latin typeface="Courier New"/>
                <a:ea typeface="Courier New"/>
                <a:cs typeface="Courier New"/>
                <a:sym typeface="Courier New"/>
              </a:rPr>
              <a:t>for</a:t>
            </a:r>
            <a:r>
              <a:rPr lang="en"/>
              <a:t>-each loop. The best way to ensure this is to modify the </a:t>
            </a:r>
            <a:r>
              <a:rPr lang="en">
                <a:latin typeface="Courier New"/>
                <a:ea typeface="Courier New"/>
                <a:cs typeface="Courier New"/>
                <a:sym typeface="Courier New"/>
              </a:rPr>
              <a:t>List</a:t>
            </a:r>
            <a:r>
              <a:rPr lang="en"/>
              <a:t> </a:t>
            </a:r>
            <a:r>
              <a:rPr lang="en"/>
              <a:t>interface</a:t>
            </a:r>
            <a:r>
              <a:rPr lang="en"/>
              <a:t> to </a:t>
            </a:r>
            <a:r>
              <a:rPr b="1" i="1" lang="en">
                <a:solidFill>
                  <a:srgbClr val="FF0000"/>
                </a:solidFill>
              </a:rPr>
              <a:t>extend</a:t>
            </a:r>
            <a:r>
              <a:rPr lang="en">
                <a:solidFill>
                  <a:srgbClr val="FF0000"/>
                </a:solidFill>
              </a:rPr>
              <a:t> </a:t>
            </a:r>
            <a:r>
              <a:rPr lang="en"/>
              <a:t>the </a:t>
            </a:r>
            <a:r>
              <a:rPr lang="en">
                <a:latin typeface="Courier New"/>
                <a:ea typeface="Courier New"/>
                <a:cs typeface="Courier New"/>
                <a:sym typeface="Courier New"/>
              </a:rPr>
              <a:t>Iterable</a:t>
            </a:r>
            <a:r>
              <a:rPr lang="en"/>
              <a:t> interface. The existing implementation(s) of </a:t>
            </a:r>
            <a:r>
              <a:rPr lang="en">
                <a:latin typeface="Courier New"/>
                <a:ea typeface="Courier New"/>
                <a:cs typeface="Courier New"/>
                <a:sym typeface="Courier New"/>
              </a:rPr>
              <a:t>List</a:t>
            </a:r>
            <a:r>
              <a:rPr lang="en"/>
              <a:t> (e.g. </a:t>
            </a:r>
            <a:r>
              <a:rPr lang="en">
                <a:latin typeface="Courier New"/>
                <a:ea typeface="Courier New"/>
                <a:cs typeface="Courier New"/>
                <a:sym typeface="Courier New"/>
              </a:rPr>
              <a:t>ArrayList</a:t>
            </a:r>
            <a:r>
              <a:rPr lang="en"/>
              <a:t>) will break if we don't add a </a:t>
            </a:r>
            <a:r>
              <a:rPr b="1" i="1" lang="en">
                <a:solidFill>
                  <a:srgbClr val="FF0000"/>
                </a:solidFill>
              </a:rPr>
              <a:t>default</a:t>
            </a:r>
            <a:r>
              <a:rPr lang="en">
                <a:solidFill>
                  <a:srgbClr val="FF0000"/>
                </a:solidFill>
              </a:rPr>
              <a:t> </a:t>
            </a:r>
            <a:r>
              <a:rPr lang="en"/>
              <a:t>implementation of the required method!</a:t>
            </a:r>
            <a:endParaRPr/>
          </a:p>
        </p:txBody>
      </p:sp>
      <p:sp>
        <p:nvSpPr>
          <p:cNvPr id="1206" name="Google Shape;1206;p108"/>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07" name="Google Shape;1207;p108"/>
          <p:cNvSpPr txBox="1"/>
          <p:nvPr>
            <p:ph idx="2" type="body"/>
          </p:nvPr>
        </p:nvSpPr>
        <p:spPr>
          <a:xfrm>
            <a:off x="3960575" y="2013125"/>
            <a:ext cx="4980600" cy="25242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Open the </a:t>
            </a:r>
            <a:r>
              <a:rPr lang="en" sz="1600">
                <a:latin typeface="Courier New"/>
                <a:ea typeface="Courier New"/>
                <a:cs typeface="Courier New"/>
                <a:sym typeface="Courier New"/>
              </a:rPr>
              <a:t>List</a:t>
            </a:r>
            <a:r>
              <a:rPr lang="en" sz="1600"/>
              <a:t> interface and modify it so that it </a:t>
            </a:r>
            <a:r>
              <a:rPr b="1" i="1" lang="en" sz="1600">
                <a:solidFill>
                  <a:srgbClr val="FF0000"/>
                </a:solidFill>
              </a:rPr>
              <a:t>extends</a:t>
            </a:r>
            <a:r>
              <a:rPr lang="en" sz="1600">
                <a:solidFill>
                  <a:srgbClr val="FF0000"/>
                </a:solidFill>
              </a:rPr>
              <a:t> </a:t>
            </a:r>
            <a:r>
              <a:rPr lang="en" sz="1600">
                <a:solidFill>
                  <a:srgbClr val="FF0000"/>
                </a:solidFill>
                <a:latin typeface="Courier New"/>
                <a:ea typeface="Courier New"/>
                <a:cs typeface="Courier New"/>
                <a:sym typeface="Courier New"/>
              </a:rPr>
              <a:t>Iterable</a:t>
            </a:r>
            <a:r>
              <a:rPr lang="en" sz="1600"/>
              <a:t>.</a:t>
            </a:r>
            <a:endParaRPr sz="1600"/>
          </a:p>
          <a:p>
            <a:pPr indent="-317500" lvl="1" marL="914400" rtl="0" algn="l">
              <a:spcBef>
                <a:spcPts val="0"/>
              </a:spcBef>
              <a:spcAft>
                <a:spcPts val="0"/>
              </a:spcAft>
              <a:buSzPts val="1400"/>
              <a:buChar char="○"/>
            </a:pPr>
            <a:r>
              <a:rPr lang="en" sz="1400"/>
              <a:t>You will need to </a:t>
            </a:r>
            <a:r>
              <a:rPr b="1" i="1" lang="en" sz="1400">
                <a:solidFill>
                  <a:srgbClr val="FF0000"/>
                </a:solidFill>
              </a:rPr>
              <a:t>import </a:t>
            </a:r>
            <a:r>
              <a:rPr lang="en" sz="1400">
                <a:solidFill>
                  <a:srgbClr val="FF0000"/>
                </a:solidFill>
                <a:latin typeface="Courier New"/>
                <a:ea typeface="Courier New"/>
                <a:cs typeface="Courier New"/>
                <a:sym typeface="Courier New"/>
              </a:rPr>
              <a:t>java.util.Iterator</a:t>
            </a:r>
            <a:r>
              <a:rPr lang="en" sz="1400"/>
              <a:t>.</a:t>
            </a:r>
            <a:endParaRPr sz="1400"/>
          </a:p>
          <a:p>
            <a:pPr indent="-317500" lvl="1" marL="914400" rtl="0" algn="l">
              <a:spcBef>
                <a:spcPts val="0"/>
              </a:spcBef>
              <a:spcAft>
                <a:spcPts val="0"/>
              </a:spcAft>
              <a:buSzPts val="1400"/>
              <a:buChar char="○"/>
            </a:pPr>
            <a:r>
              <a:rPr lang="en" sz="1400"/>
              <a:t>Add a </a:t>
            </a:r>
            <a:r>
              <a:rPr b="1" i="1" lang="en" sz="1400">
                <a:solidFill>
                  <a:srgbClr val="FF0000"/>
                </a:solidFill>
              </a:rPr>
              <a:t>default implementation</a:t>
            </a:r>
            <a:r>
              <a:rPr lang="en" sz="1400"/>
              <a:t> of the </a:t>
            </a:r>
            <a:r>
              <a:rPr lang="en" sz="1400">
                <a:solidFill>
                  <a:srgbClr val="FF0000"/>
                </a:solidFill>
                <a:latin typeface="Courier New"/>
                <a:ea typeface="Courier New"/>
                <a:cs typeface="Courier New"/>
                <a:sym typeface="Courier New"/>
              </a:rPr>
              <a:t>iterator()</a:t>
            </a:r>
            <a:r>
              <a:rPr lang="en" sz="1400"/>
              <a:t> method that throws an </a:t>
            </a:r>
            <a:r>
              <a:rPr lang="en" sz="1400">
                <a:solidFill>
                  <a:srgbClr val="FF0000"/>
                </a:solidFill>
                <a:latin typeface="Courier New"/>
                <a:ea typeface="Courier New"/>
                <a:cs typeface="Courier New"/>
                <a:sym typeface="Courier New"/>
              </a:rPr>
              <a:t>UnsupportedOperationException</a:t>
            </a:r>
            <a:endParaRPr sz="1400"/>
          </a:p>
          <a:p>
            <a:pPr indent="-330200" lvl="0" marL="457200" rtl="0" algn="l">
              <a:spcBef>
                <a:spcPts val="0"/>
              </a:spcBef>
              <a:spcAft>
                <a:spcPts val="0"/>
              </a:spcAft>
              <a:buSzPts val="1600"/>
              <a:buChar char="●"/>
            </a:pPr>
            <a:r>
              <a:rPr lang="en" sz="1600"/>
              <a:t>Your </a:t>
            </a:r>
            <a:r>
              <a:rPr lang="en" sz="1600">
                <a:latin typeface="Courier New"/>
                <a:ea typeface="Courier New"/>
                <a:cs typeface="Courier New"/>
                <a:sym typeface="Courier New"/>
              </a:rPr>
              <a:t>ForEach</a:t>
            </a:r>
            <a:r>
              <a:rPr lang="en" sz="1600"/>
              <a:t> class should no longer have any errors! That's a good thing!</a:t>
            </a:r>
            <a:endParaRPr sz="1600"/>
          </a:p>
          <a:p>
            <a:pPr indent="-317500" lvl="1" marL="914400" rtl="0" algn="l">
              <a:spcBef>
                <a:spcPts val="0"/>
              </a:spcBef>
              <a:spcAft>
                <a:spcPts val="0"/>
              </a:spcAft>
              <a:buSzPts val="1400"/>
              <a:buChar char="○"/>
            </a:pPr>
            <a:r>
              <a:rPr lang="en" sz="1400"/>
              <a:t>But what happens when you try to run it now?</a:t>
            </a:r>
            <a:endParaRPr sz="1400"/>
          </a:p>
        </p:txBody>
      </p:sp>
      <p:sp>
        <p:nvSpPr>
          <p:cNvPr id="1208" name="Google Shape;1208;p108"/>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An Iterable List</a:t>
            </a:r>
            <a:endParaRPr/>
          </a:p>
        </p:txBody>
      </p:sp>
      <p:sp>
        <p:nvSpPr>
          <p:cNvPr id="1209" name="Google Shape;1209;p108"/>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5.21</a:t>
            </a:r>
            <a:endParaRPr/>
          </a:p>
        </p:txBody>
      </p:sp>
      <p:pic>
        <p:nvPicPr>
          <p:cNvPr id="1210" name="Google Shape;1210;p108"/>
          <p:cNvPicPr preferRelativeResize="0"/>
          <p:nvPr/>
        </p:nvPicPr>
        <p:blipFill rotWithShape="1">
          <a:blip r:embed="rId3">
            <a:alphaModFix/>
          </a:blip>
          <a:srcRect b="0" l="0" r="0" t="0"/>
          <a:stretch/>
        </p:blipFill>
        <p:spPr>
          <a:xfrm>
            <a:off x="84400" y="2032200"/>
            <a:ext cx="3780677" cy="2805026"/>
          </a:xfrm>
          <a:prstGeom prst="rect">
            <a:avLst/>
          </a:prstGeom>
          <a:noFill/>
          <a:ln>
            <a:noFill/>
          </a:ln>
        </p:spPr>
      </p:pic>
      <p:sp>
        <p:nvSpPr>
          <p:cNvPr id="1211" name="Google Shape;1211;p108"/>
          <p:cNvSpPr txBox="1"/>
          <p:nvPr>
            <p:ph idx="4" type="body"/>
          </p:nvPr>
        </p:nvSpPr>
        <p:spPr>
          <a:xfrm>
            <a:off x="131700" y="4123653"/>
            <a:ext cx="1939500" cy="681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This is the same arrow that is used when one </a:t>
            </a:r>
            <a:r>
              <a:rPr i="1" lang="en" sz="1200">
                <a:solidFill>
                  <a:srgbClr val="000000"/>
                </a:solidFill>
                <a:latin typeface="Arial"/>
                <a:ea typeface="Arial"/>
                <a:cs typeface="Arial"/>
                <a:sym typeface="Arial"/>
              </a:rPr>
              <a:t>class</a:t>
            </a:r>
            <a:r>
              <a:rPr lang="en" sz="1200">
                <a:solidFill>
                  <a:srgbClr val="000000"/>
                </a:solidFill>
                <a:latin typeface="Arial"/>
                <a:ea typeface="Arial"/>
                <a:cs typeface="Arial"/>
                <a:sym typeface="Arial"/>
              </a:rPr>
              <a:t> extends another.</a:t>
            </a:r>
            <a:endParaRPr>
              <a:latin typeface="Arial"/>
              <a:ea typeface="Arial"/>
              <a:cs typeface="Arial"/>
              <a:sym typeface="Arial"/>
            </a:endParaRPr>
          </a:p>
        </p:txBody>
      </p:sp>
      <p:sp>
        <p:nvSpPr>
          <p:cNvPr id="1212" name="Google Shape;1212;p108"/>
          <p:cNvSpPr/>
          <p:nvPr/>
        </p:nvSpPr>
        <p:spPr>
          <a:xfrm>
            <a:off x="1325175" y="3201736"/>
            <a:ext cx="1519850" cy="227275"/>
          </a:xfrm>
          <a:custGeom>
            <a:rect b="b" l="l" r="r" t="t"/>
            <a:pathLst>
              <a:path extrusionOk="0" h="9091" w="60794">
                <a:moveTo>
                  <a:pt x="0" y="9091"/>
                </a:moveTo>
                <a:cubicBezTo>
                  <a:pt x="2845" y="7644"/>
                  <a:pt x="6938" y="1654"/>
                  <a:pt x="17070" y="406"/>
                </a:cubicBezTo>
                <a:cubicBezTo>
                  <a:pt x="27202" y="-842"/>
                  <a:pt x="53507" y="1404"/>
                  <a:pt x="60794" y="1604"/>
                </a:cubicBezTo>
              </a:path>
            </a:pathLst>
          </a:custGeom>
          <a:noFill/>
          <a:ln cap="flat" cmpd="sng" w="28575">
            <a:solidFill>
              <a:srgbClr val="FF0000"/>
            </a:solidFill>
            <a:prstDash val="solid"/>
            <a:round/>
            <a:headEnd len="med" w="med" type="none"/>
            <a:tailEnd len="med" w="med" type="triangle"/>
          </a:ln>
        </p:spPr>
      </p:sp>
      <p:sp>
        <p:nvSpPr>
          <p:cNvPr id="1213" name="Google Shape;1213;p108"/>
          <p:cNvSpPr txBox="1"/>
          <p:nvPr>
            <p:ph idx="4" type="body"/>
          </p:nvPr>
        </p:nvSpPr>
        <p:spPr>
          <a:xfrm>
            <a:off x="131700" y="3361653"/>
            <a:ext cx="1939500" cy="681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300"/>
              <a:buNone/>
            </a:pPr>
            <a:r>
              <a:rPr lang="en" sz="1200">
                <a:solidFill>
                  <a:srgbClr val="000000"/>
                </a:solidFill>
                <a:latin typeface="Arial"/>
                <a:ea typeface="Arial"/>
                <a:cs typeface="Arial"/>
                <a:sym typeface="Arial"/>
              </a:rPr>
              <a:t>A </a:t>
            </a:r>
            <a:r>
              <a:rPr b="1" i="1" lang="en" sz="1200">
                <a:solidFill>
                  <a:srgbClr val="FF0000"/>
                </a:solidFill>
                <a:latin typeface="Arial"/>
                <a:ea typeface="Arial"/>
                <a:cs typeface="Arial"/>
                <a:sym typeface="Arial"/>
              </a:rPr>
              <a:t>solid</a:t>
            </a:r>
            <a:r>
              <a:rPr lang="en" sz="1200">
                <a:solidFill>
                  <a:srgbClr val="FF0000"/>
                </a:solidFill>
                <a:latin typeface="Arial"/>
                <a:ea typeface="Arial"/>
                <a:cs typeface="Arial"/>
                <a:sym typeface="Arial"/>
              </a:rPr>
              <a:t> </a:t>
            </a:r>
            <a:r>
              <a:rPr lang="en" sz="1200">
                <a:solidFill>
                  <a:srgbClr val="000000"/>
                </a:solidFill>
                <a:latin typeface="Arial"/>
                <a:ea typeface="Arial"/>
                <a:cs typeface="Arial"/>
                <a:sym typeface="Arial"/>
              </a:rPr>
              <a:t>line is used in UML when one </a:t>
            </a:r>
            <a:r>
              <a:rPr i="1" lang="en" sz="1200">
                <a:solidFill>
                  <a:srgbClr val="000000"/>
                </a:solidFill>
                <a:latin typeface="Arial"/>
                <a:ea typeface="Arial"/>
                <a:cs typeface="Arial"/>
                <a:sym typeface="Arial"/>
              </a:rPr>
              <a:t>interface </a:t>
            </a:r>
            <a:r>
              <a:rPr lang="en" sz="1200">
                <a:solidFill>
                  <a:srgbClr val="000000"/>
                </a:solidFill>
                <a:latin typeface="Arial"/>
                <a:ea typeface="Arial"/>
                <a:cs typeface="Arial"/>
                <a:sym typeface="Arial"/>
              </a:rPr>
              <a:t>extends another.</a:t>
            </a:r>
            <a:endParaRPr>
              <a:latin typeface="Arial"/>
              <a:ea typeface="Arial"/>
              <a:cs typeface="Arial"/>
              <a:sym typeface="Aria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17" name="Shape 1217"/>
        <p:cNvGrpSpPr/>
        <p:nvPr/>
      </p:nvGrpSpPr>
      <p:grpSpPr>
        <a:xfrm>
          <a:off x="0" y="0"/>
          <a:ext cx="0" cy="0"/>
          <a:chOff x="0" y="0"/>
          <a:chExt cx="0" cy="0"/>
        </a:xfrm>
      </p:grpSpPr>
      <p:pic>
        <p:nvPicPr>
          <p:cNvPr id="1218" name="Google Shape;1218;p109"/>
          <p:cNvPicPr preferRelativeResize="0"/>
          <p:nvPr/>
        </p:nvPicPr>
        <p:blipFill rotWithShape="1">
          <a:blip r:embed="rId3">
            <a:alphaModFix/>
          </a:blip>
          <a:srcRect b="0" l="0" r="0" t="0"/>
          <a:stretch/>
        </p:blipFill>
        <p:spPr>
          <a:xfrm>
            <a:off x="228600" y="1729125"/>
            <a:ext cx="1934760" cy="3132326"/>
          </a:xfrm>
          <a:prstGeom prst="rect">
            <a:avLst/>
          </a:prstGeom>
          <a:noFill/>
          <a:ln>
            <a:noFill/>
          </a:ln>
        </p:spPr>
      </p:pic>
      <p:sp>
        <p:nvSpPr>
          <p:cNvPr id="1219" name="Google Shape;1219;p109"/>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Trying to use the </a:t>
            </a:r>
            <a:r>
              <a:rPr lang="en">
                <a:latin typeface="Courier New"/>
                <a:ea typeface="Courier New"/>
                <a:cs typeface="Courier New"/>
                <a:sym typeface="Courier New"/>
              </a:rPr>
              <a:t>ArrayList</a:t>
            </a:r>
            <a:r>
              <a:rPr lang="en"/>
              <a:t> with a </a:t>
            </a:r>
            <a:r>
              <a:rPr lang="en">
                <a:latin typeface="Courier New"/>
                <a:ea typeface="Courier New"/>
                <a:cs typeface="Courier New"/>
                <a:sym typeface="Courier New"/>
              </a:rPr>
              <a:t>for</a:t>
            </a:r>
            <a:r>
              <a:rPr lang="en"/>
              <a:t>-each loop will throw an exception (because the default </a:t>
            </a:r>
            <a:r>
              <a:rPr lang="en"/>
              <a:t>implementation</a:t>
            </a:r>
            <a:r>
              <a:rPr lang="en"/>
              <a:t> in the </a:t>
            </a:r>
            <a:r>
              <a:rPr lang="en">
                <a:latin typeface="Courier New"/>
                <a:ea typeface="Courier New"/>
                <a:cs typeface="Courier New"/>
                <a:sym typeface="Courier New"/>
              </a:rPr>
              <a:t>List</a:t>
            </a:r>
            <a:r>
              <a:rPr lang="en"/>
              <a:t> interface is </a:t>
            </a:r>
            <a:r>
              <a:rPr lang="en"/>
              <a:t>being</a:t>
            </a:r>
            <a:r>
              <a:rPr lang="en"/>
              <a:t> used). The first step </a:t>
            </a:r>
            <a:r>
              <a:rPr lang="en"/>
              <a:t>towards fixing that problem is to implement an </a:t>
            </a:r>
            <a:r>
              <a:rPr lang="en">
                <a:latin typeface="Courier New"/>
                <a:ea typeface="Courier New"/>
                <a:cs typeface="Courier New"/>
                <a:sym typeface="Courier New"/>
              </a:rPr>
              <a:t>Iterator</a:t>
            </a:r>
            <a:r>
              <a:rPr lang="en"/>
              <a:t> that can iterate through the elements in an array.</a:t>
            </a:r>
            <a:endParaRPr/>
          </a:p>
        </p:txBody>
      </p:sp>
      <p:sp>
        <p:nvSpPr>
          <p:cNvPr id="1220" name="Google Shape;1220;p109"/>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21" name="Google Shape;1221;p109"/>
          <p:cNvSpPr txBox="1"/>
          <p:nvPr>
            <p:ph idx="2" type="body"/>
          </p:nvPr>
        </p:nvSpPr>
        <p:spPr>
          <a:xfrm>
            <a:off x="2298475" y="1842963"/>
            <a:ext cx="6635100" cy="27921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Create a new class named "</a:t>
            </a:r>
            <a:r>
              <a:rPr lang="en" sz="1500">
                <a:solidFill>
                  <a:srgbClr val="FF0000"/>
                </a:solidFill>
                <a:latin typeface="Courier New"/>
                <a:ea typeface="Courier New"/>
                <a:cs typeface="Courier New"/>
                <a:sym typeface="Courier New"/>
              </a:rPr>
              <a:t>ArrayIterator</a:t>
            </a:r>
            <a:r>
              <a:rPr lang="en" sz="1500"/>
              <a:t>".</a:t>
            </a:r>
            <a:endParaRPr sz="1500"/>
          </a:p>
          <a:p>
            <a:pPr indent="-311150" lvl="1" marL="914400" rtl="0" algn="l">
              <a:spcBef>
                <a:spcPts val="0"/>
              </a:spcBef>
              <a:spcAft>
                <a:spcPts val="0"/>
              </a:spcAft>
              <a:buSzPts val="1300"/>
              <a:buChar char="○"/>
            </a:pPr>
            <a:r>
              <a:rPr lang="en" sz="1300"/>
              <a:t>Use the UML class diagram to the left as a guide to implement your iterator.</a:t>
            </a:r>
            <a:endParaRPr sz="1300"/>
          </a:p>
          <a:p>
            <a:pPr indent="-311150" lvl="1" marL="914400" rtl="0" algn="l">
              <a:spcBef>
                <a:spcPts val="0"/>
              </a:spcBef>
              <a:spcAft>
                <a:spcPts val="0"/>
              </a:spcAft>
              <a:buSzPts val="1300"/>
              <a:buChar char="○"/>
            </a:pPr>
            <a:r>
              <a:rPr lang="en" sz="1300"/>
              <a:t>Use </a:t>
            </a:r>
            <a:r>
              <a:rPr lang="en" sz="1300">
                <a:latin typeface="Courier New"/>
                <a:ea typeface="Courier New"/>
                <a:cs typeface="Courier New"/>
                <a:sym typeface="Courier New"/>
              </a:rPr>
              <a:t>index</a:t>
            </a:r>
            <a:r>
              <a:rPr lang="en" sz="1300"/>
              <a:t> to keep track of which element should be returned by the </a:t>
            </a:r>
            <a:r>
              <a:rPr lang="en" sz="1300">
                <a:latin typeface="Courier New"/>
                <a:ea typeface="Courier New"/>
                <a:cs typeface="Courier New"/>
                <a:sym typeface="Courier New"/>
              </a:rPr>
              <a:t>next()</a:t>
            </a:r>
            <a:r>
              <a:rPr lang="en" sz="1300"/>
              <a:t> method.</a:t>
            </a:r>
            <a:endParaRPr b="1" i="1" sz="1300"/>
          </a:p>
          <a:p>
            <a:pPr indent="-311150" lvl="1" marL="914400" rtl="0" algn="l">
              <a:spcBef>
                <a:spcPts val="0"/>
              </a:spcBef>
              <a:spcAft>
                <a:spcPts val="0"/>
              </a:spcAft>
              <a:buSzPts val="1300"/>
              <a:buChar char="○"/>
            </a:pPr>
            <a:r>
              <a:rPr b="1" i="1" lang="en" sz="1300">
                <a:solidFill>
                  <a:srgbClr val="FF0000"/>
                </a:solidFill>
              </a:rPr>
              <a:t>Note</a:t>
            </a:r>
            <a:r>
              <a:rPr lang="en" sz="1300">
                <a:solidFill>
                  <a:srgbClr val="FF0000"/>
                </a:solidFill>
              </a:rPr>
              <a:t> </a:t>
            </a:r>
            <a:r>
              <a:rPr lang="en" sz="1300"/>
              <a:t>that the array may only be </a:t>
            </a:r>
            <a:r>
              <a:rPr b="1" i="1" lang="en" sz="1300">
                <a:solidFill>
                  <a:srgbClr val="FF0000"/>
                </a:solidFill>
              </a:rPr>
              <a:t>partially full</a:t>
            </a:r>
            <a:r>
              <a:rPr lang="en" sz="1300"/>
              <a:t>! Use </a:t>
            </a:r>
            <a:r>
              <a:rPr lang="en" sz="1300">
                <a:solidFill>
                  <a:srgbClr val="FF0000"/>
                </a:solidFill>
                <a:latin typeface="Courier New"/>
                <a:ea typeface="Courier New"/>
                <a:cs typeface="Courier New"/>
                <a:sym typeface="Courier New"/>
              </a:rPr>
              <a:t>size</a:t>
            </a:r>
            <a:r>
              <a:rPr lang="en" sz="1300"/>
              <a:t> to determine when the </a:t>
            </a:r>
            <a:r>
              <a:rPr lang="en" sz="1300">
                <a:latin typeface="Courier New"/>
                <a:ea typeface="Courier New"/>
                <a:cs typeface="Courier New"/>
                <a:sym typeface="Courier New"/>
              </a:rPr>
              <a:t>index</a:t>
            </a:r>
            <a:r>
              <a:rPr lang="en" sz="1300"/>
              <a:t> has passed the last element.</a:t>
            </a:r>
            <a:endParaRPr sz="1300"/>
          </a:p>
          <a:p>
            <a:pPr indent="-311150" lvl="1" marL="914400" rtl="0" algn="l">
              <a:spcBef>
                <a:spcPts val="0"/>
              </a:spcBef>
              <a:spcAft>
                <a:spcPts val="0"/>
              </a:spcAft>
              <a:buSzPts val="1300"/>
              <a:buChar char="○"/>
            </a:pPr>
            <a:r>
              <a:rPr lang="en" sz="1300"/>
              <a:t>Print a message to standard output in each method including that the name of the method and the value being returned.</a:t>
            </a:r>
            <a:endParaRPr sz="1300"/>
          </a:p>
          <a:p>
            <a:pPr indent="-323850" lvl="0" marL="457200" rtl="0" algn="l">
              <a:spcBef>
                <a:spcPts val="0"/>
              </a:spcBef>
              <a:spcAft>
                <a:spcPts val="0"/>
              </a:spcAft>
              <a:buSzPts val="1500"/>
              <a:buChar char="●"/>
            </a:pPr>
            <a:r>
              <a:rPr lang="en" sz="1500"/>
              <a:t>Rename the provided </a:t>
            </a:r>
            <a:r>
              <a:rPr lang="en" sz="1500">
                <a:latin typeface="Courier New"/>
                <a:ea typeface="Courier New"/>
                <a:cs typeface="Courier New"/>
                <a:sym typeface="Courier New"/>
              </a:rPr>
              <a:t>ArrayIteratorTest.txt</a:t>
            </a:r>
            <a:r>
              <a:rPr lang="en" sz="1500"/>
              <a:t> to </a:t>
            </a:r>
            <a:r>
              <a:rPr lang="en" sz="1500">
                <a:latin typeface="Courier New"/>
                <a:ea typeface="Courier New"/>
                <a:cs typeface="Courier New"/>
                <a:sym typeface="Courier New"/>
              </a:rPr>
              <a:t>.java</a:t>
            </a:r>
            <a:r>
              <a:rPr lang="en" sz="1500"/>
              <a:t> and use it to test your </a:t>
            </a:r>
            <a:r>
              <a:rPr lang="en" sz="1500">
                <a:latin typeface="Courier New"/>
                <a:ea typeface="Courier New"/>
                <a:cs typeface="Courier New"/>
                <a:sym typeface="Courier New"/>
              </a:rPr>
              <a:t>ArrayIterator</a:t>
            </a:r>
            <a:r>
              <a:rPr lang="en" sz="1500"/>
              <a:t>.</a:t>
            </a:r>
            <a:endParaRPr sz="1500"/>
          </a:p>
          <a:p>
            <a:pPr indent="-311150" lvl="1" marL="914400" rtl="0" algn="l">
              <a:spcBef>
                <a:spcPts val="0"/>
              </a:spcBef>
              <a:spcAft>
                <a:spcPts val="0"/>
              </a:spcAft>
              <a:buSzPts val="1300"/>
              <a:buChar char="○"/>
            </a:pPr>
            <a:r>
              <a:rPr lang="en" sz="1300"/>
              <a:t>If you need help getting it to work, please raise your hand!</a:t>
            </a:r>
            <a:endParaRPr sz="1300"/>
          </a:p>
        </p:txBody>
      </p:sp>
      <p:sp>
        <p:nvSpPr>
          <p:cNvPr id="1222" name="Google Shape;1222;p109"/>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An Array Iterator</a:t>
            </a:r>
            <a:endParaRPr/>
          </a:p>
        </p:txBody>
      </p:sp>
      <p:sp>
        <p:nvSpPr>
          <p:cNvPr id="1223" name="Google Shape;1223;p109"/>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5.22</a:t>
            </a:r>
            <a:endParaRPr/>
          </a:p>
        </p:txBody>
      </p:sp>
      <p:pic>
        <p:nvPicPr>
          <p:cNvPr id="1224" name="Google Shape;1224;p109"/>
          <p:cNvPicPr preferRelativeResize="0"/>
          <p:nvPr/>
        </p:nvPicPr>
        <p:blipFill>
          <a:blip r:embed="rId4">
            <a:alphaModFix/>
          </a:blip>
          <a:stretch>
            <a:fillRect/>
          </a:stretch>
        </p:blipFill>
        <p:spPr>
          <a:xfrm>
            <a:off x="7135025" y="87075"/>
            <a:ext cx="1886124" cy="483300"/>
          </a:xfrm>
          <a:prstGeom prst="rect">
            <a:avLst/>
          </a:prstGeom>
          <a:noFill/>
          <a:ln>
            <a:noFill/>
          </a:ln>
        </p:spPr>
      </p:pic>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28" name="Shape 1228"/>
        <p:cNvGrpSpPr/>
        <p:nvPr/>
      </p:nvGrpSpPr>
      <p:grpSpPr>
        <a:xfrm>
          <a:off x="0" y="0"/>
          <a:ext cx="0" cy="0"/>
          <a:chOff x="0" y="0"/>
          <a:chExt cx="0" cy="0"/>
        </a:xfrm>
      </p:grpSpPr>
      <p:sp>
        <p:nvSpPr>
          <p:cNvPr id="1229" name="Google Shape;1229;p110"/>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Now that we have an </a:t>
            </a:r>
            <a:r>
              <a:rPr lang="en">
                <a:latin typeface="Courier New"/>
                <a:ea typeface="Courier New"/>
                <a:cs typeface="Courier New"/>
                <a:sym typeface="Courier New"/>
              </a:rPr>
              <a:t>ArrayIterator</a:t>
            </a:r>
            <a:r>
              <a:rPr lang="en"/>
              <a:t>, we can implement the </a:t>
            </a:r>
            <a:r>
              <a:rPr lang="en">
                <a:latin typeface="Courier New"/>
                <a:ea typeface="Courier New"/>
                <a:cs typeface="Courier New"/>
                <a:sym typeface="Courier New"/>
              </a:rPr>
              <a:t>iterator()</a:t>
            </a:r>
            <a:r>
              <a:rPr lang="en"/>
              <a:t> method on </a:t>
            </a:r>
            <a:r>
              <a:rPr lang="en">
                <a:latin typeface="Courier New"/>
                <a:ea typeface="Courier New"/>
                <a:cs typeface="Courier New"/>
                <a:sym typeface="Courier New"/>
              </a:rPr>
              <a:t>ArrayList</a:t>
            </a:r>
            <a:r>
              <a:rPr lang="en"/>
              <a:t> so that it no longer uses the default implementation to throw an exception!</a:t>
            </a:r>
            <a:endParaRPr/>
          </a:p>
        </p:txBody>
      </p:sp>
      <p:sp>
        <p:nvSpPr>
          <p:cNvPr id="1230" name="Google Shape;1230;p110"/>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31" name="Google Shape;1231;p110"/>
          <p:cNvSpPr txBox="1"/>
          <p:nvPr>
            <p:ph idx="2" type="body"/>
          </p:nvPr>
        </p:nvSpPr>
        <p:spPr>
          <a:xfrm>
            <a:off x="2650350" y="1608825"/>
            <a:ext cx="6290700" cy="2929200"/>
          </a:xfrm>
          <a:prstGeom prst="rect">
            <a:avLst/>
          </a:prstGeom>
        </p:spPr>
        <p:txBody>
          <a:bodyPr anchorCtr="0" anchor="t" bIns="91425" lIns="91425" spcFirstLastPara="1" rIns="91425" wrap="square" tIns="91425">
            <a:spAutoFit/>
          </a:bodyPr>
          <a:lstStyle/>
          <a:p>
            <a:pPr indent="-336550" lvl="0" marL="457200" rtl="0" algn="l">
              <a:spcBef>
                <a:spcPts val="0"/>
              </a:spcBef>
              <a:spcAft>
                <a:spcPts val="0"/>
              </a:spcAft>
              <a:buSzPts val="1700"/>
              <a:buChar char="●"/>
            </a:pPr>
            <a:r>
              <a:rPr lang="en" sz="1700"/>
              <a:t>Open your </a:t>
            </a:r>
            <a:r>
              <a:rPr lang="en" sz="1700">
                <a:latin typeface="Courier New"/>
                <a:ea typeface="Courier New"/>
                <a:cs typeface="Courier New"/>
                <a:sym typeface="Courier New"/>
              </a:rPr>
              <a:t>ArrayList</a:t>
            </a:r>
            <a:r>
              <a:rPr lang="en" sz="1700"/>
              <a:t> class and </a:t>
            </a:r>
            <a:r>
              <a:rPr b="1" i="1" lang="en" sz="1700">
                <a:solidFill>
                  <a:srgbClr val="FF0000"/>
                </a:solidFill>
              </a:rPr>
              <a:t>override </a:t>
            </a:r>
            <a:r>
              <a:rPr lang="en" sz="1700"/>
              <a:t>the </a:t>
            </a:r>
            <a:r>
              <a:rPr lang="en" sz="1700">
                <a:solidFill>
                  <a:srgbClr val="FF0000"/>
                </a:solidFill>
                <a:latin typeface="Courier New"/>
                <a:ea typeface="Courier New"/>
                <a:cs typeface="Courier New"/>
                <a:sym typeface="Courier New"/>
              </a:rPr>
              <a:t>iterator()</a:t>
            </a:r>
            <a:r>
              <a:rPr lang="en" sz="1700"/>
              <a:t> method inherited from </a:t>
            </a:r>
            <a:r>
              <a:rPr lang="en" sz="1700">
                <a:latin typeface="Courier New"/>
                <a:ea typeface="Courier New"/>
                <a:cs typeface="Courier New"/>
                <a:sym typeface="Courier New"/>
              </a:rPr>
              <a:t>Iterable</a:t>
            </a:r>
            <a:r>
              <a:rPr lang="en" sz="1700"/>
              <a:t> and </a:t>
            </a:r>
            <a:r>
              <a:rPr lang="en" sz="1700">
                <a:latin typeface="Courier New"/>
                <a:ea typeface="Courier New"/>
                <a:cs typeface="Courier New"/>
                <a:sym typeface="Courier New"/>
              </a:rPr>
              <a:t>List</a:t>
            </a:r>
            <a:r>
              <a:rPr lang="en" sz="1700"/>
              <a:t>.</a:t>
            </a:r>
            <a:endParaRPr sz="1700"/>
          </a:p>
          <a:p>
            <a:pPr indent="-323850" lvl="1" marL="914400" rtl="0" algn="l">
              <a:spcBef>
                <a:spcPts val="0"/>
              </a:spcBef>
              <a:spcAft>
                <a:spcPts val="0"/>
              </a:spcAft>
              <a:buSzPts val="1500"/>
              <a:buChar char="○"/>
            </a:pPr>
            <a:r>
              <a:rPr lang="en" sz="1500"/>
              <a:t>Print a message to standard output indicating that the method has been called.</a:t>
            </a:r>
            <a:endParaRPr sz="1500"/>
          </a:p>
          <a:p>
            <a:pPr indent="-323850" lvl="1" marL="914400" rtl="0" algn="l">
              <a:spcBef>
                <a:spcPts val="0"/>
              </a:spcBef>
              <a:spcAft>
                <a:spcPts val="0"/>
              </a:spcAft>
              <a:buSzPts val="1500"/>
              <a:buChar char="○"/>
            </a:pPr>
            <a:r>
              <a:rPr b="1" i="1" lang="en" sz="1500">
                <a:solidFill>
                  <a:srgbClr val="FF0000"/>
                </a:solidFill>
              </a:rPr>
              <a:t>Return</a:t>
            </a:r>
            <a:r>
              <a:rPr lang="en" sz="1500">
                <a:solidFill>
                  <a:srgbClr val="FF0000"/>
                </a:solidFill>
              </a:rPr>
              <a:t> </a:t>
            </a:r>
            <a:r>
              <a:rPr lang="en" sz="1500"/>
              <a:t>a new </a:t>
            </a:r>
            <a:r>
              <a:rPr lang="en" sz="1500">
                <a:latin typeface="Courier New"/>
                <a:ea typeface="Courier New"/>
                <a:cs typeface="Courier New"/>
                <a:sym typeface="Courier New"/>
              </a:rPr>
              <a:t>ArrayIterator</a:t>
            </a:r>
            <a:r>
              <a:rPr lang="en" sz="1500"/>
              <a:t> using the list's array of elements and its current size.</a:t>
            </a:r>
            <a:endParaRPr sz="1500"/>
          </a:p>
          <a:p>
            <a:pPr indent="-336550" lvl="0" marL="457200" rtl="0" algn="l">
              <a:spcBef>
                <a:spcPts val="0"/>
              </a:spcBef>
              <a:spcAft>
                <a:spcPts val="0"/>
              </a:spcAft>
              <a:buSzPts val="1700"/>
              <a:buChar char="●"/>
            </a:pPr>
            <a:r>
              <a:rPr lang="en" sz="1700"/>
              <a:t>Try running the </a:t>
            </a:r>
            <a:r>
              <a:rPr lang="en" sz="1700">
                <a:latin typeface="Courier New"/>
                <a:ea typeface="Courier New"/>
                <a:cs typeface="Courier New"/>
                <a:sym typeface="Courier New"/>
              </a:rPr>
              <a:t>ForEach</a:t>
            </a:r>
            <a:r>
              <a:rPr lang="en" sz="1700"/>
              <a:t> class again.</a:t>
            </a:r>
            <a:endParaRPr sz="1700"/>
          </a:p>
          <a:p>
            <a:pPr indent="-323850" lvl="1" marL="914400" rtl="0" algn="l">
              <a:spcBef>
                <a:spcPts val="0"/>
              </a:spcBef>
              <a:spcAft>
                <a:spcPts val="0"/>
              </a:spcAft>
              <a:buSzPts val="1500"/>
              <a:buChar char="○"/>
            </a:pPr>
            <a:r>
              <a:rPr lang="en" sz="1500"/>
              <a:t>What happens now?</a:t>
            </a:r>
            <a:endParaRPr sz="1500"/>
          </a:p>
          <a:p>
            <a:pPr indent="-330200" lvl="1" marL="914400" rtl="0" algn="l">
              <a:spcBef>
                <a:spcPts val="0"/>
              </a:spcBef>
              <a:spcAft>
                <a:spcPts val="0"/>
              </a:spcAft>
              <a:buSzPts val="1600"/>
              <a:buChar char="○"/>
            </a:pPr>
            <a:r>
              <a:rPr lang="en" sz="1500"/>
              <a:t>Do you see how the </a:t>
            </a:r>
            <a:r>
              <a:rPr lang="en" sz="1500">
                <a:latin typeface="Courier New"/>
                <a:ea typeface="Courier New"/>
                <a:cs typeface="Courier New"/>
                <a:sym typeface="Courier New"/>
              </a:rPr>
              <a:t>next()</a:t>
            </a:r>
            <a:r>
              <a:rPr lang="en" sz="1500"/>
              <a:t> and </a:t>
            </a:r>
            <a:r>
              <a:rPr lang="en" sz="1500">
                <a:latin typeface="Courier New"/>
                <a:ea typeface="Courier New"/>
                <a:cs typeface="Courier New"/>
                <a:sym typeface="Courier New"/>
              </a:rPr>
              <a:t>hasNext()</a:t>
            </a:r>
            <a:r>
              <a:rPr lang="en" sz="1500"/>
              <a:t> methods are used to control the </a:t>
            </a:r>
            <a:r>
              <a:rPr lang="en" sz="1500">
                <a:latin typeface="Courier New"/>
                <a:ea typeface="Courier New"/>
                <a:cs typeface="Courier New"/>
                <a:sym typeface="Courier New"/>
              </a:rPr>
              <a:t>for</a:t>
            </a:r>
            <a:r>
              <a:rPr lang="en" sz="1500"/>
              <a:t>-each loop?</a:t>
            </a:r>
            <a:endParaRPr sz="1600"/>
          </a:p>
        </p:txBody>
      </p:sp>
      <p:sp>
        <p:nvSpPr>
          <p:cNvPr id="1232" name="Google Shape;1232;p110"/>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An Iterable </a:t>
            </a:r>
            <a:r>
              <a:rPr lang="en">
                <a:latin typeface="Courier New"/>
                <a:ea typeface="Courier New"/>
                <a:cs typeface="Courier New"/>
                <a:sym typeface="Courier New"/>
              </a:rPr>
              <a:t>ArrayList</a:t>
            </a:r>
            <a:endParaRPr>
              <a:latin typeface="Courier New"/>
              <a:ea typeface="Courier New"/>
              <a:cs typeface="Courier New"/>
              <a:sym typeface="Courier New"/>
            </a:endParaRPr>
          </a:p>
        </p:txBody>
      </p:sp>
      <p:sp>
        <p:nvSpPr>
          <p:cNvPr id="1233" name="Google Shape;1233;p110"/>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a:t>5.23</a:t>
            </a:r>
            <a:endParaRPr/>
          </a:p>
        </p:txBody>
      </p:sp>
      <p:pic>
        <p:nvPicPr>
          <p:cNvPr id="1234" name="Google Shape;1234;p110"/>
          <p:cNvPicPr preferRelativeResize="0"/>
          <p:nvPr/>
        </p:nvPicPr>
        <p:blipFill rotWithShape="1">
          <a:blip r:embed="rId3">
            <a:alphaModFix/>
          </a:blip>
          <a:srcRect b="0" l="0" r="0" t="0"/>
          <a:stretch/>
        </p:blipFill>
        <p:spPr>
          <a:xfrm>
            <a:off x="304800" y="1468375"/>
            <a:ext cx="2150176" cy="3481087"/>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8" name="Shape 1238"/>
        <p:cNvGrpSpPr/>
        <p:nvPr/>
      </p:nvGrpSpPr>
      <p:grpSpPr>
        <a:xfrm>
          <a:off x="0" y="0"/>
          <a:ext cx="0" cy="0"/>
          <a:chOff x="0" y="0"/>
          <a:chExt cx="0" cy="0"/>
        </a:xfrm>
      </p:grpSpPr>
      <p:sp>
        <p:nvSpPr>
          <p:cNvPr id="1239" name="Google Shape;1239;p111"/>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Technically speaking, a </a:t>
            </a:r>
            <a:r>
              <a:rPr lang="en">
                <a:latin typeface="Courier New"/>
                <a:ea typeface="Courier New"/>
                <a:cs typeface="Courier New"/>
                <a:sym typeface="Courier New"/>
              </a:rPr>
              <a:t>Queue</a:t>
            </a:r>
            <a:r>
              <a:rPr lang="en"/>
              <a:t> only provides access to the elements at the front and back (and not to the elements somewhere in the middle). Still, it can be a useful exercise to practice making another data structure iterable so that it will work with a </a:t>
            </a:r>
            <a:r>
              <a:rPr lang="en">
                <a:latin typeface="Courier New"/>
                <a:ea typeface="Courier New"/>
                <a:cs typeface="Courier New"/>
                <a:sym typeface="Courier New"/>
              </a:rPr>
              <a:t>for</a:t>
            </a:r>
            <a:r>
              <a:rPr lang="en"/>
              <a:t>-each loop. Let's try it now!</a:t>
            </a:r>
            <a:endParaRPr/>
          </a:p>
        </p:txBody>
      </p:sp>
      <p:sp>
        <p:nvSpPr>
          <p:cNvPr id="1240" name="Google Shape;1240;p111"/>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41" name="Google Shape;1241;p111"/>
          <p:cNvSpPr txBox="1"/>
          <p:nvPr>
            <p:ph idx="2" type="body"/>
          </p:nvPr>
        </p:nvSpPr>
        <p:spPr>
          <a:xfrm>
            <a:off x="3384075" y="1784525"/>
            <a:ext cx="5556900" cy="27438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Open the </a:t>
            </a:r>
            <a:r>
              <a:rPr lang="en">
                <a:latin typeface="Courier New"/>
                <a:ea typeface="Courier New"/>
                <a:cs typeface="Courier New"/>
                <a:sym typeface="Courier New"/>
              </a:rPr>
              <a:t>Queue</a:t>
            </a:r>
            <a:r>
              <a:rPr lang="en"/>
              <a:t> interface and modify it so that it extends Iterable.</a:t>
            </a:r>
            <a:endParaRPr/>
          </a:p>
          <a:p>
            <a:pPr indent="-311150" lvl="0" marL="457200" rtl="0" algn="l">
              <a:spcBef>
                <a:spcPts val="0"/>
              </a:spcBef>
              <a:spcAft>
                <a:spcPts val="0"/>
              </a:spcAft>
              <a:buSzPts val="1300"/>
              <a:buChar char="●"/>
            </a:pPr>
            <a:r>
              <a:rPr lang="en"/>
              <a:t>Write </a:t>
            </a:r>
            <a:r>
              <a:rPr lang="en"/>
              <a:t>a default implementation of the </a:t>
            </a:r>
            <a:r>
              <a:rPr lang="en">
                <a:latin typeface="Courier New"/>
                <a:ea typeface="Courier New"/>
                <a:cs typeface="Courier New"/>
                <a:sym typeface="Courier New"/>
              </a:rPr>
              <a:t>iterator</a:t>
            </a:r>
            <a:r>
              <a:rPr lang="en"/>
              <a:t> method that throws an </a:t>
            </a:r>
            <a:r>
              <a:rPr lang="en">
                <a:latin typeface="Courier New"/>
                <a:ea typeface="Courier New"/>
                <a:cs typeface="Courier New"/>
                <a:sym typeface="Courier New"/>
              </a:rPr>
              <a:t>UnsupportedOperationExeption</a:t>
            </a:r>
            <a:r>
              <a:rPr lang="en"/>
              <a:t>.</a:t>
            </a:r>
            <a:endParaRPr/>
          </a:p>
          <a:p>
            <a:pPr indent="-298450" lvl="1" marL="914400" rtl="0" algn="l">
              <a:spcBef>
                <a:spcPts val="0"/>
              </a:spcBef>
              <a:spcAft>
                <a:spcPts val="0"/>
              </a:spcAft>
              <a:buSzPts val="1100"/>
              <a:buChar char="○"/>
            </a:pPr>
            <a:r>
              <a:rPr lang="en"/>
              <a:t>You will once again need to import the java.util.Iterator interface so that you can use it as a return type.</a:t>
            </a:r>
            <a:endParaRPr/>
          </a:p>
          <a:p>
            <a:pPr indent="-311150" lvl="0" marL="457200" rtl="0" algn="l">
              <a:spcBef>
                <a:spcPts val="0"/>
              </a:spcBef>
              <a:spcAft>
                <a:spcPts val="0"/>
              </a:spcAft>
              <a:buSzPts val="1300"/>
              <a:buChar char="●"/>
            </a:pPr>
            <a:r>
              <a:rPr lang="en"/>
              <a:t>Open the </a:t>
            </a:r>
            <a:r>
              <a:rPr lang="en">
                <a:latin typeface="Courier New"/>
                <a:ea typeface="Courier New"/>
                <a:cs typeface="Courier New"/>
                <a:sym typeface="Courier New"/>
              </a:rPr>
              <a:t>ForEach</a:t>
            </a:r>
            <a:r>
              <a:rPr lang="en"/>
              <a:t> class and define a method named "</a:t>
            </a:r>
            <a:r>
              <a:rPr lang="en">
                <a:latin typeface="Courier New"/>
                <a:ea typeface="Courier New"/>
                <a:cs typeface="Courier New"/>
                <a:sym typeface="Courier New"/>
              </a:rPr>
              <a:t>forQueue</a:t>
            </a:r>
            <a:r>
              <a:rPr lang="en"/>
              <a:t>" that declares a parameter for a</a:t>
            </a:r>
            <a:r>
              <a:rPr lang="en"/>
              <a:t> </a:t>
            </a:r>
            <a:r>
              <a:rPr lang="en">
                <a:latin typeface="Courier New"/>
                <a:ea typeface="Courier New"/>
                <a:cs typeface="Courier New"/>
                <a:sym typeface="Courier New"/>
              </a:rPr>
              <a:t>Qu</a:t>
            </a:r>
            <a:r>
              <a:rPr lang="en">
                <a:latin typeface="Courier New"/>
                <a:ea typeface="Courier New"/>
                <a:cs typeface="Courier New"/>
                <a:sym typeface="Courier New"/>
              </a:rPr>
              <a:t>eue</a:t>
            </a:r>
            <a:r>
              <a:rPr lang="en"/>
              <a:t>.</a:t>
            </a:r>
            <a:endParaRPr/>
          </a:p>
          <a:p>
            <a:pPr indent="-298450" lvl="1" marL="914400" rtl="0" algn="l">
              <a:spcBef>
                <a:spcPts val="0"/>
              </a:spcBef>
              <a:spcAft>
                <a:spcPts val="0"/>
              </a:spcAft>
              <a:buSzPts val="1100"/>
              <a:buChar char="○"/>
            </a:pPr>
            <a:r>
              <a:rPr lang="en"/>
              <a:t>Uses a </a:t>
            </a:r>
            <a:r>
              <a:rPr lang="en">
                <a:latin typeface="Courier New"/>
                <a:ea typeface="Courier New"/>
                <a:cs typeface="Courier New"/>
                <a:sym typeface="Courier New"/>
              </a:rPr>
              <a:t>for</a:t>
            </a:r>
            <a:r>
              <a:rPr lang="en"/>
              <a:t>-each loop to iterate through the elements and print them to standard output.</a:t>
            </a:r>
            <a:endParaRPr/>
          </a:p>
          <a:p>
            <a:pPr indent="-311150" lvl="0" marL="457200" rtl="0" algn="l">
              <a:spcBef>
                <a:spcPts val="0"/>
              </a:spcBef>
              <a:spcAft>
                <a:spcPts val="0"/>
              </a:spcAft>
              <a:buSzPts val="1300"/>
              <a:buChar char="●"/>
            </a:pPr>
            <a:r>
              <a:rPr lang="en"/>
              <a:t>In main, create a </a:t>
            </a:r>
            <a:r>
              <a:rPr lang="en">
                <a:latin typeface="Courier New"/>
                <a:ea typeface="Courier New"/>
                <a:cs typeface="Courier New"/>
                <a:sym typeface="Courier New"/>
              </a:rPr>
              <a:t>NodeQueue</a:t>
            </a:r>
            <a:r>
              <a:rPr lang="en"/>
              <a:t> and enqueue a few elements before passing it into the </a:t>
            </a:r>
            <a:r>
              <a:rPr lang="en">
                <a:latin typeface="Courier New"/>
                <a:ea typeface="Courier New"/>
                <a:cs typeface="Courier New"/>
                <a:sym typeface="Courier New"/>
              </a:rPr>
              <a:t>forQueue</a:t>
            </a:r>
            <a:r>
              <a:rPr lang="en"/>
              <a:t> method.</a:t>
            </a:r>
            <a:endParaRPr/>
          </a:p>
          <a:p>
            <a:pPr indent="-298450" lvl="1" marL="914400" rtl="0" algn="l">
              <a:spcBef>
                <a:spcPts val="0"/>
              </a:spcBef>
              <a:spcAft>
                <a:spcPts val="0"/>
              </a:spcAft>
              <a:buSzPts val="1100"/>
              <a:buChar char="○"/>
            </a:pPr>
            <a:r>
              <a:rPr lang="en"/>
              <a:t>What happens?</a:t>
            </a:r>
            <a:endParaRPr/>
          </a:p>
        </p:txBody>
      </p:sp>
      <p:sp>
        <p:nvSpPr>
          <p:cNvPr id="1242" name="Google Shape;1242;p111"/>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An Iterable Queue</a:t>
            </a:r>
            <a:endParaRPr/>
          </a:p>
        </p:txBody>
      </p:sp>
      <p:sp>
        <p:nvSpPr>
          <p:cNvPr id="1243" name="Google Shape;1243;p111"/>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u="sng"/>
              <a:t>5.24</a:t>
            </a:r>
            <a:endParaRPr u="sng"/>
          </a:p>
        </p:txBody>
      </p:sp>
      <p:grpSp>
        <p:nvGrpSpPr>
          <p:cNvPr id="1244" name="Google Shape;1244;p111"/>
          <p:cNvGrpSpPr/>
          <p:nvPr/>
        </p:nvGrpSpPr>
        <p:grpSpPr>
          <a:xfrm>
            <a:off x="152400" y="1881525"/>
            <a:ext cx="3337351" cy="2558200"/>
            <a:chOff x="152400" y="1881525"/>
            <a:chExt cx="3337351" cy="2558200"/>
          </a:xfrm>
        </p:grpSpPr>
        <p:pic>
          <p:nvPicPr>
            <p:cNvPr id="1245" name="Google Shape;1245;p111"/>
            <p:cNvPicPr preferRelativeResize="0"/>
            <p:nvPr/>
          </p:nvPicPr>
          <p:blipFill>
            <a:blip r:embed="rId3">
              <a:alphaModFix/>
            </a:blip>
            <a:stretch>
              <a:fillRect/>
            </a:stretch>
          </p:blipFill>
          <p:spPr>
            <a:xfrm>
              <a:off x="152400" y="1881525"/>
              <a:ext cx="3337351" cy="2558200"/>
            </a:xfrm>
            <a:prstGeom prst="rect">
              <a:avLst/>
            </a:prstGeom>
            <a:noFill/>
            <a:ln>
              <a:noFill/>
            </a:ln>
          </p:spPr>
        </p:pic>
        <p:cxnSp>
          <p:nvCxnSpPr>
            <p:cNvPr id="1246" name="Google Shape;1246;p111"/>
            <p:cNvCxnSpPr/>
            <p:nvPr/>
          </p:nvCxnSpPr>
          <p:spPr>
            <a:xfrm>
              <a:off x="2712455" y="2933250"/>
              <a:ext cx="0" cy="199800"/>
            </a:xfrm>
            <a:prstGeom prst="straightConnector1">
              <a:avLst/>
            </a:prstGeom>
            <a:noFill/>
            <a:ln cap="flat" cmpd="sng" w="19050">
              <a:solidFill>
                <a:srgbClr val="1E1E1E"/>
              </a:solidFill>
              <a:prstDash val="solid"/>
              <a:round/>
              <a:headEnd len="med" w="med" type="none"/>
              <a:tailEnd len="med" w="med" type="none"/>
            </a:ln>
          </p:spPr>
        </p:cxnSp>
      </p:grpSp>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0" name="Shape 1250"/>
        <p:cNvGrpSpPr/>
        <p:nvPr/>
      </p:nvGrpSpPr>
      <p:grpSpPr>
        <a:xfrm>
          <a:off x="0" y="0"/>
          <a:ext cx="0" cy="0"/>
          <a:chOff x="0" y="0"/>
          <a:chExt cx="0" cy="0"/>
        </a:xfrm>
      </p:grpSpPr>
      <p:sp>
        <p:nvSpPr>
          <p:cNvPr id="1251" name="Google Shape;1251;p112"/>
          <p:cNvSpPr txBox="1"/>
          <p:nvPr>
            <p:ph idx="1" type="body"/>
          </p:nvPr>
        </p:nvSpPr>
        <p:spPr>
          <a:xfrm>
            <a:off x="65250" y="731625"/>
            <a:ext cx="8955900" cy="9975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The ArrayIterator will not work with a NodeQueue because it stores its elements using nodes rather than an array. We'll need to implement a new Iterator that can iterate through a series of linked nodes.</a:t>
            </a:r>
            <a:endParaRPr/>
          </a:p>
        </p:txBody>
      </p:sp>
      <p:sp>
        <p:nvSpPr>
          <p:cNvPr id="1252" name="Google Shape;1252;p112"/>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53" name="Google Shape;1253;p112"/>
          <p:cNvSpPr txBox="1"/>
          <p:nvPr>
            <p:ph idx="2" type="body"/>
          </p:nvPr>
        </p:nvSpPr>
        <p:spPr>
          <a:xfrm>
            <a:off x="2717750" y="1729125"/>
            <a:ext cx="6216000" cy="3252300"/>
          </a:xfrm>
          <a:prstGeom prst="rect">
            <a:avLst/>
          </a:prstGeom>
        </p:spPr>
        <p:txBody>
          <a:bodyPr anchorCtr="0" anchor="t" bIns="91425" lIns="91425" spcFirstLastPara="1" rIns="91425" wrap="square" tIns="91425">
            <a:spAutoFit/>
          </a:bodyPr>
          <a:lstStyle/>
          <a:p>
            <a:pPr indent="-323850" lvl="0" marL="457200" rtl="0" algn="l">
              <a:spcBef>
                <a:spcPts val="0"/>
              </a:spcBef>
              <a:spcAft>
                <a:spcPts val="0"/>
              </a:spcAft>
              <a:buSzPts val="1500"/>
              <a:buChar char="●"/>
            </a:pPr>
            <a:r>
              <a:rPr lang="en" sz="1500"/>
              <a:t>Create a new class named "</a:t>
            </a:r>
            <a:r>
              <a:rPr lang="en" sz="1500">
                <a:solidFill>
                  <a:srgbClr val="FF0000"/>
                </a:solidFill>
                <a:latin typeface="Courier New"/>
                <a:ea typeface="Courier New"/>
                <a:cs typeface="Courier New"/>
                <a:sym typeface="Courier New"/>
              </a:rPr>
              <a:t>NodeIterator</a:t>
            </a:r>
            <a:r>
              <a:rPr lang="en" sz="1500"/>
              <a:t>".</a:t>
            </a:r>
            <a:endParaRPr sz="1500"/>
          </a:p>
          <a:p>
            <a:pPr indent="-311150" lvl="1" marL="914400" rtl="0" algn="l">
              <a:spcBef>
                <a:spcPts val="0"/>
              </a:spcBef>
              <a:spcAft>
                <a:spcPts val="0"/>
              </a:spcAft>
              <a:buSzPts val="1300"/>
              <a:buChar char="○"/>
            </a:pPr>
            <a:r>
              <a:rPr lang="en" sz="1300"/>
              <a:t>Use the UML class diagram to the left as a guide to implement your iterator.</a:t>
            </a:r>
            <a:endParaRPr sz="1300"/>
          </a:p>
          <a:p>
            <a:pPr indent="-311150" lvl="1" marL="914400" rtl="0" algn="l">
              <a:spcBef>
                <a:spcPts val="0"/>
              </a:spcBef>
              <a:spcAft>
                <a:spcPts val="0"/>
              </a:spcAft>
              <a:buSzPts val="1300"/>
              <a:buChar char="○"/>
            </a:pPr>
            <a:r>
              <a:rPr lang="en" sz="1300"/>
              <a:t>The </a:t>
            </a:r>
            <a:r>
              <a:rPr lang="en" sz="1300">
                <a:solidFill>
                  <a:srgbClr val="FF0000"/>
                </a:solidFill>
                <a:latin typeface="Courier New"/>
                <a:ea typeface="Courier New"/>
                <a:cs typeface="Courier New"/>
                <a:sym typeface="Courier New"/>
              </a:rPr>
              <a:t>hasNext()</a:t>
            </a:r>
            <a:r>
              <a:rPr lang="en" sz="1300"/>
              <a:t> method should return </a:t>
            </a:r>
            <a:r>
              <a:rPr lang="en" sz="1300">
                <a:solidFill>
                  <a:srgbClr val="FF0000"/>
                </a:solidFill>
                <a:latin typeface="Courier New"/>
                <a:ea typeface="Courier New"/>
                <a:cs typeface="Courier New"/>
                <a:sym typeface="Courier New"/>
              </a:rPr>
              <a:t>true</a:t>
            </a:r>
            <a:r>
              <a:rPr lang="en" sz="1300">
                <a:solidFill>
                  <a:srgbClr val="FF0000"/>
                </a:solidFill>
              </a:rPr>
              <a:t> </a:t>
            </a:r>
            <a:r>
              <a:rPr lang="en" sz="1300"/>
              <a:t>as long as the iterator has not reached the end of the sequence (</a:t>
            </a:r>
            <a:r>
              <a:rPr lang="en" sz="1300">
                <a:solidFill>
                  <a:srgbClr val="FF0000"/>
                </a:solidFill>
                <a:latin typeface="Courier New"/>
                <a:ea typeface="Courier New"/>
                <a:cs typeface="Courier New"/>
                <a:sym typeface="Courier New"/>
              </a:rPr>
              <a:t>node</a:t>
            </a:r>
            <a:r>
              <a:rPr lang="en" sz="1300">
                <a:solidFill>
                  <a:srgbClr val="FF0000"/>
                </a:solidFill>
              </a:rPr>
              <a:t> </a:t>
            </a:r>
            <a:r>
              <a:rPr lang="en" sz="1300"/>
              <a:t>is </a:t>
            </a:r>
            <a:r>
              <a:rPr lang="en" sz="1300">
                <a:solidFill>
                  <a:srgbClr val="FF0000"/>
                </a:solidFill>
                <a:latin typeface="Courier New"/>
                <a:ea typeface="Courier New"/>
                <a:cs typeface="Courier New"/>
                <a:sym typeface="Courier New"/>
              </a:rPr>
              <a:t>null</a:t>
            </a:r>
            <a:r>
              <a:rPr lang="en" sz="1300"/>
              <a:t>). </a:t>
            </a:r>
            <a:endParaRPr sz="1300"/>
          </a:p>
          <a:p>
            <a:pPr indent="-311150" lvl="1" marL="914400" rtl="0" algn="l">
              <a:spcBef>
                <a:spcPts val="0"/>
              </a:spcBef>
              <a:spcAft>
                <a:spcPts val="0"/>
              </a:spcAft>
              <a:buSzPts val="1300"/>
              <a:buChar char="○"/>
            </a:pPr>
            <a:r>
              <a:rPr lang="en" sz="1300"/>
              <a:t>The </a:t>
            </a:r>
            <a:r>
              <a:rPr lang="en" sz="1300">
                <a:solidFill>
                  <a:srgbClr val="FF0000"/>
                </a:solidFill>
                <a:latin typeface="Courier New"/>
                <a:ea typeface="Courier New"/>
                <a:cs typeface="Courier New"/>
                <a:sym typeface="Courier New"/>
              </a:rPr>
              <a:t>next()</a:t>
            </a:r>
            <a:r>
              <a:rPr lang="en" sz="1300"/>
              <a:t> method should return the </a:t>
            </a:r>
            <a:r>
              <a:rPr b="1" i="1" lang="en" sz="1300">
                <a:solidFill>
                  <a:srgbClr val="FF0000"/>
                </a:solidFill>
              </a:rPr>
              <a:t>value</a:t>
            </a:r>
            <a:r>
              <a:rPr lang="en" sz="1300">
                <a:solidFill>
                  <a:srgbClr val="FF0000"/>
                </a:solidFill>
              </a:rPr>
              <a:t> </a:t>
            </a:r>
            <a:r>
              <a:rPr lang="en" sz="1300"/>
              <a:t>in the </a:t>
            </a:r>
            <a:r>
              <a:rPr lang="en" sz="1300">
                <a:latin typeface="Courier New"/>
                <a:ea typeface="Courier New"/>
                <a:cs typeface="Courier New"/>
                <a:sym typeface="Courier New"/>
              </a:rPr>
              <a:t>node</a:t>
            </a:r>
            <a:r>
              <a:rPr lang="en" sz="1300"/>
              <a:t> </a:t>
            </a:r>
            <a:r>
              <a:rPr b="1" i="1" lang="en" sz="1300">
                <a:solidFill>
                  <a:srgbClr val="FF0000"/>
                </a:solidFill>
              </a:rPr>
              <a:t>and</a:t>
            </a:r>
            <a:r>
              <a:rPr lang="en" sz="1300">
                <a:solidFill>
                  <a:srgbClr val="FF0000"/>
                </a:solidFill>
              </a:rPr>
              <a:t> </a:t>
            </a:r>
            <a:r>
              <a:rPr lang="en" sz="1300"/>
              <a:t>move to the </a:t>
            </a:r>
            <a:r>
              <a:rPr b="1" i="1" lang="en" sz="1300">
                <a:solidFill>
                  <a:srgbClr val="FF0000"/>
                </a:solidFill>
              </a:rPr>
              <a:t>next node</a:t>
            </a:r>
            <a:r>
              <a:rPr lang="en" sz="1300"/>
              <a:t> in the linked-sequence.</a:t>
            </a:r>
            <a:endParaRPr sz="1300"/>
          </a:p>
          <a:p>
            <a:pPr indent="-311150" lvl="1" marL="914400" rtl="0" algn="l">
              <a:spcBef>
                <a:spcPts val="0"/>
              </a:spcBef>
              <a:spcAft>
                <a:spcPts val="0"/>
              </a:spcAft>
              <a:buSzPts val="1300"/>
              <a:buChar char="○"/>
            </a:pPr>
            <a:r>
              <a:rPr lang="en" sz="1300"/>
              <a:t>Print a message to standard output in each method including that the name of the method and the value being returned.</a:t>
            </a:r>
            <a:endParaRPr sz="1300"/>
          </a:p>
          <a:p>
            <a:pPr indent="-323850" lvl="0" marL="457200" rtl="0" algn="l">
              <a:spcBef>
                <a:spcPts val="0"/>
              </a:spcBef>
              <a:spcAft>
                <a:spcPts val="0"/>
              </a:spcAft>
              <a:buSzPts val="1500"/>
              <a:buChar char="●"/>
            </a:pPr>
            <a:r>
              <a:rPr lang="en" sz="1500"/>
              <a:t>Rename the provided </a:t>
            </a:r>
            <a:r>
              <a:rPr lang="en" sz="1500">
                <a:solidFill>
                  <a:srgbClr val="FF0000"/>
                </a:solidFill>
                <a:latin typeface="Courier New"/>
                <a:ea typeface="Courier New"/>
                <a:cs typeface="Courier New"/>
                <a:sym typeface="Courier New"/>
              </a:rPr>
              <a:t>NodeIteratorTest.txt</a:t>
            </a:r>
            <a:r>
              <a:rPr lang="en" sz="1500">
                <a:solidFill>
                  <a:srgbClr val="FF0000"/>
                </a:solidFill>
              </a:rPr>
              <a:t> </a:t>
            </a:r>
            <a:r>
              <a:rPr lang="en" sz="1500"/>
              <a:t>to </a:t>
            </a:r>
            <a:r>
              <a:rPr lang="en" sz="1500">
                <a:latin typeface="Courier New"/>
                <a:ea typeface="Courier New"/>
                <a:cs typeface="Courier New"/>
                <a:sym typeface="Courier New"/>
              </a:rPr>
              <a:t>.java</a:t>
            </a:r>
            <a:r>
              <a:rPr lang="en" sz="1500"/>
              <a:t> file and use it test your </a:t>
            </a:r>
            <a:r>
              <a:rPr lang="en" sz="1500">
                <a:latin typeface="Courier New"/>
                <a:ea typeface="Courier New"/>
                <a:cs typeface="Courier New"/>
                <a:sym typeface="Courier New"/>
              </a:rPr>
              <a:t>NodeIterator</a:t>
            </a:r>
            <a:r>
              <a:rPr lang="en" sz="1500"/>
              <a:t>.</a:t>
            </a:r>
            <a:endParaRPr sz="1500"/>
          </a:p>
          <a:p>
            <a:pPr indent="-311150" lvl="1" marL="914400" rtl="0" algn="l">
              <a:spcBef>
                <a:spcPts val="0"/>
              </a:spcBef>
              <a:spcAft>
                <a:spcPts val="0"/>
              </a:spcAft>
              <a:buSzPts val="1300"/>
              <a:buChar char="○"/>
            </a:pPr>
            <a:r>
              <a:rPr lang="en" sz="1300"/>
              <a:t>If your implementation is not working, raise your hand and ask for help!</a:t>
            </a:r>
            <a:endParaRPr sz="1300"/>
          </a:p>
        </p:txBody>
      </p:sp>
      <p:sp>
        <p:nvSpPr>
          <p:cNvPr id="1254" name="Google Shape;1254;p112"/>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An Iterator of Nodes</a:t>
            </a:r>
            <a:endParaRPr/>
          </a:p>
        </p:txBody>
      </p:sp>
      <p:sp>
        <p:nvSpPr>
          <p:cNvPr id="1255" name="Google Shape;1255;p112"/>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u="sng"/>
              <a:t>5.25</a:t>
            </a:r>
            <a:endParaRPr u="sng"/>
          </a:p>
        </p:txBody>
      </p:sp>
      <p:pic>
        <p:nvPicPr>
          <p:cNvPr id="1256" name="Google Shape;1256;p112"/>
          <p:cNvPicPr preferRelativeResize="0"/>
          <p:nvPr/>
        </p:nvPicPr>
        <p:blipFill rotWithShape="1">
          <a:blip r:embed="rId3">
            <a:alphaModFix/>
          </a:blip>
          <a:srcRect b="0" l="0" r="0" t="0"/>
          <a:stretch/>
        </p:blipFill>
        <p:spPr>
          <a:xfrm>
            <a:off x="230350" y="1692050"/>
            <a:ext cx="2383199" cy="3191974"/>
          </a:xfrm>
          <a:prstGeom prst="rect">
            <a:avLst/>
          </a:prstGeom>
          <a:noFill/>
          <a:ln>
            <a:noFill/>
          </a:ln>
        </p:spPr>
      </p:pic>
      <p:pic>
        <p:nvPicPr>
          <p:cNvPr id="1257" name="Google Shape;1257;p112"/>
          <p:cNvPicPr preferRelativeResize="0"/>
          <p:nvPr/>
        </p:nvPicPr>
        <p:blipFill>
          <a:blip r:embed="rId4">
            <a:alphaModFix/>
          </a:blip>
          <a:stretch>
            <a:fillRect/>
          </a:stretch>
        </p:blipFill>
        <p:spPr>
          <a:xfrm>
            <a:off x="7135025" y="87075"/>
            <a:ext cx="1886124" cy="483300"/>
          </a:xfrm>
          <a:prstGeom prst="rect">
            <a:avLst/>
          </a:prstGeom>
          <a:noFill/>
          <a:ln>
            <a:noFill/>
          </a:ln>
        </p:spPr>
      </p:pic>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61" name="Shape 1261"/>
        <p:cNvGrpSpPr/>
        <p:nvPr/>
      </p:nvGrpSpPr>
      <p:grpSpPr>
        <a:xfrm>
          <a:off x="0" y="0"/>
          <a:ext cx="0" cy="0"/>
          <a:chOff x="0" y="0"/>
          <a:chExt cx="0" cy="0"/>
        </a:xfrm>
      </p:grpSpPr>
      <p:sp>
        <p:nvSpPr>
          <p:cNvPr id="1262" name="Google Shape;1262;p113"/>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Now that we've got a working </a:t>
            </a:r>
            <a:r>
              <a:rPr lang="en">
                <a:latin typeface="Courier New"/>
                <a:ea typeface="Courier New"/>
                <a:cs typeface="Courier New"/>
                <a:sym typeface="Courier New"/>
              </a:rPr>
              <a:t>NodeIterator</a:t>
            </a:r>
            <a:r>
              <a:rPr lang="en"/>
              <a:t>, we can update the </a:t>
            </a:r>
            <a:r>
              <a:rPr lang="en">
                <a:latin typeface="Courier New"/>
                <a:ea typeface="Courier New"/>
                <a:cs typeface="Courier New"/>
                <a:sym typeface="Courier New"/>
              </a:rPr>
              <a:t>NodeQueue</a:t>
            </a:r>
            <a:r>
              <a:rPr lang="en"/>
              <a:t> so that it will work with a </a:t>
            </a:r>
            <a:r>
              <a:rPr lang="en">
                <a:latin typeface="Courier New"/>
                <a:ea typeface="Courier New"/>
                <a:cs typeface="Courier New"/>
                <a:sym typeface="Courier New"/>
              </a:rPr>
              <a:t>for</a:t>
            </a:r>
            <a:r>
              <a:rPr lang="en"/>
              <a:t>-each loop without throwing an exception. Let's do that now.</a:t>
            </a:r>
            <a:endParaRPr/>
          </a:p>
        </p:txBody>
      </p:sp>
      <p:sp>
        <p:nvSpPr>
          <p:cNvPr id="1263" name="Google Shape;1263;p113"/>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64" name="Google Shape;1264;p113"/>
          <p:cNvSpPr txBox="1"/>
          <p:nvPr>
            <p:ph idx="2" type="body"/>
          </p:nvPr>
        </p:nvSpPr>
        <p:spPr>
          <a:xfrm>
            <a:off x="3084600" y="1522150"/>
            <a:ext cx="5699400" cy="2524200"/>
          </a:xfrm>
          <a:prstGeom prst="rect">
            <a:avLst/>
          </a:prstGeom>
        </p:spPr>
        <p:txBody>
          <a:bodyPr anchorCtr="0" anchor="t" bIns="91425" lIns="91425" spcFirstLastPara="1" rIns="91425" wrap="square" tIns="91425">
            <a:spAutoFit/>
          </a:bodyPr>
          <a:lstStyle/>
          <a:p>
            <a:pPr indent="-330200" lvl="0" marL="457200" rtl="0" algn="l">
              <a:spcBef>
                <a:spcPts val="0"/>
              </a:spcBef>
              <a:spcAft>
                <a:spcPts val="0"/>
              </a:spcAft>
              <a:buSzPts val="1600"/>
              <a:buChar char="●"/>
            </a:pPr>
            <a:r>
              <a:rPr lang="en" sz="1600"/>
              <a:t>Open your </a:t>
            </a:r>
            <a:r>
              <a:rPr lang="en" sz="1600">
                <a:latin typeface="Courier New"/>
                <a:ea typeface="Courier New"/>
                <a:cs typeface="Courier New"/>
                <a:sym typeface="Courier New"/>
              </a:rPr>
              <a:t>NodeQueue</a:t>
            </a:r>
            <a:r>
              <a:rPr lang="en" sz="1600"/>
              <a:t> class and </a:t>
            </a:r>
            <a:r>
              <a:rPr b="1" i="1" lang="en" sz="1600">
                <a:solidFill>
                  <a:srgbClr val="FF0000"/>
                </a:solidFill>
              </a:rPr>
              <a:t>override </a:t>
            </a:r>
            <a:r>
              <a:rPr lang="en" sz="1600"/>
              <a:t>the </a:t>
            </a:r>
            <a:r>
              <a:rPr lang="en" sz="1600">
                <a:solidFill>
                  <a:srgbClr val="FF0000"/>
                </a:solidFill>
                <a:latin typeface="Courier New"/>
                <a:ea typeface="Courier New"/>
                <a:cs typeface="Courier New"/>
                <a:sym typeface="Courier New"/>
              </a:rPr>
              <a:t>iterator()</a:t>
            </a:r>
            <a:r>
              <a:rPr lang="en" sz="1600"/>
              <a:t> method inherited from </a:t>
            </a:r>
            <a:r>
              <a:rPr lang="en" sz="1600">
                <a:latin typeface="Courier New"/>
                <a:ea typeface="Courier New"/>
                <a:cs typeface="Courier New"/>
                <a:sym typeface="Courier New"/>
              </a:rPr>
              <a:t>Iterable</a:t>
            </a:r>
            <a:r>
              <a:rPr lang="en" sz="1600"/>
              <a:t> and </a:t>
            </a:r>
            <a:r>
              <a:rPr lang="en" sz="1600">
                <a:latin typeface="Courier New"/>
                <a:ea typeface="Courier New"/>
                <a:cs typeface="Courier New"/>
                <a:sym typeface="Courier New"/>
              </a:rPr>
              <a:t>List</a:t>
            </a:r>
            <a:r>
              <a:rPr lang="en" sz="1600"/>
              <a:t>.</a:t>
            </a:r>
            <a:endParaRPr sz="1600"/>
          </a:p>
          <a:p>
            <a:pPr indent="-317500" lvl="1" marL="914400" rtl="0" algn="l">
              <a:spcBef>
                <a:spcPts val="0"/>
              </a:spcBef>
              <a:spcAft>
                <a:spcPts val="0"/>
              </a:spcAft>
              <a:buSzPts val="1400"/>
              <a:buChar char="○"/>
            </a:pPr>
            <a:r>
              <a:rPr b="1" i="1" lang="en" sz="1400">
                <a:solidFill>
                  <a:srgbClr val="FF0000"/>
                </a:solidFill>
              </a:rPr>
              <a:t>Return</a:t>
            </a:r>
            <a:r>
              <a:rPr lang="en" sz="1400">
                <a:solidFill>
                  <a:srgbClr val="FF0000"/>
                </a:solidFill>
              </a:rPr>
              <a:t> </a:t>
            </a:r>
            <a:r>
              <a:rPr lang="en" sz="1400"/>
              <a:t>a </a:t>
            </a:r>
            <a:r>
              <a:rPr lang="en" sz="1400">
                <a:latin typeface="Courier New"/>
                <a:ea typeface="Courier New"/>
                <a:cs typeface="Courier New"/>
                <a:sym typeface="Courier New"/>
              </a:rPr>
              <a:t>NodeIterator</a:t>
            </a:r>
            <a:r>
              <a:rPr lang="en" sz="1400"/>
              <a:t> that starts at the </a:t>
            </a:r>
            <a:r>
              <a:rPr lang="en" sz="1400">
                <a:solidFill>
                  <a:srgbClr val="FF0000"/>
                </a:solidFill>
                <a:latin typeface="Courier New"/>
                <a:ea typeface="Courier New"/>
                <a:cs typeface="Courier New"/>
                <a:sym typeface="Courier New"/>
              </a:rPr>
              <a:t>head</a:t>
            </a:r>
            <a:r>
              <a:rPr lang="en" sz="1400"/>
              <a:t> of the list.</a:t>
            </a:r>
            <a:endParaRPr sz="1400"/>
          </a:p>
          <a:p>
            <a:pPr indent="-330200" lvl="0" marL="457200" rtl="0" algn="l">
              <a:spcBef>
                <a:spcPts val="0"/>
              </a:spcBef>
              <a:spcAft>
                <a:spcPts val="0"/>
              </a:spcAft>
              <a:buSzPts val="1600"/>
              <a:buChar char="●"/>
            </a:pPr>
            <a:r>
              <a:rPr b="1" i="1" lang="en" sz="1600">
                <a:solidFill>
                  <a:srgbClr val="FF0000"/>
                </a:solidFill>
              </a:rPr>
              <a:t>Run</a:t>
            </a:r>
            <a:r>
              <a:rPr lang="en" sz="1600">
                <a:solidFill>
                  <a:srgbClr val="FF0000"/>
                </a:solidFill>
              </a:rPr>
              <a:t> </a:t>
            </a:r>
            <a:r>
              <a:rPr lang="en" sz="1600"/>
              <a:t>your </a:t>
            </a:r>
            <a:r>
              <a:rPr lang="en" sz="1600">
                <a:latin typeface="Courier New"/>
                <a:ea typeface="Courier New"/>
                <a:cs typeface="Courier New"/>
                <a:sym typeface="Courier New"/>
              </a:rPr>
              <a:t>ForEach</a:t>
            </a:r>
            <a:r>
              <a:rPr lang="en" sz="1600"/>
              <a:t> class.</a:t>
            </a:r>
            <a:endParaRPr sz="1600"/>
          </a:p>
          <a:p>
            <a:pPr indent="-317500" lvl="1" marL="914400" rtl="0" algn="l">
              <a:spcBef>
                <a:spcPts val="0"/>
              </a:spcBef>
              <a:spcAft>
                <a:spcPts val="0"/>
              </a:spcAft>
              <a:buSzPts val="1400"/>
              <a:buChar char="○"/>
            </a:pPr>
            <a:r>
              <a:rPr lang="en" sz="1400"/>
              <a:t>What happens now?</a:t>
            </a:r>
            <a:endParaRPr sz="1400"/>
          </a:p>
          <a:p>
            <a:pPr indent="-317500" lvl="1" marL="914400" rtl="0" algn="l">
              <a:spcBef>
                <a:spcPts val="0"/>
              </a:spcBef>
              <a:spcAft>
                <a:spcPts val="0"/>
              </a:spcAft>
              <a:buSzPts val="1400"/>
              <a:buChar char="○"/>
            </a:pPr>
            <a:r>
              <a:rPr lang="en" sz="1400"/>
              <a:t>Do you see how the </a:t>
            </a:r>
            <a:r>
              <a:rPr lang="en" sz="1400">
                <a:latin typeface="Courier New"/>
                <a:ea typeface="Courier New"/>
                <a:cs typeface="Courier New"/>
                <a:sym typeface="Courier New"/>
              </a:rPr>
              <a:t>next()</a:t>
            </a:r>
            <a:r>
              <a:rPr lang="en" sz="1400"/>
              <a:t> and </a:t>
            </a:r>
            <a:r>
              <a:rPr lang="en" sz="1400">
                <a:latin typeface="Courier New"/>
                <a:ea typeface="Courier New"/>
                <a:cs typeface="Courier New"/>
                <a:sym typeface="Courier New"/>
              </a:rPr>
              <a:t>hasNext()</a:t>
            </a:r>
            <a:r>
              <a:rPr lang="en" sz="1400"/>
              <a:t> methods are used to control the </a:t>
            </a:r>
            <a:r>
              <a:rPr lang="en" sz="1400">
                <a:latin typeface="Courier New"/>
                <a:ea typeface="Courier New"/>
                <a:cs typeface="Courier New"/>
                <a:sym typeface="Courier New"/>
              </a:rPr>
              <a:t>for</a:t>
            </a:r>
            <a:r>
              <a:rPr lang="en" sz="1400"/>
              <a:t>-each loop?</a:t>
            </a:r>
            <a:endParaRPr sz="1400"/>
          </a:p>
        </p:txBody>
      </p:sp>
      <p:sp>
        <p:nvSpPr>
          <p:cNvPr id="1265" name="Google Shape;1265;p113"/>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An </a:t>
            </a:r>
            <a:r>
              <a:rPr lang="en">
                <a:latin typeface="Courier New"/>
                <a:ea typeface="Courier New"/>
                <a:cs typeface="Courier New"/>
                <a:sym typeface="Courier New"/>
              </a:rPr>
              <a:t>Iterable</a:t>
            </a:r>
            <a:r>
              <a:rPr lang="en"/>
              <a:t> </a:t>
            </a:r>
            <a:r>
              <a:rPr lang="en">
                <a:latin typeface="Courier New"/>
                <a:ea typeface="Courier New"/>
                <a:cs typeface="Courier New"/>
                <a:sym typeface="Courier New"/>
              </a:rPr>
              <a:t>NodeQueue</a:t>
            </a:r>
            <a:endParaRPr>
              <a:latin typeface="Courier New"/>
              <a:ea typeface="Courier New"/>
              <a:cs typeface="Courier New"/>
              <a:sym typeface="Courier New"/>
            </a:endParaRPr>
          </a:p>
        </p:txBody>
      </p:sp>
      <p:sp>
        <p:nvSpPr>
          <p:cNvPr id="1266" name="Google Shape;1266;p113"/>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u="sng"/>
              <a:t>5.26</a:t>
            </a:r>
            <a:endParaRPr u="sng"/>
          </a:p>
        </p:txBody>
      </p:sp>
      <p:pic>
        <p:nvPicPr>
          <p:cNvPr id="1267" name="Google Shape;1267;p113"/>
          <p:cNvPicPr preferRelativeResize="0"/>
          <p:nvPr/>
        </p:nvPicPr>
        <p:blipFill rotWithShape="1">
          <a:blip r:embed="rId3">
            <a:alphaModFix/>
          </a:blip>
          <a:srcRect b="0" l="0" r="0" t="0"/>
          <a:stretch/>
        </p:blipFill>
        <p:spPr>
          <a:xfrm>
            <a:off x="230350" y="1492325"/>
            <a:ext cx="2532325" cy="3391700"/>
          </a:xfrm>
          <a:prstGeom prst="rect">
            <a:avLst/>
          </a:prstGeom>
          <a:noFill/>
          <a:ln>
            <a:noFill/>
          </a:ln>
        </p:spPr>
      </p:pic>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1" name="Shape 1271"/>
        <p:cNvGrpSpPr/>
        <p:nvPr/>
      </p:nvGrpSpPr>
      <p:grpSpPr>
        <a:xfrm>
          <a:off x="0" y="0"/>
          <a:ext cx="0" cy="0"/>
          <a:chOff x="0" y="0"/>
          <a:chExt cx="0" cy="0"/>
        </a:xfrm>
      </p:grpSpPr>
      <p:sp>
        <p:nvSpPr>
          <p:cNvPr id="1272" name="Google Shape;1272;p114"/>
          <p:cNvSpPr txBox="1"/>
          <p:nvPr>
            <p:ph idx="1" type="body"/>
          </p:nvPr>
        </p:nvSpPr>
        <p:spPr>
          <a:xfrm>
            <a:off x="65250" y="731625"/>
            <a:ext cx="8955900" cy="714300"/>
          </a:xfrm>
          <a:prstGeom prst="rect">
            <a:avLst/>
          </a:prstGeom>
        </p:spPr>
        <p:txBody>
          <a:bodyPr anchorCtr="0" anchor="t" bIns="91425" lIns="91425" spcFirstLastPara="1" rIns="91425" wrap="square" tIns="91425">
            <a:spAutoFit/>
          </a:bodyPr>
          <a:lstStyle/>
          <a:p>
            <a:pPr indent="0" lvl="0" marL="0" rtl="0" algn="l">
              <a:spcBef>
                <a:spcPts val="0"/>
              </a:spcBef>
              <a:spcAft>
                <a:spcPts val="1600"/>
              </a:spcAft>
              <a:buNone/>
            </a:pPr>
            <a:r>
              <a:rPr lang="en"/>
              <a:t>One </a:t>
            </a:r>
            <a:r>
              <a:rPr lang="en">
                <a:latin typeface="Courier New"/>
                <a:ea typeface="Courier New"/>
                <a:cs typeface="Courier New"/>
                <a:sym typeface="Courier New"/>
              </a:rPr>
              <a:t>Queue</a:t>
            </a:r>
            <a:r>
              <a:rPr lang="en"/>
              <a:t> down, and </a:t>
            </a:r>
            <a:r>
              <a:rPr lang="en"/>
              <a:t>one</a:t>
            </a:r>
            <a:r>
              <a:rPr lang="en"/>
              <a:t> to go! Let's update the </a:t>
            </a:r>
            <a:r>
              <a:rPr lang="en">
                <a:latin typeface="Courier New"/>
                <a:ea typeface="Courier New"/>
                <a:cs typeface="Courier New"/>
                <a:sym typeface="Courier New"/>
              </a:rPr>
              <a:t>ArrayQueue</a:t>
            </a:r>
            <a:r>
              <a:rPr lang="en"/>
              <a:t> so that it can also be used with a for-each loop. This may not be as simple as it seems…</a:t>
            </a:r>
            <a:endParaRPr/>
          </a:p>
        </p:txBody>
      </p:sp>
      <p:sp>
        <p:nvSpPr>
          <p:cNvPr id="1273" name="Google Shape;1273;p114"/>
          <p:cNvSpPr txBox="1"/>
          <p:nvPr>
            <p:ph idx="12" type="sldNum"/>
          </p:nvPr>
        </p:nvSpPr>
        <p:spPr>
          <a:xfrm>
            <a:off x="8472458" y="4663217"/>
            <a:ext cx="548700" cy="393600"/>
          </a:xfrm>
          <a:prstGeom prst="rect">
            <a:avLst/>
          </a:prstGeom>
        </p:spPr>
        <p:txBody>
          <a:bodyPr anchorCtr="0" anchor="ctr" bIns="91425" lIns="91425" spcFirstLastPara="1" rIns="91425" wrap="square" tIns="91425">
            <a:noAutofit/>
          </a:bodyPr>
          <a:lstStyle/>
          <a:p>
            <a:pPr indent="0" lvl="0" marL="0" rtl="0" algn="r">
              <a:spcBef>
                <a:spcPts val="0"/>
              </a:spcBef>
              <a:spcAft>
                <a:spcPts val="0"/>
              </a:spcAft>
              <a:buNone/>
            </a:pPr>
            <a:fld id="{00000000-1234-1234-1234-123412341234}" type="slidenum">
              <a:rPr lang="en"/>
              <a:t>‹#›</a:t>
            </a:fld>
            <a:endParaRPr/>
          </a:p>
        </p:txBody>
      </p:sp>
      <p:sp>
        <p:nvSpPr>
          <p:cNvPr id="1274" name="Google Shape;1274;p114"/>
          <p:cNvSpPr txBox="1"/>
          <p:nvPr>
            <p:ph idx="2" type="body"/>
          </p:nvPr>
        </p:nvSpPr>
        <p:spPr>
          <a:xfrm>
            <a:off x="2680300" y="1530950"/>
            <a:ext cx="5937000" cy="2637600"/>
          </a:xfrm>
          <a:prstGeom prst="rect">
            <a:avLst/>
          </a:prstGeom>
        </p:spPr>
        <p:txBody>
          <a:bodyPr anchorCtr="0" anchor="t" bIns="91425" lIns="91425" spcFirstLastPara="1" rIns="91425" wrap="square" tIns="91425">
            <a:spAutoFit/>
          </a:bodyPr>
          <a:lstStyle/>
          <a:p>
            <a:pPr indent="-311150" lvl="0" marL="457200" rtl="0" algn="l">
              <a:spcBef>
                <a:spcPts val="0"/>
              </a:spcBef>
              <a:spcAft>
                <a:spcPts val="0"/>
              </a:spcAft>
              <a:buSzPts val="1300"/>
              <a:buChar char="●"/>
            </a:pPr>
            <a:r>
              <a:rPr lang="en"/>
              <a:t>Open the </a:t>
            </a:r>
            <a:r>
              <a:rPr lang="en">
                <a:latin typeface="Courier New"/>
                <a:ea typeface="Courier New"/>
                <a:cs typeface="Courier New"/>
                <a:sym typeface="Courier New"/>
              </a:rPr>
              <a:t>ArrayQueue</a:t>
            </a:r>
            <a:r>
              <a:rPr lang="en"/>
              <a:t> class and override the </a:t>
            </a:r>
            <a:r>
              <a:rPr lang="en">
                <a:latin typeface="Courier New"/>
                <a:ea typeface="Courier New"/>
                <a:cs typeface="Courier New"/>
                <a:sym typeface="Courier New"/>
              </a:rPr>
              <a:t>iterator</a:t>
            </a:r>
            <a:r>
              <a:rPr lang="en"/>
              <a:t> method inherited from the </a:t>
            </a:r>
            <a:r>
              <a:rPr lang="en">
                <a:latin typeface="Courier New"/>
                <a:ea typeface="Courier New"/>
                <a:cs typeface="Courier New"/>
                <a:sym typeface="Courier New"/>
              </a:rPr>
              <a:t>Queue</a:t>
            </a:r>
            <a:r>
              <a:rPr lang="en"/>
              <a:t> interface.</a:t>
            </a:r>
            <a:endParaRPr/>
          </a:p>
          <a:p>
            <a:pPr indent="-298450" lvl="1" marL="914400" rtl="0" algn="l">
              <a:spcBef>
                <a:spcPts val="0"/>
              </a:spcBef>
              <a:spcAft>
                <a:spcPts val="0"/>
              </a:spcAft>
              <a:buSzPts val="1100"/>
              <a:buChar char="○"/>
            </a:pPr>
            <a:r>
              <a:rPr lang="en"/>
              <a:t>Ideally, you would be able to use it to return an </a:t>
            </a:r>
            <a:r>
              <a:rPr lang="en">
                <a:latin typeface="Courier New"/>
                <a:ea typeface="Courier New"/>
                <a:cs typeface="Courier New"/>
                <a:sym typeface="Courier New"/>
              </a:rPr>
              <a:t>ArrayIterator</a:t>
            </a:r>
            <a:r>
              <a:rPr lang="en"/>
              <a:t>, but the current implementation of that class only iterates from index 0 to </a:t>
            </a:r>
            <a:r>
              <a:rPr lang="en">
                <a:latin typeface="Courier New"/>
                <a:ea typeface="Courier New"/>
                <a:cs typeface="Courier New"/>
                <a:sym typeface="Courier New"/>
              </a:rPr>
              <a:t>size-1</a:t>
            </a:r>
            <a:r>
              <a:rPr lang="en"/>
              <a:t>. Will that work with an </a:t>
            </a:r>
            <a:r>
              <a:rPr lang="en">
                <a:latin typeface="Courier New"/>
                <a:ea typeface="Courier New"/>
                <a:cs typeface="Courier New"/>
                <a:sym typeface="Courier New"/>
              </a:rPr>
              <a:t>ArrayQueue</a:t>
            </a:r>
            <a:r>
              <a:rPr lang="en"/>
              <a:t>?</a:t>
            </a:r>
            <a:endParaRPr/>
          </a:p>
          <a:p>
            <a:pPr indent="-298450" lvl="1" marL="914400" rtl="0" algn="l">
              <a:spcBef>
                <a:spcPts val="0"/>
              </a:spcBef>
              <a:spcAft>
                <a:spcPts val="0"/>
              </a:spcAft>
              <a:buSzPts val="1100"/>
              <a:buChar char="○"/>
            </a:pPr>
            <a:r>
              <a:rPr lang="en"/>
              <a:t>What changes do you think you will need to make to the class?</a:t>
            </a:r>
            <a:endParaRPr/>
          </a:p>
          <a:p>
            <a:pPr indent="-298450" lvl="1" marL="914400" rtl="0" algn="l">
              <a:spcBef>
                <a:spcPts val="0"/>
              </a:spcBef>
              <a:spcAft>
                <a:spcPts val="0"/>
              </a:spcAft>
              <a:buSzPts val="1100"/>
              <a:buChar char="○"/>
            </a:pPr>
            <a:r>
              <a:rPr lang="en"/>
              <a:t>Will it still work with the </a:t>
            </a:r>
            <a:r>
              <a:rPr lang="en">
                <a:latin typeface="Courier New"/>
                <a:ea typeface="Courier New"/>
                <a:cs typeface="Courier New"/>
                <a:sym typeface="Courier New"/>
              </a:rPr>
              <a:t>ArrayList</a:t>
            </a:r>
            <a:r>
              <a:rPr lang="en"/>
              <a:t>?!</a:t>
            </a:r>
            <a:endParaRPr/>
          </a:p>
          <a:p>
            <a:pPr indent="-311150" lvl="0" marL="457200" rtl="0" algn="l">
              <a:spcBef>
                <a:spcPts val="0"/>
              </a:spcBef>
              <a:spcAft>
                <a:spcPts val="0"/>
              </a:spcAft>
              <a:buSzPts val="1300"/>
              <a:buChar char="●"/>
            </a:pPr>
            <a:r>
              <a:rPr lang="en"/>
              <a:t>Use the </a:t>
            </a:r>
            <a:r>
              <a:rPr lang="en">
                <a:latin typeface="Courier New"/>
                <a:ea typeface="Courier New"/>
                <a:cs typeface="Courier New"/>
                <a:sym typeface="Courier New"/>
              </a:rPr>
              <a:t>main</a:t>
            </a:r>
            <a:r>
              <a:rPr lang="en"/>
              <a:t> method in the </a:t>
            </a:r>
            <a:r>
              <a:rPr lang="en">
                <a:latin typeface="Courier New"/>
                <a:ea typeface="Courier New"/>
                <a:cs typeface="Courier New"/>
                <a:sym typeface="Courier New"/>
              </a:rPr>
              <a:t>ForEach</a:t>
            </a:r>
            <a:r>
              <a:rPr lang="en"/>
              <a:t> class to create an </a:t>
            </a:r>
            <a:r>
              <a:rPr lang="en">
                <a:latin typeface="Courier New"/>
                <a:ea typeface="Courier New"/>
                <a:cs typeface="Courier New"/>
                <a:sym typeface="Courier New"/>
              </a:rPr>
              <a:t>ArrayQueue</a:t>
            </a:r>
            <a:r>
              <a:rPr lang="en"/>
              <a:t>, enqueue a few values, and pass it into the </a:t>
            </a:r>
            <a:r>
              <a:rPr lang="en">
                <a:latin typeface="Courier New"/>
                <a:ea typeface="Courier New"/>
                <a:cs typeface="Courier New"/>
                <a:sym typeface="Courier New"/>
              </a:rPr>
              <a:t>forQueue</a:t>
            </a:r>
            <a:r>
              <a:rPr lang="en"/>
              <a:t> method.</a:t>
            </a:r>
            <a:endParaRPr/>
          </a:p>
          <a:p>
            <a:pPr indent="-298450" lvl="1" marL="914400" rtl="0" algn="l">
              <a:spcBef>
                <a:spcPts val="0"/>
              </a:spcBef>
              <a:spcAft>
                <a:spcPts val="0"/>
              </a:spcAft>
              <a:buSzPts val="1100"/>
              <a:buChar char="○"/>
            </a:pPr>
            <a:r>
              <a:rPr lang="en"/>
              <a:t>What happens if you dequeue some of the values before calling the method?</a:t>
            </a:r>
            <a:endParaRPr/>
          </a:p>
          <a:p>
            <a:pPr indent="-298450" lvl="1" marL="914400" rtl="0" algn="l">
              <a:spcBef>
                <a:spcPts val="0"/>
              </a:spcBef>
              <a:spcAft>
                <a:spcPts val="0"/>
              </a:spcAft>
              <a:buSzPts val="1100"/>
              <a:buChar char="○"/>
            </a:pPr>
            <a:r>
              <a:rPr lang="en"/>
              <a:t>What if the array is resized?</a:t>
            </a:r>
            <a:endParaRPr/>
          </a:p>
          <a:p>
            <a:pPr indent="-298450" lvl="1" marL="914400" rtl="0" algn="l">
              <a:spcBef>
                <a:spcPts val="0"/>
              </a:spcBef>
              <a:spcAft>
                <a:spcPts val="0"/>
              </a:spcAft>
              <a:buSzPts val="1100"/>
              <a:buChar char="○"/>
            </a:pPr>
            <a:r>
              <a:rPr lang="en"/>
              <a:t>What if the front or back wrap around to the beginning?</a:t>
            </a:r>
            <a:endParaRPr/>
          </a:p>
        </p:txBody>
      </p:sp>
      <p:sp>
        <p:nvSpPr>
          <p:cNvPr id="1275" name="Google Shape;1275;p114"/>
          <p:cNvSpPr txBox="1"/>
          <p:nvPr>
            <p:ph type="title"/>
          </p:nvPr>
        </p:nvSpPr>
        <p:spPr>
          <a:xfrm>
            <a:off x="1436850" y="100"/>
            <a:ext cx="7642500" cy="646500"/>
          </a:xfrm>
          <a:prstGeom prst="rect">
            <a:avLst/>
          </a:prstGeom>
        </p:spPr>
        <p:txBody>
          <a:bodyPr anchorCtr="0" anchor="ctr" bIns="91425" lIns="91425" spcFirstLastPara="1" rIns="91425" wrap="square" tIns="91425">
            <a:spAutoFit/>
          </a:bodyPr>
          <a:lstStyle/>
          <a:p>
            <a:pPr indent="0" lvl="0" marL="0" rtl="0" algn="l">
              <a:spcBef>
                <a:spcPts val="0"/>
              </a:spcBef>
              <a:spcAft>
                <a:spcPts val="0"/>
              </a:spcAft>
              <a:buNone/>
            </a:pPr>
            <a:r>
              <a:rPr lang="en"/>
              <a:t>An Iterable </a:t>
            </a:r>
            <a:r>
              <a:rPr lang="en">
                <a:latin typeface="Courier New"/>
                <a:ea typeface="Courier New"/>
                <a:cs typeface="Courier New"/>
                <a:sym typeface="Courier New"/>
              </a:rPr>
              <a:t>ArrayQueue</a:t>
            </a:r>
            <a:endParaRPr>
              <a:latin typeface="Courier New"/>
              <a:ea typeface="Courier New"/>
              <a:cs typeface="Courier New"/>
              <a:sym typeface="Courier New"/>
            </a:endParaRPr>
          </a:p>
        </p:txBody>
      </p:sp>
      <p:sp>
        <p:nvSpPr>
          <p:cNvPr id="1276" name="Google Shape;1276;p114"/>
          <p:cNvSpPr txBox="1"/>
          <p:nvPr>
            <p:ph idx="3" type="title"/>
          </p:nvPr>
        </p:nvSpPr>
        <p:spPr>
          <a:xfrm>
            <a:off x="65250" y="100"/>
            <a:ext cx="1253700" cy="646500"/>
          </a:xfrm>
          <a:prstGeom prst="rect">
            <a:avLst/>
          </a:prstGeom>
        </p:spPr>
        <p:txBody>
          <a:bodyPr anchorCtr="0" anchor="ctr" bIns="91425" lIns="91425" spcFirstLastPara="1" rIns="91425" wrap="square" tIns="91425">
            <a:spAutoFit/>
          </a:bodyPr>
          <a:lstStyle/>
          <a:p>
            <a:pPr indent="0" lvl="0" marL="0" rtl="0" algn="r">
              <a:spcBef>
                <a:spcPts val="0"/>
              </a:spcBef>
              <a:spcAft>
                <a:spcPts val="0"/>
              </a:spcAft>
              <a:buNone/>
            </a:pPr>
            <a:r>
              <a:rPr lang="en" u="sng"/>
              <a:t>5.27</a:t>
            </a:r>
            <a:endParaRPr u="sng"/>
          </a:p>
        </p:txBody>
      </p:sp>
      <p:pic>
        <p:nvPicPr>
          <p:cNvPr id="1277" name="Google Shape;1277;p114"/>
          <p:cNvPicPr preferRelativeResize="0"/>
          <p:nvPr/>
        </p:nvPicPr>
        <p:blipFill rotWithShape="1">
          <a:blip r:embed="rId3">
            <a:alphaModFix/>
          </a:blip>
          <a:srcRect b="0" l="0" r="0" t="0"/>
          <a:stretch/>
        </p:blipFill>
        <p:spPr>
          <a:xfrm>
            <a:off x="304800" y="1468375"/>
            <a:ext cx="2150176" cy="3481087"/>
          </a:xfrm>
          <a:prstGeom prst="rect">
            <a:avLst/>
          </a:prstGeom>
          <a:noFill/>
          <a:ln>
            <a:noFill/>
          </a:ln>
        </p:spPr>
      </p:pic>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81" name="Shape 1281"/>
        <p:cNvGrpSpPr/>
        <p:nvPr/>
      </p:nvGrpSpPr>
      <p:grpSpPr>
        <a:xfrm>
          <a:off x="0" y="0"/>
          <a:ext cx="0" cy="0"/>
          <a:chOff x="0" y="0"/>
          <a:chExt cx="0" cy="0"/>
        </a:xfrm>
      </p:grpSpPr>
      <p:sp>
        <p:nvSpPr>
          <p:cNvPr id="1282" name="Google Shape;1282;p115"/>
          <p:cNvSpPr txBox="1"/>
          <p:nvPr>
            <p:ph type="title"/>
          </p:nvPr>
        </p:nvSpPr>
        <p:spPr>
          <a:xfrm>
            <a:off x="311725" y="272325"/>
            <a:ext cx="3706500" cy="6381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r>
              <a:rPr lang="en" sz="2600"/>
              <a:t>The Java Collections Framework (JCF)</a:t>
            </a:r>
            <a:endParaRPr sz="2600"/>
          </a:p>
        </p:txBody>
      </p:sp>
      <p:sp>
        <p:nvSpPr>
          <p:cNvPr id="1283" name="Google Shape;1283;p115"/>
          <p:cNvSpPr txBox="1"/>
          <p:nvPr>
            <p:ph idx="1" type="body"/>
          </p:nvPr>
        </p:nvSpPr>
        <p:spPr>
          <a:xfrm>
            <a:off x="4429925" y="154825"/>
            <a:ext cx="4369500" cy="4905000"/>
          </a:xfrm>
          <a:prstGeom prst="rect">
            <a:avLst/>
          </a:prstGeom>
          <a:noFill/>
          <a:ln>
            <a:noFill/>
          </a:ln>
        </p:spPr>
        <p:txBody>
          <a:bodyPr anchorCtr="0" anchor="ctr" bIns="91425" lIns="91425" spcFirstLastPara="1" rIns="91425" wrap="square" tIns="91425">
            <a:spAutoFit/>
          </a:bodyPr>
          <a:lstStyle/>
          <a:p>
            <a:pPr indent="-304800" lvl="0" marL="457200" rtl="0" algn="l">
              <a:lnSpc>
                <a:spcPct val="100000"/>
              </a:lnSpc>
              <a:spcBef>
                <a:spcPts val="0"/>
              </a:spcBef>
              <a:spcAft>
                <a:spcPts val="0"/>
              </a:spcAft>
              <a:buSzPts val="1200"/>
              <a:buChar char="●"/>
            </a:pPr>
            <a:r>
              <a:rPr lang="en" sz="1200"/>
              <a:t>A </a:t>
            </a:r>
            <a:r>
              <a:rPr b="1" i="1" lang="en" sz="1200">
                <a:solidFill>
                  <a:srgbClr val="FF0000"/>
                </a:solidFill>
              </a:rPr>
              <a:t>data structure</a:t>
            </a:r>
            <a:r>
              <a:rPr lang="en" sz="1200"/>
              <a:t> is a grouping of related elements.</a:t>
            </a:r>
            <a:endParaRPr sz="1200"/>
          </a:p>
          <a:p>
            <a:pPr indent="-298450" lvl="1" marL="914400" rtl="0" algn="l">
              <a:lnSpc>
                <a:spcPct val="100000"/>
              </a:lnSpc>
              <a:spcBef>
                <a:spcPts val="0"/>
              </a:spcBef>
              <a:spcAft>
                <a:spcPts val="0"/>
              </a:spcAft>
              <a:buSzPts val="1100"/>
              <a:buChar char="○"/>
            </a:pPr>
            <a:r>
              <a:rPr lang="en"/>
              <a:t>Data structures are also sometimes referred to as </a:t>
            </a:r>
            <a:r>
              <a:rPr b="1" i="1" lang="en">
                <a:solidFill>
                  <a:srgbClr val="FF0000"/>
                </a:solidFill>
              </a:rPr>
              <a:t>collections</a:t>
            </a:r>
            <a:r>
              <a:rPr lang="en"/>
              <a:t>.</a:t>
            </a:r>
            <a:endParaRPr/>
          </a:p>
          <a:p>
            <a:pPr indent="-304800" lvl="0" marL="457200" rtl="0" algn="l">
              <a:lnSpc>
                <a:spcPct val="100000"/>
              </a:lnSpc>
              <a:spcBef>
                <a:spcPts val="1000"/>
              </a:spcBef>
              <a:spcAft>
                <a:spcPts val="0"/>
              </a:spcAft>
              <a:buSzPts val="1200"/>
              <a:buChar char="●"/>
            </a:pPr>
            <a:r>
              <a:rPr lang="en" sz="1200"/>
              <a:t>A </a:t>
            </a:r>
            <a:r>
              <a:rPr b="1" i="1" lang="en" sz="1200">
                <a:solidFill>
                  <a:srgbClr val="FF0000"/>
                </a:solidFill>
              </a:rPr>
              <a:t>collections framework</a:t>
            </a:r>
            <a:r>
              <a:rPr lang="en" sz="1200">
                <a:solidFill>
                  <a:srgbClr val="FF0000"/>
                </a:solidFill>
              </a:rPr>
              <a:t> </a:t>
            </a:r>
            <a:r>
              <a:rPr lang="en" sz="1200"/>
              <a:t>is a unified architecture for representing and manipulating collections.</a:t>
            </a:r>
            <a:endParaRPr sz="1200"/>
          </a:p>
          <a:p>
            <a:pPr indent="-304800" lvl="0" marL="457200" rtl="0" algn="l">
              <a:lnSpc>
                <a:spcPct val="100000"/>
              </a:lnSpc>
              <a:spcBef>
                <a:spcPts val="1000"/>
              </a:spcBef>
              <a:spcAft>
                <a:spcPts val="0"/>
              </a:spcAft>
              <a:buSzPts val="1200"/>
              <a:buChar char="●"/>
            </a:pPr>
            <a:r>
              <a:rPr lang="en" sz="1200"/>
              <a:t>All collections frameworks contain three things:</a:t>
            </a:r>
            <a:endParaRPr sz="1200"/>
          </a:p>
          <a:p>
            <a:pPr indent="-298450" lvl="1" marL="914400" rtl="0" algn="l">
              <a:lnSpc>
                <a:spcPct val="100000"/>
              </a:lnSpc>
              <a:spcBef>
                <a:spcPts val="0"/>
              </a:spcBef>
              <a:spcAft>
                <a:spcPts val="0"/>
              </a:spcAft>
              <a:buSzPts val="1100"/>
              <a:buChar char="○"/>
            </a:pPr>
            <a:r>
              <a:rPr b="1" i="1" lang="en">
                <a:solidFill>
                  <a:srgbClr val="FF0000"/>
                </a:solidFill>
              </a:rPr>
              <a:t>Interfaces</a:t>
            </a:r>
            <a:r>
              <a:rPr lang="en">
                <a:solidFill>
                  <a:srgbClr val="FF0000"/>
                </a:solidFill>
              </a:rPr>
              <a:t> </a:t>
            </a:r>
            <a:r>
              <a:rPr lang="en"/>
              <a:t>defining abstract data types (ADTs).</a:t>
            </a:r>
            <a:endParaRPr/>
          </a:p>
          <a:p>
            <a:pPr indent="-298450" lvl="1" marL="914400" rtl="0" algn="l">
              <a:lnSpc>
                <a:spcPct val="100000"/>
              </a:lnSpc>
              <a:spcBef>
                <a:spcPts val="0"/>
              </a:spcBef>
              <a:spcAft>
                <a:spcPts val="0"/>
              </a:spcAft>
              <a:buSzPts val="1100"/>
              <a:buChar char="○"/>
            </a:pPr>
            <a:r>
              <a:rPr b="1" i="1" lang="en">
                <a:solidFill>
                  <a:srgbClr val="FF0000"/>
                </a:solidFill>
              </a:rPr>
              <a:t>Implementations</a:t>
            </a:r>
            <a:r>
              <a:rPr lang="en">
                <a:solidFill>
                  <a:srgbClr val="FF0000"/>
                </a:solidFill>
              </a:rPr>
              <a:t> </a:t>
            </a:r>
            <a:r>
              <a:rPr lang="en"/>
              <a:t>of the interfaces.</a:t>
            </a:r>
            <a:endParaRPr/>
          </a:p>
          <a:p>
            <a:pPr indent="-298450" lvl="1" marL="914400" rtl="0" algn="l">
              <a:lnSpc>
                <a:spcPct val="100000"/>
              </a:lnSpc>
              <a:spcBef>
                <a:spcPts val="0"/>
              </a:spcBef>
              <a:spcAft>
                <a:spcPts val="0"/>
              </a:spcAft>
              <a:buSzPts val="1100"/>
              <a:buChar char="○"/>
            </a:pPr>
            <a:r>
              <a:rPr lang="en"/>
              <a:t>Methods that provide implementations of </a:t>
            </a:r>
            <a:r>
              <a:rPr b="1" i="1" lang="en">
                <a:solidFill>
                  <a:srgbClr val="FF0000"/>
                </a:solidFill>
              </a:rPr>
              <a:t>useful algorithms</a:t>
            </a:r>
            <a:r>
              <a:rPr lang="en"/>
              <a:t> for things like searching and sorting.</a:t>
            </a:r>
            <a:endParaRPr/>
          </a:p>
          <a:p>
            <a:pPr indent="-304800" lvl="0" marL="457200" rtl="0" algn="l">
              <a:lnSpc>
                <a:spcPct val="100000"/>
              </a:lnSpc>
              <a:spcBef>
                <a:spcPts val="1000"/>
              </a:spcBef>
              <a:spcAft>
                <a:spcPts val="0"/>
              </a:spcAft>
              <a:buSzPts val="1200"/>
              <a:buChar char="●"/>
            </a:pPr>
            <a:r>
              <a:rPr lang="en" sz="1200"/>
              <a:t>Java's version is the </a:t>
            </a:r>
            <a:r>
              <a:rPr b="1" i="1" lang="en" sz="1200">
                <a:solidFill>
                  <a:srgbClr val="FF0000"/>
                </a:solidFill>
              </a:rPr>
              <a:t>Java Collections Framework</a:t>
            </a:r>
            <a:r>
              <a:rPr lang="en" sz="1200"/>
              <a:t> (</a:t>
            </a:r>
            <a:r>
              <a:rPr b="1" i="1" lang="en" sz="1200">
                <a:solidFill>
                  <a:srgbClr val="FF0000"/>
                </a:solidFill>
              </a:rPr>
              <a:t>JCF</a:t>
            </a:r>
            <a:r>
              <a:rPr lang="en" sz="1200"/>
              <a:t>).</a:t>
            </a:r>
            <a:endParaRPr sz="1200"/>
          </a:p>
          <a:p>
            <a:pPr indent="-304800" lvl="0" marL="457200" rtl="0" algn="l">
              <a:lnSpc>
                <a:spcPct val="100000"/>
              </a:lnSpc>
              <a:spcBef>
                <a:spcPts val="1000"/>
              </a:spcBef>
              <a:spcAft>
                <a:spcPts val="0"/>
              </a:spcAft>
              <a:buSzPts val="1200"/>
              <a:buChar char="●"/>
            </a:pPr>
            <a:r>
              <a:rPr lang="en" sz="1200"/>
              <a:t>Implementing your own collections as we have done is an extremely valuable learning experience with many benefits.</a:t>
            </a:r>
            <a:endParaRPr sz="1200"/>
          </a:p>
          <a:p>
            <a:pPr indent="-298450" lvl="1" marL="914400" rtl="0" algn="l">
              <a:lnSpc>
                <a:spcPct val="100000"/>
              </a:lnSpc>
              <a:spcBef>
                <a:spcPts val="0"/>
              </a:spcBef>
              <a:spcAft>
                <a:spcPts val="0"/>
              </a:spcAft>
              <a:buSzPts val="1100"/>
              <a:buChar char="○"/>
            </a:pPr>
            <a:r>
              <a:rPr lang="en"/>
              <a:t>Gain practice with </a:t>
            </a:r>
            <a:r>
              <a:rPr b="1" i="1" lang="en">
                <a:solidFill>
                  <a:srgbClr val="FF0000"/>
                </a:solidFill>
              </a:rPr>
              <a:t>interfaces</a:t>
            </a:r>
            <a:r>
              <a:rPr lang="en"/>
              <a:t>, </a:t>
            </a:r>
            <a:r>
              <a:rPr b="1" i="1" lang="en">
                <a:solidFill>
                  <a:srgbClr val="FF0000"/>
                </a:solidFill>
              </a:rPr>
              <a:t>inheritance</a:t>
            </a:r>
            <a:r>
              <a:rPr lang="en"/>
              <a:t>, and </a:t>
            </a:r>
            <a:r>
              <a:rPr b="1" i="1" lang="en">
                <a:solidFill>
                  <a:srgbClr val="FF0000"/>
                </a:solidFill>
              </a:rPr>
              <a:t>polymorphism</a:t>
            </a:r>
            <a:r>
              <a:rPr lang="en"/>
              <a:t>.</a:t>
            </a:r>
            <a:endParaRPr/>
          </a:p>
          <a:p>
            <a:pPr indent="-298450" lvl="1" marL="914400" rtl="0" algn="l">
              <a:lnSpc>
                <a:spcPct val="100000"/>
              </a:lnSpc>
              <a:spcBef>
                <a:spcPts val="0"/>
              </a:spcBef>
              <a:spcAft>
                <a:spcPts val="0"/>
              </a:spcAft>
              <a:buSzPts val="1100"/>
              <a:buChar char="○"/>
            </a:pPr>
            <a:r>
              <a:rPr lang="en"/>
              <a:t>Gain a</a:t>
            </a:r>
            <a:r>
              <a:rPr b="1" i="1" lang="en"/>
              <a:t> </a:t>
            </a:r>
            <a:r>
              <a:rPr b="1" i="1" lang="en">
                <a:solidFill>
                  <a:srgbClr val="FF0000"/>
                </a:solidFill>
              </a:rPr>
              <a:t>deeper understanding</a:t>
            </a:r>
            <a:r>
              <a:rPr lang="en">
                <a:solidFill>
                  <a:srgbClr val="FF0000"/>
                </a:solidFill>
              </a:rPr>
              <a:t> </a:t>
            </a:r>
            <a:r>
              <a:rPr lang="en"/>
              <a:t>of how data structures work internally.</a:t>
            </a:r>
            <a:endParaRPr/>
          </a:p>
          <a:p>
            <a:pPr indent="-298450" lvl="1" marL="914400" rtl="0" algn="l">
              <a:lnSpc>
                <a:spcPct val="100000"/>
              </a:lnSpc>
              <a:spcBef>
                <a:spcPts val="0"/>
              </a:spcBef>
              <a:spcAft>
                <a:spcPts val="0"/>
              </a:spcAft>
              <a:buSzPts val="1100"/>
              <a:buChar char="○"/>
            </a:pPr>
            <a:r>
              <a:rPr lang="en"/>
              <a:t>Learn about </a:t>
            </a:r>
            <a:r>
              <a:rPr b="1" i="1" lang="en">
                <a:solidFill>
                  <a:srgbClr val="FF0000"/>
                </a:solidFill>
              </a:rPr>
              <a:t>design</a:t>
            </a:r>
            <a:r>
              <a:rPr lang="en"/>
              <a:t>, </a:t>
            </a:r>
            <a:r>
              <a:rPr b="1" i="1" lang="en">
                <a:solidFill>
                  <a:srgbClr val="FF0000"/>
                </a:solidFill>
              </a:rPr>
              <a:t>design patterns</a:t>
            </a:r>
            <a:r>
              <a:rPr lang="en">
                <a:solidFill>
                  <a:srgbClr val="FF0000"/>
                </a:solidFill>
              </a:rPr>
              <a:t> </a:t>
            </a:r>
            <a:r>
              <a:rPr lang="en"/>
              <a:t>and </a:t>
            </a:r>
            <a:r>
              <a:rPr b="1" i="1" lang="en">
                <a:solidFill>
                  <a:srgbClr val="FF0000"/>
                </a:solidFill>
              </a:rPr>
              <a:t>algorithms</a:t>
            </a:r>
            <a:r>
              <a:rPr lang="en"/>
              <a:t>.</a:t>
            </a:r>
            <a:endParaRPr/>
          </a:p>
          <a:p>
            <a:pPr indent="-304800" lvl="0" marL="457200" rtl="0" algn="l">
              <a:lnSpc>
                <a:spcPct val="100000"/>
              </a:lnSpc>
              <a:spcBef>
                <a:spcPts val="1000"/>
              </a:spcBef>
              <a:spcAft>
                <a:spcPts val="0"/>
              </a:spcAft>
              <a:buSzPts val="1200"/>
              <a:buChar char="●"/>
            </a:pPr>
            <a:r>
              <a:rPr lang="en" sz="1200"/>
              <a:t>Practically speaking, however, the implementations provided by a collections framework like the JCF are more </a:t>
            </a:r>
            <a:r>
              <a:rPr b="1" i="1" lang="en" sz="1200">
                <a:solidFill>
                  <a:srgbClr val="FF0000"/>
                </a:solidFill>
              </a:rPr>
              <a:t>robust</a:t>
            </a:r>
            <a:r>
              <a:rPr lang="en" sz="1200"/>
              <a:t>, </a:t>
            </a:r>
            <a:r>
              <a:rPr b="1" i="1" lang="en" sz="1200">
                <a:solidFill>
                  <a:srgbClr val="FF0000"/>
                </a:solidFill>
              </a:rPr>
              <a:t>reliable</a:t>
            </a:r>
            <a:r>
              <a:rPr lang="en" sz="1200"/>
              <a:t>, </a:t>
            </a:r>
            <a:r>
              <a:rPr b="1" i="1" lang="en" sz="1200">
                <a:solidFill>
                  <a:srgbClr val="FF0000"/>
                </a:solidFill>
              </a:rPr>
              <a:t>stable</a:t>
            </a:r>
            <a:r>
              <a:rPr lang="en" sz="1200"/>
              <a:t>, and </a:t>
            </a:r>
            <a:r>
              <a:rPr b="1" i="1" lang="en" sz="1200">
                <a:solidFill>
                  <a:srgbClr val="FF0000"/>
                </a:solidFill>
              </a:rPr>
              <a:t>feature rich</a:t>
            </a:r>
            <a:r>
              <a:rPr lang="en" sz="1200">
                <a:solidFill>
                  <a:srgbClr val="FF0000"/>
                </a:solidFill>
              </a:rPr>
              <a:t> </a:t>
            </a:r>
            <a:r>
              <a:rPr lang="en" sz="1200"/>
              <a:t>than those that we will build ourselves.</a:t>
            </a:r>
            <a:endParaRPr sz="1200"/>
          </a:p>
        </p:txBody>
      </p:sp>
      <p:sp>
        <p:nvSpPr>
          <p:cNvPr id="1284" name="Google Shape;1284;p115"/>
          <p:cNvSpPr txBox="1"/>
          <p:nvPr>
            <p:ph idx="12" type="sldNum"/>
          </p:nvPr>
        </p:nvSpPr>
        <p:spPr>
          <a:xfrm>
            <a:off x="8548658" y="4703506"/>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285" name="Google Shape;1285;p115"/>
          <p:cNvSpPr txBox="1"/>
          <p:nvPr>
            <p:ph idx="3" type="body"/>
          </p:nvPr>
        </p:nvSpPr>
        <p:spPr>
          <a:xfrm>
            <a:off x="216925" y="3371000"/>
            <a:ext cx="3896100" cy="681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200"/>
              <a:buNone/>
            </a:pPr>
            <a:r>
              <a:rPr lang="en"/>
              <a:t>The </a:t>
            </a:r>
            <a:r>
              <a:rPr b="1" i="1" lang="en">
                <a:solidFill>
                  <a:srgbClr val="FF0000"/>
                </a:solidFill>
              </a:rPr>
              <a:t>Java Collections Framework</a:t>
            </a:r>
            <a:r>
              <a:rPr lang="en"/>
              <a:t> (</a:t>
            </a:r>
            <a:r>
              <a:rPr b="1" i="1" lang="en">
                <a:solidFill>
                  <a:srgbClr val="FF0000"/>
                </a:solidFill>
              </a:rPr>
              <a:t>JCF</a:t>
            </a:r>
            <a:r>
              <a:rPr lang="en"/>
              <a:t>) provides very flexible and powerful implementations of many different abstract data types.</a:t>
            </a:r>
            <a:endParaRPr/>
          </a:p>
        </p:txBody>
      </p:sp>
      <p:sp>
        <p:nvSpPr>
          <p:cNvPr id="1286" name="Google Shape;1286;p115"/>
          <p:cNvSpPr txBox="1"/>
          <p:nvPr>
            <p:ph idx="3" type="body"/>
          </p:nvPr>
        </p:nvSpPr>
        <p:spPr>
          <a:xfrm>
            <a:off x="216925" y="4209200"/>
            <a:ext cx="3896100" cy="6813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200"/>
              <a:buNone/>
            </a:pPr>
            <a:r>
              <a:rPr lang="en"/>
              <a:t>The general policy for </a:t>
            </a:r>
            <a:r>
              <a:rPr lang="en" u="sng"/>
              <a:t>SoftDev II</a:t>
            </a:r>
            <a:r>
              <a:rPr lang="en"/>
              <a:t> is that, </a:t>
            </a:r>
            <a:r>
              <a:rPr b="1" i="1" lang="en">
                <a:solidFill>
                  <a:srgbClr val="FF0000"/>
                </a:solidFill>
              </a:rPr>
              <a:t>once we have explored an abstract data type in class</a:t>
            </a:r>
            <a:r>
              <a:rPr lang="en"/>
              <a:t>, you are free to use the corresponding implementation in the JCF.</a:t>
            </a:r>
            <a:endParaRPr/>
          </a:p>
        </p:txBody>
      </p:sp>
      <p:pic>
        <p:nvPicPr>
          <p:cNvPr id="1287" name="Google Shape;1287;p115"/>
          <p:cNvPicPr preferRelativeResize="0"/>
          <p:nvPr/>
        </p:nvPicPr>
        <p:blipFill rotWithShape="1">
          <a:blip r:embed="rId3">
            <a:alphaModFix/>
          </a:blip>
          <a:srcRect b="0" l="0" r="0" t="0"/>
          <a:stretch/>
        </p:blipFill>
        <p:spPr>
          <a:xfrm>
            <a:off x="394053" y="1281175"/>
            <a:ext cx="924050" cy="1938899"/>
          </a:xfrm>
          <a:prstGeom prst="rect">
            <a:avLst/>
          </a:prstGeom>
          <a:noFill/>
          <a:ln>
            <a:noFill/>
          </a:ln>
        </p:spPr>
      </p:pic>
      <p:sp>
        <p:nvSpPr>
          <p:cNvPr id="1288" name="Google Shape;1288;p115"/>
          <p:cNvSpPr/>
          <p:nvPr/>
        </p:nvSpPr>
        <p:spPr>
          <a:xfrm>
            <a:off x="1733925" y="1143800"/>
            <a:ext cx="2243700" cy="1074600"/>
          </a:xfrm>
          <a:prstGeom prst="wedgeRoundRectCallout">
            <a:avLst>
              <a:gd fmla="val -67386" name="adj1"/>
              <a:gd fmla="val -14615"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When is it OK for me to </a:t>
            </a:r>
            <a:r>
              <a:rPr b="1" i="1" lang="en" sz="1200" u="none" cap="none" strike="noStrike">
                <a:solidFill>
                  <a:srgbClr val="FF0000"/>
                </a:solidFill>
                <a:latin typeface="Arial"/>
                <a:ea typeface="Arial"/>
                <a:cs typeface="Arial"/>
                <a:sym typeface="Arial"/>
              </a:rPr>
              <a:t>use the JCF implementations</a:t>
            </a:r>
            <a:r>
              <a:rPr b="0" i="0" lang="en" sz="1200" u="none" cap="none" strike="noStrike">
                <a:solidFill>
                  <a:srgbClr val="000000"/>
                </a:solidFill>
                <a:latin typeface="Arial"/>
                <a:ea typeface="Arial"/>
                <a:cs typeface="Arial"/>
                <a:sym typeface="Arial"/>
              </a:rPr>
              <a:t> of different data structures in the code that I write for class? </a:t>
            </a:r>
            <a:endParaRPr b="0" i="0" sz="12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3">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3">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3">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3">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3">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3">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3">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3">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3">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3">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3">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3">
                                            <p:txEl>
                                              <p:pRg end="11" st="1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83">
                                            <p:txEl>
                                              <p:pRg end="12" st="1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7"/>
                                        </p:tgtEl>
                                        <p:attrNameLst>
                                          <p:attrName>style.visibility</p:attrName>
                                        </p:attrNameLst>
                                      </p:cBhvr>
                                      <p:to>
                                        <p:strVal val="visible"/>
                                      </p:to>
                                    </p:set>
                                    <p:animEffect filter="fade" transition="in">
                                      <p:cBhvr>
                                        <p:cTn dur="1000"/>
                                        <p:tgtEl>
                                          <p:spTgt spid="128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88"/>
                                        </p:tgtEl>
                                        <p:attrNameLst>
                                          <p:attrName>style.visibility</p:attrName>
                                        </p:attrNameLst>
                                      </p:cBhvr>
                                      <p:to>
                                        <p:strVal val="visible"/>
                                      </p:to>
                                    </p:set>
                                    <p:animEffect filter="fade" transition="in">
                                      <p:cBhvr>
                                        <p:cTn dur="1000"/>
                                        <p:tgtEl>
                                          <p:spTgt spid="128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5"/>
                                        </p:tgtEl>
                                        <p:attrNameLst>
                                          <p:attrName>style.visibility</p:attrName>
                                        </p:attrNameLst>
                                      </p:cBhvr>
                                      <p:to>
                                        <p:strVal val="visible"/>
                                      </p:to>
                                    </p:set>
                                    <p:animEffect filter="fade" transition="in">
                                      <p:cBhvr>
                                        <p:cTn dur="1000"/>
                                        <p:tgtEl>
                                          <p:spTgt spid="128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86"/>
                                        </p:tgtEl>
                                        <p:attrNameLst>
                                          <p:attrName>style.visibility</p:attrName>
                                        </p:attrNameLst>
                                      </p:cBhvr>
                                      <p:to>
                                        <p:strVal val="visible"/>
                                      </p:to>
                                    </p:set>
                                    <p:animEffect filter="fade" transition="in">
                                      <p:cBhvr>
                                        <p:cTn dur="1000"/>
                                        <p:tgtEl>
                                          <p:spTgt spid="1286"/>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92" name="Shape 1292"/>
        <p:cNvGrpSpPr/>
        <p:nvPr/>
      </p:nvGrpSpPr>
      <p:grpSpPr>
        <a:xfrm>
          <a:off x="0" y="0"/>
          <a:ext cx="0" cy="0"/>
          <a:chOff x="0" y="0"/>
          <a:chExt cx="0" cy="0"/>
        </a:xfrm>
      </p:grpSpPr>
      <p:sp>
        <p:nvSpPr>
          <p:cNvPr id="1293" name="Google Shape;1293;p116"/>
          <p:cNvSpPr txBox="1"/>
          <p:nvPr>
            <p:ph type="title"/>
          </p:nvPr>
        </p:nvSpPr>
        <p:spPr>
          <a:xfrm>
            <a:off x="5192225" y="189675"/>
            <a:ext cx="3706500" cy="6381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sz="2600"/>
              <a:t>JCF Implementations</a:t>
            </a:r>
            <a:endParaRPr sz="2600"/>
          </a:p>
        </p:txBody>
      </p:sp>
      <p:sp>
        <p:nvSpPr>
          <p:cNvPr id="1294" name="Google Shape;1294;p116"/>
          <p:cNvSpPr txBox="1"/>
          <p:nvPr>
            <p:ph idx="1" type="body"/>
          </p:nvPr>
        </p:nvSpPr>
        <p:spPr>
          <a:xfrm>
            <a:off x="166650" y="-25760"/>
            <a:ext cx="4609500" cy="5150700"/>
          </a:xfrm>
          <a:prstGeom prst="rect">
            <a:avLst/>
          </a:prstGeom>
          <a:noFill/>
          <a:ln>
            <a:noFill/>
          </a:ln>
        </p:spPr>
        <p:txBody>
          <a:bodyPr anchorCtr="0" anchor="ctr" bIns="91425" lIns="91425" spcFirstLastPara="1" rIns="91425" wrap="square" tIns="91425">
            <a:spAutoFit/>
          </a:bodyPr>
          <a:lstStyle/>
          <a:p>
            <a:pPr indent="-311150" lvl="0" marL="457200" rtl="0" algn="l">
              <a:lnSpc>
                <a:spcPct val="115000"/>
              </a:lnSpc>
              <a:spcBef>
                <a:spcPts val="0"/>
              </a:spcBef>
              <a:spcAft>
                <a:spcPts val="0"/>
              </a:spcAft>
              <a:buSzPts val="1300"/>
              <a:buChar char="●"/>
            </a:pPr>
            <a:r>
              <a:rPr lang="en"/>
              <a:t>Of course the JCF includes many interfaces and implementations of the data structures that we have looked at so far.</a:t>
            </a:r>
            <a:endParaRPr/>
          </a:p>
          <a:p>
            <a:pPr indent="-298450" lvl="1" marL="914400" rtl="0" algn="l">
              <a:lnSpc>
                <a:spcPct val="115000"/>
              </a:lnSpc>
              <a:spcBef>
                <a:spcPts val="0"/>
              </a:spcBef>
              <a:spcAft>
                <a:spcPts val="0"/>
              </a:spcAft>
              <a:buSzPts val="1100"/>
              <a:buChar char="○"/>
            </a:pPr>
            <a:r>
              <a:rPr lang="en"/>
              <a:t>Virtually every interface and implementation in the JCF is </a:t>
            </a:r>
            <a:r>
              <a:rPr b="1" i="1" lang="en">
                <a:solidFill>
                  <a:srgbClr val="FF0000"/>
                </a:solidFill>
              </a:rPr>
              <a:t>generic</a:t>
            </a:r>
            <a:r>
              <a:rPr lang="en">
                <a:solidFill>
                  <a:srgbClr val="FF0000"/>
                </a:solidFill>
              </a:rPr>
              <a:t> </a:t>
            </a:r>
            <a:r>
              <a:rPr lang="en"/>
              <a:t>and so can be used with any type.</a:t>
            </a:r>
            <a:endParaRPr/>
          </a:p>
          <a:p>
            <a:pPr indent="-311150" lvl="0" marL="457200" rtl="0" algn="l">
              <a:lnSpc>
                <a:spcPct val="115000"/>
              </a:lnSpc>
              <a:spcBef>
                <a:spcPts val="1000"/>
              </a:spcBef>
              <a:spcAft>
                <a:spcPts val="0"/>
              </a:spcAft>
              <a:buSzPts val="1300"/>
              <a:buChar char="●"/>
            </a:pPr>
            <a:r>
              <a:rPr lang="en" u="sng">
                <a:solidFill>
                  <a:srgbClr val="4A86E8"/>
                </a:solidFill>
                <a:latin typeface="Courier New"/>
                <a:ea typeface="Courier New"/>
                <a:cs typeface="Courier New"/>
                <a:sym typeface="Courier New"/>
                <a:hlinkClick r:id="rId3">
                  <a:extLst>
                    <a:ext uri="{A12FA001-AC4F-418D-AE19-62706E023703}">
                      <ahyp:hlinkClr val="tx"/>
                    </a:ext>
                  </a:extLst>
                </a:hlinkClick>
              </a:rPr>
              <a:t>java.util.List</a:t>
            </a:r>
            <a:r>
              <a:rPr lang="en"/>
              <a:t> is the </a:t>
            </a:r>
            <a:r>
              <a:rPr b="1" i="1" lang="en">
                <a:solidFill>
                  <a:srgbClr val="FF0000"/>
                </a:solidFill>
              </a:rPr>
              <a:t>list</a:t>
            </a:r>
            <a:r>
              <a:rPr lang="en">
                <a:solidFill>
                  <a:srgbClr val="FF0000"/>
                </a:solidFill>
              </a:rPr>
              <a:t> </a:t>
            </a:r>
            <a:r>
              <a:rPr lang="en"/>
              <a:t>interface and defines methods for </a:t>
            </a:r>
            <a:r>
              <a:rPr b="1" i="1" lang="en">
                <a:solidFill>
                  <a:srgbClr val="FF0000"/>
                </a:solidFill>
              </a:rPr>
              <a:t>add</a:t>
            </a:r>
            <a:r>
              <a:rPr lang="en"/>
              <a:t>, </a:t>
            </a:r>
            <a:r>
              <a:rPr b="1" i="1" lang="en">
                <a:solidFill>
                  <a:srgbClr val="FF0000"/>
                </a:solidFill>
              </a:rPr>
              <a:t>get</a:t>
            </a:r>
            <a:r>
              <a:rPr lang="en"/>
              <a:t>, </a:t>
            </a:r>
            <a:r>
              <a:rPr b="1" i="1" lang="en">
                <a:solidFill>
                  <a:srgbClr val="FF0000"/>
                </a:solidFill>
              </a:rPr>
              <a:t>insert</a:t>
            </a:r>
            <a:r>
              <a:rPr lang="en"/>
              <a:t>, </a:t>
            </a:r>
            <a:r>
              <a:rPr b="1" i="1" lang="en">
                <a:solidFill>
                  <a:srgbClr val="FF0000"/>
                </a:solidFill>
              </a:rPr>
              <a:t>remove</a:t>
            </a:r>
            <a:r>
              <a:rPr lang="en"/>
              <a:t>, and </a:t>
            </a:r>
            <a:r>
              <a:rPr b="1" i="1" lang="en">
                <a:solidFill>
                  <a:srgbClr val="FF0000"/>
                </a:solidFill>
              </a:rPr>
              <a:t>iteration </a:t>
            </a:r>
            <a:r>
              <a:rPr lang="en"/>
              <a:t>as well as many others.</a:t>
            </a:r>
            <a:endParaRPr/>
          </a:p>
          <a:p>
            <a:pPr indent="-311150" lvl="0" marL="457200" rtl="0" algn="l">
              <a:lnSpc>
                <a:spcPct val="115000"/>
              </a:lnSpc>
              <a:spcBef>
                <a:spcPts val="1000"/>
              </a:spcBef>
              <a:spcAft>
                <a:spcPts val="0"/>
              </a:spcAft>
              <a:buSzPts val="1300"/>
              <a:buChar char="●"/>
            </a:pPr>
            <a:r>
              <a:rPr lang="en"/>
              <a:t>Not surprisingly, there are </a:t>
            </a:r>
            <a:r>
              <a:rPr b="1" i="1" lang="en">
                <a:solidFill>
                  <a:srgbClr val="FF0000"/>
                </a:solidFill>
              </a:rPr>
              <a:t>two</a:t>
            </a:r>
            <a:r>
              <a:rPr lang="en"/>
              <a:t> main implementations of </a:t>
            </a:r>
            <a:r>
              <a:rPr lang="en">
                <a:latin typeface="Courier New"/>
                <a:ea typeface="Courier New"/>
                <a:cs typeface="Courier New"/>
                <a:sym typeface="Courier New"/>
              </a:rPr>
              <a:t>List</a:t>
            </a:r>
            <a:r>
              <a:rPr lang="en"/>
              <a:t> that are commonly used.</a:t>
            </a:r>
            <a:endParaRPr/>
          </a:p>
          <a:p>
            <a:pPr indent="-298450" lvl="1" marL="914400" rtl="0" algn="l">
              <a:lnSpc>
                <a:spcPct val="115000"/>
              </a:lnSpc>
              <a:spcBef>
                <a:spcPts val="0"/>
              </a:spcBef>
              <a:spcAft>
                <a:spcPts val="0"/>
              </a:spcAft>
              <a:buSzPts val="1100"/>
              <a:buChar char="○"/>
            </a:pPr>
            <a:r>
              <a:rPr lang="en" u="sng">
                <a:solidFill>
                  <a:srgbClr val="4A86E8"/>
                </a:solidFill>
                <a:latin typeface="Courier New"/>
                <a:ea typeface="Courier New"/>
                <a:cs typeface="Courier New"/>
                <a:sym typeface="Courier New"/>
                <a:hlinkClick r:id="rId4">
                  <a:extLst>
                    <a:ext uri="{A12FA001-AC4F-418D-AE19-62706E023703}">
                      <ahyp:hlinkClr val="tx"/>
                    </a:ext>
                  </a:extLst>
                </a:hlinkClick>
              </a:rPr>
              <a:t>java.util.ArrayList</a:t>
            </a:r>
            <a:r>
              <a:rPr lang="en"/>
              <a:t> is </a:t>
            </a:r>
            <a:r>
              <a:rPr b="1" i="1" lang="en">
                <a:solidFill>
                  <a:srgbClr val="FF0000"/>
                </a:solidFill>
              </a:rPr>
              <a:t>array-based</a:t>
            </a:r>
            <a:r>
              <a:rPr lang="en"/>
              <a:t>.</a:t>
            </a:r>
            <a:endParaRPr/>
          </a:p>
          <a:p>
            <a:pPr indent="-298450" lvl="1" marL="914400" rtl="0" algn="l">
              <a:lnSpc>
                <a:spcPct val="115000"/>
              </a:lnSpc>
              <a:spcBef>
                <a:spcPts val="0"/>
              </a:spcBef>
              <a:spcAft>
                <a:spcPts val="0"/>
              </a:spcAft>
              <a:buSzPts val="1100"/>
              <a:buChar char="○"/>
            </a:pPr>
            <a:r>
              <a:rPr lang="en" u="sng">
                <a:solidFill>
                  <a:srgbClr val="4A86E8"/>
                </a:solidFill>
                <a:latin typeface="Courier New"/>
                <a:ea typeface="Courier New"/>
                <a:cs typeface="Courier New"/>
                <a:sym typeface="Courier New"/>
                <a:hlinkClick r:id="rId5">
                  <a:extLst>
                    <a:ext uri="{A12FA001-AC4F-418D-AE19-62706E023703}">
                      <ahyp:hlinkClr val="tx"/>
                    </a:ext>
                  </a:extLst>
                </a:hlinkClick>
              </a:rPr>
              <a:t>java.util.LinkedList</a:t>
            </a:r>
            <a:r>
              <a:rPr lang="en"/>
              <a:t> is </a:t>
            </a:r>
            <a:r>
              <a:rPr b="1" i="1" lang="en">
                <a:solidFill>
                  <a:srgbClr val="FF0000"/>
                </a:solidFill>
              </a:rPr>
              <a:t>node-based</a:t>
            </a:r>
            <a:r>
              <a:rPr lang="en"/>
              <a:t>.</a:t>
            </a:r>
            <a:endParaRPr/>
          </a:p>
          <a:p>
            <a:pPr indent="-311150" lvl="0" marL="457200" rtl="0" algn="l">
              <a:lnSpc>
                <a:spcPct val="115000"/>
              </a:lnSpc>
              <a:spcBef>
                <a:spcPts val="1000"/>
              </a:spcBef>
              <a:spcAft>
                <a:spcPts val="0"/>
              </a:spcAft>
              <a:buSzPts val="1300"/>
              <a:buChar char="●"/>
            </a:pPr>
            <a:r>
              <a:rPr lang="en" u="sng">
                <a:solidFill>
                  <a:srgbClr val="4A86E8"/>
                </a:solidFill>
                <a:latin typeface="Courier New"/>
                <a:ea typeface="Courier New"/>
                <a:cs typeface="Courier New"/>
                <a:sym typeface="Courier New"/>
                <a:hlinkClick r:id="rId6">
                  <a:extLst>
                    <a:ext uri="{A12FA001-AC4F-418D-AE19-62706E023703}">
                      <ahyp:hlinkClr val="tx"/>
                    </a:ext>
                  </a:extLst>
                </a:hlinkClick>
              </a:rPr>
              <a:t>java.util.Queue</a:t>
            </a:r>
            <a:r>
              <a:rPr lang="en"/>
              <a:t> is the </a:t>
            </a:r>
            <a:r>
              <a:rPr b="1" i="1" lang="en">
                <a:solidFill>
                  <a:srgbClr val="FF0000"/>
                </a:solidFill>
              </a:rPr>
              <a:t>queue</a:t>
            </a:r>
            <a:r>
              <a:rPr lang="en">
                <a:solidFill>
                  <a:srgbClr val="FF0000"/>
                </a:solidFill>
              </a:rPr>
              <a:t> </a:t>
            </a:r>
            <a:r>
              <a:rPr lang="en"/>
              <a:t>interface and is, oddly enough, implemented by </a:t>
            </a:r>
            <a:r>
              <a:rPr lang="en">
                <a:latin typeface="Courier New"/>
                <a:ea typeface="Courier New"/>
                <a:cs typeface="Courier New"/>
                <a:sym typeface="Courier New"/>
              </a:rPr>
              <a:t>LinkedList</a:t>
            </a:r>
            <a:r>
              <a:rPr lang="en"/>
              <a:t>.</a:t>
            </a:r>
            <a:endParaRPr/>
          </a:p>
          <a:p>
            <a:pPr indent="-298450" lvl="1" marL="914400" rtl="0" algn="l">
              <a:lnSpc>
                <a:spcPct val="115000"/>
              </a:lnSpc>
              <a:spcBef>
                <a:spcPts val="0"/>
              </a:spcBef>
              <a:spcAft>
                <a:spcPts val="0"/>
              </a:spcAft>
              <a:buSzPts val="1100"/>
              <a:buChar char="○"/>
            </a:pPr>
            <a:r>
              <a:rPr lang="en"/>
              <a:t>Java's version of </a:t>
            </a:r>
            <a:r>
              <a:rPr lang="en">
                <a:latin typeface="Courier New"/>
                <a:ea typeface="Courier New"/>
                <a:cs typeface="Courier New"/>
                <a:sym typeface="Courier New"/>
              </a:rPr>
              <a:t>Queue</a:t>
            </a:r>
            <a:r>
              <a:rPr lang="en"/>
              <a:t> is a little odd because it is </a:t>
            </a:r>
            <a:r>
              <a:rPr b="1" i="1" lang="en">
                <a:solidFill>
                  <a:srgbClr val="FF0000"/>
                </a:solidFill>
              </a:rPr>
              <a:t>iterable </a:t>
            </a:r>
            <a:r>
              <a:rPr lang="en"/>
              <a:t>and provides </a:t>
            </a:r>
            <a:r>
              <a:rPr b="1" i="1" lang="en">
                <a:solidFill>
                  <a:srgbClr val="FF0000"/>
                </a:solidFill>
              </a:rPr>
              <a:t>random access</a:t>
            </a:r>
            <a:r>
              <a:rPr lang="en"/>
              <a:t>.</a:t>
            </a:r>
            <a:endParaRPr/>
          </a:p>
          <a:p>
            <a:pPr indent="-298450" lvl="1" marL="914400" rtl="0" algn="l">
              <a:lnSpc>
                <a:spcPct val="115000"/>
              </a:lnSpc>
              <a:spcBef>
                <a:spcPts val="0"/>
              </a:spcBef>
              <a:spcAft>
                <a:spcPts val="0"/>
              </a:spcAft>
              <a:buSzPts val="1100"/>
              <a:buChar char="○"/>
            </a:pPr>
            <a:r>
              <a:rPr lang="en"/>
              <a:t>It also uses strange method names like </a:t>
            </a:r>
            <a:r>
              <a:rPr b="1" i="1" lang="en">
                <a:solidFill>
                  <a:srgbClr val="FF0000"/>
                </a:solidFill>
              </a:rPr>
              <a:t>"offer"</a:t>
            </a:r>
            <a:r>
              <a:rPr lang="en"/>
              <a:t> and </a:t>
            </a:r>
            <a:r>
              <a:rPr b="1" i="1" lang="en">
                <a:solidFill>
                  <a:srgbClr val="FF0000"/>
                </a:solidFill>
              </a:rPr>
              <a:t>"poll"</a:t>
            </a:r>
            <a:r>
              <a:rPr lang="en"/>
              <a:t> instead of "enqueue" and "dequeue."</a:t>
            </a:r>
            <a:endParaRPr/>
          </a:p>
          <a:p>
            <a:pPr indent="-311150" lvl="0" marL="457200" rtl="0" algn="l">
              <a:lnSpc>
                <a:spcPct val="115000"/>
              </a:lnSpc>
              <a:spcBef>
                <a:spcPts val="1000"/>
              </a:spcBef>
              <a:spcAft>
                <a:spcPts val="0"/>
              </a:spcAft>
              <a:buSzPts val="1300"/>
              <a:buChar char="●"/>
            </a:pPr>
            <a:r>
              <a:rPr lang="en" u="sng">
                <a:solidFill>
                  <a:srgbClr val="4A86E8"/>
                </a:solidFill>
                <a:latin typeface="Courier New"/>
                <a:ea typeface="Courier New"/>
                <a:cs typeface="Courier New"/>
                <a:sym typeface="Courier New"/>
                <a:hlinkClick r:id="rId7">
                  <a:extLst>
                    <a:ext uri="{A12FA001-AC4F-418D-AE19-62706E023703}">
                      <ahyp:hlinkClr val="tx"/>
                    </a:ext>
                  </a:extLst>
                </a:hlinkClick>
              </a:rPr>
              <a:t>java.util.Stack</a:t>
            </a:r>
            <a:r>
              <a:rPr lang="en"/>
              <a:t> is an implementation of a </a:t>
            </a:r>
            <a:r>
              <a:rPr b="1" i="1" lang="en">
                <a:solidFill>
                  <a:srgbClr val="FF0000"/>
                </a:solidFill>
              </a:rPr>
              <a:t>stack</a:t>
            </a:r>
            <a:r>
              <a:rPr lang="en"/>
              <a:t>.</a:t>
            </a:r>
            <a:endParaRPr/>
          </a:p>
          <a:p>
            <a:pPr indent="-298450" lvl="1" marL="914400" rtl="0" algn="l">
              <a:lnSpc>
                <a:spcPct val="115000"/>
              </a:lnSpc>
              <a:spcBef>
                <a:spcPts val="0"/>
              </a:spcBef>
              <a:spcAft>
                <a:spcPts val="0"/>
              </a:spcAft>
              <a:buSzPts val="1100"/>
              <a:buChar char="○"/>
            </a:pPr>
            <a:r>
              <a:rPr lang="en"/>
              <a:t>It is also a little odd because it </a:t>
            </a:r>
            <a:r>
              <a:rPr b="1" i="1" lang="en">
                <a:solidFill>
                  <a:srgbClr val="FF0000"/>
                </a:solidFill>
              </a:rPr>
              <a:t>iterates backwards</a:t>
            </a:r>
            <a:r>
              <a:rPr lang="en"/>
              <a:t> (from bottom to top) and provides random access.</a:t>
            </a:r>
            <a:endParaRPr/>
          </a:p>
        </p:txBody>
      </p:sp>
      <p:sp>
        <p:nvSpPr>
          <p:cNvPr id="1295" name="Google Shape;1295;p116"/>
          <p:cNvSpPr txBox="1"/>
          <p:nvPr>
            <p:ph idx="12" type="sldNum"/>
          </p:nvPr>
        </p:nvSpPr>
        <p:spPr>
          <a:xfrm>
            <a:off x="90458" y="4663217"/>
            <a:ext cx="548700" cy="3936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000"/>
              <a:buNone/>
            </a:pPr>
            <a:fld id="{00000000-1234-1234-1234-123412341234}" type="slidenum">
              <a:rPr lang="en"/>
              <a:t>‹#›</a:t>
            </a:fld>
            <a:endParaRPr/>
          </a:p>
        </p:txBody>
      </p:sp>
      <p:sp>
        <p:nvSpPr>
          <p:cNvPr id="1296" name="Google Shape;1296;p116"/>
          <p:cNvSpPr txBox="1"/>
          <p:nvPr>
            <p:ph idx="3" type="body"/>
          </p:nvPr>
        </p:nvSpPr>
        <p:spPr>
          <a:xfrm>
            <a:off x="5192225" y="3183125"/>
            <a:ext cx="3706500" cy="700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200"/>
              <a:buNone/>
            </a:pPr>
            <a:r>
              <a:rPr lang="en"/>
              <a:t>Unless otherwise instructed, you may feel free to use </a:t>
            </a:r>
            <a:r>
              <a:rPr b="1" i="1" lang="en">
                <a:solidFill>
                  <a:srgbClr val="FF0000"/>
                </a:solidFill>
              </a:rPr>
              <a:t>any </a:t>
            </a:r>
            <a:r>
              <a:rPr lang="en"/>
              <a:t>of the JCF interfaces or implementations </a:t>
            </a:r>
            <a:r>
              <a:rPr b="1" i="1" lang="en">
                <a:solidFill>
                  <a:srgbClr val="FF0000"/>
                </a:solidFill>
              </a:rPr>
              <a:t>here</a:t>
            </a:r>
            <a:r>
              <a:rPr lang="en"/>
              <a:t>, e.g. on your homework or practical exams.</a:t>
            </a:r>
            <a:endParaRPr/>
          </a:p>
        </p:txBody>
      </p:sp>
      <p:pic>
        <p:nvPicPr>
          <p:cNvPr id="1297" name="Google Shape;1297;p116"/>
          <p:cNvPicPr preferRelativeResize="0"/>
          <p:nvPr/>
        </p:nvPicPr>
        <p:blipFill rotWithShape="1">
          <a:blip r:embed="rId8">
            <a:alphaModFix/>
          </a:blip>
          <a:srcRect b="0" l="0" r="0" t="0"/>
          <a:stretch/>
        </p:blipFill>
        <p:spPr>
          <a:xfrm>
            <a:off x="7822278" y="991850"/>
            <a:ext cx="924050" cy="1938899"/>
          </a:xfrm>
          <a:prstGeom prst="rect">
            <a:avLst/>
          </a:prstGeom>
          <a:noFill/>
          <a:ln>
            <a:noFill/>
          </a:ln>
        </p:spPr>
      </p:pic>
      <p:sp>
        <p:nvSpPr>
          <p:cNvPr id="1298" name="Google Shape;1298;p116"/>
          <p:cNvSpPr/>
          <p:nvPr/>
        </p:nvSpPr>
        <p:spPr>
          <a:xfrm>
            <a:off x="5268425" y="1034475"/>
            <a:ext cx="2243700" cy="1203300"/>
          </a:xfrm>
          <a:prstGeom prst="wedgeRoundRectCallout">
            <a:avLst>
              <a:gd fmla="val 65317" name="adj1"/>
              <a:gd fmla="val -9915" name="adj2"/>
              <a:gd fmla="val 0" name="adj3"/>
            </a:avLst>
          </a:prstGeom>
          <a:solidFill>
            <a:srgbClr val="FFFFFF"/>
          </a:solidFill>
          <a:ln cap="flat" cmpd="sng" w="19050">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I see! It is important for me to understand </a:t>
            </a:r>
            <a:r>
              <a:rPr b="1" i="1" lang="en" sz="1200" u="none" cap="none" strike="noStrike">
                <a:solidFill>
                  <a:srgbClr val="FF0000"/>
                </a:solidFill>
                <a:latin typeface="Arial"/>
                <a:ea typeface="Arial"/>
                <a:cs typeface="Arial"/>
                <a:sym typeface="Arial"/>
              </a:rPr>
              <a:t>what</a:t>
            </a:r>
            <a:r>
              <a:rPr b="0" i="0" lang="en" sz="1200" u="none" cap="none" strike="noStrike">
                <a:solidFill>
                  <a:srgbClr val="FF0000"/>
                </a:solidFill>
                <a:latin typeface="Arial"/>
                <a:ea typeface="Arial"/>
                <a:cs typeface="Arial"/>
                <a:sym typeface="Arial"/>
              </a:rPr>
              <a:t> </a:t>
            </a:r>
            <a:r>
              <a:rPr b="0" i="0" lang="en" sz="1200" u="none" cap="none" strike="noStrike">
                <a:solidFill>
                  <a:srgbClr val="000000"/>
                </a:solidFill>
                <a:latin typeface="Arial"/>
                <a:ea typeface="Arial"/>
                <a:cs typeface="Arial"/>
                <a:sym typeface="Arial"/>
              </a:rPr>
              <a:t>a data structure does and </a:t>
            </a:r>
            <a:r>
              <a:rPr b="1" i="1" lang="en" sz="1200" u="none" cap="none" strike="noStrike">
                <a:solidFill>
                  <a:srgbClr val="FF0000"/>
                </a:solidFill>
                <a:latin typeface="Arial"/>
                <a:ea typeface="Arial"/>
                <a:cs typeface="Arial"/>
                <a:sym typeface="Arial"/>
              </a:rPr>
              <a:t>how</a:t>
            </a:r>
            <a:r>
              <a:rPr b="0" i="0" lang="en" sz="1200" u="none" cap="none" strike="noStrike">
                <a:solidFill>
                  <a:srgbClr val="FF0000"/>
                </a:solidFill>
                <a:latin typeface="Arial"/>
                <a:ea typeface="Arial"/>
                <a:cs typeface="Arial"/>
                <a:sym typeface="Arial"/>
              </a:rPr>
              <a:t> </a:t>
            </a:r>
            <a:r>
              <a:rPr b="0" i="0" lang="en" sz="1200" u="none" cap="none" strike="noStrike">
                <a:solidFill>
                  <a:srgbClr val="000000"/>
                </a:solidFill>
                <a:latin typeface="Arial"/>
                <a:ea typeface="Arial"/>
                <a:cs typeface="Arial"/>
                <a:sym typeface="Arial"/>
              </a:rPr>
              <a:t>it does it </a:t>
            </a:r>
            <a:r>
              <a:rPr b="1" i="1" lang="en" sz="1200" u="none" cap="none" strike="noStrike">
                <a:solidFill>
                  <a:srgbClr val="FF0000"/>
                </a:solidFill>
                <a:latin typeface="Arial"/>
                <a:ea typeface="Arial"/>
                <a:cs typeface="Arial"/>
                <a:sym typeface="Arial"/>
              </a:rPr>
              <a:t>before </a:t>
            </a:r>
            <a:r>
              <a:rPr b="0" i="0" lang="en" sz="1200" u="none" cap="none" strike="noStrike">
                <a:solidFill>
                  <a:srgbClr val="000000"/>
                </a:solidFill>
                <a:latin typeface="Arial"/>
                <a:ea typeface="Arial"/>
                <a:cs typeface="Arial"/>
                <a:sym typeface="Arial"/>
              </a:rPr>
              <a:t>I use the implementation provided by Java in my code.</a:t>
            </a:r>
            <a:endParaRPr b="0" i="0" sz="1200" u="none" cap="none" strike="noStrike">
              <a:solidFill>
                <a:srgbClr val="000000"/>
              </a:solidFill>
              <a:latin typeface="Arial"/>
              <a:ea typeface="Arial"/>
              <a:cs typeface="Arial"/>
              <a:sym typeface="Arial"/>
            </a:endParaRPr>
          </a:p>
        </p:txBody>
      </p:sp>
      <p:sp>
        <p:nvSpPr>
          <p:cNvPr id="1299" name="Google Shape;1299;p116"/>
          <p:cNvSpPr txBox="1"/>
          <p:nvPr>
            <p:ph idx="3" type="body"/>
          </p:nvPr>
        </p:nvSpPr>
        <p:spPr>
          <a:xfrm>
            <a:off x="5192225" y="4021325"/>
            <a:ext cx="3706500" cy="700500"/>
          </a:xfrm>
          <a:prstGeom prst="rect">
            <a:avLst/>
          </a:prstGeom>
          <a:solidFill>
            <a:srgbClr val="FFF2CC"/>
          </a:solidFill>
          <a:ln cap="flat" cmpd="sng" w="19050">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200"/>
              <a:buNone/>
            </a:pPr>
            <a:r>
              <a:rPr lang="en"/>
              <a:t>As we continue to explore additional data structures in the coming units, this list will </a:t>
            </a:r>
            <a:r>
              <a:rPr b="1" i="1" lang="en">
                <a:solidFill>
                  <a:srgbClr val="FF0000"/>
                </a:solidFill>
              </a:rPr>
              <a:t>gradually grow</a:t>
            </a:r>
            <a:r>
              <a:rPr lang="en">
                <a:solidFill>
                  <a:srgbClr val="FF0000"/>
                </a:solidFill>
              </a:rPr>
              <a:t> </a:t>
            </a:r>
            <a:r>
              <a:rPr lang="en"/>
              <a:t>to include the entire JCF.</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4">
                                            <p:txEl>
                                              <p:pRg end="0" st="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4">
                                            <p:txEl>
                                              <p:pRg end="1" st="1"/>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4">
                                            <p:txEl>
                                              <p:pRg end="2" st="2"/>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4">
                                            <p:txEl>
                                              <p:pRg end="3" st="3"/>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4">
                                            <p:txEl>
                                              <p:pRg end="4" st="4"/>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4">
                                            <p:txEl>
                                              <p:pRg end="5" st="5"/>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4">
                                            <p:txEl>
                                              <p:pRg end="6" st="6"/>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4">
                                            <p:txEl>
                                              <p:pRg end="7" st="7"/>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4">
                                            <p:txEl>
                                              <p:pRg end="8" st="8"/>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4">
                                            <p:txEl>
                                              <p:pRg end="9" st="9"/>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294">
                                            <p:txEl>
                                              <p:pRg end="10" st="10"/>
                                            </p:txEl>
                                          </p:spTgt>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7"/>
                                        </p:tgtEl>
                                        <p:attrNameLst>
                                          <p:attrName>style.visibility</p:attrName>
                                        </p:attrNameLst>
                                      </p:cBhvr>
                                      <p:to>
                                        <p:strVal val="visible"/>
                                      </p:to>
                                    </p:set>
                                    <p:animEffect filter="fade" transition="in">
                                      <p:cBhvr>
                                        <p:cTn dur="1000"/>
                                        <p:tgtEl>
                                          <p:spTgt spid="1297"/>
                                        </p:tgtEl>
                                      </p:cBhvr>
                                    </p:animEffect>
                                  </p:childTnLst>
                                </p:cTn>
                              </p:par>
                            </p:childTnLst>
                          </p:cTn>
                        </p:par>
                        <p:par>
                          <p:cTn fill="hold">
                            <p:stCondLst>
                              <p:cond delay="1000"/>
                            </p:stCondLst>
                            <p:childTnLst>
                              <p:par>
                                <p:cTn fill="hold" nodeType="afterEffect" presetClass="entr" presetID="10" presetSubtype="0">
                                  <p:stCondLst>
                                    <p:cond delay="0"/>
                                  </p:stCondLst>
                                  <p:childTnLst>
                                    <p:set>
                                      <p:cBhvr>
                                        <p:cTn dur="1" fill="hold">
                                          <p:stCondLst>
                                            <p:cond delay="0"/>
                                          </p:stCondLst>
                                        </p:cTn>
                                        <p:tgtEl>
                                          <p:spTgt spid="1298"/>
                                        </p:tgtEl>
                                        <p:attrNameLst>
                                          <p:attrName>style.visibility</p:attrName>
                                        </p:attrNameLst>
                                      </p:cBhvr>
                                      <p:to>
                                        <p:strVal val="visible"/>
                                      </p:to>
                                    </p:set>
                                    <p:animEffect filter="fade" transition="in">
                                      <p:cBhvr>
                                        <p:cTn dur="1000"/>
                                        <p:tgtEl>
                                          <p:spTgt spid="1298"/>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6"/>
                                        </p:tgtEl>
                                        <p:attrNameLst>
                                          <p:attrName>style.visibility</p:attrName>
                                        </p:attrNameLst>
                                      </p:cBhvr>
                                      <p:to>
                                        <p:strVal val="visible"/>
                                      </p:to>
                                    </p:set>
                                    <p:animEffect filter="fade" transition="in">
                                      <p:cBhvr>
                                        <p:cTn dur="1000"/>
                                        <p:tgtEl>
                                          <p:spTgt spid="1296"/>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1299"/>
                                        </p:tgtEl>
                                        <p:attrNameLst>
                                          <p:attrName>style.visibility</p:attrName>
                                        </p:attrNameLst>
                                      </p:cBhvr>
                                      <p:to>
                                        <p:strVal val="visible"/>
                                      </p:to>
                                    </p:set>
                                    <p:animEffect filter="fade" transition="in">
                                      <p:cBhvr>
                                        <p:cTn dur="1000"/>
                                        <p:tgtEl>
                                          <p:spTgt spid="129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3" name="Shape 1303"/>
        <p:cNvGrpSpPr/>
        <p:nvPr/>
      </p:nvGrpSpPr>
      <p:grpSpPr>
        <a:xfrm>
          <a:off x="0" y="0"/>
          <a:ext cx="0" cy="0"/>
          <a:chOff x="0" y="0"/>
          <a:chExt cx="0" cy="0"/>
        </a:xfrm>
      </p:grpSpPr>
      <p:sp>
        <p:nvSpPr>
          <p:cNvPr id="1304" name="Google Shape;1304;p117"/>
          <p:cNvSpPr txBox="1"/>
          <p:nvPr>
            <p:ph type="title"/>
          </p:nvPr>
        </p:nvSpPr>
        <p:spPr>
          <a:xfrm>
            <a:off x="311725" y="500925"/>
            <a:ext cx="8520600" cy="6237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2800"/>
              <a:buNone/>
            </a:pPr>
            <a:r>
              <a:rPr lang="en"/>
              <a:t>An </a:t>
            </a:r>
            <a:r>
              <a:rPr i="1" lang="en"/>
              <a:t>Incomplete</a:t>
            </a:r>
            <a:r>
              <a:rPr lang="en"/>
              <a:t> JCF Class Hierarchy</a:t>
            </a:r>
            <a:endParaRPr/>
          </a:p>
        </p:txBody>
      </p:sp>
      <p:sp>
        <p:nvSpPr>
          <p:cNvPr id="1305" name="Google Shape;1305;p1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
        <p:nvSpPr>
          <p:cNvPr id="1306" name="Google Shape;1306;p117"/>
          <p:cNvSpPr txBox="1"/>
          <p:nvPr/>
        </p:nvSpPr>
        <p:spPr>
          <a:xfrm>
            <a:off x="335550" y="1349250"/>
            <a:ext cx="1437900" cy="393600"/>
          </a:xfrm>
          <a:prstGeom prst="rect">
            <a:avLst/>
          </a:prstGeom>
          <a:noFill/>
          <a:ln cap="flat" cmpd="sng" w="9525">
            <a:solidFill>
              <a:srgbClr val="98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1" lang="en" sz="1400" u="none" cap="none" strike="noStrike">
                <a:solidFill>
                  <a:srgbClr val="6AA84F"/>
                </a:solidFill>
                <a:latin typeface="Open Sans"/>
                <a:ea typeface="Open Sans"/>
                <a:cs typeface="Open Sans"/>
                <a:sym typeface="Open Sans"/>
              </a:rPr>
              <a:t>Iterable</a:t>
            </a:r>
            <a:endParaRPr b="1" i="1" sz="1400" u="none" cap="none" strike="noStrike">
              <a:solidFill>
                <a:srgbClr val="6AA84F"/>
              </a:solidFill>
              <a:latin typeface="Open Sans"/>
              <a:ea typeface="Open Sans"/>
              <a:cs typeface="Open Sans"/>
              <a:sym typeface="Open Sans"/>
            </a:endParaRPr>
          </a:p>
        </p:txBody>
      </p:sp>
      <p:sp>
        <p:nvSpPr>
          <p:cNvPr id="1307" name="Google Shape;1307;p117"/>
          <p:cNvSpPr txBox="1"/>
          <p:nvPr/>
        </p:nvSpPr>
        <p:spPr>
          <a:xfrm>
            <a:off x="335550" y="2096700"/>
            <a:ext cx="1437900" cy="393600"/>
          </a:xfrm>
          <a:prstGeom prst="rect">
            <a:avLst/>
          </a:prstGeom>
          <a:noFill/>
          <a:ln cap="flat" cmpd="sng" w="9525">
            <a:solidFill>
              <a:srgbClr val="98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Open Sans"/>
                <a:ea typeface="Open Sans"/>
                <a:cs typeface="Open Sans"/>
                <a:sym typeface="Open Sans"/>
              </a:rPr>
              <a:t>Collection</a:t>
            </a:r>
            <a:endParaRPr b="0" i="1" sz="1400" u="none" cap="none" strike="noStrike">
              <a:solidFill>
                <a:srgbClr val="000000"/>
              </a:solidFill>
              <a:latin typeface="Open Sans"/>
              <a:ea typeface="Open Sans"/>
              <a:cs typeface="Open Sans"/>
              <a:sym typeface="Open Sans"/>
            </a:endParaRPr>
          </a:p>
        </p:txBody>
      </p:sp>
      <p:sp>
        <p:nvSpPr>
          <p:cNvPr id="1308" name="Google Shape;1308;p117"/>
          <p:cNvSpPr txBox="1"/>
          <p:nvPr/>
        </p:nvSpPr>
        <p:spPr>
          <a:xfrm>
            <a:off x="2212950" y="1349250"/>
            <a:ext cx="1437900" cy="393600"/>
          </a:xfrm>
          <a:prstGeom prst="rect">
            <a:avLst/>
          </a:prstGeom>
          <a:noFill/>
          <a:ln cap="flat" cmpd="sng" w="9525">
            <a:solidFill>
              <a:srgbClr val="98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1" lang="en" sz="1400" u="none" cap="none" strike="noStrike">
                <a:solidFill>
                  <a:srgbClr val="6AA84F"/>
                </a:solidFill>
                <a:latin typeface="Open Sans"/>
                <a:ea typeface="Open Sans"/>
                <a:cs typeface="Open Sans"/>
                <a:sym typeface="Open Sans"/>
              </a:rPr>
              <a:t>Queue</a:t>
            </a:r>
            <a:endParaRPr b="1" i="1" sz="1400" u="none" cap="none" strike="noStrike">
              <a:solidFill>
                <a:srgbClr val="6AA84F"/>
              </a:solidFill>
              <a:latin typeface="Open Sans"/>
              <a:ea typeface="Open Sans"/>
              <a:cs typeface="Open Sans"/>
              <a:sym typeface="Open Sans"/>
            </a:endParaRPr>
          </a:p>
        </p:txBody>
      </p:sp>
      <p:sp>
        <p:nvSpPr>
          <p:cNvPr id="1309" name="Google Shape;1309;p117"/>
          <p:cNvSpPr txBox="1"/>
          <p:nvPr/>
        </p:nvSpPr>
        <p:spPr>
          <a:xfrm>
            <a:off x="2212950" y="2098288"/>
            <a:ext cx="1437900" cy="393600"/>
          </a:xfrm>
          <a:prstGeom prst="rect">
            <a:avLst/>
          </a:prstGeom>
          <a:noFill/>
          <a:ln cap="flat" cmpd="sng" w="9525">
            <a:solidFill>
              <a:srgbClr val="98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1" lang="en" sz="1400" u="none" cap="none" strike="noStrike">
                <a:solidFill>
                  <a:srgbClr val="6AA84F"/>
                </a:solidFill>
                <a:latin typeface="Open Sans"/>
                <a:ea typeface="Open Sans"/>
                <a:cs typeface="Open Sans"/>
                <a:sym typeface="Open Sans"/>
              </a:rPr>
              <a:t>List</a:t>
            </a:r>
            <a:endParaRPr b="1" i="1" sz="1400" u="none" cap="none" strike="noStrike">
              <a:solidFill>
                <a:srgbClr val="6AA84F"/>
              </a:solidFill>
              <a:latin typeface="Open Sans"/>
              <a:ea typeface="Open Sans"/>
              <a:cs typeface="Open Sans"/>
              <a:sym typeface="Open Sans"/>
            </a:endParaRPr>
          </a:p>
        </p:txBody>
      </p:sp>
      <p:sp>
        <p:nvSpPr>
          <p:cNvPr id="1310" name="Google Shape;1310;p117"/>
          <p:cNvSpPr txBox="1"/>
          <p:nvPr/>
        </p:nvSpPr>
        <p:spPr>
          <a:xfrm>
            <a:off x="2212950" y="3837950"/>
            <a:ext cx="1437900" cy="393600"/>
          </a:xfrm>
          <a:prstGeom prst="rect">
            <a:avLst/>
          </a:prstGeom>
          <a:noFill/>
          <a:ln cap="flat" cmpd="sng" w="9525">
            <a:solidFill>
              <a:srgbClr val="98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Open Sans"/>
                <a:ea typeface="Open Sans"/>
                <a:cs typeface="Open Sans"/>
                <a:sym typeface="Open Sans"/>
              </a:rPr>
              <a:t>Set</a:t>
            </a:r>
            <a:endParaRPr b="0" i="1" sz="1400" u="none" cap="none" strike="noStrike">
              <a:solidFill>
                <a:srgbClr val="000000"/>
              </a:solidFill>
              <a:latin typeface="Open Sans"/>
              <a:ea typeface="Open Sans"/>
              <a:cs typeface="Open Sans"/>
              <a:sym typeface="Open Sans"/>
            </a:endParaRPr>
          </a:p>
        </p:txBody>
      </p:sp>
      <p:sp>
        <p:nvSpPr>
          <p:cNvPr id="1311" name="Google Shape;1311;p117"/>
          <p:cNvSpPr txBox="1"/>
          <p:nvPr/>
        </p:nvSpPr>
        <p:spPr>
          <a:xfrm>
            <a:off x="4109700" y="1349250"/>
            <a:ext cx="1437900" cy="393600"/>
          </a:xfrm>
          <a:prstGeom prst="rect">
            <a:avLst/>
          </a:prstGeom>
          <a:noFill/>
          <a:ln cap="flat" cmpd="sng" w="9525">
            <a:solidFill>
              <a:srgbClr val="98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Open Sans"/>
                <a:ea typeface="Open Sans"/>
                <a:cs typeface="Open Sans"/>
                <a:sym typeface="Open Sans"/>
              </a:rPr>
              <a:t>Deque</a:t>
            </a:r>
            <a:endParaRPr b="0" i="1" sz="1400" u="none" cap="none" strike="noStrike">
              <a:solidFill>
                <a:srgbClr val="000000"/>
              </a:solidFill>
              <a:latin typeface="Open Sans"/>
              <a:ea typeface="Open Sans"/>
              <a:cs typeface="Open Sans"/>
              <a:sym typeface="Open Sans"/>
            </a:endParaRPr>
          </a:p>
        </p:txBody>
      </p:sp>
      <p:sp>
        <p:nvSpPr>
          <p:cNvPr id="1312" name="Google Shape;1312;p117"/>
          <p:cNvSpPr txBox="1"/>
          <p:nvPr/>
        </p:nvSpPr>
        <p:spPr>
          <a:xfrm>
            <a:off x="4109700" y="3837950"/>
            <a:ext cx="1437900" cy="393600"/>
          </a:xfrm>
          <a:prstGeom prst="rect">
            <a:avLst/>
          </a:prstGeom>
          <a:noFill/>
          <a:ln cap="flat" cmpd="sng" w="19050">
            <a:solidFill>
              <a:srgbClr val="4A86E8"/>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HashSet</a:t>
            </a:r>
            <a:endParaRPr b="0" i="0" sz="1400" u="none" cap="none" strike="noStrike">
              <a:solidFill>
                <a:srgbClr val="000000"/>
              </a:solidFill>
              <a:latin typeface="Open Sans"/>
              <a:ea typeface="Open Sans"/>
              <a:cs typeface="Open Sans"/>
              <a:sym typeface="Open Sans"/>
            </a:endParaRPr>
          </a:p>
        </p:txBody>
      </p:sp>
      <p:sp>
        <p:nvSpPr>
          <p:cNvPr id="1313" name="Google Shape;1313;p117"/>
          <p:cNvSpPr txBox="1"/>
          <p:nvPr/>
        </p:nvSpPr>
        <p:spPr>
          <a:xfrm>
            <a:off x="6006450" y="1349250"/>
            <a:ext cx="1437900" cy="393600"/>
          </a:xfrm>
          <a:prstGeom prst="rect">
            <a:avLst/>
          </a:prstGeom>
          <a:noFill/>
          <a:ln cap="flat" cmpd="sng" w="19050">
            <a:solidFill>
              <a:srgbClr val="4A86E8"/>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Open Sans"/>
                <a:ea typeface="Open Sans"/>
                <a:cs typeface="Open Sans"/>
                <a:sym typeface="Open Sans"/>
              </a:rPr>
              <a:t>ArrayDeque</a:t>
            </a:r>
            <a:endParaRPr b="1" i="0" sz="1400" u="none" cap="none" strike="noStrike">
              <a:solidFill>
                <a:srgbClr val="000000"/>
              </a:solidFill>
              <a:latin typeface="Open Sans"/>
              <a:ea typeface="Open Sans"/>
              <a:cs typeface="Open Sans"/>
              <a:sym typeface="Open Sans"/>
            </a:endParaRPr>
          </a:p>
        </p:txBody>
      </p:sp>
      <p:sp>
        <p:nvSpPr>
          <p:cNvPr id="1314" name="Google Shape;1314;p117"/>
          <p:cNvSpPr txBox="1"/>
          <p:nvPr/>
        </p:nvSpPr>
        <p:spPr>
          <a:xfrm>
            <a:off x="4109700" y="2098300"/>
            <a:ext cx="1437900" cy="393600"/>
          </a:xfrm>
          <a:prstGeom prst="rect">
            <a:avLst/>
          </a:prstGeom>
          <a:noFill/>
          <a:ln cap="flat" cmpd="sng" w="19050">
            <a:solidFill>
              <a:srgbClr val="4A86E8"/>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Open Sans"/>
                <a:ea typeface="Open Sans"/>
                <a:cs typeface="Open Sans"/>
                <a:sym typeface="Open Sans"/>
              </a:rPr>
              <a:t>LinkedList</a:t>
            </a:r>
            <a:endParaRPr b="1" i="0" sz="1400" u="none" cap="none" strike="noStrike">
              <a:solidFill>
                <a:srgbClr val="6AA84F"/>
              </a:solidFill>
              <a:latin typeface="Open Sans"/>
              <a:ea typeface="Open Sans"/>
              <a:cs typeface="Open Sans"/>
              <a:sym typeface="Open Sans"/>
            </a:endParaRPr>
          </a:p>
        </p:txBody>
      </p:sp>
      <p:sp>
        <p:nvSpPr>
          <p:cNvPr id="1315" name="Google Shape;1315;p117"/>
          <p:cNvSpPr txBox="1"/>
          <p:nvPr/>
        </p:nvSpPr>
        <p:spPr>
          <a:xfrm>
            <a:off x="4109700" y="2582459"/>
            <a:ext cx="1437900" cy="393600"/>
          </a:xfrm>
          <a:prstGeom prst="rect">
            <a:avLst/>
          </a:prstGeom>
          <a:noFill/>
          <a:ln cap="flat" cmpd="sng" w="19050">
            <a:solidFill>
              <a:srgbClr val="4A86E8"/>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Open Sans"/>
                <a:ea typeface="Open Sans"/>
                <a:cs typeface="Open Sans"/>
                <a:sym typeface="Open Sans"/>
              </a:rPr>
              <a:t>ArrayList</a:t>
            </a:r>
            <a:endParaRPr b="1" i="0" sz="1400" u="none" cap="none" strike="noStrike">
              <a:solidFill>
                <a:srgbClr val="6AA84F"/>
              </a:solidFill>
              <a:latin typeface="Open Sans"/>
              <a:ea typeface="Open Sans"/>
              <a:cs typeface="Open Sans"/>
              <a:sym typeface="Open Sans"/>
            </a:endParaRPr>
          </a:p>
        </p:txBody>
      </p:sp>
      <p:sp>
        <p:nvSpPr>
          <p:cNvPr id="1316" name="Google Shape;1316;p117"/>
          <p:cNvSpPr txBox="1"/>
          <p:nvPr/>
        </p:nvSpPr>
        <p:spPr>
          <a:xfrm>
            <a:off x="2212950" y="4650625"/>
            <a:ext cx="1437900" cy="393600"/>
          </a:xfrm>
          <a:prstGeom prst="rect">
            <a:avLst/>
          </a:prstGeom>
          <a:noFill/>
          <a:ln cap="flat" cmpd="sng" w="9525">
            <a:solidFill>
              <a:srgbClr val="98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Open Sans"/>
                <a:ea typeface="Open Sans"/>
                <a:cs typeface="Open Sans"/>
                <a:sym typeface="Open Sans"/>
              </a:rPr>
              <a:t>SortedSet</a:t>
            </a:r>
            <a:endParaRPr b="0" i="1" sz="1400" u="none" cap="none" strike="noStrike">
              <a:solidFill>
                <a:srgbClr val="000000"/>
              </a:solidFill>
              <a:latin typeface="Open Sans"/>
              <a:ea typeface="Open Sans"/>
              <a:cs typeface="Open Sans"/>
              <a:sym typeface="Open Sans"/>
            </a:endParaRPr>
          </a:p>
        </p:txBody>
      </p:sp>
      <p:sp>
        <p:nvSpPr>
          <p:cNvPr id="1317" name="Google Shape;1317;p117"/>
          <p:cNvSpPr txBox="1"/>
          <p:nvPr/>
        </p:nvSpPr>
        <p:spPr>
          <a:xfrm>
            <a:off x="4109700" y="4650625"/>
            <a:ext cx="1437900" cy="393600"/>
          </a:xfrm>
          <a:prstGeom prst="rect">
            <a:avLst/>
          </a:prstGeom>
          <a:noFill/>
          <a:ln cap="flat" cmpd="sng" w="9525">
            <a:solidFill>
              <a:srgbClr val="98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Open Sans"/>
                <a:ea typeface="Open Sans"/>
                <a:cs typeface="Open Sans"/>
                <a:sym typeface="Open Sans"/>
              </a:rPr>
              <a:t>NavigableSet</a:t>
            </a:r>
            <a:endParaRPr b="0" i="1" sz="1400" u="none" cap="none" strike="noStrike">
              <a:solidFill>
                <a:srgbClr val="000000"/>
              </a:solidFill>
              <a:latin typeface="Open Sans"/>
              <a:ea typeface="Open Sans"/>
              <a:cs typeface="Open Sans"/>
              <a:sym typeface="Open Sans"/>
            </a:endParaRPr>
          </a:p>
        </p:txBody>
      </p:sp>
      <p:sp>
        <p:nvSpPr>
          <p:cNvPr id="1318" name="Google Shape;1318;p117"/>
          <p:cNvSpPr txBox="1"/>
          <p:nvPr/>
        </p:nvSpPr>
        <p:spPr>
          <a:xfrm>
            <a:off x="6006450" y="4650625"/>
            <a:ext cx="1437900" cy="393600"/>
          </a:xfrm>
          <a:prstGeom prst="rect">
            <a:avLst/>
          </a:prstGeom>
          <a:noFill/>
          <a:ln cap="flat" cmpd="sng" w="19050">
            <a:solidFill>
              <a:srgbClr val="4A86E8"/>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TreeSet</a:t>
            </a:r>
            <a:endParaRPr b="0" i="0" sz="1400" u="none" cap="none" strike="noStrike">
              <a:solidFill>
                <a:srgbClr val="000000"/>
              </a:solidFill>
              <a:latin typeface="Open Sans"/>
              <a:ea typeface="Open Sans"/>
              <a:cs typeface="Open Sans"/>
              <a:sym typeface="Open Sans"/>
            </a:endParaRPr>
          </a:p>
        </p:txBody>
      </p:sp>
      <p:cxnSp>
        <p:nvCxnSpPr>
          <p:cNvPr id="1319" name="Google Shape;1319;p117"/>
          <p:cNvCxnSpPr>
            <a:stCxn id="1307" idx="0"/>
            <a:endCxn id="1306" idx="2"/>
          </p:cNvCxnSpPr>
          <p:nvPr/>
        </p:nvCxnSpPr>
        <p:spPr>
          <a:xfrm rot="10800000">
            <a:off x="1054500" y="1743000"/>
            <a:ext cx="0" cy="353700"/>
          </a:xfrm>
          <a:prstGeom prst="straightConnector1">
            <a:avLst/>
          </a:prstGeom>
          <a:noFill/>
          <a:ln cap="flat" cmpd="sng" w="9525">
            <a:solidFill>
              <a:srgbClr val="000000"/>
            </a:solidFill>
            <a:prstDash val="solid"/>
            <a:round/>
            <a:headEnd len="sm" w="sm" type="none"/>
            <a:tailEnd len="med" w="med" type="triangle"/>
          </a:ln>
        </p:spPr>
      </p:cxnSp>
      <p:cxnSp>
        <p:nvCxnSpPr>
          <p:cNvPr id="1320" name="Google Shape;1320;p117"/>
          <p:cNvCxnSpPr>
            <a:stCxn id="1308" idx="1"/>
            <a:endCxn id="1307" idx="3"/>
          </p:cNvCxnSpPr>
          <p:nvPr/>
        </p:nvCxnSpPr>
        <p:spPr>
          <a:xfrm flipH="1">
            <a:off x="1773450" y="1546050"/>
            <a:ext cx="439500" cy="747600"/>
          </a:xfrm>
          <a:prstGeom prst="bentConnector3">
            <a:avLst>
              <a:gd fmla="val 50000" name="adj1"/>
            </a:avLst>
          </a:prstGeom>
          <a:noFill/>
          <a:ln cap="flat" cmpd="sng" w="9525">
            <a:solidFill>
              <a:srgbClr val="000000"/>
            </a:solidFill>
            <a:prstDash val="solid"/>
            <a:round/>
            <a:headEnd len="sm" w="sm" type="none"/>
            <a:tailEnd len="med" w="med" type="triangle"/>
          </a:ln>
        </p:spPr>
      </p:cxnSp>
      <p:cxnSp>
        <p:nvCxnSpPr>
          <p:cNvPr id="1321" name="Google Shape;1321;p117"/>
          <p:cNvCxnSpPr>
            <a:stCxn id="1309" idx="1"/>
            <a:endCxn id="1307" idx="3"/>
          </p:cNvCxnSpPr>
          <p:nvPr/>
        </p:nvCxnSpPr>
        <p:spPr>
          <a:xfrm rot="10800000">
            <a:off x="1773450" y="2293588"/>
            <a:ext cx="439500" cy="1500"/>
          </a:xfrm>
          <a:prstGeom prst="bentConnector3">
            <a:avLst>
              <a:gd fmla="val 50000" name="adj1"/>
            </a:avLst>
          </a:prstGeom>
          <a:noFill/>
          <a:ln cap="flat" cmpd="sng" w="9525">
            <a:solidFill>
              <a:srgbClr val="000000"/>
            </a:solidFill>
            <a:prstDash val="solid"/>
            <a:round/>
            <a:headEnd len="sm" w="sm" type="none"/>
            <a:tailEnd len="med" w="med" type="triangle"/>
          </a:ln>
        </p:spPr>
      </p:cxnSp>
      <p:cxnSp>
        <p:nvCxnSpPr>
          <p:cNvPr id="1322" name="Google Shape;1322;p117"/>
          <p:cNvCxnSpPr>
            <a:stCxn id="1311" idx="1"/>
            <a:endCxn id="1308" idx="3"/>
          </p:cNvCxnSpPr>
          <p:nvPr/>
        </p:nvCxnSpPr>
        <p:spPr>
          <a:xfrm flipH="1">
            <a:off x="3651000" y="1546050"/>
            <a:ext cx="458700" cy="600"/>
          </a:xfrm>
          <a:prstGeom prst="bentConnector3">
            <a:avLst>
              <a:gd fmla="val 49984" name="adj1"/>
            </a:avLst>
          </a:prstGeom>
          <a:noFill/>
          <a:ln cap="flat" cmpd="sng" w="9525">
            <a:solidFill>
              <a:srgbClr val="000000"/>
            </a:solidFill>
            <a:prstDash val="solid"/>
            <a:round/>
            <a:headEnd len="sm" w="sm" type="none"/>
            <a:tailEnd len="med" w="med" type="triangle"/>
          </a:ln>
        </p:spPr>
      </p:cxnSp>
      <p:cxnSp>
        <p:nvCxnSpPr>
          <p:cNvPr id="1323" name="Google Shape;1323;p117"/>
          <p:cNvCxnSpPr>
            <a:stCxn id="1313" idx="1"/>
            <a:endCxn id="1311" idx="3"/>
          </p:cNvCxnSpPr>
          <p:nvPr/>
        </p:nvCxnSpPr>
        <p:spPr>
          <a:xfrm flipH="1">
            <a:off x="5547750" y="1546050"/>
            <a:ext cx="458700" cy="600"/>
          </a:xfrm>
          <a:prstGeom prst="bentConnector3">
            <a:avLst>
              <a:gd fmla="val 49984" name="adj1"/>
            </a:avLst>
          </a:prstGeom>
          <a:noFill/>
          <a:ln cap="flat" cmpd="sng" w="9525">
            <a:solidFill>
              <a:srgbClr val="000000"/>
            </a:solidFill>
            <a:prstDash val="dash"/>
            <a:round/>
            <a:headEnd len="sm" w="sm" type="none"/>
            <a:tailEnd len="med" w="med" type="triangle"/>
          </a:ln>
        </p:spPr>
      </p:cxnSp>
      <p:cxnSp>
        <p:nvCxnSpPr>
          <p:cNvPr id="1324" name="Google Shape;1324;p117"/>
          <p:cNvCxnSpPr>
            <a:stCxn id="1314" idx="1"/>
            <a:endCxn id="1309" idx="3"/>
          </p:cNvCxnSpPr>
          <p:nvPr/>
        </p:nvCxnSpPr>
        <p:spPr>
          <a:xfrm flipH="1">
            <a:off x="3651000" y="2295100"/>
            <a:ext cx="458700" cy="600"/>
          </a:xfrm>
          <a:prstGeom prst="bentConnector3">
            <a:avLst>
              <a:gd fmla="val 49984" name="adj1"/>
            </a:avLst>
          </a:prstGeom>
          <a:noFill/>
          <a:ln cap="flat" cmpd="sng" w="9525">
            <a:solidFill>
              <a:srgbClr val="000000"/>
            </a:solidFill>
            <a:prstDash val="dash"/>
            <a:round/>
            <a:headEnd len="sm" w="sm" type="none"/>
            <a:tailEnd len="med" w="med" type="triangle"/>
          </a:ln>
        </p:spPr>
      </p:cxnSp>
      <p:cxnSp>
        <p:nvCxnSpPr>
          <p:cNvPr id="1325" name="Google Shape;1325;p117"/>
          <p:cNvCxnSpPr>
            <a:stCxn id="1314" idx="0"/>
            <a:endCxn id="1311" idx="2"/>
          </p:cNvCxnSpPr>
          <p:nvPr/>
        </p:nvCxnSpPr>
        <p:spPr>
          <a:xfrm rot="-5400000">
            <a:off x="4651200" y="1920250"/>
            <a:ext cx="355500" cy="600"/>
          </a:xfrm>
          <a:prstGeom prst="bentConnector3">
            <a:avLst>
              <a:gd fmla="val 49993" name="adj1"/>
            </a:avLst>
          </a:prstGeom>
          <a:noFill/>
          <a:ln cap="flat" cmpd="sng" w="9525">
            <a:solidFill>
              <a:srgbClr val="000000"/>
            </a:solidFill>
            <a:prstDash val="dash"/>
            <a:round/>
            <a:headEnd len="sm" w="sm" type="none"/>
            <a:tailEnd len="med" w="med" type="triangle"/>
          </a:ln>
        </p:spPr>
      </p:cxnSp>
      <p:cxnSp>
        <p:nvCxnSpPr>
          <p:cNvPr id="1326" name="Google Shape;1326;p117"/>
          <p:cNvCxnSpPr>
            <a:stCxn id="1315" idx="1"/>
            <a:endCxn id="1309" idx="3"/>
          </p:cNvCxnSpPr>
          <p:nvPr/>
        </p:nvCxnSpPr>
        <p:spPr>
          <a:xfrm rot="10800000">
            <a:off x="3651000" y="2295059"/>
            <a:ext cx="458700" cy="484200"/>
          </a:xfrm>
          <a:prstGeom prst="bentConnector3">
            <a:avLst>
              <a:gd fmla="val 49984" name="adj1"/>
            </a:avLst>
          </a:prstGeom>
          <a:noFill/>
          <a:ln cap="flat" cmpd="sng" w="9525">
            <a:solidFill>
              <a:srgbClr val="000000"/>
            </a:solidFill>
            <a:prstDash val="dash"/>
            <a:round/>
            <a:headEnd len="sm" w="sm" type="none"/>
            <a:tailEnd len="med" w="med" type="triangle"/>
          </a:ln>
        </p:spPr>
      </p:cxnSp>
      <p:cxnSp>
        <p:nvCxnSpPr>
          <p:cNvPr id="1327" name="Google Shape;1327;p117"/>
          <p:cNvCxnSpPr>
            <a:stCxn id="1310" idx="1"/>
            <a:endCxn id="1307" idx="3"/>
          </p:cNvCxnSpPr>
          <p:nvPr/>
        </p:nvCxnSpPr>
        <p:spPr>
          <a:xfrm rot="10800000">
            <a:off x="1773450" y="2293550"/>
            <a:ext cx="439500" cy="1741200"/>
          </a:xfrm>
          <a:prstGeom prst="bentConnector3">
            <a:avLst>
              <a:gd fmla="val 50000" name="adj1"/>
            </a:avLst>
          </a:prstGeom>
          <a:noFill/>
          <a:ln cap="flat" cmpd="sng" w="9525">
            <a:solidFill>
              <a:srgbClr val="000000"/>
            </a:solidFill>
            <a:prstDash val="solid"/>
            <a:round/>
            <a:headEnd len="sm" w="sm" type="none"/>
            <a:tailEnd len="med" w="med" type="triangle"/>
          </a:ln>
        </p:spPr>
      </p:cxnSp>
      <p:cxnSp>
        <p:nvCxnSpPr>
          <p:cNvPr id="1328" name="Google Shape;1328;p117"/>
          <p:cNvCxnSpPr>
            <a:stCxn id="1312" idx="1"/>
            <a:endCxn id="1310" idx="3"/>
          </p:cNvCxnSpPr>
          <p:nvPr/>
        </p:nvCxnSpPr>
        <p:spPr>
          <a:xfrm flipH="1">
            <a:off x="3651000" y="4034750"/>
            <a:ext cx="458700" cy="600"/>
          </a:xfrm>
          <a:prstGeom prst="bentConnector3">
            <a:avLst>
              <a:gd fmla="val 49984" name="adj1"/>
            </a:avLst>
          </a:prstGeom>
          <a:noFill/>
          <a:ln cap="flat" cmpd="sng" w="9525">
            <a:solidFill>
              <a:srgbClr val="000000"/>
            </a:solidFill>
            <a:prstDash val="dash"/>
            <a:round/>
            <a:headEnd len="sm" w="sm" type="none"/>
            <a:tailEnd len="med" w="med" type="triangle"/>
          </a:ln>
        </p:spPr>
      </p:cxnSp>
      <p:cxnSp>
        <p:nvCxnSpPr>
          <p:cNvPr id="1329" name="Google Shape;1329;p117"/>
          <p:cNvCxnSpPr>
            <a:stCxn id="1316" idx="0"/>
            <a:endCxn id="1310" idx="2"/>
          </p:cNvCxnSpPr>
          <p:nvPr/>
        </p:nvCxnSpPr>
        <p:spPr>
          <a:xfrm rot="-5400000">
            <a:off x="2722650" y="4440775"/>
            <a:ext cx="419100" cy="600"/>
          </a:xfrm>
          <a:prstGeom prst="bentConnector3">
            <a:avLst>
              <a:gd fmla="val 49997" name="adj1"/>
            </a:avLst>
          </a:prstGeom>
          <a:noFill/>
          <a:ln cap="flat" cmpd="sng" w="9525">
            <a:solidFill>
              <a:srgbClr val="000000"/>
            </a:solidFill>
            <a:prstDash val="solid"/>
            <a:round/>
            <a:headEnd len="sm" w="sm" type="none"/>
            <a:tailEnd len="med" w="med" type="triangle"/>
          </a:ln>
        </p:spPr>
      </p:cxnSp>
      <p:sp>
        <p:nvSpPr>
          <p:cNvPr id="1330" name="Google Shape;1330;p117"/>
          <p:cNvSpPr txBox="1"/>
          <p:nvPr/>
        </p:nvSpPr>
        <p:spPr>
          <a:xfrm>
            <a:off x="5988150" y="3680050"/>
            <a:ext cx="1437900" cy="393600"/>
          </a:xfrm>
          <a:prstGeom prst="rect">
            <a:avLst/>
          </a:prstGeom>
          <a:noFill/>
          <a:ln cap="flat" cmpd="sng" w="19050">
            <a:solidFill>
              <a:srgbClr val="4A86E8"/>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HashMap</a:t>
            </a:r>
            <a:endParaRPr b="0" i="0" sz="1400" u="none" cap="none" strike="noStrike">
              <a:solidFill>
                <a:srgbClr val="000000"/>
              </a:solidFill>
              <a:latin typeface="Open Sans"/>
              <a:ea typeface="Open Sans"/>
              <a:cs typeface="Open Sans"/>
              <a:sym typeface="Open Sans"/>
            </a:endParaRPr>
          </a:p>
        </p:txBody>
      </p:sp>
      <p:sp>
        <p:nvSpPr>
          <p:cNvPr id="1331" name="Google Shape;1331;p117"/>
          <p:cNvSpPr txBox="1"/>
          <p:nvPr/>
        </p:nvSpPr>
        <p:spPr>
          <a:xfrm>
            <a:off x="7507050" y="3680050"/>
            <a:ext cx="1437900" cy="393600"/>
          </a:xfrm>
          <a:prstGeom prst="rect">
            <a:avLst/>
          </a:prstGeom>
          <a:noFill/>
          <a:ln cap="flat" cmpd="sng" w="19050">
            <a:solidFill>
              <a:srgbClr val="4A86E8"/>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0" lang="en" sz="1400" u="none" cap="none" strike="noStrike">
                <a:solidFill>
                  <a:srgbClr val="000000"/>
                </a:solidFill>
                <a:latin typeface="Open Sans"/>
                <a:ea typeface="Open Sans"/>
                <a:cs typeface="Open Sans"/>
                <a:sym typeface="Open Sans"/>
              </a:rPr>
              <a:t>TreeMap</a:t>
            </a:r>
            <a:endParaRPr b="0" i="0" sz="1400" u="none" cap="none" strike="noStrike">
              <a:solidFill>
                <a:srgbClr val="000000"/>
              </a:solidFill>
              <a:latin typeface="Open Sans"/>
              <a:ea typeface="Open Sans"/>
              <a:cs typeface="Open Sans"/>
              <a:sym typeface="Open Sans"/>
            </a:endParaRPr>
          </a:p>
        </p:txBody>
      </p:sp>
      <p:cxnSp>
        <p:nvCxnSpPr>
          <p:cNvPr id="1332" name="Google Shape;1332;p117"/>
          <p:cNvCxnSpPr>
            <a:stCxn id="1331" idx="0"/>
            <a:endCxn id="1333" idx="2"/>
          </p:cNvCxnSpPr>
          <p:nvPr/>
        </p:nvCxnSpPr>
        <p:spPr>
          <a:xfrm flipH="1" rot="5400000">
            <a:off x="7630350" y="3084400"/>
            <a:ext cx="424500" cy="766800"/>
          </a:xfrm>
          <a:prstGeom prst="bentConnector3">
            <a:avLst>
              <a:gd fmla="val 50012" name="adj1"/>
            </a:avLst>
          </a:prstGeom>
          <a:noFill/>
          <a:ln cap="flat" cmpd="sng" w="9525">
            <a:solidFill>
              <a:srgbClr val="000000"/>
            </a:solidFill>
            <a:prstDash val="dash"/>
            <a:round/>
            <a:headEnd len="sm" w="sm" type="none"/>
            <a:tailEnd len="med" w="med" type="triangle"/>
          </a:ln>
        </p:spPr>
      </p:cxnSp>
      <p:cxnSp>
        <p:nvCxnSpPr>
          <p:cNvPr id="1334" name="Google Shape;1334;p117"/>
          <p:cNvCxnSpPr>
            <a:stCxn id="1330" idx="0"/>
            <a:endCxn id="1333" idx="2"/>
          </p:cNvCxnSpPr>
          <p:nvPr/>
        </p:nvCxnSpPr>
        <p:spPr>
          <a:xfrm rot="-5400000">
            <a:off x="6870900" y="3091750"/>
            <a:ext cx="424500" cy="752100"/>
          </a:xfrm>
          <a:prstGeom prst="bentConnector3">
            <a:avLst>
              <a:gd fmla="val 50012" name="adj1"/>
            </a:avLst>
          </a:prstGeom>
          <a:noFill/>
          <a:ln cap="flat" cmpd="sng" w="9525">
            <a:solidFill>
              <a:srgbClr val="000000"/>
            </a:solidFill>
            <a:prstDash val="dash"/>
            <a:round/>
            <a:headEnd len="sm" w="sm" type="none"/>
            <a:tailEnd len="med" w="med" type="triangle"/>
          </a:ln>
        </p:spPr>
      </p:cxnSp>
      <p:grpSp>
        <p:nvGrpSpPr>
          <p:cNvPr id="1335" name="Google Shape;1335;p117"/>
          <p:cNvGrpSpPr/>
          <p:nvPr/>
        </p:nvGrpSpPr>
        <p:grpSpPr>
          <a:xfrm>
            <a:off x="6740250" y="2080038"/>
            <a:ext cx="1437900" cy="1175412"/>
            <a:chOff x="6816450" y="1927638"/>
            <a:chExt cx="1437900" cy="1175412"/>
          </a:xfrm>
        </p:grpSpPr>
        <p:sp>
          <p:nvSpPr>
            <p:cNvPr id="1333" name="Google Shape;1333;p117"/>
            <p:cNvSpPr txBox="1"/>
            <p:nvPr/>
          </p:nvSpPr>
          <p:spPr>
            <a:xfrm>
              <a:off x="6816450" y="2321250"/>
              <a:ext cx="1437900" cy="781800"/>
            </a:xfrm>
            <a:prstGeom prst="rect">
              <a:avLst/>
            </a:prstGeom>
            <a:noFill/>
            <a:ln cap="flat" cmpd="sng" w="9525">
              <a:solidFill>
                <a:srgbClr val="98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1" lang="en" sz="1000" u="none" cap="none" strike="noStrike">
                  <a:solidFill>
                    <a:srgbClr val="000000"/>
                  </a:solidFill>
                  <a:latin typeface="Open Sans"/>
                  <a:ea typeface="Open Sans"/>
                  <a:cs typeface="Open Sans"/>
                  <a:sym typeface="Open Sans"/>
                </a:rPr>
                <a:t>+put(key, value)</a:t>
              </a:r>
              <a:endParaRPr b="0" i="1" sz="10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000"/>
                <a:buFont typeface="Arial"/>
                <a:buNone/>
              </a:pPr>
              <a:r>
                <a:rPr b="0" i="1" lang="en" sz="1000" u="none" cap="none" strike="noStrike">
                  <a:solidFill>
                    <a:srgbClr val="000000"/>
                  </a:solidFill>
                  <a:latin typeface="Open Sans"/>
                  <a:ea typeface="Open Sans"/>
                  <a:cs typeface="Open Sans"/>
                  <a:sym typeface="Open Sans"/>
                </a:rPr>
                <a:t>+get(key): value</a:t>
              </a:r>
              <a:endParaRPr b="0" i="1" sz="10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000"/>
                <a:buFont typeface="Arial"/>
                <a:buNone/>
              </a:pPr>
              <a:r>
                <a:rPr b="0" i="1" lang="en" sz="1000" u="none" cap="none" strike="noStrike">
                  <a:solidFill>
                    <a:srgbClr val="000000"/>
                  </a:solidFill>
                  <a:latin typeface="Open Sans"/>
                  <a:ea typeface="Open Sans"/>
                  <a:cs typeface="Open Sans"/>
                  <a:sym typeface="Open Sans"/>
                </a:rPr>
                <a:t>+contains(K):boolean</a:t>
              </a:r>
              <a:endParaRPr b="0" i="1" sz="10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000"/>
                <a:buFont typeface="Arial"/>
                <a:buNone/>
              </a:pPr>
              <a:r>
                <a:rPr b="0" i="1" lang="en" sz="1000" u="none" cap="none" strike="noStrike">
                  <a:solidFill>
                    <a:srgbClr val="000000"/>
                  </a:solidFill>
                  <a:latin typeface="Open Sans"/>
                  <a:ea typeface="Open Sans"/>
                  <a:cs typeface="Open Sans"/>
                  <a:sym typeface="Open Sans"/>
                </a:rPr>
                <a:t>+size():int</a:t>
              </a:r>
              <a:endParaRPr b="0" i="1" sz="1000" u="none" cap="none" strike="noStrike">
                <a:solidFill>
                  <a:srgbClr val="000000"/>
                </a:solidFill>
                <a:latin typeface="Open Sans"/>
                <a:ea typeface="Open Sans"/>
                <a:cs typeface="Open Sans"/>
                <a:sym typeface="Open Sans"/>
              </a:endParaRPr>
            </a:p>
          </p:txBody>
        </p:sp>
        <p:sp>
          <p:nvSpPr>
            <p:cNvPr id="1336" name="Google Shape;1336;p117"/>
            <p:cNvSpPr txBox="1"/>
            <p:nvPr/>
          </p:nvSpPr>
          <p:spPr>
            <a:xfrm>
              <a:off x="6816450" y="1927638"/>
              <a:ext cx="1437900" cy="393600"/>
            </a:xfrm>
            <a:prstGeom prst="rect">
              <a:avLst/>
            </a:prstGeom>
            <a:noFill/>
            <a:ln cap="flat" cmpd="sng" w="9525">
              <a:solidFill>
                <a:srgbClr val="98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0" i="1" lang="en" sz="1400" u="none" cap="none" strike="noStrike">
                  <a:solidFill>
                    <a:srgbClr val="000000"/>
                  </a:solidFill>
                  <a:latin typeface="Open Sans"/>
                  <a:ea typeface="Open Sans"/>
                  <a:cs typeface="Open Sans"/>
                  <a:sym typeface="Open Sans"/>
                </a:rPr>
                <a:t>Map</a:t>
              </a:r>
              <a:endParaRPr b="0" i="1" sz="1400" u="none" cap="none" strike="noStrike">
                <a:solidFill>
                  <a:srgbClr val="000000"/>
                </a:solidFill>
                <a:latin typeface="Open Sans"/>
                <a:ea typeface="Open Sans"/>
                <a:cs typeface="Open Sans"/>
                <a:sym typeface="Open Sans"/>
              </a:endParaRPr>
            </a:p>
          </p:txBody>
        </p:sp>
      </p:grpSp>
      <p:sp>
        <p:nvSpPr>
          <p:cNvPr id="1337" name="Google Shape;1337;p117"/>
          <p:cNvSpPr txBox="1"/>
          <p:nvPr/>
        </p:nvSpPr>
        <p:spPr>
          <a:xfrm>
            <a:off x="335550" y="2491900"/>
            <a:ext cx="1437900" cy="747600"/>
          </a:xfrm>
          <a:prstGeom prst="rect">
            <a:avLst/>
          </a:prstGeom>
          <a:noFill/>
          <a:ln cap="flat" cmpd="sng" w="9525">
            <a:solidFill>
              <a:srgbClr val="980000"/>
            </a:solidFill>
            <a:prstDash val="solid"/>
            <a:round/>
            <a:headEnd len="sm" w="sm" type="none"/>
            <a:tailEnd len="sm" w="sm" type="none"/>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000"/>
              <a:buFont typeface="Arial"/>
              <a:buNone/>
            </a:pPr>
            <a:r>
              <a:rPr b="0" i="1" lang="en" sz="1000" u="none" cap="none" strike="noStrike">
                <a:solidFill>
                  <a:srgbClr val="000000"/>
                </a:solidFill>
                <a:latin typeface="Open Sans"/>
                <a:ea typeface="Open Sans"/>
                <a:cs typeface="Open Sans"/>
                <a:sym typeface="Open Sans"/>
              </a:rPr>
              <a:t>+add(E)</a:t>
            </a:r>
            <a:endParaRPr b="0" i="1" sz="10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000"/>
              <a:buFont typeface="Arial"/>
              <a:buNone/>
            </a:pPr>
            <a:r>
              <a:rPr b="0" i="1" lang="en" sz="1000" u="none" cap="none" strike="noStrike">
                <a:solidFill>
                  <a:srgbClr val="000000"/>
                </a:solidFill>
                <a:latin typeface="Open Sans"/>
                <a:ea typeface="Open Sans"/>
                <a:cs typeface="Open Sans"/>
                <a:sym typeface="Open Sans"/>
              </a:rPr>
              <a:t>+contains(E):boolean</a:t>
            </a:r>
            <a:endParaRPr b="0" i="1" sz="10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000"/>
              <a:buFont typeface="Arial"/>
              <a:buNone/>
            </a:pPr>
            <a:r>
              <a:rPr b="0" i="1" lang="en" sz="1000" u="none" cap="none" strike="noStrike">
                <a:solidFill>
                  <a:srgbClr val="000000"/>
                </a:solidFill>
                <a:latin typeface="Open Sans"/>
                <a:ea typeface="Open Sans"/>
                <a:cs typeface="Open Sans"/>
                <a:sym typeface="Open Sans"/>
              </a:rPr>
              <a:t>+remove(E)</a:t>
            </a:r>
            <a:endParaRPr b="0" i="1" sz="1000" u="none" cap="none" strike="noStrike">
              <a:solidFill>
                <a:srgbClr val="000000"/>
              </a:solidFill>
              <a:latin typeface="Open Sans"/>
              <a:ea typeface="Open Sans"/>
              <a:cs typeface="Open Sans"/>
              <a:sym typeface="Open Sans"/>
            </a:endParaRPr>
          </a:p>
          <a:p>
            <a:pPr indent="0" lvl="0" marL="0" marR="0" rtl="0" algn="l">
              <a:lnSpc>
                <a:spcPct val="100000"/>
              </a:lnSpc>
              <a:spcBef>
                <a:spcPts val="0"/>
              </a:spcBef>
              <a:spcAft>
                <a:spcPts val="0"/>
              </a:spcAft>
              <a:buClr>
                <a:srgbClr val="000000"/>
              </a:buClr>
              <a:buSzPts val="1000"/>
              <a:buFont typeface="Arial"/>
              <a:buNone/>
            </a:pPr>
            <a:r>
              <a:rPr b="0" i="1" lang="en" sz="1000" u="none" cap="none" strike="noStrike">
                <a:solidFill>
                  <a:srgbClr val="000000"/>
                </a:solidFill>
                <a:latin typeface="Open Sans"/>
                <a:ea typeface="Open Sans"/>
                <a:cs typeface="Open Sans"/>
                <a:sym typeface="Open Sans"/>
              </a:rPr>
              <a:t>+size():int</a:t>
            </a:r>
            <a:endParaRPr b="0" i="1" sz="1000" u="none" cap="none" strike="noStrike">
              <a:solidFill>
                <a:srgbClr val="000000"/>
              </a:solidFill>
              <a:latin typeface="Open Sans"/>
              <a:ea typeface="Open Sans"/>
              <a:cs typeface="Open Sans"/>
              <a:sym typeface="Open Sans"/>
            </a:endParaRPr>
          </a:p>
        </p:txBody>
      </p:sp>
      <p:cxnSp>
        <p:nvCxnSpPr>
          <p:cNvPr id="1338" name="Google Shape;1338;p117"/>
          <p:cNvCxnSpPr/>
          <p:nvPr/>
        </p:nvCxnSpPr>
        <p:spPr>
          <a:xfrm flipH="1">
            <a:off x="3650700" y="4847425"/>
            <a:ext cx="459000" cy="600"/>
          </a:xfrm>
          <a:prstGeom prst="bentConnector3">
            <a:avLst>
              <a:gd fmla="val 49984" name="adj1"/>
            </a:avLst>
          </a:prstGeom>
          <a:noFill/>
          <a:ln cap="flat" cmpd="sng" w="9525">
            <a:solidFill>
              <a:srgbClr val="000000"/>
            </a:solidFill>
            <a:prstDash val="solid"/>
            <a:round/>
            <a:headEnd len="sm" w="sm" type="none"/>
            <a:tailEnd len="med" w="med" type="triangle"/>
          </a:ln>
        </p:spPr>
      </p:cxnSp>
      <p:cxnSp>
        <p:nvCxnSpPr>
          <p:cNvPr id="1339" name="Google Shape;1339;p117"/>
          <p:cNvCxnSpPr/>
          <p:nvPr/>
        </p:nvCxnSpPr>
        <p:spPr>
          <a:xfrm flipH="1">
            <a:off x="5547450" y="4847425"/>
            <a:ext cx="459000" cy="600"/>
          </a:xfrm>
          <a:prstGeom prst="bentConnector3">
            <a:avLst>
              <a:gd fmla="val 49984" name="adj1"/>
            </a:avLst>
          </a:prstGeom>
          <a:noFill/>
          <a:ln cap="flat" cmpd="sng" w="9525">
            <a:solidFill>
              <a:srgbClr val="000000"/>
            </a:solidFill>
            <a:prstDash val="dash"/>
            <a:round/>
            <a:headEnd len="sm" w="sm" type="none"/>
            <a:tailEnd len="med" w="med" type="triangle"/>
          </a:ln>
        </p:spPr>
      </p:cxnSp>
      <p:sp>
        <p:nvSpPr>
          <p:cNvPr id="1340" name="Google Shape;1340;p117"/>
          <p:cNvSpPr/>
          <p:nvPr/>
        </p:nvSpPr>
        <p:spPr>
          <a:xfrm>
            <a:off x="361075" y="3945050"/>
            <a:ext cx="121500" cy="121500"/>
          </a:xfrm>
          <a:prstGeom prst="rect">
            <a:avLst/>
          </a:prstGeom>
          <a:solidFill>
            <a:srgbClr val="FFFFFF"/>
          </a:solidFill>
          <a:ln cap="flat" cmpd="sng" w="9525">
            <a:solidFill>
              <a:srgbClr val="98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980000"/>
              </a:solidFill>
              <a:latin typeface="Arial"/>
              <a:ea typeface="Arial"/>
              <a:cs typeface="Arial"/>
              <a:sym typeface="Arial"/>
            </a:endParaRPr>
          </a:p>
        </p:txBody>
      </p:sp>
      <p:sp>
        <p:nvSpPr>
          <p:cNvPr id="1341" name="Google Shape;1341;p117"/>
          <p:cNvSpPr txBox="1"/>
          <p:nvPr/>
        </p:nvSpPr>
        <p:spPr>
          <a:xfrm>
            <a:off x="433697" y="3874325"/>
            <a:ext cx="1371900" cy="257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1" lang="en" sz="1200" u="none" cap="none" strike="noStrike">
                <a:solidFill>
                  <a:srgbClr val="000000"/>
                </a:solidFill>
                <a:latin typeface="Roboto"/>
                <a:ea typeface="Roboto"/>
                <a:cs typeface="Roboto"/>
                <a:sym typeface="Roboto"/>
              </a:rPr>
              <a:t>Interface (italics)</a:t>
            </a:r>
            <a:endParaRPr b="0" i="1" sz="1200" u="none" cap="none" strike="noStrike">
              <a:solidFill>
                <a:srgbClr val="000000"/>
              </a:solidFill>
              <a:latin typeface="Roboto"/>
              <a:ea typeface="Roboto"/>
              <a:cs typeface="Roboto"/>
              <a:sym typeface="Roboto"/>
            </a:endParaRPr>
          </a:p>
        </p:txBody>
      </p:sp>
      <p:sp>
        <p:nvSpPr>
          <p:cNvPr id="1342" name="Google Shape;1342;p117"/>
          <p:cNvSpPr/>
          <p:nvPr/>
        </p:nvSpPr>
        <p:spPr>
          <a:xfrm>
            <a:off x="361075" y="4173650"/>
            <a:ext cx="121500" cy="121500"/>
          </a:xfrm>
          <a:prstGeom prst="rect">
            <a:avLst/>
          </a:prstGeom>
          <a:solidFill>
            <a:srgbClr val="FFFFFF"/>
          </a:solidFill>
          <a:ln cap="flat" cmpd="sng" w="19050">
            <a:solidFill>
              <a:srgbClr val="4A86E8"/>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343" name="Google Shape;1343;p117"/>
          <p:cNvSpPr txBox="1"/>
          <p:nvPr/>
        </p:nvSpPr>
        <p:spPr>
          <a:xfrm>
            <a:off x="433697" y="4102925"/>
            <a:ext cx="1371900" cy="257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Roboto"/>
                <a:ea typeface="Roboto"/>
                <a:cs typeface="Roboto"/>
                <a:sym typeface="Roboto"/>
              </a:rPr>
              <a:t>Implementation</a:t>
            </a:r>
            <a:endParaRPr b="0" i="0" sz="1200" u="none" cap="none" strike="noStrike">
              <a:solidFill>
                <a:srgbClr val="000000"/>
              </a:solidFill>
              <a:latin typeface="Roboto"/>
              <a:ea typeface="Roboto"/>
              <a:cs typeface="Roboto"/>
              <a:sym typeface="Roboto"/>
            </a:endParaRPr>
          </a:p>
        </p:txBody>
      </p:sp>
      <p:sp>
        <p:nvSpPr>
          <p:cNvPr id="1344" name="Google Shape;1344;p117"/>
          <p:cNvSpPr txBox="1"/>
          <p:nvPr/>
        </p:nvSpPr>
        <p:spPr>
          <a:xfrm>
            <a:off x="256532" y="3613578"/>
            <a:ext cx="1371900" cy="257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sng" cap="none" strike="noStrike">
                <a:solidFill>
                  <a:srgbClr val="000000"/>
                </a:solidFill>
                <a:latin typeface="Roboto"/>
                <a:ea typeface="Roboto"/>
                <a:cs typeface="Roboto"/>
                <a:sym typeface="Roboto"/>
              </a:rPr>
              <a:t>Legend</a:t>
            </a:r>
            <a:endParaRPr b="0" i="0" sz="1200" u="sng" cap="none" strike="noStrike">
              <a:solidFill>
                <a:srgbClr val="000000"/>
              </a:solidFill>
              <a:latin typeface="Roboto"/>
              <a:ea typeface="Roboto"/>
              <a:cs typeface="Roboto"/>
              <a:sym typeface="Roboto"/>
            </a:endParaRPr>
          </a:p>
        </p:txBody>
      </p:sp>
      <p:sp>
        <p:nvSpPr>
          <p:cNvPr id="1345" name="Google Shape;1345;p117"/>
          <p:cNvSpPr/>
          <p:nvPr/>
        </p:nvSpPr>
        <p:spPr>
          <a:xfrm>
            <a:off x="3876991" y="2779900"/>
            <a:ext cx="250750" cy="501500"/>
          </a:xfrm>
          <a:custGeom>
            <a:rect b="b" l="l" r="r" t="t"/>
            <a:pathLst>
              <a:path extrusionOk="0" h="20060" w="10030">
                <a:moveTo>
                  <a:pt x="0" y="0"/>
                </a:moveTo>
                <a:lnTo>
                  <a:pt x="0" y="20060"/>
                </a:lnTo>
                <a:lnTo>
                  <a:pt x="10030" y="20060"/>
                </a:lnTo>
              </a:path>
            </a:pathLst>
          </a:custGeom>
          <a:noFill/>
          <a:ln cap="flat" cmpd="sng" w="9525">
            <a:solidFill>
              <a:srgbClr val="000000"/>
            </a:solidFill>
            <a:prstDash val="dash"/>
            <a:round/>
            <a:headEnd len="sm" w="sm" type="none"/>
            <a:tailEnd len="sm" w="sm" type="none"/>
          </a:ln>
        </p:spPr>
      </p:sp>
      <p:sp>
        <p:nvSpPr>
          <p:cNvPr id="1346" name="Google Shape;1346;p117"/>
          <p:cNvSpPr txBox="1"/>
          <p:nvPr/>
        </p:nvSpPr>
        <p:spPr>
          <a:xfrm>
            <a:off x="4117125" y="3084709"/>
            <a:ext cx="1437900" cy="393600"/>
          </a:xfrm>
          <a:prstGeom prst="rect">
            <a:avLst/>
          </a:prstGeom>
          <a:noFill/>
          <a:ln cap="flat" cmpd="sng" w="19050">
            <a:solidFill>
              <a:srgbClr val="4A86E8"/>
            </a:solidFill>
            <a:prstDash val="solid"/>
            <a:round/>
            <a:headEnd len="sm" w="sm" type="none"/>
            <a:tailEnd len="sm" w="sm" type="none"/>
          </a:ln>
        </p:spPr>
        <p:txBody>
          <a:bodyPr anchorCtr="0" anchor="t"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i="0" lang="en" sz="1400" u="none" cap="none" strike="noStrike">
                <a:solidFill>
                  <a:srgbClr val="6AA84F"/>
                </a:solidFill>
                <a:latin typeface="Open Sans"/>
                <a:ea typeface="Open Sans"/>
                <a:cs typeface="Open Sans"/>
                <a:sym typeface="Open Sans"/>
              </a:rPr>
              <a:t>Stack</a:t>
            </a:r>
            <a:endParaRPr b="1" i="0" sz="1400" u="none" cap="none" strike="noStrike">
              <a:solidFill>
                <a:srgbClr val="6AA84F"/>
              </a:solidFill>
              <a:latin typeface="Open Sans"/>
              <a:ea typeface="Open Sans"/>
              <a:cs typeface="Open Sans"/>
              <a:sym typeface="Open Sans"/>
            </a:endParaRPr>
          </a:p>
        </p:txBody>
      </p:sp>
      <p:sp>
        <p:nvSpPr>
          <p:cNvPr id="1347" name="Google Shape;1347;p117"/>
          <p:cNvSpPr txBox="1"/>
          <p:nvPr/>
        </p:nvSpPr>
        <p:spPr>
          <a:xfrm>
            <a:off x="433697" y="4331525"/>
            <a:ext cx="1371900" cy="2571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200"/>
              <a:buFont typeface="Arial"/>
              <a:buNone/>
            </a:pPr>
            <a:r>
              <a:rPr b="0" i="0" lang="en" sz="1200" u="none" cap="none" strike="noStrike">
                <a:solidFill>
                  <a:srgbClr val="6AA84F"/>
                </a:solidFill>
                <a:latin typeface="Roboto"/>
                <a:ea typeface="Roboto"/>
                <a:cs typeface="Roboto"/>
                <a:sym typeface="Roboto"/>
              </a:rPr>
              <a:t>OK to use (green)</a:t>
            </a:r>
            <a:endParaRPr b="0" i="0" sz="1200" u="none" cap="none" strike="noStrike">
              <a:solidFill>
                <a:srgbClr val="6AA84F"/>
              </a:solidFill>
              <a:latin typeface="Roboto"/>
              <a:ea typeface="Roboto"/>
              <a:cs typeface="Roboto"/>
              <a:sym typeface="Roboto"/>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1" name="Shape 1351"/>
        <p:cNvGrpSpPr/>
        <p:nvPr/>
      </p:nvGrpSpPr>
      <p:grpSpPr>
        <a:xfrm>
          <a:off x="0" y="0"/>
          <a:ext cx="0" cy="0"/>
          <a:chOff x="0" y="0"/>
          <a:chExt cx="0" cy="0"/>
        </a:xfrm>
      </p:grpSpPr>
      <p:graphicFrame>
        <p:nvGraphicFramePr>
          <p:cNvPr id="1352" name="Google Shape;1352;p118"/>
          <p:cNvGraphicFramePr/>
          <p:nvPr/>
        </p:nvGraphicFramePr>
        <p:xfrm>
          <a:off x="-10" y="-9"/>
          <a:ext cx="3000000" cy="3000000"/>
        </p:xfrm>
        <a:graphic>
          <a:graphicData uri="http://schemas.openxmlformats.org/drawingml/2006/table">
            <a:tbl>
              <a:tblPr>
                <a:noFill/>
                <a:tableStyleId>{F4E8245F-B79C-49AF-8BD8-D9F0F8A7D024}</a:tableStyleId>
              </a:tblPr>
              <a:tblGrid>
                <a:gridCol w="388675"/>
                <a:gridCol w="4377650"/>
                <a:gridCol w="4377650"/>
              </a:tblGrid>
              <a:tr h="2757200">
                <a:tc rowSpan="4">
                  <a:txBody>
                    <a:bodyPr/>
                    <a:lstStyle/>
                    <a:p>
                      <a:pPr indent="0" lvl="0" marL="0" rtl="0" algn="l">
                        <a:spcBef>
                          <a:spcPts val="0"/>
                        </a:spcBef>
                        <a:spcAft>
                          <a:spcPts val="0"/>
                        </a:spcAft>
                        <a:buNone/>
                      </a:pPr>
                      <a:r>
                        <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073763"/>
                    </a:solidFill>
                  </a:tcPr>
                </a:tc>
                <a:tc rowSpan="2">
                  <a:txBody>
                    <a:bodyPr/>
                    <a:lstStyle/>
                    <a:p>
                      <a:pPr indent="0" lvl="0" marL="0" rtl="0" algn="l">
                        <a:spcBef>
                          <a:spcPts val="0"/>
                        </a:spcBef>
                        <a:spcAft>
                          <a:spcPts val="0"/>
                        </a:spcAft>
                        <a:buNone/>
                      </a:pPr>
                      <a:r>
                        <a:rPr lang="en" sz="1000" u="sng">
                          <a:solidFill>
                            <a:schemeClr val="accent5"/>
                          </a:solidFill>
                          <a:hlinkClick r:id="rId3">
                            <a:extLst>
                              <a:ext uri="{A12FA001-AC4F-418D-AE19-62706E023703}">
                                <ahyp:hlinkClr val="tx"/>
                              </a:ext>
                            </a:extLst>
                          </a:hlinkClick>
                        </a:rPr>
                        <a:t>Generics</a:t>
                      </a:r>
                      <a:endParaRPr sz="1000"/>
                    </a:p>
                    <a:p>
                      <a:pPr indent="0" lvl="0" marL="0" rtl="0" algn="l">
                        <a:spcBef>
                          <a:spcPts val="0"/>
                        </a:spcBef>
                        <a:spcAft>
                          <a:spcPts val="0"/>
                        </a:spcAft>
                        <a:buNone/>
                      </a:pPr>
                      <a:r>
                        <a:rPr lang="en" sz="1000">
                          <a:latin typeface="Courier New"/>
                          <a:ea typeface="Courier New"/>
                          <a:cs typeface="Courier New"/>
                          <a:sym typeface="Courier New"/>
                        </a:rPr>
                        <a:t>public class Container&lt;T&gt;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private T value;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public Container(T value)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this.value = value;</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public T getValue()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return value;</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public void setValue(T value)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this.value = value;</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Container&lt;String&gt; c = new Container&lt;&gt;("abc");</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String value = c.getValue();</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u="sng">
                          <a:solidFill>
                            <a:schemeClr val="accent5"/>
                          </a:solidFill>
                          <a:hlinkClick r:id="rId4">
                            <a:extLst>
                              <a:ext uri="{A12FA001-AC4F-418D-AE19-62706E023703}">
                                <ahyp:hlinkClr val="tx"/>
                              </a:ext>
                            </a:extLst>
                          </a:hlinkClick>
                        </a:rPr>
                        <a:t>Combining Generics</a:t>
                      </a:r>
                      <a:endParaRPr sz="1000"/>
                    </a:p>
                    <a:p>
                      <a:pPr indent="0" lvl="0" marL="0" rtl="0" algn="l">
                        <a:spcBef>
                          <a:spcPts val="0"/>
                        </a:spcBef>
                        <a:spcAft>
                          <a:spcPts val="0"/>
                        </a:spcAft>
                        <a:buNone/>
                      </a:pPr>
                      <a:r>
                        <a:rPr lang="en" sz="1000">
                          <a:latin typeface="Courier New"/>
                          <a:ea typeface="Courier New"/>
                          <a:cs typeface="Courier New"/>
                          <a:sym typeface="Courier New"/>
                        </a:rPr>
                        <a:t>public class Warehouse&lt;T&gt;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private Container&lt;T&gt; container;</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public Warehouse(T value)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container = new Container&lt;&gt;(value);</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public Container&lt;T&gt; getContainer()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return container;</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Warehouse&lt;String&gt; wh = new Warehouse&lt;&gt;("abc");</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Container&lt;String&gt; c = wh.getContainer();</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String value = c.getValue();</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841500">
                <a:tc vMerge="1"/>
                <a:tc vMerge="1"/>
                <a:tc>
                  <a:txBody>
                    <a:bodyPr/>
                    <a:lstStyle/>
                    <a:p>
                      <a:pPr indent="0" lvl="0" marL="0" rtl="0" algn="l">
                        <a:spcBef>
                          <a:spcPts val="0"/>
                        </a:spcBef>
                        <a:spcAft>
                          <a:spcPts val="0"/>
                        </a:spcAft>
                        <a:buNone/>
                      </a:pPr>
                      <a:r>
                        <a:rPr lang="en" sz="1000" u="sng">
                          <a:solidFill>
                            <a:schemeClr val="accent5"/>
                          </a:solidFill>
                          <a:hlinkClick r:id="rId5">
                            <a:extLst>
                              <a:ext uri="{A12FA001-AC4F-418D-AE19-62706E023703}">
                                <ahyp:hlinkClr val="tx"/>
                              </a:ext>
                            </a:extLst>
                          </a:hlinkClick>
                        </a:rPr>
                        <a:t>Extending Generics</a:t>
                      </a:r>
                      <a:endParaRPr sz="1000"/>
                    </a:p>
                    <a:p>
                      <a:pPr indent="0" lvl="0" marL="0" rtl="0" algn="l">
                        <a:spcBef>
                          <a:spcPts val="0"/>
                        </a:spcBef>
                        <a:spcAft>
                          <a:spcPts val="0"/>
                        </a:spcAft>
                        <a:buNone/>
                      </a:pPr>
                      <a:r>
                        <a:rPr lang="en" sz="1000">
                          <a:latin typeface="Courier New"/>
                          <a:ea typeface="Courier New"/>
                          <a:cs typeface="Courier New"/>
                          <a:sym typeface="Courier New"/>
                        </a:rPr>
                        <a:t>public class Locker&lt;T&gt; extends Container&lt;T&gt;</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public class Folder extends Container&lt;String&gt;</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833525">
                <a:tc vMerge="1"/>
                <a:tc>
                  <a:txBody>
                    <a:bodyPr/>
                    <a:lstStyle/>
                    <a:p>
                      <a:pPr indent="0" lvl="0" marL="0" rtl="0" algn="l">
                        <a:spcBef>
                          <a:spcPts val="0"/>
                        </a:spcBef>
                        <a:spcAft>
                          <a:spcPts val="0"/>
                        </a:spcAft>
                        <a:buNone/>
                      </a:pPr>
                      <a:r>
                        <a:rPr lang="en" sz="1000" u="sng">
                          <a:solidFill>
                            <a:schemeClr val="accent5"/>
                          </a:solidFill>
                          <a:hlinkClick r:id="rId6">
                            <a:extLst>
                              <a:ext uri="{A12FA001-AC4F-418D-AE19-62706E023703}">
                                <ahyp:hlinkClr val="tx"/>
                              </a:ext>
                            </a:extLst>
                          </a:hlinkClick>
                        </a:rPr>
                        <a:t>Java’s </a:t>
                      </a:r>
                      <a:r>
                        <a:rPr lang="en" sz="1000" u="sng">
                          <a:solidFill>
                            <a:schemeClr val="accent5"/>
                          </a:solidFill>
                          <a:latin typeface="Courier New"/>
                          <a:ea typeface="Courier New"/>
                          <a:cs typeface="Courier New"/>
                          <a:sym typeface="Courier New"/>
                          <a:hlinkClick r:id="rId7">
                            <a:extLst>
                              <a:ext uri="{A12FA001-AC4F-418D-AE19-62706E023703}">
                                <ahyp:hlinkClr val="tx"/>
                              </a:ext>
                            </a:extLst>
                          </a:hlinkClick>
                        </a:rPr>
                        <a:t>for</a:t>
                      </a:r>
                      <a:r>
                        <a:rPr lang="en" sz="1000" u="sng">
                          <a:solidFill>
                            <a:schemeClr val="accent5"/>
                          </a:solidFill>
                          <a:hlinkClick r:id="rId8">
                            <a:extLst>
                              <a:ext uri="{A12FA001-AC4F-418D-AE19-62706E023703}">
                                <ahyp:hlinkClr val="tx"/>
                              </a:ext>
                            </a:extLst>
                          </a:hlinkClick>
                        </a:rPr>
                        <a:t>-each loop</a:t>
                      </a:r>
                      <a:endParaRPr sz="1000"/>
                    </a:p>
                    <a:p>
                      <a:pPr indent="0" lvl="0" marL="0" rtl="0" algn="l">
                        <a:spcBef>
                          <a:spcPts val="0"/>
                        </a:spcBef>
                        <a:spcAft>
                          <a:spcPts val="0"/>
                        </a:spcAft>
                        <a:buNone/>
                      </a:pPr>
                      <a:r>
                        <a:rPr lang="en" sz="1000">
                          <a:latin typeface="Courier New"/>
                          <a:ea typeface="Courier New"/>
                          <a:cs typeface="Courier New"/>
                          <a:sym typeface="Courier New"/>
                        </a:rPr>
                        <a:t>for (int element : anArray)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System.out.println(element);</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a:t>
                      </a:r>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u="sng">
                          <a:solidFill>
                            <a:schemeClr val="hlink"/>
                          </a:solidFill>
                          <a:hlinkClick r:id="rId9"/>
                        </a:rPr>
                        <a:t>Iterable &amp; Iterator</a:t>
                      </a:r>
                      <a:endParaRPr sz="1000"/>
                    </a:p>
                    <a:p>
                      <a:pPr indent="0" lvl="0" marL="0" rtl="0" algn="l">
                        <a:spcBef>
                          <a:spcPts val="0"/>
                        </a:spcBef>
                        <a:spcAft>
                          <a:spcPts val="0"/>
                        </a:spcAft>
                        <a:buNone/>
                      </a:pPr>
                      <a:r>
                        <a:rPr lang="en" sz="1000">
                          <a:latin typeface="Courier New"/>
                          <a:ea typeface="Courier New"/>
                          <a:cs typeface="Courier New"/>
                          <a:sym typeface="Courier New"/>
                        </a:rPr>
                        <a:t>iterator()</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hasNext()</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next()</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r h="719050">
                <a:tc vMerge="1"/>
                <a:tc>
                  <a:txBody>
                    <a:bodyPr/>
                    <a:lstStyle/>
                    <a:p>
                      <a:pPr indent="0" lvl="0" marL="0" rtl="0" algn="l">
                        <a:spcBef>
                          <a:spcPts val="0"/>
                        </a:spcBef>
                        <a:spcAft>
                          <a:spcPts val="0"/>
                        </a:spcAft>
                        <a:buNone/>
                      </a:pPr>
                      <a:r>
                        <a:rPr lang="en" sz="1000" u="sng">
                          <a:solidFill>
                            <a:schemeClr val="hlink"/>
                          </a:solidFill>
                          <a:hlinkClick r:id="rId10"/>
                        </a:rPr>
                        <a:t>Extending Interfaces</a:t>
                      </a:r>
                      <a:endParaRPr sz="1000"/>
                    </a:p>
                    <a:p>
                      <a:pPr indent="0" lvl="0" marL="0" rtl="0" algn="l">
                        <a:spcBef>
                          <a:spcPts val="0"/>
                        </a:spcBef>
                        <a:spcAft>
                          <a:spcPts val="0"/>
                        </a:spcAft>
                        <a:buNone/>
                      </a:pPr>
                      <a:r>
                        <a:rPr lang="en" sz="1000">
                          <a:latin typeface="Courier New"/>
                          <a:ea typeface="Courier New"/>
                          <a:cs typeface="Courier New"/>
                          <a:sym typeface="Courier New"/>
                        </a:rPr>
                        <a:t>public interface A</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public interface B extends A</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t/>
                      </a:r>
                      <a:endParaRPr sz="1000"/>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353" name="Google Shape;1353;p118"/>
          <p:cNvSpPr txBox="1"/>
          <p:nvPr/>
        </p:nvSpPr>
        <p:spPr>
          <a:xfrm rot="-5400000">
            <a:off x="-2378350" y="2377688"/>
            <a:ext cx="51513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lt1"/>
                </a:solidFill>
                <a:latin typeface="Merriweather"/>
                <a:ea typeface="Merriweather"/>
                <a:cs typeface="Merriweather"/>
                <a:sym typeface="Merriweather"/>
              </a:rPr>
              <a:t>Unit 5: Data Structures I</a:t>
            </a:r>
            <a:endParaRPr sz="1300">
              <a:solidFill>
                <a:schemeClr val="lt1"/>
              </a:solidFill>
              <a:latin typeface="Merriweather"/>
              <a:ea typeface="Merriweather"/>
              <a:cs typeface="Merriweather"/>
              <a:sym typeface="Merriweathe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57" name="Shape 1357"/>
        <p:cNvGrpSpPr/>
        <p:nvPr/>
      </p:nvGrpSpPr>
      <p:grpSpPr>
        <a:xfrm>
          <a:off x="0" y="0"/>
          <a:ext cx="0" cy="0"/>
          <a:chOff x="0" y="0"/>
          <a:chExt cx="0" cy="0"/>
        </a:xfrm>
      </p:grpSpPr>
      <p:graphicFrame>
        <p:nvGraphicFramePr>
          <p:cNvPr id="1358" name="Google Shape;1358;p119"/>
          <p:cNvGraphicFramePr/>
          <p:nvPr/>
        </p:nvGraphicFramePr>
        <p:xfrm>
          <a:off x="-10" y="-9"/>
          <a:ext cx="3000000" cy="3000000"/>
        </p:xfrm>
        <a:graphic>
          <a:graphicData uri="http://schemas.openxmlformats.org/drawingml/2006/table">
            <a:tbl>
              <a:tblPr>
                <a:noFill/>
                <a:tableStyleId>{F4E8245F-B79C-49AF-8BD8-D9F0F8A7D024}</a:tableStyleId>
              </a:tblPr>
              <a:tblGrid>
                <a:gridCol w="388675"/>
                <a:gridCol w="4377650"/>
                <a:gridCol w="4377650"/>
              </a:tblGrid>
              <a:tr h="5143500">
                <a:tc>
                  <a:txBody>
                    <a:bodyPr/>
                    <a:lstStyle/>
                    <a:p>
                      <a:pPr indent="0" lvl="0" marL="0" rtl="0" algn="l">
                        <a:spcBef>
                          <a:spcPts val="0"/>
                        </a:spcBef>
                        <a:spcAft>
                          <a:spcPts val="0"/>
                        </a:spcAft>
                        <a:buNone/>
                      </a:pPr>
                      <a:r>
                        <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solidFill>
                      <a:srgbClr val="073763"/>
                    </a:solidFill>
                  </a:tcPr>
                </a:tc>
                <a:tc>
                  <a:txBody>
                    <a:bodyPr/>
                    <a:lstStyle/>
                    <a:p>
                      <a:pPr indent="0" lvl="0" marL="0" rtl="0" algn="l">
                        <a:spcBef>
                          <a:spcPts val="0"/>
                        </a:spcBef>
                        <a:spcAft>
                          <a:spcPts val="0"/>
                        </a:spcAft>
                        <a:buNone/>
                      </a:pPr>
                      <a:r>
                        <a:rPr lang="en" sz="1000" u="sng">
                          <a:solidFill>
                            <a:schemeClr val="accent5"/>
                          </a:solidFill>
                          <a:hlinkClick r:id="rId3">
                            <a:extLst>
                              <a:ext uri="{A12FA001-AC4F-418D-AE19-62706E023703}">
                                <ahyp:hlinkClr val="tx"/>
                              </a:ext>
                            </a:extLst>
                          </a:hlinkClick>
                        </a:rPr>
                        <a:t>Default Methods</a:t>
                      </a:r>
                      <a:endParaRPr sz="1000"/>
                    </a:p>
                    <a:p>
                      <a:pPr indent="0" lvl="0" marL="0" rtl="0" algn="l">
                        <a:spcBef>
                          <a:spcPts val="0"/>
                        </a:spcBef>
                        <a:spcAft>
                          <a:spcPts val="0"/>
                        </a:spcAft>
                        <a:buNone/>
                      </a:pPr>
                      <a:r>
                        <a:rPr lang="en" sz="1000">
                          <a:latin typeface="Courier New"/>
                          <a:ea typeface="Courier New"/>
                          <a:cs typeface="Courier New"/>
                          <a:sym typeface="Courier New"/>
                        </a:rPr>
                        <a:t>public interface A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default public void greeting()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System.out.println(“Default Hello!”);</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p>
                      <a:pPr indent="0" lvl="0" marL="0" rtl="0" algn="l">
                        <a:spcBef>
                          <a:spcPts val="0"/>
                        </a:spcBef>
                        <a:spcAft>
                          <a:spcPts val="0"/>
                        </a:spcAft>
                        <a:buNone/>
                      </a:pPr>
                      <a:r>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public interface B extends A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@Override</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public void greeting()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System.out.println(“Howdy!”);</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c>
                  <a:txBody>
                    <a:bodyPr/>
                    <a:lstStyle/>
                    <a:p>
                      <a:pPr indent="0" lvl="0" marL="0" rtl="0" algn="l">
                        <a:spcBef>
                          <a:spcPts val="0"/>
                        </a:spcBef>
                        <a:spcAft>
                          <a:spcPts val="0"/>
                        </a:spcAft>
                        <a:buNone/>
                      </a:pPr>
                      <a:r>
                        <a:rPr lang="en" sz="1000" u="sng">
                          <a:solidFill>
                            <a:schemeClr val="hlink"/>
                          </a:solidFill>
                          <a:hlinkClick r:id="rId4"/>
                        </a:rPr>
                        <a:t>JCF Implementations</a:t>
                      </a:r>
                      <a:endParaRPr sz="1000"/>
                    </a:p>
                    <a:p>
                      <a:pPr indent="0" lvl="0" marL="0" rtl="0" algn="l">
                        <a:spcBef>
                          <a:spcPts val="0"/>
                        </a:spcBef>
                        <a:spcAft>
                          <a:spcPts val="0"/>
                        </a:spcAft>
                        <a:buNone/>
                      </a:pPr>
                      <a:r>
                        <a:rPr lang="en" sz="1000">
                          <a:latin typeface="Courier New"/>
                          <a:ea typeface="Courier New"/>
                          <a:cs typeface="Courier New"/>
                          <a:sym typeface="Courier New"/>
                        </a:rPr>
                        <a:t>java.util.List</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java.util.ArrayList</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  java.util.LinkedList</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java.util.Queue</a:t>
                      </a:r>
                      <a:endParaRPr sz="1000">
                        <a:latin typeface="Courier New"/>
                        <a:ea typeface="Courier New"/>
                        <a:cs typeface="Courier New"/>
                        <a:sym typeface="Courier New"/>
                      </a:endParaRPr>
                    </a:p>
                    <a:p>
                      <a:pPr indent="0" lvl="0" marL="0" rtl="0" algn="l">
                        <a:spcBef>
                          <a:spcPts val="0"/>
                        </a:spcBef>
                        <a:spcAft>
                          <a:spcPts val="0"/>
                        </a:spcAft>
                        <a:buNone/>
                      </a:pPr>
                      <a:r>
                        <a:rPr lang="en" sz="1000">
                          <a:latin typeface="Courier New"/>
                          <a:ea typeface="Courier New"/>
                          <a:cs typeface="Courier New"/>
                          <a:sym typeface="Courier New"/>
                        </a:rPr>
                        <a:t>java.util.Stack</a:t>
                      </a:r>
                      <a:endParaRPr sz="1000">
                        <a:latin typeface="Courier New"/>
                        <a:ea typeface="Courier New"/>
                        <a:cs typeface="Courier New"/>
                        <a:sym typeface="Courier New"/>
                      </a:endParaRPr>
                    </a:p>
                  </a:txBody>
                  <a:tcPr marT="91425" marB="91425" marR="91425" marL="91425">
                    <a:lnL cap="flat" cmpd="sng" w="19050">
                      <a:solidFill>
                        <a:srgbClr val="000000"/>
                      </a:solidFill>
                      <a:prstDash val="solid"/>
                      <a:round/>
                      <a:headEnd len="sm" w="sm" type="none"/>
                      <a:tailEnd len="sm" w="sm" type="none"/>
                    </a:lnL>
                    <a:lnR cap="flat" cmpd="sng" w="19050">
                      <a:solidFill>
                        <a:srgbClr val="000000"/>
                      </a:solidFill>
                      <a:prstDash val="solid"/>
                      <a:round/>
                      <a:headEnd len="sm" w="sm" type="none"/>
                      <a:tailEnd len="sm" w="sm" type="none"/>
                    </a:lnR>
                    <a:lnT cap="flat" cmpd="sng" w="19050">
                      <a:solidFill>
                        <a:srgbClr val="000000"/>
                      </a:solidFill>
                      <a:prstDash val="solid"/>
                      <a:round/>
                      <a:headEnd len="sm" w="sm" type="none"/>
                      <a:tailEnd len="sm" w="sm" type="none"/>
                    </a:lnT>
                    <a:lnB cap="flat" cmpd="sng" w="19050">
                      <a:solidFill>
                        <a:srgbClr val="000000"/>
                      </a:solidFill>
                      <a:prstDash val="solid"/>
                      <a:round/>
                      <a:headEnd len="sm" w="sm" type="none"/>
                      <a:tailEnd len="sm" w="sm" type="none"/>
                    </a:lnB>
                  </a:tcPr>
                </a:tc>
              </a:tr>
            </a:tbl>
          </a:graphicData>
        </a:graphic>
      </p:graphicFrame>
      <p:sp>
        <p:nvSpPr>
          <p:cNvPr id="1359" name="Google Shape;1359;p119"/>
          <p:cNvSpPr txBox="1"/>
          <p:nvPr/>
        </p:nvSpPr>
        <p:spPr>
          <a:xfrm rot="-5400000">
            <a:off x="-2378350" y="2377688"/>
            <a:ext cx="5151300" cy="3849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300">
                <a:solidFill>
                  <a:schemeClr val="lt1"/>
                </a:solidFill>
                <a:latin typeface="Merriweather"/>
                <a:ea typeface="Merriweather"/>
                <a:cs typeface="Merriweather"/>
                <a:sym typeface="Merriweather"/>
              </a:rPr>
              <a:t>Unit 5: Data Structures I</a:t>
            </a:r>
            <a:endParaRPr sz="1300">
              <a:solidFill>
                <a:schemeClr val="lt1"/>
              </a:solidFill>
              <a:latin typeface="Merriweather"/>
              <a:ea typeface="Merriweather"/>
              <a:cs typeface="Merriweather"/>
              <a:sym typeface="Merriweather"/>
            </a:endParaRPr>
          </a:p>
        </p:txBody>
      </p:sp>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3" name="Shape 1363"/>
        <p:cNvGrpSpPr/>
        <p:nvPr/>
      </p:nvGrpSpPr>
      <p:grpSpPr>
        <a:xfrm>
          <a:off x="0" y="0"/>
          <a:ext cx="0" cy="0"/>
          <a:chOff x="0" y="0"/>
          <a:chExt cx="0" cy="0"/>
        </a:xfrm>
      </p:grpSpPr>
      <p:sp>
        <p:nvSpPr>
          <p:cNvPr id="1364" name="Google Shape;1364;p120"/>
          <p:cNvSpPr txBox="1"/>
          <p:nvPr>
            <p:ph type="title"/>
          </p:nvPr>
        </p:nvSpPr>
        <p:spPr>
          <a:xfrm>
            <a:off x="311725" y="196125"/>
            <a:ext cx="8520600" cy="6237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2800"/>
              <a:buNone/>
            </a:pPr>
            <a:r>
              <a:rPr lang="en" sz="3900"/>
              <a:t>Summary &amp; Reflection</a:t>
            </a:r>
            <a:endParaRPr sz="3900"/>
          </a:p>
        </p:txBody>
      </p:sp>
      <p:sp>
        <p:nvSpPr>
          <p:cNvPr id="1365" name="Google Shape;1365;p120"/>
          <p:cNvSpPr/>
          <p:nvPr/>
        </p:nvSpPr>
        <p:spPr>
          <a:xfrm>
            <a:off x="3934950" y="1656500"/>
            <a:ext cx="1905000" cy="1233000"/>
          </a:xfrm>
          <a:prstGeom prst="cloudCallout">
            <a:avLst>
              <a:gd fmla="val 60382" name="adj1"/>
              <a:gd fmla="val 60947" name="adj2"/>
            </a:avLst>
          </a:prstGeom>
          <a:solidFill>
            <a:srgbClr val="C9DAF8"/>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What is one new thing that you learned today?</a:t>
            </a:r>
            <a:endParaRPr b="0" i="0" sz="1200" u="none" cap="none" strike="noStrike">
              <a:solidFill>
                <a:srgbClr val="000000"/>
              </a:solidFill>
              <a:latin typeface="Arial"/>
              <a:ea typeface="Arial"/>
              <a:cs typeface="Arial"/>
              <a:sym typeface="Arial"/>
            </a:endParaRPr>
          </a:p>
        </p:txBody>
      </p:sp>
      <p:pic>
        <p:nvPicPr>
          <p:cNvPr id="1366" name="Google Shape;1366;p120"/>
          <p:cNvPicPr preferRelativeResize="0"/>
          <p:nvPr/>
        </p:nvPicPr>
        <p:blipFill rotWithShape="1">
          <a:blip r:embed="rId3">
            <a:alphaModFix/>
          </a:blip>
          <a:srcRect b="0" l="0" r="0" t="0"/>
          <a:stretch/>
        </p:blipFill>
        <p:spPr>
          <a:xfrm>
            <a:off x="5651400" y="3077250"/>
            <a:ext cx="1504525" cy="1504525"/>
          </a:xfrm>
          <a:prstGeom prst="rect">
            <a:avLst/>
          </a:prstGeom>
          <a:noFill/>
          <a:ln>
            <a:noFill/>
          </a:ln>
        </p:spPr>
      </p:pic>
      <p:sp>
        <p:nvSpPr>
          <p:cNvPr id="1367" name="Google Shape;1367;p120"/>
          <p:cNvSpPr/>
          <p:nvPr/>
        </p:nvSpPr>
        <p:spPr>
          <a:xfrm>
            <a:off x="5992350" y="1351700"/>
            <a:ext cx="1905000" cy="1233000"/>
          </a:xfrm>
          <a:prstGeom prst="cloudCallout">
            <a:avLst>
              <a:gd fmla="val -15427" name="adj1"/>
              <a:gd fmla="val 82691" name="adj2"/>
            </a:avLst>
          </a:prstGeom>
          <a:solidFill>
            <a:srgbClr val="D9EAD3"/>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000"/>
              <a:buFont typeface="Arial"/>
              <a:buNone/>
            </a:pPr>
            <a:r>
              <a:rPr b="0" i="0" lang="en" sz="1000" u="none" cap="none" strike="noStrike">
                <a:solidFill>
                  <a:srgbClr val="000000"/>
                </a:solidFill>
                <a:latin typeface="Arial"/>
                <a:ea typeface="Arial"/>
                <a:cs typeface="Arial"/>
                <a:sym typeface="Arial"/>
              </a:rPr>
              <a:t>What is one thing that you wish you knew more about as we move forward?</a:t>
            </a:r>
            <a:endParaRPr b="0" i="0" sz="1000" u="none" cap="none" strike="noStrike">
              <a:solidFill>
                <a:srgbClr val="000000"/>
              </a:solidFill>
              <a:latin typeface="Arial"/>
              <a:ea typeface="Arial"/>
              <a:cs typeface="Arial"/>
              <a:sym typeface="Arial"/>
            </a:endParaRPr>
          </a:p>
        </p:txBody>
      </p:sp>
      <p:sp>
        <p:nvSpPr>
          <p:cNvPr id="1368" name="Google Shape;1368;p120"/>
          <p:cNvSpPr/>
          <p:nvPr/>
        </p:nvSpPr>
        <p:spPr>
          <a:xfrm>
            <a:off x="7003525" y="2549050"/>
            <a:ext cx="1905000" cy="1233000"/>
          </a:xfrm>
          <a:prstGeom prst="cloudCallout">
            <a:avLst>
              <a:gd fmla="val -66241" name="adj1"/>
              <a:gd fmla="val 20639" name="adj2"/>
            </a:avLst>
          </a:prstGeom>
          <a:solidFill>
            <a:srgbClr val="FCE5CD"/>
          </a:solidFill>
          <a:ln cap="flat" cmpd="sng" w="2857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rgbClr val="000000"/>
                </a:solidFill>
                <a:latin typeface="Arial"/>
                <a:ea typeface="Arial"/>
                <a:cs typeface="Arial"/>
                <a:sym typeface="Arial"/>
              </a:rPr>
              <a:t>What one question do you have about today’s class?</a:t>
            </a:r>
            <a:endParaRPr b="0" i="0" sz="1200" u="none" cap="none" strike="noStrike">
              <a:solidFill>
                <a:srgbClr val="000000"/>
              </a:solidFill>
              <a:latin typeface="Arial"/>
              <a:ea typeface="Arial"/>
              <a:cs typeface="Arial"/>
              <a:sym typeface="Arial"/>
            </a:endParaRPr>
          </a:p>
        </p:txBody>
      </p:sp>
      <p:sp>
        <p:nvSpPr>
          <p:cNvPr id="1369" name="Google Shape;1369;p120"/>
          <p:cNvSpPr txBox="1"/>
          <p:nvPr/>
        </p:nvSpPr>
        <p:spPr>
          <a:xfrm>
            <a:off x="4107225" y="4689650"/>
            <a:ext cx="4667100" cy="234600"/>
          </a:xfrm>
          <a:prstGeom prst="rect">
            <a:avLst/>
          </a:prstGeom>
          <a:no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200"/>
              <a:buFont typeface="Arial"/>
              <a:buNone/>
            </a:pPr>
            <a:r>
              <a:rPr b="0" i="0" lang="en" sz="1200" u="none" cap="none" strike="noStrike">
                <a:solidFill>
                  <a:schemeClr val="dk2"/>
                </a:solidFill>
                <a:latin typeface="Roboto"/>
                <a:ea typeface="Roboto"/>
                <a:cs typeface="Roboto"/>
                <a:sym typeface="Roboto"/>
              </a:rPr>
              <a:t>Please answer the questions above in your notes for today.</a:t>
            </a:r>
            <a:endParaRPr b="0" i="0" sz="1200" u="none" cap="none" strike="noStrike">
              <a:solidFill>
                <a:schemeClr val="dk2"/>
              </a:solidFill>
              <a:latin typeface="Roboto"/>
              <a:ea typeface="Roboto"/>
              <a:cs typeface="Roboto"/>
              <a:sym typeface="Roboto"/>
            </a:endParaRPr>
          </a:p>
        </p:txBody>
      </p:sp>
      <p:pic>
        <p:nvPicPr>
          <p:cNvPr id="1370" name="Google Shape;1370;p120"/>
          <p:cNvPicPr preferRelativeResize="0"/>
          <p:nvPr/>
        </p:nvPicPr>
        <p:blipFill rotWithShape="1">
          <a:blip r:embed="rId4">
            <a:alphaModFix/>
          </a:blip>
          <a:srcRect b="0" l="0" r="0" t="0"/>
          <a:stretch/>
        </p:blipFill>
        <p:spPr>
          <a:xfrm rot="-1172163">
            <a:off x="798432" y="944685"/>
            <a:ext cx="2945835" cy="3808755"/>
          </a:xfrm>
          <a:prstGeom prst="rect">
            <a:avLst/>
          </a:prstGeom>
          <a:noFill/>
          <a:ln>
            <a:noFill/>
          </a:ln>
        </p:spPr>
      </p:pic>
      <p:sp>
        <p:nvSpPr>
          <p:cNvPr id="1371" name="Google Shape;1371;p120"/>
          <p:cNvSpPr txBox="1"/>
          <p:nvPr>
            <p:ph idx="1" type="body"/>
          </p:nvPr>
        </p:nvSpPr>
        <p:spPr>
          <a:xfrm rot="-1168295">
            <a:off x="1011720" y="1531327"/>
            <a:ext cx="2569455" cy="2930016"/>
          </a:xfrm>
          <a:prstGeom prst="rect">
            <a:avLst/>
          </a:prstGeom>
          <a:noFill/>
          <a:ln>
            <a:noFill/>
          </a:ln>
        </p:spPr>
        <p:txBody>
          <a:bodyPr anchorCtr="0" anchor="ctr" bIns="91425" lIns="91425" spcFirstLastPara="1" rIns="91425" wrap="square" tIns="91425">
            <a:noAutofit/>
          </a:bodyPr>
          <a:lstStyle/>
          <a:p>
            <a:pPr indent="-317500" lvl="0" marL="457200" rtl="0" algn="l">
              <a:lnSpc>
                <a:spcPct val="100000"/>
              </a:lnSpc>
              <a:spcBef>
                <a:spcPts val="0"/>
              </a:spcBef>
              <a:spcAft>
                <a:spcPts val="0"/>
              </a:spcAft>
              <a:buClr>
                <a:srgbClr val="FF0000"/>
              </a:buClr>
              <a:buSzPts val="1400"/>
              <a:buFont typeface="Shadows Into Light"/>
              <a:buChar char="●"/>
            </a:pPr>
            <a:r>
              <a:rPr lang="en" sz="1400">
                <a:solidFill>
                  <a:srgbClr val="FF0000"/>
                </a:solidFill>
                <a:latin typeface="Shadows Into Light"/>
                <a:ea typeface="Shadows Into Light"/>
                <a:cs typeface="Shadows Into Light"/>
                <a:sym typeface="Shadows Into Light"/>
              </a:rPr>
              <a:t>Abstract Data Types</a:t>
            </a:r>
            <a:endParaRPr sz="1400">
              <a:solidFill>
                <a:srgbClr val="FF0000"/>
              </a:solidFill>
              <a:latin typeface="Shadows Into Light"/>
              <a:ea typeface="Shadows Into Light"/>
              <a:cs typeface="Shadows Into Light"/>
              <a:sym typeface="Shadows Into Light"/>
            </a:endParaRPr>
          </a:p>
          <a:p>
            <a:pPr indent="-317500" lvl="1" marL="914400" rtl="0" algn="l">
              <a:lnSpc>
                <a:spcPct val="100000"/>
              </a:lnSpc>
              <a:spcBef>
                <a:spcPts val="0"/>
              </a:spcBef>
              <a:spcAft>
                <a:spcPts val="0"/>
              </a:spcAft>
              <a:buClr>
                <a:srgbClr val="FF0000"/>
              </a:buClr>
              <a:buSzPts val="1400"/>
              <a:buFont typeface="Shadows Into Light"/>
              <a:buChar char="○"/>
            </a:pPr>
            <a:r>
              <a:rPr lang="en" sz="1400">
                <a:solidFill>
                  <a:srgbClr val="FF0000"/>
                </a:solidFill>
                <a:latin typeface="Shadows Into Light"/>
                <a:ea typeface="Shadows Into Light"/>
                <a:cs typeface="Shadows Into Light"/>
                <a:sym typeface="Shadows Into Light"/>
              </a:rPr>
              <a:t>Java Interfaces</a:t>
            </a:r>
            <a:endParaRPr sz="1400">
              <a:solidFill>
                <a:srgbClr val="FF0000"/>
              </a:solidFill>
              <a:latin typeface="Shadows Into Light"/>
              <a:ea typeface="Shadows Into Light"/>
              <a:cs typeface="Shadows Into Light"/>
              <a:sym typeface="Shadows Into Light"/>
            </a:endParaRPr>
          </a:p>
          <a:p>
            <a:pPr indent="-317500" lvl="0" marL="457200" rtl="0" algn="l">
              <a:lnSpc>
                <a:spcPct val="100000"/>
              </a:lnSpc>
              <a:spcBef>
                <a:spcPts val="0"/>
              </a:spcBef>
              <a:spcAft>
                <a:spcPts val="0"/>
              </a:spcAft>
              <a:buClr>
                <a:srgbClr val="FF0000"/>
              </a:buClr>
              <a:buSzPts val="1400"/>
              <a:buFont typeface="Shadows Into Light"/>
              <a:buChar char="●"/>
            </a:pPr>
            <a:r>
              <a:rPr lang="en" sz="1400">
                <a:solidFill>
                  <a:srgbClr val="FF0000"/>
                </a:solidFill>
                <a:latin typeface="Shadows Into Light"/>
                <a:ea typeface="Shadows Into Light"/>
                <a:cs typeface="Shadows Into Light"/>
                <a:sym typeface="Shadows Into Light"/>
              </a:rPr>
              <a:t>Nodes &amp; Linked-Sequences</a:t>
            </a:r>
            <a:endParaRPr sz="1400">
              <a:solidFill>
                <a:srgbClr val="FF0000"/>
              </a:solidFill>
              <a:latin typeface="Shadows Into Light"/>
              <a:ea typeface="Shadows Into Light"/>
              <a:cs typeface="Shadows Into Light"/>
              <a:sym typeface="Shadows Into Light"/>
            </a:endParaRPr>
          </a:p>
          <a:p>
            <a:pPr indent="-317500" lvl="0" marL="457200" rtl="0" algn="l">
              <a:lnSpc>
                <a:spcPct val="100000"/>
              </a:lnSpc>
              <a:spcBef>
                <a:spcPts val="0"/>
              </a:spcBef>
              <a:spcAft>
                <a:spcPts val="0"/>
              </a:spcAft>
              <a:buClr>
                <a:srgbClr val="FF0000"/>
              </a:buClr>
              <a:buSzPts val="1400"/>
              <a:buFont typeface="Shadows Into Light"/>
              <a:buChar char="●"/>
            </a:pPr>
            <a:r>
              <a:rPr lang="en" sz="1400">
                <a:solidFill>
                  <a:srgbClr val="FF0000"/>
                </a:solidFill>
                <a:latin typeface="Shadows Into Light"/>
                <a:ea typeface="Shadows Into Light"/>
                <a:cs typeface="Shadows Into Light"/>
                <a:sym typeface="Shadows Into Light"/>
              </a:rPr>
              <a:t>Queues</a:t>
            </a:r>
            <a:endParaRPr sz="1400">
              <a:solidFill>
                <a:srgbClr val="FF0000"/>
              </a:solidFill>
              <a:latin typeface="Shadows Into Light"/>
              <a:ea typeface="Shadows Into Light"/>
              <a:cs typeface="Shadows Into Light"/>
              <a:sym typeface="Shadows Into Light"/>
            </a:endParaRPr>
          </a:p>
          <a:p>
            <a:pPr indent="-317500" lvl="1" marL="914400" rtl="0" algn="l">
              <a:lnSpc>
                <a:spcPct val="100000"/>
              </a:lnSpc>
              <a:spcBef>
                <a:spcPts val="0"/>
              </a:spcBef>
              <a:spcAft>
                <a:spcPts val="0"/>
              </a:spcAft>
              <a:buClr>
                <a:srgbClr val="FF0000"/>
              </a:buClr>
              <a:buSzPts val="1400"/>
              <a:buFont typeface="Shadows Into Light"/>
              <a:buChar char="○"/>
            </a:pPr>
            <a:r>
              <a:rPr lang="en" sz="1400">
                <a:solidFill>
                  <a:srgbClr val="FF0000"/>
                </a:solidFill>
                <a:latin typeface="Shadows Into Light"/>
                <a:ea typeface="Shadows Into Light"/>
                <a:cs typeface="Shadows Into Light"/>
                <a:sym typeface="Shadows Into Light"/>
              </a:rPr>
              <a:t>Node-Based</a:t>
            </a:r>
            <a:endParaRPr sz="1400">
              <a:solidFill>
                <a:srgbClr val="FF0000"/>
              </a:solidFill>
              <a:latin typeface="Shadows Into Light"/>
              <a:ea typeface="Shadows Into Light"/>
              <a:cs typeface="Shadows Into Light"/>
              <a:sym typeface="Shadows Into Light"/>
            </a:endParaRPr>
          </a:p>
          <a:p>
            <a:pPr indent="-317500" lvl="1" marL="914400" rtl="0" algn="l">
              <a:lnSpc>
                <a:spcPct val="100000"/>
              </a:lnSpc>
              <a:spcBef>
                <a:spcPts val="0"/>
              </a:spcBef>
              <a:spcAft>
                <a:spcPts val="0"/>
              </a:spcAft>
              <a:buClr>
                <a:srgbClr val="FF0000"/>
              </a:buClr>
              <a:buSzPts val="1400"/>
              <a:buFont typeface="Shadows Into Light"/>
              <a:buChar char="○"/>
            </a:pPr>
            <a:r>
              <a:rPr lang="en" sz="1400">
                <a:solidFill>
                  <a:srgbClr val="FF0000"/>
                </a:solidFill>
                <a:latin typeface="Shadows Into Light"/>
                <a:ea typeface="Shadows Into Light"/>
                <a:cs typeface="Shadows Into Light"/>
                <a:sym typeface="Shadows Into Light"/>
              </a:rPr>
              <a:t>Array-Based</a:t>
            </a:r>
            <a:endParaRPr sz="1400">
              <a:solidFill>
                <a:srgbClr val="FF0000"/>
              </a:solidFill>
              <a:latin typeface="Shadows Into Light"/>
              <a:ea typeface="Shadows Into Light"/>
              <a:cs typeface="Shadows Into Light"/>
              <a:sym typeface="Shadows Into Light"/>
            </a:endParaRPr>
          </a:p>
          <a:p>
            <a:pPr indent="-317500" lvl="0" marL="457200" rtl="0" algn="l">
              <a:lnSpc>
                <a:spcPct val="100000"/>
              </a:lnSpc>
              <a:spcBef>
                <a:spcPts val="0"/>
              </a:spcBef>
              <a:spcAft>
                <a:spcPts val="0"/>
              </a:spcAft>
              <a:buClr>
                <a:srgbClr val="FF0000"/>
              </a:buClr>
              <a:buSzPts val="1400"/>
              <a:buFont typeface="Shadows Into Light"/>
              <a:buChar char="●"/>
            </a:pPr>
            <a:r>
              <a:rPr lang="en" sz="1400">
                <a:solidFill>
                  <a:srgbClr val="FF0000"/>
                </a:solidFill>
                <a:latin typeface="Shadows Into Light"/>
                <a:ea typeface="Shadows Into Light"/>
                <a:cs typeface="Shadows Into Light"/>
                <a:sym typeface="Shadows Into Light"/>
              </a:rPr>
              <a:t>Lists</a:t>
            </a:r>
            <a:endParaRPr sz="1400">
              <a:solidFill>
                <a:srgbClr val="FF0000"/>
              </a:solidFill>
              <a:latin typeface="Shadows Into Light"/>
              <a:ea typeface="Shadows Into Light"/>
              <a:cs typeface="Shadows Into Light"/>
              <a:sym typeface="Shadows Into Light"/>
            </a:endParaRPr>
          </a:p>
          <a:p>
            <a:pPr indent="-317500" lvl="1" marL="914400" rtl="0" algn="l">
              <a:lnSpc>
                <a:spcPct val="100000"/>
              </a:lnSpc>
              <a:spcBef>
                <a:spcPts val="0"/>
              </a:spcBef>
              <a:spcAft>
                <a:spcPts val="0"/>
              </a:spcAft>
              <a:buClr>
                <a:srgbClr val="FF0000"/>
              </a:buClr>
              <a:buSzPts val="1400"/>
              <a:buFont typeface="Shadows Into Light"/>
              <a:buChar char="○"/>
            </a:pPr>
            <a:r>
              <a:rPr lang="en" sz="1400">
                <a:solidFill>
                  <a:srgbClr val="FF0000"/>
                </a:solidFill>
                <a:latin typeface="Shadows Into Light"/>
                <a:ea typeface="Shadows Into Light"/>
                <a:cs typeface="Shadows Into Light"/>
                <a:sym typeface="Shadows Into Light"/>
              </a:rPr>
              <a:t>Array-based</a:t>
            </a:r>
            <a:endParaRPr sz="1400">
              <a:solidFill>
                <a:srgbClr val="FF0000"/>
              </a:solidFill>
              <a:latin typeface="Shadows Into Light"/>
              <a:ea typeface="Shadows Into Light"/>
              <a:cs typeface="Shadows Into Light"/>
              <a:sym typeface="Shadows Into Light"/>
            </a:endParaRPr>
          </a:p>
          <a:p>
            <a:pPr indent="-317500" lvl="0" marL="457200" rtl="0" algn="l">
              <a:lnSpc>
                <a:spcPct val="100000"/>
              </a:lnSpc>
              <a:spcBef>
                <a:spcPts val="0"/>
              </a:spcBef>
              <a:spcAft>
                <a:spcPts val="0"/>
              </a:spcAft>
              <a:buClr>
                <a:srgbClr val="FF0000"/>
              </a:buClr>
              <a:buSzPts val="1400"/>
              <a:buFont typeface="Shadows Into Light"/>
              <a:buChar char="●"/>
            </a:pPr>
            <a:r>
              <a:rPr lang="en" sz="1400">
                <a:solidFill>
                  <a:srgbClr val="FF0000"/>
                </a:solidFill>
                <a:latin typeface="Shadows Into Light"/>
                <a:ea typeface="Shadows Into Light"/>
                <a:cs typeface="Shadows Into Light"/>
                <a:sym typeface="Shadows Into Light"/>
              </a:rPr>
              <a:t>for-each Loops</a:t>
            </a:r>
            <a:endParaRPr sz="1400">
              <a:solidFill>
                <a:srgbClr val="FF0000"/>
              </a:solidFill>
              <a:latin typeface="Shadows Into Light"/>
              <a:ea typeface="Shadows Into Light"/>
              <a:cs typeface="Shadows Into Light"/>
              <a:sym typeface="Shadows Into Light"/>
            </a:endParaRPr>
          </a:p>
          <a:p>
            <a:pPr indent="-317500" lvl="0" marL="457200" rtl="0" algn="l">
              <a:lnSpc>
                <a:spcPct val="100000"/>
              </a:lnSpc>
              <a:spcBef>
                <a:spcPts val="0"/>
              </a:spcBef>
              <a:spcAft>
                <a:spcPts val="0"/>
              </a:spcAft>
              <a:buClr>
                <a:srgbClr val="FF0000"/>
              </a:buClr>
              <a:buSzPts val="1400"/>
              <a:buFont typeface="Shadows Into Light"/>
              <a:buChar char="●"/>
            </a:pPr>
            <a:r>
              <a:rPr lang="en" sz="1400">
                <a:solidFill>
                  <a:srgbClr val="FF0000"/>
                </a:solidFill>
                <a:latin typeface="Shadows Into Light"/>
                <a:ea typeface="Shadows Into Light"/>
                <a:cs typeface="Shadows Into Light"/>
                <a:sym typeface="Shadows Into Light"/>
              </a:rPr>
              <a:t>Iterable &amp; Iterator</a:t>
            </a:r>
            <a:endParaRPr sz="1400">
              <a:solidFill>
                <a:srgbClr val="FF0000"/>
              </a:solidFill>
              <a:latin typeface="Shadows Into Light"/>
              <a:ea typeface="Shadows Into Light"/>
              <a:cs typeface="Shadows Into Light"/>
              <a:sym typeface="Shadows Into Light"/>
            </a:endParaRPr>
          </a:p>
          <a:p>
            <a:pPr indent="-317500" lvl="1" marL="914400" rtl="0" algn="l">
              <a:lnSpc>
                <a:spcPct val="100000"/>
              </a:lnSpc>
              <a:spcBef>
                <a:spcPts val="0"/>
              </a:spcBef>
              <a:spcAft>
                <a:spcPts val="0"/>
              </a:spcAft>
              <a:buClr>
                <a:srgbClr val="FF0000"/>
              </a:buClr>
              <a:buSzPts val="1400"/>
              <a:buFont typeface="Shadows Into Light"/>
              <a:buChar char="○"/>
            </a:pPr>
            <a:r>
              <a:rPr lang="en" sz="1400">
                <a:solidFill>
                  <a:srgbClr val="FF0000"/>
                </a:solidFill>
                <a:latin typeface="Shadows Into Light"/>
                <a:ea typeface="Shadows Into Light"/>
                <a:cs typeface="Shadows Into Light"/>
                <a:sym typeface="Shadows Into Light"/>
              </a:rPr>
              <a:t>ArrayIterator</a:t>
            </a:r>
            <a:endParaRPr sz="1400">
              <a:solidFill>
                <a:srgbClr val="FF0000"/>
              </a:solidFill>
              <a:latin typeface="Shadows Into Light"/>
              <a:ea typeface="Shadows Into Light"/>
              <a:cs typeface="Shadows Into Light"/>
              <a:sym typeface="Shadows Into Light"/>
            </a:endParaRPr>
          </a:p>
          <a:p>
            <a:pPr indent="-317500" lvl="1" marL="914400" rtl="0" algn="l">
              <a:lnSpc>
                <a:spcPct val="100000"/>
              </a:lnSpc>
              <a:spcBef>
                <a:spcPts val="0"/>
              </a:spcBef>
              <a:spcAft>
                <a:spcPts val="0"/>
              </a:spcAft>
              <a:buClr>
                <a:srgbClr val="FF0000"/>
              </a:buClr>
              <a:buSzPts val="1400"/>
              <a:buFont typeface="Shadows Into Light"/>
              <a:buChar char="○"/>
            </a:pPr>
            <a:r>
              <a:rPr lang="en" sz="1400">
                <a:solidFill>
                  <a:srgbClr val="FF0000"/>
                </a:solidFill>
                <a:latin typeface="Shadows Into Light"/>
                <a:ea typeface="Shadows Into Light"/>
                <a:cs typeface="Shadows Into Light"/>
                <a:sym typeface="Shadows Into Light"/>
              </a:rPr>
              <a:t>NodeIterator</a:t>
            </a:r>
            <a:endParaRPr sz="1400">
              <a:solidFill>
                <a:srgbClr val="FF0000"/>
              </a:solidFill>
              <a:latin typeface="Shadows Into Light"/>
              <a:ea typeface="Shadows Into Light"/>
              <a:cs typeface="Shadows Into Light"/>
              <a:sym typeface="Shadows Into Light"/>
            </a:endParaRPr>
          </a:p>
          <a:p>
            <a:pPr indent="-317500" lvl="0" marL="457200" rtl="0" algn="l">
              <a:lnSpc>
                <a:spcPct val="100000"/>
              </a:lnSpc>
              <a:spcBef>
                <a:spcPts val="0"/>
              </a:spcBef>
              <a:spcAft>
                <a:spcPts val="0"/>
              </a:spcAft>
              <a:buClr>
                <a:srgbClr val="FF0000"/>
              </a:buClr>
              <a:buSzPts val="1400"/>
              <a:buFont typeface="Shadows Into Light"/>
              <a:buChar char="●"/>
            </a:pPr>
            <a:r>
              <a:rPr lang="en" sz="1400">
                <a:solidFill>
                  <a:srgbClr val="FF0000"/>
                </a:solidFill>
                <a:latin typeface="Shadows Into Light"/>
                <a:ea typeface="Shadows Into Light"/>
                <a:cs typeface="Shadows Into Light"/>
                <a:sym typeface="Shadows Into Light"/>
              </a:rPr>
              <a:t>The JCF</a:t>
            </a:r>
            <a:endParaRPr sz="1400">
              <a:solidFill>
                <a:srgbClr val="FF0000"/>
              </a:solidFill>
              <a:latin typeface="Shadows Into Light"/>
              <a:ea typeface="Shadows Into Light"/>
              <a:cs typeface="Shadows Into Light"/>
              <a:sym typeface="Shadows Into Light"/>
            </a:endParaRPr>
          </a:p>
        </p:txBody>
      </p:sp>
      <p:sp>
        <p:nvSpPr>
          <p:cNvPr id="1372" name="Google Shape;1372;p1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Autofit/>
          </a:bodyPr>
          <a:lstStyle/>
          <a:p>
            <a:pPr indent="0" lvl="0" marL="0" rtl="0" algn="r">
              <a:lnSpc>
                <a:spcPct val="100000"/>
              </a:lnSpc>
              <a:spcBef>
                <a:spcPts val="0"/>
              </a:spcBef>
              <a:spcAft>
                <a:spcPts val="0"/>
              </a:spcAft>
              <a:buSzPts val="1000"/>
              <a:buNone/>
            </a:pPr>
            <a:fld id="{00000000-1234-1234-1234-123412341234}" type="slidenum">
              <a:rPr lang="en"/>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4.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5.xml><?xml version="1.0" encoding="utf-8"?>
<a:theme xmlns:a="http://schemas.openxmlformats.org/drawingml/2006/main" xmlns:r="http://schemas.openxmlformats.org/officeDocument/2006/relationships" name="Paradigm">
  <a:themeElements>
    <a:clrScheme name="Paradigm">
      <a:dk1>
        <a:srgbClr val="31394D"/>
      </a:dk1>
      <a:lt1>
        <a:srgbClr val="FFFFFF"/>
      </a:lt1>
      <a:dk2>
        <a:srgbClr val="666666"/>
      </a:dk2>
      <a:lt2>
        <a:srgbClr val="626B73"/>
      </a:lt2>
      <a:accent1>
        <a:srgbClr val="002F4A"/>
      </a:accent1>
      <a:accent2>
        <a:srgbClr val="D9C4B1"/>
      </a:accent2>
      <a:accent3>
        <a:srgbClr val="EDE3DA"/>
      </a:accent3>
      <a:accent4>
        <a:srgbClr val="B85741"/>
      </a:accent4>
      <a:accent5>
        <a:srgbClr val="009384"/>
      </a:accent5>
      <a:accent6>
        <a:srgbClr val="D0F6FF"/>
      </a:accent6>
      <a:hlink>
        <a:srgbClr val="009384"/>
      </a:hlink>
      <a:folHlink>
        <a:srgbClr val="009384"/>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