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77" r:id="rId1"/>
    <p:sldMasterId id="2147483678" r:id="rId2"/>
  </p:sldMasterIdLst>
  <p:notesMasterIdLst>
    <p:notesMasterId r:id="rId55"/>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07C2E57-52A4-4090-9760-2D5068A43A11}">
  <a:tblStyle styleId="{A07C2E57-52A4-4090-9760-2D5068A43A11}" styleName="Table_0">
    <a:wholeTbl>
      <a:tcTxStyle b="off" i="off">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08F4506A-C2C8-4940-B2F5-69D01CD15942}"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5184" autoAdjust="0"/>
  </p:normalViewPr>
  <p:slideViewPr>
    <p:cSldViewPr snapToGrid="0">
      <p:cViewPr varScale="1">
        <p:scale>
          <a:sx n="127" d="100"/>
          <a:sy n="127" d="100"/>
        </p:scale>
        <p:origin x="132" y="24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notesMaster" Target="notesMasters/notes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theme" Target="theme/theme1.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viewProps" Target="viewProp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 name="Google Shape;22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b3d365e4a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b3d365e4a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This unit is about learning running multiple programs concurrently.</a:t>
            </a:r>
          </a:p>
          <a:p>
            <a:pPr marL="0" lvl="0" indent="0" algn="l" rtl="0">
              <a:spcBef>
                <a:spcPts val="0"/>
              </a:spcBef>
              <a:spcAft>
                <a:spcPts val="0"/>
              </a:spcAft>
              <a:buNone/>
            </a:pPr>
            <a:endParaRPr lang="en-US" dirty="0"/>
          </a:p>
          <a:p>
            <a:r>
              <a:rPr lang="en-US" dirty="0"/>
              <a:t>The terms </a:t>
            </a:r>
            <a:r>
              <a:rPr lang="en-US" b="1" dirty="0"/>
              <a:t>socket, core, and logical processor</a:t>
            </a:r>
            <a:r>
              <a:rPr lang="en-US" dirty="0"/>
              <a:t> describe different levels of CPU hardware used for parallel processing. Understanding them helps when choosing thread pool sizes or understanding system performance.</a:t>
            </a:r>
          </a:p>
          <a:p>
            <a:br>
              <a:rPr lang="en-US" dirty="0"/>
            </a:br>
            <a:endParaRPr lang="en-US" dirty="0"/>
          </a:p>
          <a:p>
            <a:r>
              <a:rPr lang="en-US" b="1" dirty="0"/>
              <a:t>1. Socket (Physical CPU)</a:t>
            </a:r>
          </a:p>
          <a:p>
            <a:r>
              <a:rPr lang="en-US" dirty="0"/>
              <a:t>A </a:t>
            </a:r>
            <a:r>
              <a:rPr lang="en-US" b="1" dirty="0"/>
              <a:t>socket</a:t>
            </a:r>
            <a:r>
              <a:rPr lang="en-US" dirty="0"/>
              <a:t> is the </a:t>
            </a:r>
            <a:r>
              <a:rPr lang="en-US" b="1" dirty="0"/>
              <a:t>physical CPU chip installed on the motherboard</a:t>
            </a:r>
            <a:r>
              <a:rPr lang="en-US" dirty="0"/>
              <a:t>.</a:t>
            </a:r>
          </a:p>
          <a:p>
            <a:r>
              <a:rPr lang="en-US" dirty="0"/>
              <a:t>Each socket holds </a:t>
            </a:r>
            <a:r>
              <a:rPr lang="en-US" b="1" dirty="0"/>
              <a:t>one processor package</a:t>
            </a:r>
            <a:r>
              <a:rPr lang="en-US" dirty="0"/>
              <a:t>.</a:t>
            </a:r>
          </a:p>
          <a:p>
            <a:r>
              <a:rPr lang="en-US" dirty="0"/>
              <a:t>Servers often have </a:t>
            </a:r>
            <a:r>
              <a:rPr lang="en-US" b="1" dirty="0"/>
              <a:t>multiple sockets</a:t>
            </a:r>
            <a:r>
              <a:rPr lang="en-US" dirty="0"/>
              <a:t>.</a:t>
            </a:r>
          </a:p>
          <a:p>
            <a:r>
              <a:rPr lang="en-US" dirty="0"/>
              <a:t>Most laptops/desktops have </a:t>
            </a:r>
            <a:r>
              <a:rPr lang="en-US" b="1" dirty="0"/>
              <a:t>1 socket</a:t>
            </a:r>
            <a:r>
              <a:rPr lang="en-US" dirty="0"/>
              <a:t>.</a:t>
            </a:r>
          </a:p>
          <a:p>
            <a:r>
              <a:rPr lang="en-US" dirty="0"/>
              <a:t>Example:</a:t>
            </a:r>
          </a:p>
          <a:p>
            <a:pPr rtl="0"/>
            <a:r>
              <a:rPr lang="en-US" sz="1100" b="0" i="0" u="none" strike="noStrike" cap="none" dirty="0">
                <a:solidFill>
                  <a:srgbClr val="000000"/>
                </a:solidFill>
                <a:latin typeface="Arial"/>
                <a:ea typeface="Arial"/>
                <a:cs typeface="Arial"/>
                <a:sym typeface="Arial"/>
              </a:rPr>
              <a:t>Motherboard</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 Socket 1 → CPU</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 Socket 2 → CPU</a:t>
            </a:r>
          </a:p>
          <a:p>
            <a:r>
              <a:rPr lang="en-US" dirty="0"/>
              <a:t>Example system:</a:t>
            </a:r>
          </a:p>
          <a:p>
            <a:pPr rtl="0"/>
            <a:r>
              <a:rPr lang="en-US" sz="1100" b="0" i="0" u="none" strike="noStrike" cap="none" dirty="0">
                <a:solidFill>
                  <a:srgbClr val="000000"/>
                </a:solidFill>
                <a:latin typeface="Arial"/>
                <a:ea typeface="Arial"/>
                <a:cs typeface="Arial"/>
                <a:sym typeface="Arial"/>
              </a:rPr>
              <a:t>2 sockets</a:t>
            </a:r>
          </a:p>
          <a:p>
            <a:r>
              <a:rPr lang="en-US" dirty="0"/>
              <a:t>means </a:t>
            </a:r>
            <a:r>
              <a:rPr lang="en-US" b="1" dirty="0"/>
              <a:t>two physical CPUs installed</a:t>
            </a:r>
            <a:r>
              <a:rPr lang="en-US" dirty="0"/>
              <a:t>.</a:t>
            </a:r>
          </a:p>
          <a:p>
            <a:br>
              <a:rPr lang="en-US" dirty="0"/>
            </a:br>
            <a:endParaRPr lang="en-US" dirty="0"/>
          </a:p>
          <a:p>
            <a:r>
              <a:rPr lang="en-US" b="1" dirty="0"/>
              <a:t>2. Core</a:t>
            </a:r>
          </a:p>
          <a:p>
            <a:r>
              <a:rPr lang="en-US" dirty="0"/>
              <a:t>A </a:t>
            </a:r>
            <a:r>
              <a:rPr lang="en-US" b="1" dirty="0"/>
              <a:t>core</a:t>
            </a:r>
            <a:r>
              <a:rPr lang="en-US" dirty="0"/>
              <a:t> is an </a:t>
            </a:r>
            <a:r>
              <a:rPr lang="en-US" b="1" dirty="0"/>
              <a:t>independent processing unit inside a CPU</a:t>
            </a:r>
            <a:r>
              <a:rPr lang="en-US" dirty="0"/>
              <a:t>.</a:t>
            </a:r>
          </a:p>
          <a:p>
            <a:r>
              <a:rPr lang="en-US" dirty="0"/>
              <a:t>Each core can execute its own instructions independently.</a:t>
            </a:r>
          </a:p>
          <a:p>
            <a:r>
              <a:rPr lang="en-US" dirty="0"/>
              <a:t>Example CPU:</a:t>
            </a:r>
          </a:p>
          <a:p>
            <a:pPr rtl="0"/>
            <a:r>
              <a:rPr lang="en-US" sz="1100" b="0" i="0" u="none" strike="noStrike" cap="none" dirty="0">
                <a:solidFill>
                  <a:srgbClr val="000000"/>
                </a:solidFill>
                <a:latin typeface="Arial"/>
                <a:ea typeface="Arial"/>
                <a:cs typeface="Arial"/>
                <a:sym typeface="Arial"/>
              </a:rPr>
              <a:t>1 socket</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 Core 1</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 Core 2</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 Core 3</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 Core 4</a:t>
            </a:r>
          </a:p>
          <a:p>
            <a:r>
              <a:rPr lang="en-US" dirty="0"/>
              <a:t>This CPU has </a:t>
            </a:r>
            <a:r>
              <a:rPr lang="en-US" b="1" dirty="0"/>
              <a:t>4 cores</a:t>
            </a:r>
            <a:r>
              <a:rPr lang="en-US" dirty="0"/>
              <a:t>.</a:t>
            </a:r>
          </a:p>
          <a:p>
            <a:r>
              <a:rPr lang="en-US" dirty="0"/>
              <a:t>Each core can run </a:t>
            </a:r>
            <a:r>
              <a:rPr lang="en-US" b="1" dirty="0"/>
              <a:t>one thread at a time</a:t>
            </a:r>
            <a:r>
              <a:rPr lang="en-US" dirty="0"/>
              <a:t> (without hyper-threading).</a:t>
            </a:r>
          </a:p>
          <a:p>
            <a:br>
              <a:rPr lang="en-US" dirty="0"/>
            </a:br>
            <a:endParaRPr lang="en-US" dirty="0"/>
          </a:p>
          <a:p>
            <a:r>
              <a:rPr lang="en-US" b="1" dirty="0"/>
              <a:t>3. Logical Processor (Hardware Thread)</a:t>
            </a:r>
          </a:p>
          <a:p>
            <a:r>
              <a:rPr lang="en-US" dirty="0"/>
              <a:t>A </a:t>
            </a:r>
            <a:r>
              <a:rPr lang="en-US" b="1" dirty="0"/>
              <a:t>logical processor</a:t>
            </a:r>
            <a:r>
              <a:rPr lang="en-US" dirty="0"/>
              <a:t> is a </a:t>
            </a:r>
            <a:r>
              <a:rPr lang="en-US" b="1" dirty="0"/>
              <a:t>virtual CPU created by technologies like Hyper-Threading (Intel) or SMT (AMD)</a:t>
            </a:r>
            <a:r>
              <a:rPr lang="en-US" dirty="0"/>
              <a:t>.</a:t>
            </a:r>
          </a:p>
          <a:p>
            <a:r>
              <a:rPr lang="en-US" dirty="0"/>
              <a:t>Each physical core can expose </a:t>
            </a:r>
            <a:r>
              <a:rPr lang="en-US" b="1" dirty="0"/>
              <a:t>multiple logical processors</a:t>
            </a:r>
            <a:r>
              <a:rPr lang="en-US" dirty="0"/>
              <a:t>.</a:t>
            </a:r>
          </a:p>
          <a:p>
            <a:r>
              <a:rPr lang="en-US" dirty="0"/>
              <a:t>Example:</a:t>
            </a:r>
          </a:p>
          <a:p>
            <a:pPr rtl="0"/>
            <a:r>
              <a:rPr lang="en-US" sz="1100" b="0" i="0" u="none" strike="noStrike" cap="none" dirty="0">
                <a:solidFill>
                  <a:srgbClr val="000000"/>
                </a:solidFill>
                <a:latin typeface="Arial"/>
                <a:ea typeface="Arial"/>
                <a:cs typeface="Arial"/>
                <a:sym typeface="Arial"/>
              </a:rPr>
              <a:t>1 Core</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 Logical Processor 1</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 Logical Processor 2</a:t>
            </a:r>
          </a:p>
          <a:p>
            <a:r>
              <a:rPr lang="en-US" dirty="0"/>
              <a:t>So a </a:t>
            </a:r>
            <a:r>
              <a:rPr lang="en-US" b="1" dirty="0"/>
              <a:t>4-core CPU with Hyper-Threading</a:t>
            </a:r>
            <a:r>
              <a:rPr lang="en-US" dirty="0"/>
              <a:t> becomes:</a:t>
            </a:r>
          </a:p>
          <a:p>
            <a:pPr rtl="0"/>
            <a:r>
              <a:rPr lang="en-US" sz="1100" b="0" i="0" u="none" strike="noStrike" cap="none" dirty="0">
                <a:solidFill>
                  <a:srgbClr val="000000"/>
                </a:solidFill>
                <a:latin typeface="Arial"/>
                <a:ea typeface="Arial"/>
                <a:cs typeface="Arial"/>
                <a:sym typeface="Arial"/>
              </a:rPr>
              <a:t>4 cores × 2 logical processors = 8 logical processors</a:t>
            </a:r>
          </a:p>
          <a:p>
            <a:r>
              <a:rPr lang="en-US" dirty="0"/>
              <a:t>The OS sees </a:t>
            </a:r>
            <a:r>
              <a:rPr lang="en-US" b="1" dirty="0"/>
              <a:t>8 CPUs</a:t>
            </a:r>
            <a:endParaRPr lang="en-US" dirty="0"/>
          </a:p>
          <a:p>
            <a:pPr marL="0" lvl="0" indent="0" algn="l" rtl="0">
              <a:spcBef>
                <a:spcPts val="0"/>
              </a:spcBef>
              <a:spcAft>
                <a:spcPts val="0"/>
              </a:spcAft>
              <a:buNone/>
            </a:pP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c828c16636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4" name="Google Shape;244;g3c828c16636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100" b="1" i="0" u="none" strike="noStrike" cap="none" dirty="0">
                <a:solidFill>
                  <a:srgbClr val="000000"/>
                </a:solidFill>
                <a:latin typeface="Arial"/>
                <a:ea typeface="Arial"/>
                <a:cs typeface="Arial"/>
                <a:sym typeface="Arial"/>
              </a:rPr>
              <a:t>1_000_000_000.0</a:t>
            </a:r>
            <a:r>
              <a:rPr lang="en-US" b="1" dirty="0"/>
              <a:t> is valid Java syntax.</a:t>
            </a:r>
            <a:r>
              <a:rPr lang="en-US" dirty="0"/>
              <a:t> ✅</a:t>
            </a:r>
          </a:p>
          <a:p>
            <a:r>
              <a:rPr lang="en-US" dirty="0"/>
              <a:t>Java allows </a:t>
            </a:r>
            <a:r>
              <a:rPr lang="en-US" b="1" dirty="0"/>
              <a:t>underscores (</a:t>
            </a:r>
            <a:r>
              <a:rPr lang="en-US" sz="1100" b="1" i="0" u="none" strike="noStrike" cap="none" dirty="0">
                <a:solidFill>
                  <a:srgbClr val="000000"/>
                </a:solidFill>
                <a:latin typeface="Arial"/>
                <a:ea typeface="Arial"/>
                <a:cs typeface="Arial"/>
                <a:sym typeface="Arial"/>
              </a:rPr>
              <a:t>_</a:t>
            </a:r>
            <a:r>
              <a:rPr lang="en-US" b="1" dirty="0"/>
              <a:t>) in numeric literals</a:t>
            </a:r>
            <a:r>
              <a:rPr lang="en-US" dirty="0"/>
              <a:t> to improve readability (introduced in </a:t>
            </a:r>
            <a:r>
              <a:rPr lang="en-US" b="1" dirty="0"/>
              <a:t>Java 7</a:t>
            </a:r>
            <a:r>
              <a:rPr lang="en-US" dirty="0"/>
              <a:t>). The compiler ignores the underscores.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double value = 1_000_000_000.0;</a:t>
            </a:r>
            <a:br>
              <a:rPr lang="en-US" dirty="0"/>
            </a:br>
            <a:r>
              <a:rPr lang="en-US" dirty="0" err="1"/>
              <a:t>System.out.println</a:t>
            </a:r>
            <a:r>
              <a:rPr lang="en-US" dirty="0"/>
              <a:t>(</a:t>
            </a:r>
            <a:r>
              <a:rPr lang="en-US" dirty="0" err="1"/>
              <a:t>val</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err="1"/>
              <a:t>System.nanoTime</a:t>
            </a:r>
            <a:r>
              <a:rPr lang="en-US" dirty="0"/>
              <a:t>()</a:t>
            </a:r>
          </a:p>
          <a:p>
            <a:pPr rtl="0"/>
            <a:r>
              <a:rPr lang="en-US" sz="1100" b="0" i="0" u="none" strike="noStrike" cap="none" dirty="0">
                <a:solidFill>
                  <a:srgbClr val="000000"/>
                </a:solidFill>
                <a:latin typeface="Arial"/>
                <a:ea typeface="Arial"/>
                <a:cs typeface="Arial"/>
                <a:sym typeface="Arial"/>
              </a:rPr>
              <a:t>long time = </a:t>
            </a:r>
            <a:r>
              <a:rPr lang="en-US" sz="1100" b="0" i="0" u="none" strike="noStrike" cap="none" dirty="0" err="1">
                <a:solidFill>
                  <a:srgbClr val="000000"/>
                </a:solidFill>
                <a:latin typeface="Arial"/>
                <a:ea typeface="Arial"/>
                <a:cs typeface="Arial"/>
                <a:sym typeface="Arial"/>
              </a:rPr>
              <a:t>System.nanoTime</a:t>
            </a:r>
            <a:r>
              <a:rPr lang="en-US" sz="1100" b="0"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Wingdings" panose="05000000000000000000" pitchFamily="2" charset="2"/>
              </a:rPr>
              <a:t> </a:t>
            </a:r>
            <a:r>
              <a:rPr lang="en-US" sz="1100" b="0" i="0" u="none" strike="noStrike" cap="none" dirty="0" err="1">
                <a:solidFill>
                  <a:srgbClr val="000000"/>
                </a:solidFill>
                <a:latin typeface="Arial"/>
                <a:ea typeface="Arial"/>
                <a:cs typeface="Arial"/>
                <a:sym typeface="Wingdings" panose="05000000000000000000" pitchFamily="2" charset="2"/>
              </a:rPr>
              <a:t>TimeStamp</a:t>
            </a:r>
            <a:r>
              <a:rPr lang="en-US" sz="1100" b="0" i="0" u="none" strike="noStrike" cap="none" dirty="0">
                <a:solidFill>
                  <a:srgbClr val="000000"/>
                </a:solidFill>
                <a:latin typeface="Arial"/>
                <a:ea typeface="Arial"/>
                <a:cs typeface="Arial"/>
                <a:sym typeface="Wingdings" panose="05000000000000000000" pitchFamily="2" charset="2"/>
              </a:rPr>
              <a:t> at a moment.</a:t>
            </a:r>
            <a:endParaRPr lang="en-US" sz="1100" b="0" i="0" u="none" strike="noStrike" cap="none" dirty="0">
              <a:solidFill>
                <a:srgbClr val="000000"/>
              </a:solidFill>
              <a:latin typeface="Arial"/>
              <a:ea typeface="Arial"/>
              <a:cs typeface="Arial"/>
              <a:sym typeface="Arial"/>
            </a:endParaRPr>
          </a:p>
          <a:p>
            <a:r>
              <a:rPr lang="en-US" b="1" dirty="0"/>
              <a:t>What it returns</a:t>
            </a:r>
          </a:p>
          <a:p>
            <a:r>
              <a:rPr lang="en-US" dirty="0"/>
              <a:t>A </a:t>
            </a:r>
            <a:r>
              <a:rPr lang="en-US" b="1" dirty="0"/>
              <a:t>long value</a:t>
            </a:r>
            <a:endParaRPr lang="en-US" dirty="0"/>
          </a:p>
          <a:p>
            <a:r>
              <a:rPr lang="en-US" dirty="0"/>
              <a:t>Represents </a:t>
            </a:r>
            <a:r>
              <a:rPr lang="en-US" b="1" dirty="0"/>
              <a:t>nanoseconds (1 nanosecond = 1 billionth of a second)</a:t>
            </a:r>
            <a:endParaRPr lang="en-US" dirty="0"/>
          </a:p>
          <a:p>
            <a:r>
              <a:rPr lang="en-US" dirty="0"/>
              <a:t>⚠️ Important:</a:t>
            </a:r>
            <a:br>
              <a:rPr lang="en-US" dirty="0"/>
            </a:br>
            <a:r>
              <a:rPr lang="en-US" sz="1100" b="0" i="0" u="none" strike="noStrike" cap="none" dirty="0" err="1">
                <a:solidFill>
                  <a:srgbClr val="000000"/>
                </a:solidFill>
                <a:latin typeface="Arial"/>
                <a:ea typeface="Arial"/>
                <a:cs typeface="Arial"/>
                <a:sym typeface="Arial"/>
              </a:rPr>
              <a:t>nanoTime</a:t>
            </a:r>
            <a:r>
              <a:rPr lang="en-US" sz="1100" b="0" i="0" u="none" strike="noStrike" cap="none" dirty="0">
                <a:solidFill>
                  <a:srgbClr val="000000"/>
                </a:solidFill>
                <a:latin typeface="Arial"/>
                <a:ea typeface="Arial"/>
                <a:cs typeface="Arial"/>
                <a:sym typeface="Arial"/>
              </a:rPr>
              <a:t>()</a:t>
            </a:r>
            <a:r>
              <a:rPr lang="en-US" dirty="0"/>
              <a:t> </a:t>
            </a:r>
            <a:r>
              <a:rPr lang="en-US" b="1" dirty="0"/>
              <a:t>does NOT represent the current date or time</a:t>
            </a:r>
            <a:r>
              <a:rPr lang="en-US" dirty="0"/>
              <a:t>.</a:t>
            </a:r>
            <a:br>
              <a:rPr lang="en-US" dirty="0"/>
            </a:br>
            <a:r>
              <a:rPr lang="en-US" dirty="0"/>
              <a:t>It only gives a </a:t>
            </a:r>
            <a:r>
              <a:rPr lang="en-US" b="1" dirty="0"/>
              <a:t>monotonic timestamp used for measuring time intervals</a:t>
            </a:r>
            <a:r>
              <a:rPr lang="en-US" dirty="0"/>
              <a:t>.</a:t>
            </a:r>
          </a:p>
          <a:p>
            <a:pPr marL="0" lvl="0" indent="0" algn="l" rtl="0">
              <a:spcBef>
                <a:spcPts val="0"/>
              </a:spcBef>
              <a:spcAft>
                <a:spcPts val="0"/>
              </a:spcAft>
              <a:buNone/>
            </a:pP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c828c16636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3c828c16636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Running Sequentially.</a:t>
            </a:r>
          </a:p>
          <a:p>
            <a:pPr marL="0" lvl="0" indent="0" algn="l" rtl="0">
              <a:spcBef>
                <a:spcPts val="0"/>
              </a:spcBef>
              <a:spcAft>
                <a:spcPts val="0"/>
              </a:spcAft>
              <a:buNone/>
            </a:pPr>
            <a:r>
              <a:rPr lang="en-US" dirty="0"/>
              <a:t>Person who start first wins.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Mario Game character</a:t>
            </a: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Mario, Luigi, Princess Peach, Toad, and Yoshi</a:t>
            </a: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c973538050_1_1:notes"/>
          <p:cNvSpPr txBox="1">
            <a:spLocks noGrp="1"/>
          </p:cNvSpPr>
          <p:nvPr>
            <p:ph type="body" idx="1"/>
          </p:nvPr>
        </p:nvSpPr>
        <p:spPr>
          <a:xfrm>
            <a:off x="686099" y="4401155"/>
            <a:ext cx="5485800" cy="35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Probably talk about Socket </a:t>
            </a:r>
            <a:r>
              <a:rPr lang="en-US" dirty="0">
                <a:sym typeface="Wingdings" panose="05000000000000000000" pitchFamily="2" charset="2"/>
              </a:rPr>
              <a:t> CPU  Core  logical processor</a:t>
            </a:r>
            <a:endParaRPr lang="en-US" dirty="0"/>
          </a:p>
          <a:p>
            <a:pPr marL="0" lvl="0" indent="0" algn="l" rtl="0">
              <a:spcBef>
                <a:spcPts val="0"/>
              </a:spcBef>
              <a:spcAft>
                <a:spcPts val="0"/>
              </a:spcAft>
              <a:buNone/>
            </a:pPr>
            <a:r>
              <a:rPr lang="en-US" dirty="0"/>
              <a:t>Talk about old operating system Window 3.1, Window 95</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Often blue screen of death or crash due to access to memory in other application space.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Thread </a:t>
            </a:r>
            <a:r>
              <a:rPr lang="en-US" dirty="0">
                <a:sym typeface="Wingdings" panose="05000000000000000000" pitchFamily="2" charset="2"/>
              </a:rPr>
              <a:t> Sub Processes  Make the application responsive</a:t>
            </a:r>
          </a:p>
          <a:p>
            <a:pPr marL="0" lvl="0" indent="0" algn="l" rtl="0">
              <a:spcBef>
                <a:spcPts val="0"/>
              </a:spcBef>
              <a:spcAft>
                <a:spcPts val="0"/>
              </a:spcAft>
              <a:buNone/>
            </a:pPr>
            <a:endParaRPr lang="en-US" dirty="0">
              <a:sym typeface="Wingdings" panose="05000000000000000000" pitchFamily="2" charset="2"/>
            </a:endParaRPr>
          </a:p>
          <a:p>
            <a:pPr marL="0" lvl="0" indent="0" algn="l" rtl="0">
              <a:spcBef>
                <a:spcPts val="0"/>
              </a:spcBef>
              <a:spcAft>
                <a:spcPts val="0"/>
              </a:spcAft>
              <a:buNone/>
            </a:pPr>
            <a:endParaRPr dirty="0"/>
          </a:p>
        </p:txBody>
      </p:sp>
      <p:sp>
        <p:nvSpPr>
          <p:cNvPr id="267" name="Google Shape;267;gc973538050_1_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gc9e90982c7_0_2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6" name="Google Shape;276;gc9e90982c7_0_2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c973538050_1_48:notes"/>
          <p:cNvSpPr txBox="1">
            <a:spLocks noGrp="1"/>
          </p:cNvSpPr>
          <p:nvPr>
            <p:ph type="body" idx="1"/>
          </p:nvPr>
        </p:nvSpPr>
        <p:spPr>
          <a:xfrm>
            <a:off x="686099" y="4401155"/>
            <a:ext cx="5485800" cy="35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6" name="Google Shape;286;gc973538050_1_4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gc973538050_1_172:notes"/>
          <p:cNvSpPr txBox="1">
            <a:spLocks noGrp="1"/>
          </p:cNvSpPr>
          <p:nvPr>
            <p:ph type="body" idx="1"/>
          </p:nvPr>
        </p:nvSpPr>
        <p:spPr>
          <a:xfrm>
            <a:off x="686099" y="4401155"/>
            <a:ext cx="5485800" cy="35997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This makes it difficult for two processes to work together to accomplish more than one task simultaneously</a:t>
            </a:r>
          </a:p>
          <a:p>
            <a:pPr marL="171450" lvl="0" indent="-171450" algn="l" rtl="0">
              <a:spcBef>
                <a:spcPts val="0"/>
              </a:spcBef>
              <a:spcAft>
                <a:spcPts val="0"/>
              </a:spcAft>
              <a:buFont typeface="Wingdings" panose="05000000000000000000" pitchFamily="2" charset="2"/>
              <a:buChar char="è"/>
            </a:pPr>
            <a:r>
              <a:rPr lang="en-US" dirty="0">
                <a:sym typeface="Wingdings" panose="05000000000000000000" pitchFamily="2" charset="2"/>
              </a:rPr>
              <a:t>Compiling, running test or committing in </a:t>
            </a:r>
            <a:r>
              <a:rPr lang="en-US" dirty="0" err="1">
                <a:sym typeface="Wingdings" panose="05000000000000000000" pitchFamily="2" charset="2"/>
              </a:rPr>
              <a:t>VSCode</a:t>
            </a:r>
            <a:endParaRPr lang="en-US" dirty="0">
              <a:sym typeface="Wingdings" panose="05000000000000000000" pitchFamily="2" charset="2"/>
            </a:endParaRPr>
          </a:p>
          <a:p>
            <a:pPr marL="171450" lvl="0" indent="-171450" algn="l" rtl="0">
              <a:spcBef>
                <a:spcPts val="0"/>
              </a:spcBef>
              <a:spcAft>
                <a:spcPts val="0"/>
              </a:spcAft>
              <a:buFont typeface="Wingdings" panose="05000000000000000000" pitchFamily="2" charset="2"/>
              <a:buChar char="è"/>
            </a:pPr>
            <a:r>
              <a:rPr lang="en-US" dirty="0">
                <a:sym typeface="Wingdings" panose="05000000000000000000" pitchFamily="2" charset="2"/>
              </a:rPr>
              <a:t>‘</a:t>
            </a:r>
          </a:p>
          <a:p>
            <a:pPr marL="171450" lvl="0" indent="-171450" algn="l" rtl="0">
              <a:spcBef>
                <a:spcPts val="0"/>
              </a:spcBef>
              <a:spcAft>
                <a:spcPts val="0"/>
              </a:spcAft>
              <a:buFont typeface="Wingdings" panose="05000000000000000000" pitchFamily="2" charset="2"/>
              <a:buChar char="è"/>
            </a:pPr>
            <a:endParaRPr lang="en-US" dirty="0">
              <a:sym typeface="Wingdings" panose="05000000000000000000" pitchFamily="2" charset="2"/>
            </a:endParaRPr>
          </a:p>
          <a:p>
            <a:r>
              <a:rPr lang="en-US" b="1" dirty="0"/>
              <a:t>1. Web Browser (Chrome / Edge / Firefox)</a:t>
            </a:r>
          </a:p>
          <a:p>
            <a:r>
              <a:rPr lang="en-US" b="1" dirty="0"/>
              <a:t>Processes</a:t>
            </a:r>
          </a:p>
          <a:p>
            <a:r>
              <a:rPr lang="en-US" dirty="0"/>
              <a:t>Each </a:t>
            </a:r>
            <a:r>
              <a:rPr lang="en-US" b="1" dirty="0"/>
              <a:t>tab runs in a separate process</a:t>
            </a:r>
            <a:r>
              <a:rPr lang="en-US" dirty="0"/>
              <a:t>.</a:t>
            </a:r>
          </a:p>
          <a:p>
            <a:r>
              <a:rPr lang="en-US" dirty="0"/>
              <a:t>Example:</a:t>
            </a:r>
          </a:p>
          <a:p>
            <a:pPr rtl="0"/>
            <a:r>
              <a:rPr lang="en-US" sz="1100" b="0" i="0" u="none" strike="noStrike" cap="none" dirty="0">
                <a:solidFill>
                  <a:srgbClr val="000000"/>
                </a:solidFill>
                <a:latin typeface="Arial"/>
                <a:ea typeface="Arial"/>
                <a:cs typeface="Arial"/>
                <a:sym typeface="Arial"/>
              </a:rPr>
              <a:t>Browser Process</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 Tab Process (YouTube)</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 Tab Process (Gmail)</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 Tab Process (News site)</a:t>
            </a:r>
          </a:p>
          <a:p>
            <a:r>
              <a:rPr lang="en-US" b="1" dirty="0"/>
              <a:t>Why processes?</a:t>
            </a:r>
          </a:p>
          <a:p>
            <a:r>
              <a:rPr lang="en-US" dirty="0"/>
              <a:t>If a tab </a:t>
            </a:r>
            <a:r>
              <a:rPr lang="en-US" b="1" dirty="0"/>
              <a:t>crashes</a:t>
            </a:r>
            <a:r>
              <a:rPr lang="en-US" dirty="0"/>
              <a:t>, the whole browser does not crash.</a:t>
            </a:r>
          </a:p>
          <a:p>
            <a:r>
              <a:rPr lang="en-US" dirty="0"/>
              <a:t>If a website is </a:t>
            </a:r>
            <a:r>
              <a:rPr lang="en-US" b="1" dirty="0"/>
              <a:t>malicious</a:t>
            </a:r>
            <a:r>
              <a:rPr lang="en-US" dirty="0"/>
              <a:t>, it cannot access memory of other tabs.</a:t>
            </a:r>
          </a:p>
          <a:p>
            <a:r>
              <a:rPr lang="en-US" b="1" dirty="0"/>
              <a:t>Communication difficulty</a:t>
            </a:r>
          </a:p>
          <a:p>
            <a:r>
              <a:rPr lang="en-US" dirty="0"/>
              <a:t>If a tab needs something from the browser (like saving a file), it must use </a:t>
            </a:r>
            <a:r>
              <a:rPr lang="en-US" b="1" dirty="0"/>
              <a:t>Inter-Process Communication (IPC)</a:t>
            </a:r>
            <a:r>
              <a:rPr lang="en-US" dirty="0"/>
              <a:t>.</a:t>
            </a:r>
          </a:p>
          <a:p>
            <a:r>
              <a:rPr lang="en-US" dirty="0"/>
              <a:t>Example flow:</a:t>
            </a:r>
          </a:p>
          <a:p>
            <a:pPr rtl="0"/>
            <a:r>
              <a:rPr lang="en-US" sz="1100" b="0" i="0" u="none" strike="noStrike" cap="none" dirty="0">
                <a:solidFill>
                  <a:srgbClr val="000000"/>
                </a:solidFill>
                <a:latin typeface="Arial"/>
                <a:ea typeface="Arial"/>
                <a:cs typeface="Arial"/>
                <a:sym typeface="Arial"/>
              </a:rPr>
              <a:t>Tab Process → IPC message → Browser Process → Disk</a:t>
            </a:r>
          </a:p>
          <a:p>
            <a:r>
              <a:rPr lang="en-US" dirty="0"/>
              <a:t>This is </a:t>
            </a:r>
            <a:r>
              <a:rPr lang="en-US" b="1" dirty="0"/>
              <a:t>slower than direct memory access</a:t>
            </a:r>
            <a:r>
              <a:rPr lang="en-US" dirty="0"/>
              <a:t>.</a:t>
            </a:r>
          </a:p>
          <a:p>
            <a:r>
              <a:rPr lang="en-US" b="1" dirty="0"/>
              <a:t>Threads inside a tab</a:t>
            </a:r>
          </a:p>
          <a:p>
            <a:r>
              <a:rPr lang="en-US" dirty="0"/>
              <a:t>Inside a single tab process:</a:t>
            </a:r>
          </a:p>
          <a:p>
            <a:pPr rtl="0"/>
            <a:r>
              <a:rPr lang="en-US" sz="1100" b="0" i="0" u="none" strike="noStrike" cap="none" dirty="0">
                <a:solidFill>
                  <a:srgbClr val="000000"/>
                </a:solidFill>
                <a:latin typeface="Arial"/>
                <a:ea typeface="Arial"/>
                <a:cs typeface="Arial"/>
                <a:sym typeface="Arial"/>
              </a:rPr>
              <a:t>Tab Process</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 UI Thread</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 JavaScript Thread</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 Rendering Thread</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 Network Thread</a:t>
            </a:r>
          </a:p>
          <a:p>
            <a:r>
              <a:rPr lang="en-US" dirty="0"/>
              <a:t>Threads </a:t>
            </a:r>
            <a:r>
              <a:rPr lang="en-US" b="1" dirty="0"/>
              <a:t>share memory</a:t>
            </a:r>
            <a:r>
              <a:rPr lang="en-US" dirty="0"/>
              <a:t>, so communication is quick.</a:t>
            </a:r>
          </a:p>
          <a:p>
            <a:endParaRPr lang="en-US" dirty="0"/>
          </a:p>
          <a:p>
            <a:endParaRPr lang="en-US" dirty="0"/>
          </a:p>
          <a:p>
            <a:r>
              <a:rPr lang="en-US" b="1" dirty="0"/>
              <a:t>Thread-based server </a:t>
            </a:r>
            <a:r>
              <a:rPr lang="en-US" b="1" dirty="0">
                <a:sym typeface="Wingdings" panose="05000000000000000000" pitchFamily="2" charset="2"/>
              </a:rPr>
              <a:t> MyCourses</a:t>
            </a:r>
            <a:endParaRPr lang="en-US" b="1" dirty="0"/>
          </a:p>
          <a:p>
            <a:r>
              <a:rPr lang="en-US" dirty="0"/>
              <a:t>Modern servers (Tomcat, Node worker threads)</a:t>
            </a:r>
          </a:p>
          <a:p>
            <a:pPr rtl="0"/>
            <a:r>
              <a:rPr lang="en-US" sz="1100" b="0" i="0" u="none" strike="noStrike" cap="none" dirty="0">
                <a:solidFill>
                  <a:srgbClr val="000000"/>
                </a:solidFill>
                <a:latin typeface="Arial"/>
                <a:ea typeface="Arial"/>
                <a:cs typeface="Arial"/>
                <a:sym typeface="Arial"/>
              </a:rPr>
              <a:t>Server Process</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 Thread 1 → request A</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 Thread 2 → request B</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 Thread 3 → request C</a:t>
            </a:r>
          </a:p>
          <a:p>
            <a:r>
              <a:rPr lang="en-US" dirty="0"/>
              <a:t>All threads share:</a:t>
            </a:r>
          </a:p>
          <a:p>
            <a:pPr rtl="0"/>
            <a:r>
              <a:rPr lang="en-US" sz="1100" b="0" i="0" u="none" strike="noStrike" cap="none" dirty="0">
                <a:solidFill>
                  <a:srgbClr val="000000"/>
                </a:solidFill>
                <a:latin typeface="Arial"/>
                <a:ea typeface="Arial"/>
                <a:cs typeface="Arial"/>
                <a:sym typeface="Arial"/>
              </a:rPr>
              <a:t>cache</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database connections</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session data</a:t>
            </a:r>
          </a:p>
          <a:p>
            <a:r>
              <a:rPr lang="en-US" dirty="0"/>
              <a:t>Communication is </a:t>
            </a:r>
            <a:r>
              <a:rPr lang="en-US" b="1" dirty="0"/>
              <a:t>cheap and fast</a:t>
            </a:r>
            <a:r>
              <a:rPr lang="en-US" dirty="0"/>
              <a:t>.</a:t>
            </a:r>
          </a:p>
          <a:p>
            <a:endParaRPr lang="en-US" dirty="0"/>
          </a:p>
          <a:p>
            <a:pPr marL="171450" lvl="0" indent="-171450" algn="l" rtl="0">
              <a:spcBef>
                <a:spcPts val="0"/>
              </a:spcBef>
              <a:spcAft>
                <a:spcPts val="0"/>
              </a:spcAft>
              <a:buFont typeface="Wingdings" panose="05000000000000000000" pitchFamily="2" charset="2"/>
              <a:buChar char="è"/>
            </a:pPr>
            <a:endParaRPr dirty="0"/>
          </a:p>
        </p:txBody>
      </p:sp>
      <p:sp>
        <p:nvSpPr>
          <p:cNvPr id="296" name="Google Shape;296;gc973538050_1_17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p:cNvGrpSpPr/>
        <p:nvPr/>
      </p:nvGrpSpPr>
      <p:grpSpPr>
        <a:xfrm>
          <a:off x="0" y="0"/>
          <a:ext cx="0" cy="0"/>
          <a:chOff x="0" y="0"/>
          <a:chExt cx="0" cy="0"/>
        </a:xfrm>
      </p:grpSpPr>
      <p:sp>
        <p:nvSpPr>
          <p:cNvPr id="303" name="Google Shape;303;g21cc4f74f13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4" name="Google Shape;304;g21cc4f74f13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g21cc4f74f13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1" name="Google Shape;311;g21cc4f74f13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gc973538050_1_1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3" name="Google Shape;333;gc973538050_1_125:notes"/>
          <p:cNvSpPr txBox="1">
            <a:spLocks noGrp="1"/>
          </p:cNvSpPr>
          <p:nvPr>
            <p:ph type="body" idx="1"/>
          </p:nvPr>
        </p:nvSpPr>
        <p:spPr>
          <a:xfrm>
            <a:off x="686099" y="4401155"/>
            <a:ext cx="5485800" cy="35997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r>
              <a:rPr lang="en-US" dirty="0"/>
              <a:t>Don’t assume that you process will get all the time to execute the work.</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Example of multiple threading on chrome tabs.</a:t>
            </a:r>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c973538050_1_220:notes"/>
          <p:cNvSpPr txBox="1">
            <a:spLocks noGrp="1"/>
          </p:cNvSpPr>
          <p:nvPr>
            <p:ph type="body" idx="1"/>
          </p:nvPr>
        </p:nvSpPr>
        <p:spPr>
          <a:xfrm>
            <a:off x="686099" y="4401155"/>
            <a:ext cx="5485800" cy="3599700"/>
          </a:xfrm>
          <a:prstGeom prst="rect">
            <a:avLst/>
          </a:prstGeom>
        </p:spPr>
        <p:txBody>
          <a:bodyPr spcFirstLastPara="1" wrap="square" lIns="91425" tIns="91425" rIns="91425" bIns="91425" anchor="t" anchorCtr="0">
            <a:noAutofit/>
          </a:bodyPr>
          <a:lstStyle/>
          <a:p>
            <a:r>
              <a:rPr lang="en-US" sz="1100" b="0" i="0" u="none" strike="noStrike" cap="none" dirty="0">
                <a:solidFill>
                  <a:srgbClr val="000000"/>
                </a:solidFill>
                <a:effectLst/>
                <a:latin typeface="Arial"/>
                <a:ea typeface="Arial"/>
                <a:cs typeface="Arial"/>
                <a:sym typeface="Arial"/>
              </a:rPr>
              <a:t>Error: </a:t>
            </a:r>
            <a:r>
              <a:rPr lang="en-US" sz="1100" b="0" i="0" u="none" strike="noStrike" cap="none" dirty="0" err="1">
                <a:solidFill>
                  <a:srgbClr val="000000"/>
                </a:solidFill>
                <a:effectLst/>
                <a:latin typeface="Arial"/>
                <a:ea typeface="Arial"/>
                <a:cs typeface="Arial"/>
                <a:sym typeface="Arial"/>
              </a:rPr>
              <a:t>getName</a:t>
            </a:r>
            <a:r>
              <a:rPr lang="en-US" sz="1100" b="0" i="0" u="none" strike="noStrike" cap="none" dirty="0">
                <a:solidFill>
                  <a:srgbClr val="000000"/>
                </a:solidFill>
                <a:effectLst/>
                <a:latin typeface="Arial"/>
                <a:ea typeface="Arial"/>
                <a:cs typeface="Arial"/>
                <a:sym typeface="Arial"/>
              </a:rPr>
              <a:t>() can’t be overwritten</a:t>
            </a:r>
          </a:p>
          <a:p>
            <a:endParaRPr lang="en-US" sz="1100" b="0" i="0" u="none" strike="noStrike" cap="none" dirty="0">
              <a:solidFill>
                <a:srgbClr val="000000"/>
              </a:solidFill>
              <a:effectLst/>
              <a:latin typeface="Arial"/>
              <a:ea typeface="Arial"/>
              <a:cs typeface="Arial"/>
              <a:sym typeface="Arial"/>
            </a:endParaRPr>
          </a:p>
          <a:p>
            <a:r>
              <a:rPr lang="en-US" sz="1100" b="0" i="0" u="none" strike="noStrike" cap="none" dirty="0">
                <a:solidFill>
                  <a:srgbClr val="000000"/>
                </a:solidFill>
                <a:effectLst/>
                <a:latin typeface="Arial"/>
                <a:ea typeface="Arial"/>
                <a:cs typeface="Arial"/>
                <a:sym typeface="Arial"/>
              </a:rPr>
              <a:t>    public String </a:t>
            </a:r>
            <a:r>
              <a:rPr lang="en-US" sz="1100" b="0" i="0" u="none" strike="noStrike" cap="none" dirty="0" err="1">
                <a:solidFill>
                  <a:srgbClr val="000000"/>
                </a:solidFill>
                <a:effectLst/>
                <a:latin typeface="Arial"/>
                <a:ea typeface="Arial"/>
                <a:cs typeface="Arial"/>
                <a:sym typeface="Arial"/>
              </a:rPr>
              <a:t>getName</a:t>
            </a:r>
            <a:r>
              <a:rPr lang="en-US" sz="1100" b="0" i="0" u="none" strike="noStrike" cap="none" dirty="0">
                <a:solidFill>
                  <a:srgbClr val="000000"/>
                </a:solidFill>
                <a:effectLst/>
                <a:latin typeface="Arial"/>
                <a:ea typeface="Arial"/>
                <a:cs typeface="Arial"/>
                <a:sym typeface="Arial"/>
              </a:rPr>
              <a:t>() {</a:t>
            </a:r>
          </a:p>
          <a:p>
            <a:r>
              <a:rPr lang="en-US" sz="1100" b="0" i="0" u="none" strike="noStrike" cap="none" dirty="0">
                <a:solidFill>
                  <a:srgbClr val="000000"/>
                </a:solidFill>
                <a:effectLst/>
                <a:latin typeface="Arial"/>
                <a:ea typeface="Arial"/>
                <a:cs typeface="Arial"/>
                <a:sym typeface="Arial"/>
              </a:rPr>
              <a:t>        return name;</a:t>
            </a:r>
          </a:p>
          <a:p>
            <a:r>
              <a:rPr lang="en-US" sz="1100" b="0" i="0" u="none" strike="noStrike" cap="none" dirty="0">
                <a:solidFill>
                  <a:srgbClr val="000000"/>
                </a:solidFill>
                <a:effectLst/>
                <a:latin typeface="Arial"/>
                <a:ea typeface="Arial"/>
                <a:cs typeface="Arial"/>
                <a:sym typeface="Arial"/>
              </a:rPr>
              <a:t>    }</a:t>
            </a:r>
          </a:p>
          <a:p>
            <a:endParaRPr lang="en-US" sz="1100" b="0" i="0" u="none" strike="noStrike" cap="none" dirty="0">
              <a:solidFill>
                <a:srgbClr val="000000"/>
              </a:solidFill>
              <a:effectLst/>
              <a:latin typeface="Arial"/>
              <a:ea typeface="Arial"/>
              <a:cs typeface="Arial"/>
              <a:sym typeface="Arial"/>
            </a:endParaRPr>
          </a:p>
          <a:p>
            <a:pPr marL="158750" indent="0">
              <a:buNone/>
            </a:pPr>
            <a:r>
              <a:rPr lang="en-US" sz="1100" b="0" i="0" u="none" strike="noStrike" cap="none" dirty="0">
                <a:solidFill>
                  <a:srgbClr val="000000"/>
                </a:solidFill>
                <a:effectLst/>
                <a:latin typeface="Arial"/>
                <a:ea typeface="Arial"/>
                <a:cs typeface="Arial"/>
                <a:sym typeface="Arial"/>
              </a:rPr>
              <a:t>Mario Finished in 0.0 seconds </a:t>
            </a:r>
            <a:r>
              <a:rPr lang="en-US" sz="1100" b="0" i="0" u="none" strike="noStrike" cap="none" dirty="0">
                <a:solidFill>
                  <a:srgbClr val="000000"/>
                </a:solidFill>
                <a:effectLst/>
                <a:latin typeface="Arial"/>
                <a:ea typeface="Arial"/>
                <a:cs typeface="Arial"/>
                <a:sym typeface="Wingdings" panose="05000000000000000000" pitchFamily="2" charset="2"/>
              </a:rPr>
              <a:t> is printing at the end or middle randomly. Increase the number of laps to make it print earlier.</a:t>
            </a: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endParaRPr dirty="0"/>
          </a:p>
        </p:txBody>
      </p:sp>
      <p:sp>
        <p:nvSpPr>
          <p:cNvPr id="348" name="Google Shape;348;gc973538050_1_2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cb022bd18e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8" name="Google Shape;358;gcb022bd18e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21cc4f74f13_0_60:notes"/>
          <p:cNvSpPr txBox="1">
            <a:spLocks noGrp="1"/>
          </p:cNvSpPr>
          <p:nvPr>
            <p:ph type="body" idx="1"/>
          </p:nvPr>
        </p:nvSpPr>
        <p:spPr>
          <a:xfrm>
            <a:off x="686099" y="4401155"/>
            <a:ext cx="5485800" cy="35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0" name="Google Shape;370;g21cc4f74f13_0_6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gcaa2d7e50f_0_1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5" name="Google Shape;395;gcaa2d7e50f_0_1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What happens:</a:t>
            </a:r>
          </a:p>
          <a:p>
            <a:pPr marL="0" lvl="0" indent="0" algn="l" rtl="0">
              <a:spcBef>
                <a:spcPts val="0"/>
              </a:spcBef>
              <a:spcAft>
                <a:spcPts val="0"/>
              </a:spcAft>
              <a:buNone/>
            </a:pPr>
            <a:r>
              <a:rPr lang="en-US" dirty="0"/>
              <a:t>Can’t run a dead thread.</a:t>
            </a:r>
          </a:p>
          <a:p>
            <a:pPr marL="0" lvl="0" indent="0" algn="l" rtl="0">
              <a:spcBef>
                <a:spcPts val="0"/>
              </a:spcBef>
              <a:spcAft>
                <a:spcPts val="0"/>
              </a:spcAft>
              <a:buNone/>
            </a:pPr>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3"/>
        <p:cNvGrpSpPr/>
        <p:nvPr/>
      </p:nvGrpSpPr>
      <p:grpSpPr>
        <a:xfrm>
          <a:off x="0" y="0"/>
          <a:ext cx="0" cy="0"/>
          <a:chOff x="0" y="0"/>
          <a:chExt cx="0" cy="0"/>
        </a:xfrm>
      </p:grpSpPr>
      <p:sp>
        <p:nvSpPr>
          <p:cNvPr id="404" name="Google Shape;404;gc973538050_1_246:notes"/>
          <p:cNvSpPr txBox="1">
            <a:spLocks noGrp="1"/>
          </p:cNvSpPr>
          <p:nvPr>
            <p:ph type="body" idx="1"/>
          </p:nvPr>
        </p:nvSpPr>
        <p:spPr>
          <a:xfrm>
            <a:off x="686099" y="4401155"/>
            <a:ext cx="5485800" cy="35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Talk about why I need runnable.</a:t>
            </a:r>
          </a:p>
          <a:p>
            <a:pPr marL="0" lvl="0" indent="0" algn="l" rtl="0">
              <a:spcBef>
                <a:spcPts val="0"/>
              </a:spcBef>
              <a:spcAft>
                <a:spcPts val="0"/>
              </a:spcAft>
              <a:buNone/>
            </a:pPr>
            <a:r>
              <a:rPr lang="en-US" dirty="0"/>
              <a:t>Using Thread requires you extending the class. However, </a:t>
            </a:r>
            <a:endParaRPr dirty="0"/>
          </a:p>
        </p:txBody>
      </p:sp>
      <p:sp>
        <p:nvSpPr>
          <p:cNvPr id="405" name="Google Shape;405;gc973538050_1_24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21cc4f74f13_0_1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21cc4f74f13_0_1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21cc4f74f13_0_1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21cc4f74f13_0_1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4"/>
        <p:cNvGrpSpPr/>
        <p:nvPr/>
      </p:nvGrpSpPr>
      <p:grpSpPr>
        <a:xfrm>
          <a:off x="0" y="0"/>
          <a:ext cx="0" cy="0"/>
          <a:chOff x="0" y="0"/>
          <a:chExt cx="0" cy="0"/>
        </a:xfrm>
      </p:grpSpPr>
      <p:sp>
        <p:nvSpPr>
          <p:cNvPr id="445" name="Google Shape;445;gc9e90982c7_0_5:notes"/>
          <p:cNvSpPr txBox="1">
            <a:spLocks noGrp="1"/>
          </p:cNvSpPr>
          <p:nvPr>
            <p:ph type="body" idx="1"/>
          </p:nvPr>
        </p:nvSpPr>
        <p:spPr>
          <a:xfrm>
            <a:off x="686099" y="4401155"/>
            <a:ext cx="5485800" cy="35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You'll notice using the interface also eliminates the </a:t>
            </a:r>
            <a:r>
              <a:rPr lang="en" b="1" dirty="0"/>
              <a:t>name clash between racer.getName() and thread.getName().</a:t>
            </a:r>
            <a:endParaRPr b="1" dirty="0"/>
          </a:p>
          <a:p>
            <a:pPr marL="0" lvl="0" indent="0" algn="l" rtl="0">
              <a:spcBef>
                <a:spcPts val="0"/>
              </a:spcBef>
              <a:spcAft>
                <a:spcPts val="0"/>
              </a:spcAft>
              <a:buNone/>
            </a:pPr>
            <a:r>
              <a:rPr lang="en" dirty="0"/>
              <a:t>You can reuse the racer to run another race by creating a new Thread to run it in.</a:t>
            </a:r>
            <a:endParaRPr dirty="0"/>
          </a:p>
        </p:txBody>
      </p:sp>
      <p:sp>
        <p:nvSpPr>
          <p:cNvPr id="446" name="Google Shape;446;gc9e90982c7_0_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21cc4f74f13_0_1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21cc4f74f13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Whether your class "is a" thread may or may not make sense depending on the specific problem being solved. In many cases, this will be a code smell, specifically, a violation of the single responsibility SOLID design principle: the class has a specific job (e.g. print a bunch of numbers) but it is also responsible for being a thread. I better design (usually) separates these concerns into different classes.</a:t>
            </a:r>
            <a:endParaRP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21c6847f24b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21c6847f24b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 Option A: Lambda expressions (Runnable implemented via lambda)</a:t>
            </a:r>
            <a:br>
              <a:rPr lang="en-US" dirty="0"/>
            </a:br>
            <a:r>
              <a:rPr lang="en-US" dirty="0"/>
              <a:t>Thread t1 = new Thread(() -&gt; r1.race());  </a:t>
            </a:r>
            <a:r>
              <a:rPr lang="en-US" dirty="0">
                <a:sym typeface="Wingdings" panose="05000000000000000000" pitchFamily="2" charset="2"/>
              </a:rPr>
              <a:t> this code is basically part of run method implementation of runnable.</a:t>
            </a:r>
            <a:br>
              <a:rPr lang="en-US" dirty="0"/>
            </a:br>
            <a:r>
              <a:rPr lang="en-US" dirty="0"/>
              <a:t>Thread t2 = new Thread(() -&gt; r2.race());</a:t>
            </a:r>
            <a:br>
              <a:rPr lang="en-US" dirty="0"/>
            </a:br>
            <a:r>
              <a:rPr lang="en-US" dirty="0"/>
              <a:t>Thread t3 = new Thread(() -&gt; r3.race());</a:t>
            </a:r>
            <a:br>
              <a:rPr lang="en-US" dirty="0"/>
            </a:br>
            <a:br>
              <a:rPr lang="en-US" dirty="0"/>
            </a:br>
            <a:r>
              <a:rPr lang="en-US" dirty="0"/>
              <a:t>// Option B: Method references (matches the slide's example style)</a:t>
            </a:r>
            <a:br>
              <a:rPr lang="en-US" dirty="0"/>
            </a:br>
            <a:r>
              <a:rPr lang="en-US" dirty="0"/>
              <a:t>// Thread t1 = new Thread(r1::race);</a:t>
            </a:r>
            <a:br>
              <a:rPr lang="en-US" dirty="0"/>
            </a:br>
            <a:r>
              <a:rPr lang="en-US" dirty="0"/>
              <a:t>// Thread t2 = new Thread(r2::race);</a:t>
            </a:r>
            <a:br>
              <a:rPr lang="en-US" dirty="0"/>
            </a:br>
            <a:r>
              <a:rPr lang="en-US" dirty="0"/>
              <a:t>// Thread t3 = new Thread(r3::race);  </a:t>
            </a:r>
            <a:r>
              <a:rPr lang="en-US" dirty="0">
                <a:sym typeface="Wingdings" panose="05000000000000000000" pitchFamily="2" charset="2"/>
              </a:rPr>
              <a:t> runnable is implemented through interface</a:t>
            </a:r>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7"/>
        <p:cNvGrpSpPr/>
        <p:nvPr/>
      </p:nvGrpSpPr>
      <p:grpSpPr>
        <a:xfrm>
          <a:off x="0" y="0"/>
          <a:ext cx="0" cy="0"/>
          <a:chOff x="0" y="0"/>
          <a:chExt cx="0" cy="0"/>
        </a:xfrm>
      </p:grpSpPr>
      <p:sp>
        <p:nvSpPr>
          <p:cNvPr id="478" name="Google Shape;478;gc973538050_1_323:notes"/>
          <p:cNvSpPr txBox="1">
            <a:spLocks noGrp="1"/>
          </p:cNvSpPr>
          <p:nvPr>
            <p:ph type="body" idx="1"/>
          </p:nvPr>
        </p:nvSpPr>
        <p:spPr>
          <a:xfrm>
            <a:off x="686099" y="4401155"/>
            <a:ext cx="5485800" cy="35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Good chance to talk about why </a:t>
            </a:r>
            <a:r>
              <a:rPr lang="en" b="1" dirty="0"/>
              <a:t>creating and starting </a:t>
            </a:r>
            <a:r>
              <a:rPr lang="en" dirty="0"/>
              <a:t>threads at the same time is unfair for later threads.</a:t>
            </a:r>
          </a:p>
          <a:p>
            <a:pPr marL="0" lvl="0" indent="0" algn="l" rtl="0">
              <a:spcBef>
                <a:spcPts val="0"/>
              </a:spcBef>
              <a:spcAft>
                <a:spcPts val="0"/>
              </a:spcAft>
              <a:buNone/>
            </a:pPr>
            <a:r>
              <a:rPr lang="en" dirty="0"/>
              <a:t>Why it took so much time</a:t>
            </a:r>
          </a:p>
          <a:p>
            <a:r>
              <a:rPr lang="en-US" b="1" dirty="0"/>
              <a:t>Creating itself is not slow.</a:t>
            </a:r>
            <a:r>
              <a:rPr lang="en-US" dirty="0"/>
              <a:t> The delay happens because the program must </a:t>
            </a:r>
            <a:r>
              <a:rPr lang="en-US" b="1" dirty="0"/>
              <a:t>finish creating and starting all the threads before it reaches this print statement.</a:t>
            </a:r>
            <a:endParaRPr lang="en-US" dirty="0"/>
          </a:p>
          <a:p>
            <a:r>
              <a:rPr lang="en-US" dirty="0"/>
              <a:t>In your code:</a:t>
            </a:r>
          </a:p>
          <a:p>
            <a:pPr rtl="0"/>
            <a:r>
              <a:rPr lang="en-US" sz="1100" b="0" i="0" u="none" strike="noStrike" cap="none" dirty="0">
                <a:solidFill>
                  <a:srgbClr val="000000"/>
                </a:solidFill>
                <a:latin typeface="Arial"/>
                <a:ea typeface="Arial"/>
                <a:cs typeface="Arial"/>
                <a:sym typeface="Arial"/>
              </a:rPr>
              <a:t>for (int </a:t>
            </a:r>
            <a:r>
              <a:rPr lang="en-US" sz="1100" b="0" i="0" u="none" strike="noStrike" cap="none" dirty="0" err="1">
                <a:solidFill>
                  <a:srgbClr val="000000"/>
                </a:solidFill>
                <a:latin typeface="Arial"/>
                <a:ea typeface="Arial"/>
                <a:cs typeface="Arial"/>
                <a:sym typeface="Arial"/>
              </a:rPr>
              <a:t>i</a:t>
            </a:r>
            <a:r>
              <a:rPr lang="en-US" sz="1100" b="0" i="0" u="none" strike="noStrike" cap="none" dirty="0">
                <a:solidFill>
                  <a:srgbClr val="000000"/>
                </a:solidFill>
                <a:latin typeface="Arial"/>
                <a:ea typeface="Arial"/>
                <a:cs typeface="Arial"/>
                <a:sym typeface="Arial"/>
              </a:rPr>
              <a:t> = 1; </a:t>
            </a:r>
            <a:r>
              <a:rPr lang="en-US" sz="1100" b="0" i="0" u="none" strike="noStrike" cap="none" dirty="0" err="1">
                <a:solidFill>
                  <a:srgbClr val="000000"/>
                </a:solidFill>
                <a:latin typeface="Arial"/>
                <a:ea typeface="Arial"/>
                <a:cs typeface="Arial"/>
                <a:sym typeface="Arial"/>
              </a:rPr>
              <a:t>i</a:t>
            </a:r>
            <a:r>
              <a:rPr lang="en-US" sz="1100" b="0" i="0" u="none" strike="noStrike" cap="none" dirty="0">
                <a:solidFill>
                  <a:srgbClr val="000000"/>
                </a:solidFill>
                <a:latin typeface="Arial"/>
                <a:ea typeface="Arial"/>
                <a:cs typeface="Arial"/>
                <a:sym typeface="Arial"/>
              </a:rPr>
              <a:t> &lt;= NUM_RACERS; </a:t>
            </a:r>
            <a:r>
              <a:rPr lang="en-US" sz="1100" b="0" i="0" u="none" strike="noStrike" cap="none" dirty="0" err="1">
                <a:solidFill>
                  <a:srgbClr val="000000"/>
                </a:solidFill>
                <a:latin typeface="Arial"/>
                <a:ea typeface="Arial"/>
                <a:cs typeface="Arial"/>
                <a:sym typeface="Arial"/>
              </a:rPr>
              <a:t>i</a:t>
            </a:r>
            <a:r>
              <a:rPr lang="en-US" sz="1100" b="0" i="0" u="none" strike="noStrike" cap="none" dirty="0">
                <a:solidFill>
                  <a:srgbClr val="000000"/>
                </a:solidFill>
                <a:latin typeface="Arial"/>
                <a:ea typeface="Arial"/>
                <a:cs typeface="Arial"/>
                <a:sym typeface="Arial"/>
              </a:rPr>
              <a:t>++) {</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a:t>
            </a:r>
            <a:r>
              <a:rPr lang="en-US" sz="1100" b="0" i="0" u="none" strike="noStrike" cap="none" dirty="0" err="1">
                <a:solidFill>
                  <a:srgbClr val="000000"/>
                </a:solidFill>
                <a:latin typeface="Arial"/>
                <a:ea typeface="Arial"/>
                <a:cs typeface="Arial"/>
                <a:sym typeface="Arial"/>
              </a:rPr>
              <a:t>ThreadRacer</a:t>
            </a:r>
            <a:r>
              <a:rPr lang="en-US" sz="1100" b="0" i="0" u="none" strike="noStrike" cap="none" dirty="0">
                <a:solidFill>
                  <a:srgbClr val="000000"/>
                </a:solidFill>
                <a:latin typeface="Arial"/>
                <a:ea typeface="Arial"/>
                <a:cs typeface="Arial"/>
                <a:sym typeface="Arial"/>
              </a:rPr>
              <a:t> racer = new </a:t>
            </a:r>
            <a:r>
              <a:rPr lang="en-US" sz="1100" b="0" i="0" u="none" strike="noStrike" cap="none" dirty="0" err="1">
                <a:solidFill>
                  <a:srgbClr val="000000"/>
                </a:solidFill>
                <a:latin typeface="Arial"/>
                <a:ea typeface="Arial"/>
                <a:cs typeface="Arial"/>
                <a:sym typeface="Arial"/>
              </a:rPr>
              <a:t>ThreadRacer</a:t>
            </a:r>
            <a:r>
              <a:rPr lang="en-US" sz="1100" b="0" i="0" u="none" strike="noStrike" cap="none" dirty="0">
                <a:solidFill>
                  <a:srgbClr val="000000"/>
                </a:solidFill>
                <a:latin typeface="Arial"/>
                <a:ea typeface="Arial"/>
                <a:cs typeface="Arial"/>
                <a:sym typeface="Arial"/>
              </a:rPr>
              <a:t>("Racer-" + </a:t>
            </a:r>
            <a:r>
              <a:rPr lang="en-US" sz="1100" b="0" i="0" u="none" strike="noStrike" cap="none" dirty="0" err="1">
                <a:solidFill>
                  <a:srgbClr val="000000"/>
                </a:solidFill>
                <a:latin typeface="Arial"/>
                <a:ea typeface="Arial"/>
                <a:cs typeface="Arial"/>
                <a:sym typeface="Arial"/>
              </a:rPr>
              <a:t>i</a:t>
            </a:r>
            <a:r>
              <a:rPr lang="en-US" sz="1100" b="0" i="0" u="none" strike="noStrike" cap="none" dirty="0">
                <a:solidFill>
                  <a:srgbClr val="000000"/>
                </a:solidFill>
                <a:latin typeface="Arial"/>
                <a:ea typeface="Arial"/>
                <a:cs typeface="Arial"/>
                <a:sym typeface="Arial"/>
              </a:rPr>
              <a:t>, NUM_LAPS, DEBUG);</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a:t>
            </a:r>
            <a:r>
              <a:rPr lang="en-US" sz="1100" b="0" i="0" u="none" strike="noStrike" cap="none" dirty="0" err="1">
                <a:solidFill>
                  <a:srgbClr val="000000"/>
                </a:solidFill>
                <a:latin typeface="Arial"/>
                <a:ea typeface="Arial"/>
                <a:cs typeface="Arial"/>
                <a:sym typeface="Arial"/>
              </a:rPr>
              <a:t>racer.start</a:t>
            </a:r>
            <a:r>
              <a:rPr lang="en-US" sz="1100" b="0" i="0" u="none" strike="noStrike" cap="none" dirty="0">
                <a:solidFill>
                  <a:srgbClr val="000000"/>
                </a:solidFill>
                <a:latin typeface="Arial"/>
                <a:ea typeface="Arial"/>
                <a:cs typeface="Arial"/>
                <a:sym typeface="Arial"/>
              </a:rPr>
              <a:t>();</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a:t>
            </a:r>
            <a:br>
              <a:rPr lang="en-US" sz="1100" b="0" i="0" u="none" strike="noStrike" cap="none" dirty="0">
                <a:solidFill>
                  <a:srgbClr val="000000"/>
                </a:solidFill>
                <a:latin typeface="Arial"/>
                <a:ea typeface="Arial"/>
                <a:cs typeface="Arial"/>
                <a:sym typeface="Arial"/>
              </a:rPr>
            </a:br>
            <a:br>
              <a:rPr lang="en-US" sz="1100" b="0" i="0" u="none" strike="noStrike" cap="none" dirty="0">
                <a:solidFill>
                  <a:srgbClr val="000000"/>
                </a:solidFill>
                <a:latin typeface="Arial"/>
                <a:ea typeface="Arial"/>
                <a:cs typeface="Arial"/>
                <a:sym typeface="Arial"/>
              </a:rPr>
            </a:br>
            <a:r>
              <a:rPr lang="en-US" sz="1100" b="0" i="0" u="none" strike="noStrike" cap="none" dirty="0" err="1">
                <a:solidFill>
                  <a:srgbClr val="000000"/>
                </a:solidFill>
                <a:latin typeface="Arial"/>
                <a:ea typeface="Arial"/>
                <a:cs typeface="Arial"/>
                <a:sym typeface="Arial"/>
              </a:rPr>
              <a:t>System.out.println</a:t>
            </a:r>
            <a:r>
              <a:rPr lang="en-US" sz="1100" b="0" i="0" u="none" strike="noStrike" cap="none" dirty="0">
                <a:solidFill>
                  <a:srgbClr val="000000"/>
                </a:solidFill>
                <a:latin typeface="Arial"/>
                <a:ea typeface="Arial"/>
                <a:cs typeface="Arial"/>
                <a:sym typeface="Arial"/>
              </a:rPr>
              <a:t>("All " + NUM_RACERS + " racers have been started.");</a:t>
            </a:r>
          </a:p>
          <a:p>
            <a:r>
              <a:rPr lang="en-US" dirty="0"/>
              <a:t>The </a:t>
            </a:r>
            <a:r>
              <a:rPr lang="en-US" sz="1100" b="0" i="0" u="none" strike="noStrike" cap="none" dirty="0" err="1">
                <a:solidFill>
                  <a:srgbClr val="000000"/>
                </a:solidFill>
                <a:latin typeface="Arial"/>
                <a:ea typeface="Arial"/>
                <a:cs typeface="Arial"/>
                <a:sym typeface="Arial"/>
              </a:rPr>
              <a:t>println</a:t>
            </a:r>
            <a:r>
              <a:rPr lang="en-US" dirty="0"/>
              <a:t> executes </a:t>
            </a:r>
            <a:r>
              <a:rPr lang="en-US" b="1" dirty="0"/>
              <a:t>only after the loop finishes</a:t>
            </a:r>
            <a:r>
              <a:rPr lang="en-US" dirty="0"/>
              <a:t>, and the loop must:</a:t>
            </a:r>
          </a:p>
          <a:p>
            <a:r>
              <a:rPr lang="en-US" dirty="0"/>
              <a:t>Create </a:t>
            </a:r>
            <a:r>
              <a:rPr lang="en-US" b="1" dirty="0"/>
              <a:t>1,000,000 objects</a:t>
            </a:r>
            <a:endParaRPr lang="en-US" dirty="0"/>
          </a:p>
          <a:p>
            <a:r>
              <a:rPr lang="en-US" dirty="0"/>
              <a:t>Create </a:t>
            </a:r>
            <a:r>
              <a:rPr lang="en-US" b="1" dirty="0"/>
              <a:t>1,000,000 Thread objects</a:t>
            </a:r>
            <a:endParaRPr lang="en-US" dirty="0"/>
          </a:p>
          <a:p>
            <a:r>
              <a:rPr lang="en-US" dirty="0"/>
              <a:t>Ask the </a:t>
            </a:r>
            <a:r>
              <a:rPr lang="en-US" b="1" dirty="0"/>
              <a:t>operating system to start 1,000,000 threads</a:t>
            </a:r>
            <a:endParaRPr lang="en-US" dirty="0"/>
          </a:p>
          <a:p>
            <a:r>
              <a:rPr lang="en-US" dirty="0"/>
              <a:t>Each call to </a:t>
            </a:r>
            <a:r>
              <a:rPr lang="en-US" sz="1100" b="0" i="0" u="none" strike="noStrike" cap="none" dirty="0">
                <a:solidFill>
                  <a:srgbClr val="000000"/>
                </a:solidFill>
                <a:latin typeface="Arial"/>
                <a:ea typeface="Arial"/>
                <a:cs typeface="Arial"/>
                <a:sym typeface="Arial"/>
              </a:rPr>
              <a:t>start()</a:t>
            </a:r>
            <a:r>
              <a:rPr lang="en-US" dirty="0"/>
              <a:t> involves </a:t>
            </a:r>
            <a:r>
              <a:rPr lang="en-US" b="1" dirty="0"/>
              <a:t>expensive OS work</a:t>
            </a:r>
            <a:r>
              <a:rPr lang="en-US" dirty="0"/>
              <a:t>:</a:t>
            </a:r>
          </a:p>
          <a:p>
            <a:r>
              <a:rPr lang="en-US" dirty="0"/>
              <a:t>Allocate stack memory for the thread</a:t>
            </a:r>
          </a:p>
          <a:p>
            <a:r>
              <a:rPr lang="en-US" dirty="0"/>
              <a:t>Register the thread with the OS scheduler</a:t>
            </a:r>
          </a:p>
          <a:p>
            <a:r>
              <a:rPr lang="en-US" dirty="0"/>
              <a:t>Context-switching overhead</a:t>
            </a:r>
          </a:p>
          <a:p>
            <a:r>
              <a:rPr lang="en-US" dirty="0"/>
              <a:t>JVM thread management</a:t>
            </a:r>
          </a:p>
          <a:p>
            <a:r>
              <a:rPr lang="en-US" dirty="0"/>
              <a:t>Creating threads is </a:t>
            </a:r>
            <a:r>
              <a:rPr lang="en-US" b="1" dirty="0"/>
              <a:t>very expensive compared to normal objects</a:t>
            </a:r>
            <a:r>
              <a:rPr lang="en-US" dirty="0"/>
              <a:t>.</a:t>
            </a:r>
          </a:p>
          <a:p>
            <a:pPr marL="0" lvl="0" indent="0" algn="l" rtl="0">
              <a:spcBef>
                <a:spcPts val="0"/>
              </a:spcBef>
              <a:spcAft>
                <a:spcPts val="0"/>
              </a:spcAft>
              <a:buNone/>
            </a:pPr>
            <a:endParaRPr dirty="0"/>
          </a:p>
        </p:txBody>
      </p:sp>
      <p:sp>
        <p:nvSpPr>
          <p:cNvPr id="479" name="Google Shape;479;gc973538050_1_3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0"/>
        <p:cNvGrpSpPr/>
        <p:nvPr/>
      </p:nvGrpSpPr>
      <p:grpSpPr>
        <a:xfrm>
          <a:off x="0" y="0"/>
          <a:ext cx="0" cy="0"/>
          <a:chOff x="0" y="0"/>
          <a:chExt cx="0" cy="0"/>
        </a:xfrm>
      </p:grpSpPr>
      <p:sp>
        <p:nvSpPr>
          <p:cNvPr id="491" name="Google Shape;491;g3c828c16636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2" name="Google Shape;492;g3c828c16636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298450" algn="l" rtl="0">
              <a:spcBef>
                <a:spcPts val="0"/>
              </a:spcBef>
              <a:spcAft>
                <a:spcPts val="0"/>
              </a:spcAft>
              <a:buSzPts val="1100"/>
              <a:buChar char="○"/>
            </a:pPr>
            <a:r>
              <a:rPr lang="en-US" b="1" dirty="0">
                <a:highlight>
                  <a:srgbClr val="FFFF00"/>
                </a:highlight>
              </a:rPr>
              <a:t>GOOD POINT TO STRESS – DEBUG OF TRUE VS DEBUG OF FALSE</a:t>
            </a:r>
          </a:p>
          <a:p>
            <a:pPr marL="914400" lvl="1" indent="-298450" algn="l" rtl="0">
              <a:spcBef>
                <a:spcPts val="0"/>
              </a:spcBef>
              <a:spcAft>
                <a:spcPts val="0"/>
              </a:spcAft>
              <a:buSzPts val="1100"/>
              <a:buChar char="○"/>
            </a:pPr>
            <a:r>
              <a:rPr lang="en-US" dirty="0">
                <a:highlight>
                  <a:srgbClr val="FFFF00"/>
                </a:highlight>
              </a:rPr>
              <a:t>Most of the time in </a:t>
            </a:r>
            <a:r>
              <a:rPr lang="en-US" dirty="0" err="1">
                <a:highlight>
                  <a:srgbClr val="FFFF00"/>
                </a:highlight>
              </a:rPr>
              <a:t>LotsORacers</a:t>
            </a:r>
            <a:r>
              <a:rPr lang="en-US" dirty="0">
                <a:highlight>
                  <a:srgbClr val="FFFF00"/>
                </a:highlight>
              </a:rPr>
              <a:t> was from creating/tearing down the threads.</a:t>
            </a:r>
          </a:p>
          <a:p>
            <a:pPr marL="914400" lvl="1" indent="-298450" algn="l" rtl="0">
              <a:spcBef>
                <a:spcPts val="0"/>
              </a:spcBef>
              <a:spcAft>
                <a:spcPts val="0"/>
              </a:spcAft>
              <a:buSzPts val="1100"/>
              <a:buChar char="○"/>
            </a:pPr>
            <a:r>
              <a:rPr lang="en-US" dirty="0">
                <a:highlight>
                  <a:srgbClr val="FFFF00"/>
                </a:highlight>
              </a:rPr>
              <a:t>Only a small amount was used for racing.</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err="1">
                <a:solidFill>
                  <a:srgbClr val="FF0000"/>
                </a:solidFill>
                <a:highlight>
                  <a:srgbClr val="FFFF00"/>
                </a:highlight>
                <a:latin typeface="Courier New"/>
                <a:ea typeface="Courier New"/>
                <a:cs typeface="Courier New"/>
                <a:sym typeface="Courier New"/>
              </a:rPr>
              <a:t>awaitTermination</a:t>
            </a:r>
            <a:r>
              <a:rPr lang="en-US" dirty="0"/>
              <a:t> - blocks until the service has finished. 	BETTER THAN ISALIVE, DON’T NEED TO CALL ON EACH ONE OF THEM.</a:t>
            </a:r>
          </a:p>
          <a:p>
            <a:pPr marL="0" lvl="0" indent="0" algn="l" rtl="0">
              <a:spcBef>
                <a:spcPts val="0"/>
              </a:spcBef>
              <a:spcAft>
                <a:spcPts val="0"/>
              </a:spcAft>
              <a:buNone/>
            </a:pPr>
            <a:endParaRPr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9"/>
        <p:cNvGrpSpPr/>
        <p:nvPr/>
      </p:nvGrpSpPr>
      <p:grpSpPr>
        <a:xfrm>
          <a:off x="0" y="0"/>
          <a:ext cx="0" cy="0"/>
          <a:chOff x="0" y="0"/>
          <a:chExt cx="0" cy="0"/>
        </a:xfrm>
      </p:grpSpPr>
      <p:sp>
        <p:nvSpPr>
          <p:cNvPr id="500" name="Google Shape;500;g3c828c16636_0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1" name="Google Shape;501;g3c828c16636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The statement</a:t>
            </a:r>
          </a:p>
          <a:p>
            <a:pPr rtl="0"/>
            <a:r>
              <a:rPr lang="en-US" sz="1100" b="0" i="0" u="none" strike="noStrike" cap="none" dirty="0" err="1">
                <a:solidFill>
                  <a:srgbClr val="000000"/>
                </a:solidFill>
                <a:latin typeface="Arial"/>
                <a:ea typeface="Arial"/>
                <a:cs typeface="Arial"/>
                <a:sym typeface="Arial"/>
              </a:rPr>
              <a:t>ExecutorService</a:t>
            </a:r>
            <a:r>
              <a:rPr lang="en-US" sz="1100" b="0" i="0" u="none" strike="noStrike" cap="none" dirty="0">
                <a:solidFill>
                  <a:srgbClr val="000000"/>
                </a:solidFill>
                <a:latin typeface="Arial"/>
                <a:ea typeface="Arial"/>
                <a:cs typeface="Arial"/>
                <a:sym typeface="Arial"/>
              </a:rPr>
              <a:t> </a:t>
            </a:r>
            <a:r>
              <a:rPr lang="en-US" sz="1100" b="0" i="0" u="none" strike="noStrike" cap="none" dirty="0" err="1">
                <a:solidFill>
                  <a:srgbClr val="000000"/>
                </a:solidFill>
                <a:latin typeface="Arial"/>
                <a:ea typeface="Arial"/>
                <a:cs typeface="Arial"/>
                <a:sym typeface="Arial"/>
              </a:rPr>
              <a:t>exservice</a:t>
            </a:r>
            <a:r>
              <a:rPr lang="en-US" sz="1100" b="0" i="0" u="none" strike="noStrike" cap="none" dirty="0">
                <a:solidFill>
                  <a:srgbClr val="000000"/>
                </a:solidFill>
                <a:latin typeface="Arial"/>
                <a:ea typeface="Arial"/>
                <a:cs typeface="Arial"/>
                <a:sym typeface="Arial"/>
              </a:rPr>
              <a:t> =</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a:t>
            </a:r>
            <a:r>
              <a:rPr lang="en-US" sz="1100" b="0" i="0" u="none" strike="noStrike" cap="none" dirty="0" err="1">
                <a:solidFill>
                  <a:srgbClr val="000000"/>
                </a:solidFill>
                <a:latin typeface="Arial"/>
                <a:ea typeface="Arial"/>
                <a:cs typeface="Arial"/>
                <a:sym typeface="Arial"/>
              </a:rPr>
              <a:t>Executors.newCachedThreadPool</a:t>
            </a:r>
            <a:r>
              <a:rPr lang="en-US" sz="1100" b="0" i="0" u="none" strike="noStrike" cap="none" dirty="0">
                <a:solidFill>
                  <a:srgbClr val="000000"/>
                </a:solidFill>
                <a:latin typeface="Arial"/>
                <a:ea typeface="Arial"/>
                <a:cs typeface="Arial"/>
                <a:sym typeface="Arial"/>
              </a:rPr>
              <a:t>();</a:t>
            </a:r>
          </a:p>
          <a:p>
            <a:r>
              <a:rPr lang="en-US" dirty="0"/>
              <a:t>creates a </a:t>
            </a:r>
            <a:r>
              <a:rPr lang="en-US" b="1" dirty="0"/>
              <a:t>thread pool that automatically creates and reuses threads as needed</a:t>
            </a:r>
            <a:r>
              <a:rPr lang="en-US" dirty="0"/>
              <a:t> to execute tasks.</a:t>
            </a:r>
          </a:p>
          <a:p>
            <a:r>
              <a:rPr lang="en-US" dirty="0"/>
              <a:t>Let's break it down.</a:t>
            </a:r>
          </a:p>
          <a:p>
            <a:br>
              <a:rPr lang="en-US" dirty="0"/>
            </a:br>
            <a:endParaRPr lang="en-US" dirty="0"/>
          </a:p>
          <a:p>
            <a:r>
              <a:rPr lang="en-US" b="1" dirty="0"/>
              <a:t>1. </a:t>
            </a:r>
            <a:r>
              <a:rPr lang="en-US" sz="1100" b="1" i="0" u="none" strike="noStrike" cap="none" dirty="0" err="1">
                <a:solidFill>
                  <a:srgbClr val="000000"/>
                </a:solidFill>
                <a:latin typeface="Arial"/>
                <a:ea typeface="Arial"/>
                <a:cs typeface="Arial"/>
                <a:sym typeface="Arial"/>
              </a:rPr>
              <a:t>ExecutorService</a:t>
            </a:r>
            <a:endParaRPr lang="en-US" b="1" dirty="0"/>
          </a:p>
          <a:p>
            <a:r>
              <a:rPr lang="en-US" sz="1100" b="0" i="0" u="none" strike="noStrike" cap="none" dirty="0" err="1">
                <a:solidFill>
                  <a:srgbClr val="000000"/>
                </a:solidFill>
                <a:latin typeface="Arial"/>
                <a:ea typeface="Arial"/>
                <a:cs typeface="Arial"/>
                <a:sym typeface="Arial"/>
              </a:rPr>
              <a:t>ExecutorService</a:t>
            </a:r>
            <a:r>
              <a:rPr lang="en-US" dirty="0"/>
              <a:t> is an </a:t>
            </a:r>
            <a:r>
              <a:rPr lang="en-US" b="1" dirty="0"/>
              <a:t>interface in </a:t>
            </a:r>
            <a:r>
              <a:rPr lang="en-US" sz="1100" b="1" i="0" u="none" strike="noStrike" cap="none" dirty="0" err="1">
                <a:solidFill>
                  <a:srgbClr val="000000"/>
                </a:solidFill>
                <a:latin typeface="Arial"/>
                <a:ea typeface="Arial"/>
                <a:cs typeface="Arial"/>
                <a:sym typeface="Arial"/>
              </a:rPr>
              <a:t>java.util.concurrent</a:t>
            </a:r>
            <a:r>
              <a:rPr lang="en-US" dirty="0"/>
              <a:t> used to manage and control a pool of threads.</a:t>
            </a:r>
          </a:p>
          <a:p>
            <a:r>
              <a:rPr lang="en-US" dirty="0"/>
              <a:t>Instead of creating threads manually like this:</a:t>
            </a:r>
          </a:p>
          <a:p>
            <a:pPr rtl="0"/>
            <a:r>
              <a:rPr lang="en-US" sz="1100" b="0" i="0" u="none" strike="noStrike" cap="none" dirty="0">
                <a:solidFill>
                  <a:srgbClr val="000000"/>
                </a:solidFill>
                <a:latin typeface="Arial"/>
                <a:ea typeface="Arial"/>
                <a:cs typeface="Arial"/>
                <a:sym typeface="Arial"/>
              </a:rPr>
              <a:t>new Thread(task).start();</a:t>
            </a:r>
          </a:p>
          <a:p>
            <a:pPr rtl="0"/>
            <a:endParaRPr lang="en-US" sz="1100" b="0" i="0" u="none" strike="noStrike" cap="none" dirty="0">
              <a:solidFill>
                <a:srgbClr val="000000"/>
              </a:solidFill>
              <a:latin typeface="Arial"/>
              <a:ea typeface="Arial"/>
              <a:cs typeface="Arial"/>
              <a:sym typeface="Arial"/>
            </a:endParaRPr>
          </a:p>
          <a:p>
            <a:r>
              <a:rPr lang="en-US" dirty="0"/>
              <a:t>you </a:t>
            </a:r>
            <a:r>
              <a:rPr lang="en-US" b="1" dirty="0"/>
              <a:t>submit tasks</a:t>
            </a:r>
            <a:r>
              <a:rPr lang="en-US" dirty="0"/>
              <a:t> to the executor:</a:t>
            </a:r>
          </a:p>
          <a:p>
            <a:pPr rtl="0"/>
            <a:r>
              <a:rPr lang="en-US" sz="1100" b="0" i="0" u="none" strike="noStrike" cap="none" dirty="0" err="1">
                <a:solidFill>
                  <a:srgbClr val="000000"/>
                </a:solidFill>
                <a:latin typeface="Arial"/>
                <a:ea typeface="Arial"/>
                <a:cs typeface="Arial"/>
                <a:sym typeface="Arial"/>
              </a:rPr>
              <a:t>exservice.execute</a:t>
            </a:r>
            <a:r>
              <a:rPr lang="en-US" sz="1100" b="0" i="0" u="none" strike="noStrike" cap="none" dirty="0">
                <a:solidFill>
                  <a:srgbClr val="000000"/>
                </a:solidFill>
                <a:latin typeface="Arial"/>
                <a:ea typeface="Arial"/>
                <a:cs typeface="Arial"/>
                <a:sym typeface="Arial"/>
              </a:rPr>
              <a:t>(task);</a:t>
            </a:r>
          </a:p>
          <a:p>
            <a:pPr rtl="0"/>
            <a:endParaRPr lang="en-US" sz="1100" b="0" i="0" u="none" strike="noStrike" cap="none" dirty="0">
              <a:solidFill>
                <a:srgbClr val="000000"/>
              </a:solidFill>
              <a:latin typeface="Arial"/>
              <a:ea typeface="Arial"/>
              <a:cs typeface="Arial"/>
              <a:sym typeface="Arial"/>
            </a:endParaRPr>
          </a:p>
          <a:p>
            <a:r>
              <a:rPr lang="en-US" dirty="0"/>
              <a:t>The executor decides </a:t>
            </a:r>
            <a:r>
              <a:rPr lang="en-US" b="1" dirty="0"/>
              <a:t>which thread runs the task</a:t>
            </a:r>
            <a:r>
              <a:rPr lang="en-US" dirty="0"/>
              <a:t>.  </a:t>
            </a:r>
            <a:r>
              <a:rPr lang="en-US" dirty="0">
                <a:sym typeface="Wingdings" panose="05000000000000000000" pitchFamily="2" charset="2"/>
              </a:rPr>
              <a:t> Maintains a pool of task  Takes care of managing threads</a:t>
            </a:r>
            <a:endParaRPr lang="en-US" dirty="0"/>
          </a:p>
          <a:p>
            <a:r>
              <a:rPr lang="en-US" dirty="0"/>
              <a:t>Benefits:</a:t>
            </a:r>
          </a:p>
          <a:p>
            <a:r>
              <a:rPr lang="en-US" dirty="0"/>
              <a:t>Thread reuse</a:t>
            </a:r>
          </a:p>
          <a:p>
            <a:r>
              <a:rPr lang="en-US" dirty="0"/>
              <a:t>Better performance</a:t>
            </a:r>
          </a:p>
          <a:p>
            <a:r>
              <a:rPr lang="en-US" dirty="0"/>
              <a:t>Thread lifecycle management</a:t>
            </a:r>
          </a:p>
          <a:p>
            <a:r>
              <a:rPr lang="en-US" dirty="0"/>
              <a:t>Task scheduling</a:t>
            </a:r>
          </a:p>
          <a:p>
            <a:br>
              <a:rPr lang="en-US" dirty="0"/>
            </a:br>
            <a:endParaRPr lang="en-US" dirty="0"/>
          </a:p>
          <a:p>
            <a:r>
              <a:rPr lang="en-US" b="1" dirty="0"/>
              <a:t>2. </a:t>
            </a:r>
            <a:r>
              <a:rPr lang="en-US" sz="1100" b="1" i="0" u="none" strike="noStrike" cap="none" dirty="0">
                <a:solidFill>
                  <a:srgbClr val="000000"/>
                </a:solidFill>
                <a:latin typeface="Arial"/>
                <a:ea typeface="Arial"/>
                <a:cs typeface="Arial"/>
                <a:sym typeface="Arial"/>
              </a:rPr>
              <a:t>Executors</a:t>
            </a:r>
            <a:endParaRPr lang="en-US" b="1" dirty="0"/>
          </a:p>
          <a:p>
            <a:r>
              <a:rPr lang="en-US" sz="1100" b="0" i="0" u="none" strike="noStrike" cap="none" dirty="0">
                <a:solidFill>
                  <a:srgbClr val="000000"/>
                </a:solidFill>
                <a:latin typeface="Arial"/>
                <a:ea typeface="Arial"/>
                <a:cs typeface="Arial"/>
                <a:sym typeface="Arial"/>
              </a:rPr>
              <a:t>Executors</a:t>
            </a:r>
            <a:r>
              <a:rPr lang="en-US" dirty="0"/>
              <a:t> is a </a:t>
            </a:r>
            <a:r>
              <a:rPr lang="en-US" b="1" dirty="0"/>
              <a:t>utility class</a:t>
            </a:r>
            <a:r>
              <a:rPr lang="en-US" dirty="0"/>
              <a:t> that provides factory methods for creating different types of thread pools.</a:t>
            </a:r>
          </a:p>
          <a:p>
            <a:r>
              <a:rPr lang="en-US" dirty="0"/>
              <a:t>Example methods:</a:t>
            </a:r>
          </a:p>
          <a:p>
            <a:r>
              <a:rPr lang="en-US" dirty="0" err="1"/>
              <a:t>MethodDescription</a:t>
            </a:r>
            <a:endParaRPr lang="en-US" dirty="0"/>
          </a:p>
          <a:p>
            <a:r>
              <a:rPr lang="en-US" sz="1100" b="0" i="0" u="none" strike="noStrike" cap="none" dirty="0" err="1">
                <a:solidFill>
                  <a:srgbClr val="000000"/>
                </a:solidFill>
                <a:latin typeface="Arial"/>
                <a:ea typeface="Arial"/>
                <a:cs typeface="Arial"/>
                <a:sym typeface="Arial"/>
              </a:rPr>
              <a:t>newFixedThreadPool</a:t>
            </a:r>
            <a:r>
              <a:rPr lang="en-US" sz="1100" b="0" i="0" u="none" strike="noStrike" cap="none" dirty="0">
                <a:solidFill>
                  <a:srgbClr val="000000"/>
                </a:solidFill>
                <a:latin typeface="Arial"/>
                <a:ea typeface="Arial"/>
                <a:cs typeface="Arial"/>
                <a:sym typeface="Arial"/>
              </a:rPr>
              <a:t>(n) </a:t>
            </a:r>
            <a:r>
              <a:rPr lang="en-US" sz="1100" b="0" i="0" u="none" strike="noStrike" cap="none" dirty="0">
                <a:solidFill>
                  <a:srgbClr val="000000"/>
                </a:solidFill>
                <a:latin typeface="Arial"/>
                <a:ea typeface="Arial"/>
                <a:cs typeface="Arial"/>
                <a:sym typeface="Wingdings" panose="05000000000000000000" pitchFamily="2" charset="2"/>
              </a:rPr>
              <a:t> </a:t>
            </a:r>
            <a:r>
              <a:rPr lang="en-US" dirty="0"/>
              <a:t>Fixed number of threads</a:t>
            </a:r>
          </a:p>
          <a:p>
            <a:r>
              <a:rPr lang="en-US" sz="1100" b="0" i="0" u="none" strike="noStrike" cap="none" dirty="0" err="1">
                <a:solidFill>
                  <a:srgbClr val="000000"/>
                </a:solidFill>
                <a:latin typeface="Arial"/>
                <a:ea typeface="Arial"/>
                <a:cs typeface="Arial"/>
                <a:sym typeface="Arial"/>
              </a:rPr>
              <a:t>newCachedThreadPool</a:t>
            </a:r>
            <a:r>
              <a:rPr lang="en-US" sz="1100" b="0"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Wingdings" panose="05000000000000000000" pitchFamily="2" charset="2"/>
              </a:rPr>
              <a:t> </a:t>
            </a:r>
            <a:r>
              <a:rPr lang="en-US" dirty="0"/>
              <a:t>Dynamically growing thread pool</a:t>
            </a:r>
            <a:endParaRPr lang="en-US" sz="1100" b="0" i="0" u="none" strike="noStrike" cap="none" dirty="0">
              <a:solidFill>
                <a:srgbClr val="000000"/>
              </a:solidFill>
              <a:latin typeface="Arial"/>
              <a:ea typeface="Arial"/>
              <a:cs typeface="Arial"/>
              <a:sym typeface="Arial"/>
            </a:endParaRPr>
          </a:p>
          <a:p>
            <a:r>
              <a:rPr lang="en-US" sz="1100" b="0" i="0" u="none" strike="noStrike" cap="none" dirty="0" err="1">
                <a:solidFill>
                  <a:srgbClr val="000000"/>
                </a:solidFill>
                <a:latin typeface="Arial"/>
                <a:ea typeface="Arial"/>
                <a:cs typeface="Arial"/>
                <a:sym typeface="Arial"/>
              </a:rPr>
              <a:t>newSingleThreadExecutor</a:t>
            </a:r>
            <a:r>
              <a:rPr lang="en-US" sz="1100" b="0"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Wingdings" panose="05000000000000000000" pitchFamily="2" charset="2"/>
              </a:rPr>
              <a:t> </a:t>
            </a:r>
            <a:r>
              <a:rPr lang="en-US" dirty="0"/>
              <a:t>Only one thread</a:t>
            </a:r>
          </a:p>
          <a:p>
            <a:r>
              <a:rPr lang="en-US" sz="1100" b="0" i="0" u="none" strike="noStrike" cap="none" dirty="0" err="1">
                <a:solidFill>
                  <a:srgbClr val="000000"/>
                </a:solidFill>
                <a:latin typeface="Arial"/>
                <a:ea typeface="Arial"/>
                <a:cs typeface="Arial"/>
                <a:sym typeface="Arial"/>
              </a:rPr>
              <a:t>newScheduledThreadPool</a:t>
            </a:r>
            <a:r>
              <a:rPr lang="en-US" sz="1100" b="0"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Wingdings" panose="05000000000000000000" pitchFamily="2" charset="2"/>
              </a:rPr>
              <a:t> </a:t>
            </a:r>
            <a:r>
              <a:rPr lang="en-US" dirty="0"/>
              <a:t>Supports scheduled tasks</a:t>
            </a:r>
          </a:p>
          <a:p>
            <a:pPr marL="0" lvl="0" indent="0" algn="l" rtl="0">
              <a:spcBef>
                <a:spcPts val="0"/>
              </a:spcBef>
              <a:spcAft>
                <a:spcPts val="0"/>
              </a:spcAft>
              <a:buNone/>
            </a:pPr>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g3c828c16636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9" name="Google Shape;519;g3c828c16636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There are several other variants that we won't be covering in this class.</a:t>
            </a:r>
          </a:p>
          <a:p>
            <a:pPr marL="0" lvl="0" indent="0" algn="l" rtl="0">
              <a:spcBef>
                <a:spcPts val="0"/>
              </a:spcBef>
              <a:spcAft>
                <a:spcPts val="0"/>
              </a:spcAft>
              <a:buNone/>
            </a:pPr>
            <a:endParaRPr lang="en" dirty="0"/>
          </a:p>
          <a:p>
            <a:pPr marL="0" lvl="0" indent="0" algn="l" rtl="0">
              <a:spcBef>
                <a:spcPts val="0"/>
              </a:spcBef>
              <a:spcAft>
                <a:spcPts val="0"/>
              </a:spcAft>
              <a:buNone/>
            </a:pPr>
            <a:r>
              <a:rPr lang="en" dirty="0"/>
              <a:t>Another one newScheduledThreadExecutor() </a:t>
            </a:r>
            <a:r>
              <a:rPr lang="en" dirty="0">
                <a:sym typeface="Wingdings" panose="05000000000000000000" pitchFamily="2" charset="2"/>
              </a:rPr>
              <a:t> Execute at a scheduled interval.</a:t>
            </a:r>
          </a:p>
          <a:p>
            <a:pPr marL="0" lvl="0" indent="0" algn="l" rtl="0">
              <a:spcBef>
                <a:spcPts val="0"/>
              </a:spcBef>
              <a:spcAft>
                <a:spcPts val="0"/>
              </a:spcAft>
              <a:buNone/>
            </a:pPr>
            <a:endParaRPr lang="en" dirty="0">
              <a:sym typeface="Wingdings" panose="05000000000000000000" pitchFamily="2" charset="2"/>
            </a:endParaRPr>
          </a:p>
          <a:p>
            <a:pPr marL="0" lvl="0" indent="0" algn="l" rtl="0">
              <a:spcBef>
                <a:spcPts val="0"/>
              </a:spcBef>
              <a:spcAft>
                <a:spcPts val="0"/>
              </a:spcAft>
              <a:buNone/>
            </a:pPr>
            <a:r>
              <a:rPr lang="en-US" dirty="0"/>
              <a:t>what happens if </a:t>
            </a:r>
            <a:r>
              <a:rPr lang="en-US" dirty="0" err="1"/>
              <a:t>executor.shutdown</a:t>
            </a:r>
            <a:r>
              <a:rPr lang="en-US" dirty="0"/>
              <a:t> is not called</a:t>
            </a:r>
          </a:p>
          <a:p>
            <a:pPr marL="0" lvl="0" indent="0" algn="l" rtl="0">
              <a:spcBef>
                <a:spcPts val="0"/>
              </a:spcBef>
              <a:spcAft>
                <a:spcPts val="0"/>
              </a:spcAft>
              <a:buNone/>
            </a:pPr>
            <a:endParaRPr lang="en-US" dirty="0"/>
          </a:p>
          <a:p>
            <a:r>
              <a:rPr lang="en-US" b="1" dirty="0"/>
              <a:t>1. </a:t>
            </a:r>
            <a:r>
              <a:rPr lang="en-US" b="1" dirty="0" err="1"/>
              <a:t>ExecutorService</a:t>
            </a:r>
            <a:r>
              <a:rPr lang="en-US" b="1" dirty="0"/>
              <a:t> threads stay alive</a:t>
            </a:r>
          </a:p>
          <a:p>
            <a:r>
              <a:rPr lang="en-US" dirty="0"/>
              <a:t>When you create an executor:</a:t>
            </a:r>
          </a:p>
          <a:p>
            <a:pPr rtl="0"/>
            <a:r>
              <a:rPr lang="en-US" sz="1100" b="0" i="0" u="none" strike="noStrike" cap="none" dirty="0" err="1">
                <a:solidFill>
                  <a:srgbClr val="000000"/>
                </a:solidFill>
                <a:latin typeface="Arial"/>
                <a:ea typeface="Arial"/>
                <a:cs typeface="Arial"/>
                <a:sym typeface="Arial"/>
              </a:rPr>
              <a:t>ExecutorService</a:t>
            </a:r>
            <a:r>
              <a:rPr lang="en-US" sz="1100" b="0" i="0" u="none" strike="noStrike" cap="none" dirty="0">
                <a:solidFill>
                  <a:srgbClr val="000000"/>
                </a:solidFill>
                <a:latin typeface="Arial"/>
                <a:ea typeface="Arial"/>
                <a:cs typeface="Arial"/>
                <a:sym typeface="Arial"/>
              </a:rPr>
              <a:t> executor = </a:t>
            </a:r>
            <a:r>
              <a:rPr lang="en-US" sz="1100" b="0" i="0" u="none" strike="noStrike" cap="none" dirty="0" err="1">
                <a:solidFill>
                  <a:srgbClr val="000000"/>
                </a:solidFill>
                <a:latin typeface="Arial"/>
                <a:ea typeface="Arial"/>
                <a:cs typeface="Arial"/>
                <a:sym typeface="Arial"/>
              </a:rPr>
              <a:t>Executors.newCachedThreadPool</a:t>
            </a:r>
            <a:r>
              <a:rPr lang="en-US" sz="1100" b="0" i="0" u="none" strike="noStrike" cap="none" dirty="0">
                <a:solidFill>
                  <a:srgbClr val="000000"/>
                </a:solidFill>
                <a:latin typeface="Arial"/>
                <a:ea typeface="Arial"/>
                <a:cs typeface="Arial"/>
                <a:sym typeface="Arial"/>
              </a:rPr>
              <a:t>();</a:t>
            </a:r>
          </a:p>
          <a:p>
            <a:r>
              <a:rPr lang="en-US" dirty="0"/>
              <a:t>the executor creates </a:t>
            </a:r>
            <a:r>
              <a:rPr lang="en-US" b="1" dirty="0"/>
              <a:t>worker threads</a:t>
            </a:r>
            <a:r>
              <a:rPr lang="en-US" dirty="0"/>
              <a:t>. These threads are </a:t>
            </a:r>
            <a:r>
              <a:rPr lang="en-US" b="1" dirty="0"/>
              <a:t>non-daemon threads</a:t>
            </a:r>
            <a:r>
              <a:rPr lang="en-US" dirty="0"/>
              <a:t>.</a:t>
            </a:r>
          </a:p>
          <a:p>
            <a:r>
              <a:rPr lang="en-US" dirty="0"/>
              <a:t>Non-daemon threads tell the JVM:</a:t>
            </a:r>
          </a:p>
          <a:p>
            <a:pPr rtl="0"/>
            <a:r>
              <a:rPr lang="en-US" sz="1100" b="0" i="0" u="none" strike="noStrike" cap="none" dirty="0">
                <a:solidFill>
                  <a:srgbClr val="000000"/>
                </a:solidFill>
                <a:latin typeface="Arial"/>
                <a:ea typeface="Arial"/>
                <a:cs typeface="Arial"/>
                <a:sym typeface="Arial"/>
              </a:rPr>
              <a:t>"Do not exit the program while we are still running."</a:t>
            </a:r>
          </a:p>
          <a:p>
            <a:r>
              <a:rPr lang="en-US" dirty="0"/>
              <a:t>So even if </a:t>
            </a:r>
            <a:r>
              <a:rPr lang="en-US" sz="1100" b="0" i="0" u="none" strike="noStrike" cap="none" dirty="0">
                <a:solidFill>
                  <a:srgbClr val="000000"/>
                </a:solidFill>
                <a:latin typeface="Arial"/>
                <a:ea typeface="Arial"/>
                <a:cs typeface="Arial"/>
                <a:sym typeface="Arial"/>
              </a:rPr>
              <a:t>main()</a:t>
            </a:r>
            <a:r>
              <a:rPr lang="en-US" dirty="0"/>
              <a:t> finishes, the JVM waits.</a:t>
            </a:r>
          </a:p>
          <a:p>
            <a:br>
              <a:rPr lang="en-US" dirty="0"/>
            </a:br>
            <a:endParaRPr lang="en-US" dirty="0"/>
          </a:p>
          <a:p>
            <a:r>
              <a:rPr lang="en-US" b="1" dirty="0"/>
              <a:t>2. The executor keeps waiting for more tasks</a:t>
            </a:r>
          </a:p>
          <a:p>
            <a:r>
              <a:rPr lang="en-US" dirty="0"/>
              <a:t>Without shutdown:</a:t>
            </a:r>
          </a:p>
          <a:p>
            <a:pPr rtl="0"/>
            <a:r>
              <a:rPr lang="en-US" sz="1100" b="0" i="0" u="none" strike="noStrike" cap="none" dirty="0" err="1">
                <a:solidFill>
                  <a:srgbClr val="000000"/>
                </a:solidFill>
                <a:latin typeface="Arial"/>
                <a:ea typeface="Arial"/>
                <a:cs typeface="Arial"/>
                <a:sym typeface="Arial"/>
              </a:rPr>
              <a:t>ExecutorService</a:t>
            </a:r>
            <a:r>
              <a:rPr lang="en-US" sz="1100" b="0" i="0" u="none" strike="noStrike" cap="none" dirty="0">
                <a:solidFill>
                  <a:srgbClr val="000000"/>
                </a:solidFill>
                <a:latin typeface="Arial"/>
                <a:ea typeface="Arial"/>
                <a:cs typeface="Arial"/>
                <a:sym typeface="Arial"/>
              </a:rPr>
              <a:t> still alive</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Waiting for new tasks</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Program never exits</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r>
              <a:rPr lang="en-US" b="1" dirty="0"/>
              <a:t>3. What </a:t>
            </a:r>
            <a:r>
              <a:rPr lang="en-US" sz="1100" b="1" i="0" u="none" strike="noStrike" cap="none" dirty="0">
                <a:solidFill>
                  <a:srgbClr val="000000"/>
                </a:solidFill>
                <a:latin typeface="Arial"/>
                <a:ea typeface="Arial"/>
                <a:cs typeface="Arial"/>
                <a:sym typeface="Arial"/>
              </a:rPr>
              <a:t>shutdown()</a:t>
            </a:r>
            <a:r>
              <a:rPr lang="en-US" b="1" dirty="0"/>
              <a:t> does</a:t>
            </a:r>
          </a:p>
          <a:p>
            <a:pPr rtl="0"/>
            <a:r>
              <a:rPr lang="en-US" sz="1100" b="0" i="0" u="none" strike="noStrike" cap="none" dirty="0" err="1">
                <a:solidFill>
                  <a:srgbClr val="000000"/>
                </a:solidFill>
                <a:latin typeface="Arial"/>
                <a:ea typeface="Arial"/>
                <a:cs typeface="Arial"/>
                <a:sym typeface="Arial"/>
              </a:rPr>
              <a:t>executor.shutdown</a:t>
            </a:r>
            <a:r>
              <a:rPr lang="en-US" sz="1100" b="0" i="0" u="none" strike="noStrike" cap="none" dirty="0">
                <a:solidFill>
                  <a:srgbClr val="000000"/>
                </a:solidFill>
                <a:latin typeface="Arial"/>
                <a:ea typeface="Arial"/>
                <a:cs typeface="Arial"/>
                <a:sym typeface="Arial"/>
              </a:rPr>
              <a:t>();</a:t>
            </a:r>
          </a:p>
          <a:p>
            <a:r>
              <a:rPr lang="en-US" dirty="0"/>
              <a:t>This tells the executor:</a:t>
            </a:r>
          </a:p>
          <a:p>
            <a:pPr rtl="0"/>
            <a:r>
              <a:rPr lang="en-US" sz="1100" b="0" i="0" u="none" strike="noStrike" cap="none" dirty="0">
                <a:solidFill>
                  <a:srgbClr val="000000"/>
                </a:solidFill>
                <a:latin typeface="Arial"/>
                <a:ea typeface="Arial"/>
                <a:cs typeface="Arial"/>
                <a:sym typeface="Arial"/>
              </a:rPr>
              <a:t>Stop accepting new tasks</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Finish executing existing tasks</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Then terminate threads</a:t>
            </a:r>
          </a:p>
          <a:p>
            <a:r>
              <a:rPr lang="en-US" dirty="0"/>
              <a:t>So the lifecycle becomes:</a:t>
            </a:r>
          </a:p>
          <a:p>
            <a:pPr rtl="0"/>
            <a:r>
              <a:rPr lang="en-US" sz="1100" b="0" i="0" u="none" strike="noStrike" cap="none" dirty="0">
                <a:solidFill>
                  <a:srgbClr val="000000"/>
                </a:solidFill>
                <a:latin typeface="Arial"/>
                <a:ea typeface="Arial"/>
                <a:cs typeface="Arial"/>
                <a:sym typeface="Arial"/>
              </a:rPr>
              <a:t>submit tasks</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shutdown()</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tasks finish</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threads terminate</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JVM exits</a:t>
            </a: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3c828c16636_0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3c828c16636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When using really high numbers of racers, the FixedPool may wind out being faster.</a:t>
            </a:r>
          </a:p>
          <a:p>
            <a:pPr marL="0" lvl="0" indent="0" algn="l" rtl="0">
              <a:spcBef>
                <a:spcPts val="0"/>
              </a:spcBef>
              <a:spcAft>
                <a:spcPts val="0"/>
              </a:spcAft>
              <a:buNone/>
            </a:pPr>
            <a:endParaRPr lang="en" dirty="0"/>
          </a:p>
          <a:p>
            <a:pPr marL="0" lvl="0" indent="0" algn="l" rtl="0">
              <a:spcBef>
                <a:spcPts val="0"/>
              </a:spcBef>
              <a:spcAft>
                <a:spcPts val="0"/>
              </a:spcAft>
              <a:buNone/>
            </a:pPr>
            <a:r>
              <a:rPr lang="en-US" dirty="0"/>
              <a:t>The argument to </a:t>
            </a:r>
            <a:r>
              <a:rPr lang="en-US" sz="1100" b="0" i="0" u="none" strike="noStrike" cap="none" dirty="0" err="1">
                <a:solidFill>
                  <a:srgbClr val="000000"/>
                </a:solidFill>
                <a:latin typeface="Arial"/>
                <a:ea typeface="Arial"/>
                <a:cs typeface="Arial"/>
                <a:sym typeface="Arial"/>
              </a:rPr>
              <a:t>ExecutorService.submit</a:t>
            </a:r>
            <a:r>
              <a:rPr lang="en-US" sz="1100" b="0" i="0" u="none" strike="noStrike" cap="none" dirty="0">
                <a:solidFill>
                  <a:srgbClr val="000000"/>
                </a:solidFill>
                <a:latin typeface="Arial"/>
                <a:ea typeface="Arial"/>
                <a:cs typeface="Arial"/>
                <a:sym typeface="Arial"/>
              </a:rPr>
              <a:t>()</a:t>
            </a:r>
            <a:r>
              <a:rPr lang="en-US" dirty="0"/>
              <a:t> is a task, typically a </a:t>
            </a:r>
            <a:r>
              <a:rPr lang="en-US" sz="1100" b="0" i="0" u="none" strike="noStrike" cap="none" dirty="0">
                <a:solidFill>
                  <a:srgbClr val="000000"/>
                </a:solidFill>
                <a:latin typeface="Arial"/>
                <a:ea typeface="Arial"/>
                <a:cs typeface="Arial"/>
                <a:sym typeface="Arial"/>
              </a:rPr>
              <a:t>Runnable</a:t>
            </a:r>
            <a:r>
              <a:rPr lang="en-US" dirty="0"/>
              <a:t> or </a:t>
            </a:r>
            <a:r>
              <a:rPr lang="en-US" sz="1100" b="0" i="0" u="none" strike="noStrike" cap="none" dirty="0">
                <a:solidFill>
                  <a:srgbClr val="000000"/>
                </a:solidFill>
                <a:latin typeface="Arial"/>
                <a:ea typeface="Arial"/>
                <a:cs typeface="Arial"/>
                <a:sym typeface="Arial"/>
              </a:rPr>
              <a:t>Callable</a:t>
            </a:r>
            <a:r>
              <a:rPr lang="en-US" dirty="0"/>
              <a:t>, that represents the code to be executed asynchronously by a thread in the executor’s thread pool.</a:t>
            </a:r>
          </a:p>
          <a:p>
            <a:pPr marL="0" lvl="0" indent="0" algn="l" rtl="0">
              <a:spcBef>
                <a:spcPts val="0"/>
              </a:spcBef>
              <a:spcAft>
                <a:spcPts val="0"/>
              </a:spcAft>
              <a:buNone/>
            </a:pPr>
            <a:endParaRPr lang="en" dirty="0"/>
          </a:p>
          <a:p>
            <a:pPr marL="0" lvl="0" indent="0" algn="l" rtl="0">
              <a:spcBef>
                <a:spcPts val="0"/>
              </a:spcBef>
              <a:spcAft>
                <a:spcPts val="0"/>
              </a:spcAft>
              <a:buNone/>
            </a:pPr>
            <a:r>
              <a:rPr lang="en-US" dirty="0"/>
              <a:t>// Option 2 (recommended): Fixed thread pool</a:t>
            </a:r>
            <a:br>
              <a:rPr lang="en-US" dirty="0"/>
            </a:br>
            <a:r>
              <a:rPr lang="en-US" dirty="0"/>
              <a:t>// int cores = </a:t>
            </a:r>
            <a:r>
              <a:rPr lang="en-US" dirty="0" err="1"/>
              <a:t>Runtime.getRuntime</a:t>
            </a:r>
            <a:r>
              <a:rPr lang="en-US" dirty="0"/>
              <a:t>().</a:t>
            </a:r>
            <a:r>
              <a:rPr lang="en-US" dirty="0" err="1"/>
              <a:t>availableProcessors</a:t>
            </a:r>
            <a:r>
              <a:rPr lang="en-US" dirty="0"/>
              <a:t>();</a:t>
            </a:r>
            <a:br>
              <a:rPr lang="en-US" dirty="0"/>
            </a:br>
            <a:r>
              <a:rPr lang="en-US" dirty="0"/>
              <a:t>// </a:t>
            </a:r>
            <a:r>
              <a:rPr lang="en-US" dirty="0" err="1"/>
              <a:t>ExecutorService</a:t>
            </a:r>
            <a:r>
              <a:rPr lang="en-US" dirty="0"/>
              <a:t> </a:t>
            </a:r>
            <a:r>
              <a:rPr lang="en-US" dirty="0" err="1"/>
              <a:t>exservice</a:t>
            </a:r>
            <a:r>
              <a:rPr lang="en-US" dirty="0"/>
              <a:t> = </a:t>
            </a:r>
            <a:r>
              <a:rPr lang="en-US" dirty="0" err="1"/>
              <a:t>Executors.newFixedThreadPool</a:t>
            </a:r>
            <a:r>
              <a:rPr lang="en-US" dirty="0"/>
              <a:t>(cores);</a:t>
            </a:r>
          </a:p>
          <a:p>
            <a:pPr marL="0" lvl="0" indent="0" algn="l" rtl="0">
              <a:spcBef>
                <a:spcPts val="0"/>
              </a:spcBef>
              <a:spcAft>
                <a:spcPts val="0"/>
              </a:spcAft>
              <a:buNone/>
            </a:pPr>
            <a:endParaRPr lang="en-US" dirty="0"/>
          </a:p>
          <a:p>
            <a:r>
              <a:rPr lang="en-US" dirty="0"/>
              <a:t>The method </a:t>
            </a:r>
            <a:r>
              <a:rPr lang="en-US" sz="1100" b="1" i="0" u="none" strike="noStrike" cap="none" dirty="0" err="1">
                <a:solidFill>
                  <a:srgbClr val="000000"/>
                </a:solidFill>
                <a:latin typeface="Arial"/>
                <a:ea typeface="Arial"/>
                <a:cs typeface="Arial"/>
                <a:sym typeface="Arial"/>
              </a:rPr>
              <a:t>ExecutorService.submit</a:t>
            </a:r>
            <a:r>
              <a:rPr lang="en-US" sz="1100" b="1" i="0" u="none" strike="noStrike" cap="none" dirty="0">
                <a:solidFill>
                  <a:srgbClr val="000000"/>
                </a:solidFill>
                <a:latin typeface="Arial"/>
                <a:ea typeface="Arial"/>
                <a:cs typeface="Arial"/>
                <a:sym typeface="Arial"/>
              </a:rPr>
              <a:t>()</a:t>
            </a:r>
            <a:r>
              <a:rPr lang="en-US" dirty="0"/>
              <a:t> accepts a </a:t>
            </a:r>
            <a:r>
              <a:rPr lang="en-US" b="1" dirty="0"/>
              <a:t>task</a:t>
            </a:r>
            <a:r>
              <a:rPr lang="en-US" dirty="0"/>
              <a:t> that should be executed by a thread in the executor’s thread pool.</a:t>
            </a:r>
          </a:p>
          <a:p>
            <a:r>
              <a:rPr lang="en-US" dirty="0"/>
              <a:t>There are </a:t>
            </a:r>
            <a:r>
              <a:rPr lang="en-US" b="1" dirty="0"/>
              <a:t>three main types of arguments</a:t>
            </a:r>
            <a:r>
              <a:rPr lang="en-US" dirty="0"/>
              <a:t> you can pass.</a:t>
            </a:r>
          </a:p>
          <a:p>
            <a:pPr marL="0" lvl="0" indent="0" algn="l" rtl="0">
              <a:spcBef>
                <a:spcPts val="0"/>
              </a:spcBef>
              <a:spcAft>
                <a:spcPts val="0"/>
              </a:spcAft>
              <a:buNone/>
            </a:pPr>
            <a:endParaRPr lang="en-US" dirty="0"/>
          </a:p>
          <a:p>
            <a:r>
              <a:rPr lang="en-US" b="1" dirty="0"/>
              <a:t>1. </a:t>
            </a:r>
            <a:r>
              <a:rPr lang="en-US" sz="1100" b="1" i="0" u="none" strike="noStrike" cap="none" dirty="0">
                <a:solidFill>
                  <a:srgbClr val="000000"/>
                </a:solidFill>
                <a:latin typeface="Arial"/>
                <a:ea typeface="Arial"/>
                <a:cs typeface="Arial"/>
                <a:sym typeface="Arial"/>
              </a:rPr>
              <a:t>Runnable</a:t>
            </a:r>
            <a:endParaRPr lang="en-US" b="1" dirty="0"/>
          </a:p>
          <a:p>
            <a:r>
              <a:rPr lang="en-US" dirty="0"/>
              <a:t>A </a:t>
            </a:r>
            <a:r>
              <a:rPr lang="en-US" b="1" dirty="0"/>
              <a:t>Runnable task</a:t>
            </a:r>
            <a:r>
              <a:rPr lang="en-US" dirty="0"/>
              <a:t> performs work but </a:t>
            </a:r>
            <a:r>
              <a:rPr lang="en-US" b="1" dirty="0"/>
              <a:t>does not return a result</a:t>
            </a:r>
            <a:r>
              <a:rPr lang="en-US" dirty="0"/>
              <a:t>.</a:t>
            </a:r>
          </a:p>
          <a:p>
            <a:pPr marL="0" lvl="0" indent="0" algn="l" rtl="0">
              <a:spcBef>
                <a:spcPts val="0"/>
              </a:spcBef>
              <a:spcAft>
                <a:spcPts val="0"/>
              </a:spcAft>
              <a:buNone/>
            </a:pPr>
            <a:endParaRPr lang="en-US" dirty="0"/>
          </a:p>
          <a:p>
            <a:pPr rtl="0"/>
            <a:r>
              <a:rPr lang="en-US" sz="1100" b="0" i="0" u="none" strike="noStrike" cap="none" dirty="0" err="1">
                <a:solidFill>
                  <a:srgbClr val="000000"/>
                </a:solidFill>
                <a:latin typeface="Arial"/>
                <a:ea typeface="Arial"/>
                <a:cs typeface="Arial"/>
                <a:sym typeface="Arial"/>
              </a:rPr>
              <a:t>ExecutorService</a:t>
            </a:r>
            <a:r>
              <a:rPr lang="en-US" sz="1100" b="0" i="0" u="none" strike="noStrike" cap="none" dirty="0">
                <a:solidFill>
                  <a:srgbClr val="000000"/>
                </a:solidFill>
                <a:latin typeface="Arial"/>
                <a:ea typeface="Arial"/>
                <a:cs typeface="Arial"/>
                <a:sym typeface="Arial"/>
              </a:rPr>
              <a:t> </a:t>
            </a:r>
            <a:r>
              <a:rPr lang="en-US" sz="1100" b="0" i="0" u="none" strike="noStrike" cap="none" dirty="0" err="1">
                <a:solidFill>
                  <a:srgbClr val="000000"/>
                </a:solidFill>
                <a:latin typeface="Arial"/>
                <a:ea typeface="Arial"/>
                <a:cs typeface="Arial"/>
                <a:sym typeface="Arial"/>
              </a:rPr>
              <a:t>exservice</a:t>
            </a:r>
            <a:r>
              <a:rPr lang="en-US" sz="1100" b="0" i="0" u="none" strike="noStrike" cap="none" dirty="0">
                <a:solidFill>
                  <a:srgbClr val="000000"/>
                </a:solidFill>
                <a:latin typeface="Arial"/>
                <a:ea typeface="Arial"/>
                <a:cs typeface="Arial"/>
                <a:sym typeface="Arial"/>
              </a:rPr>
              <a:t> = </a:t>
            </a:r>
            <a:r>
              <a:rPr lang="en-US" sz="1100" b="0" i="0" u="none" strike="noStrike" cap="none" dirty="0" err="1">
                <a:solidFill>
                  <a:srgbClr val="000000"/>
                </a:solidFill>
                <a:latin typeface="Arial"/>
                <a:ea typeface="Arial"/>
                <a:cs typeface="Arial"/>
                <a:sym typeface="Arial"/>
              </a:rPr>
              <a:t>Executors.newCachedThreadPool</a:t>
            </a:r>
            <a:r>
              <a:rPr lang="en-US" sz="1100" b="0" i="0" u="none" strike="noStrike" cap="none" dirty="0">
                <a:solidFill>
                  <a:srgbClr val="000000"/>
                </a:solidFill>
                <a:latin typeface="Arial"/>
                <a:ea typeface="Arial"/>
                <a:cs typeface="Arial"/>
                <a:sym typeface="Arial"/>
              </a:rPr>
              <a:t>();</a:t>
            </a:r>
            <a:br>
              <a:rPr lang="en-US" sz="1100" b="0" i="0" u="none" strike="noStrike" cap="none" dirty="0">
                <a:solidFill>
                  <a:srgbClr val="000000"/>
                </a:solidFill>
                <a:latin typeface="Arial"/>
                <a:ea typeface="Arial"/>
                <a:cs typeface="Arial"/>
                <a:sym typeface="Arial"/>
              </a:rPr>
            </a:br>
            <a:br>
              <a:rPr lang="en-US" sz="1100" b="0" i="0" u="none" strike="noStrike" cap="none" dirty="0">
                <a:solidFill>
                  <a:srgbClr val="000000"/>
                </a:solidFill>
                <a:latin typeface="Arial"/>
                <a:ea typeface="Arial"/>
                <a:cs typeface="Arial"/>
                <a:sym typeface="Arial"/>
              </a:rPr>
            </a:br>
            <a:r>
              <a:rPr lang="en-US" sz="1100" b="0" i="0" u="none" strike="noStrike" cap="none" dirty="0" err="1">
                <a:solidFill>
                  <a:srgbClr val="000000"/>
                </a:solidFill>
                <a:latin typeface="Arial"/>
                <a:ea typeface="Arial"/>
                <a:cs typeface="Arial"/>
                <a:sym typeface="Arial"/>
              </a:rPr>
              <a:t>exservice.submit</a:t>
            </a:r>
            <a:r>
              <a:rPr lang="en-US" sz="1100" b="0" i="0" u="none" strike="noStrike" cap="none" dirty="0">
                <a:solidFill>
                  <a:srgbClr val="000000"/>
                </a:solidFill>
                <a:latin typeface="Arial"/>
                <a:ea typeface="Arial"/>
                <a:cs typeface="Arial"/>
                <a:sym typeface="Arial"/>
              </a:rPr>
              <a:t>(() -&gt; {</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a:t>
            </a:r>
            <a:r>
              <a:rPr lang="en-US" sz="1100" b="0" i="0" u="none" strike="noStrike" cap="none" dirty="0" err="1">
                <a:solidFill>
                  <a:srgbClr val="000000"/>
                </a:solidFill>
                <a:latin typeface="Arial"/>
                <a:ea typeface="Arial"/>
                <a:cs typeface="Arial"/>
                <a:sym typeface="Arial"/>
              </a:rPr>
              <a:t>System.out.println</a:t>
            </a:r>
            <a:r>
              <a:rPr lang="en-US" sz="1100" b="0" i="0" u="none" strike="noStrike" cap="none" dirty="0">
                <a:solidFill>
                  <a:srgbClr val="000000"/>
                </a:solidFill>
                <a:latin typeface="Arial"/>
                <a:ea typeface="Arial"/>
                <a:cs typeface="Arial"/>
                <a:sym typeface="Arial"/>
              </a:rPr>
              <a:t>("Task running");</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a:t>
            </a:r>
          </a:p>
          <a:p>
            <a:r>
              <a:rPr lang="en-US" dirty="0"/>
              <a:t>Equivalent without lambda:</a:t>
            </a:r>
          </a:p>
          <a:p>
            <a:pPr rtl="0"/>
            <a:r>
              <a:rPr lang="en-US" sz="1100" b="0" i="0" u="none" strike="noStrike" cap="none" dirty="0">
                <a:solidFill>
                  <a:srgbClr val="000000"/>
                </a:solidFill>
                <a:latin typeface="Arial"/>
                <a:ea typeface="Arial"/>
                <a:cs typeface="Arial"/>
                <a:sym typeface="Arial"/>
              </a:rPr>
              <a:t>Runnable task = new Runnable() {</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public void run() {</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a:t>
            </a:r>
            <a:r>
              <a:rPr lang="en-US" sz="1100" b="0" i="0" u="none" strike="noStrike" cap="none" dirty="0" err="1">
                <a:solidFill>
                  <a:srgbClr val="000000"/>
                </a:solidFill>
                <a:latin typeface="Arial"/>
                <a:ea typeface="Arial"/>
                <a:cs typeface="Arial"/>
                <a:sym typeface="Arial"/>
              </a:rPr>
              <a:t>System.out.println</a:t>
            </a:r>
            <a:r>
              <a:rPr lang="en-US" sz="1100" b="0" i="0" u="none" strike="noStrike" cap="none" dirty="0">
                <a:solidFill>
                  <a:srgbClr val="000000"/>
                </a:solidFill>
                <a:latin typeface="Arial"/>
                <a:ea typeface="Arial"/>
                <a:cs typeface="Arial"/>
                <a:sym typeface="Arial"/>
              </a:rPr>
              <a:t>("Task running");</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a:t>
            </a:r>
            <a:br>
              <a:rPr lang="en-US" sz="1100" b="0" i="0" u="none" strike="noStrike" cap="none" dirty="0">
                <a:solidFill>
                  <a:srgbClr val="000000"/>
                </a:solidFill>
                <a:latin typeface="Arial"/>
                <a:ea typeface="Arial"/>
                <a:cs typeface="Arial"/>
                <a:sym typeface="Arial"/>
              </a:rPr>
            </a:br>
            <a:br>
              <a:rPr lang="en-US" sz="1100" b="0" i="0" u="none" strike="noStrike" cap="none" dirty="0">
                <a:solidFill>
                  <a:srgbClr val="000000"/>
                </a:solidFill>
                <a:latin typeface="Arial"/>
                <a:ea typeface="Arial"/>
                <a:cs typeface="Arial"/>
                <a:sym typeface="Arial"/>
              </a:rPr>
            </a:br>
            <a:r>
              <a:rPr lang="en-US" sz="1100" b="0" i="0" u="none" strike="noStrike" cap="none" dirty="0" err="1">
                <a:solidFill>
                  <a:srgbClr val="000000"/>
                </a:solidFill>
                <a:latin typeface="Arial"/>
                <a:ea typeface="Arial"/>
                <a:cs typeface="Arial"/>
                <a:sym typeface="Arial"/>
              </a:rPr>
              <a:t>exservice.submit</a:t>
            </a:r>
            <a:r>
              <a:rPr lang="en-US" sz="1100" b="0" i="0" u="none" strike="noStrike" cap="none" dirty="0">
                <a:solidFill>
                  <a:srgbClr val="000000"/>
                </a:solidFill>
                <a:latin typeface="Arial"/>
                <a:ea typeface="Arial"/>
                <a:cs typeface="Arial"/>
                <a:sym typeface="Arial"/>
              </a:rPr>
              <a:t>(task);</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r>
              <a:rPr lang="en-US" b="1" dirty="0"/>
              <a:t>2. </a:t>
            </a:r>
            <a:r>
              <a:rPr lang="en-US" sz="1100" b="1" i="0" u="none" strike="noStrike" cap="none" dirty="0">
                <a:solidFill>
                  <a:srgbClr val="000000"/>
                </a:solidFill>
                <a:latin typeface="Arial"/>
                <a:ea typeface="Arial"/>
                <a:cs typeface="Arial"/>
                <a:sym typeface="Arial"/>
              </a:rPr>
              <a:t>Callable</a:t>
            </a:r>
            <a:endParaRPr lang="en-US" b="1" dirty="0"/>
          </a:p>
          <a:p>
            <a:r>
              <a:rPr lang="en-US" dirty="0"/>
              <a:t>A </a:t>
            </a:r>
            <a:r>
              <a:rPr lang="en-US" b="1" dirty="0"/>
              <a:t>Callable task returns a value</a:t>
            </a:r>
            <a:r>
              <a:rPr lang="en-US" dirty="0"/>
              <a:t>.</a:t>
            </a:r>
          </a:p>
          <a:p>
            <a:r>
              <a:rPr lang="en-US" b="1" dirty="0"/>
              <a:t>Method signature</a:t>
            </a:r>
          </a:p>
          <a:p>
            <a:pPr rtl="0"/>
            <a:r>
              <a:rPr lang="en-US" sz="1100" b="0" i="0" u="none" strike="noStrike" cap="none" dirty="0">
                <a:solidFill>
                  <a:srgbClr val="000000"/>
                </a:solidFill>
                <a:latin typeface="Arial"/>
                <a:ea typeface="Arial"/>
                <a:cs typeface="Arial"/>
                <a:sym typeface="Arial"/>
              </a:rPr>
              <a:t>&lt;T&gt; Future&lt;T&gt; submit(Callable&lt;T&gt; task)</a:t>
            </a:r>
          </a:p>
          <a:p>
            <a:r>
              <a:rPr lang="en-US" b="1" dirty="0"/>
              <a:t>Example</a:t>
            </a:r>
          </a:p>
          <a:p>
            <a:pPr rtl="0"/>
            <a:r>
              <a:rPr lang="en-US" sz="1100" b="0" i="0" u="none" strike="noStrike" cap="none" dirty="0" err="1">
                <a:solidFill>
                  <a:srgbClr val="000000"/>
                </a:solidFill>
                <a:latin typeface="Arial"/>
                <a:ea typeface="Arial"/>
                <a:cs typeface="Arial"/>
                <a:sym typeface="Arial"/>
              </a:rPr>
              <a:t>ExecutorService</a:t>
            </a:r>
            <a:r>
              <a:rPr lang="en-US" sz="1100" b="0" i="0" u="none" strike="noStrike" cap="none" dirty="0">
                <a:solidFill>
                  <a:srgbClr val="000000"/>
                </a:solidFill>
                <a:latin typeface="Arial"/>
                <a:ea typeface="Arial"/>
                <a:cs typeface="Arial"/>
                <a:sym typeface="Arial"/>
              </a:rPr>
              <a:t> </a:t>
            </a:r>
            <a:r>
              <a:rPr lang="en-US" sz="1100" b="0" i="0" u="none" strike="noStrike" cap="none" dirty="0" err="1">
                <a:solidFill>
                  <a:srgbClr val="000000"/>
                </a:solidFill>
                <a:latin typeface="Arial"/>
                <a:ea typeface="Arial"/>
                <a:cs typeface="Arial"/>
                <a:sym typeface="Arial"/>
              </a:rPr>
              <a:t>exservice</a:t>
            </a:r>
            <a:r>
              <a:rPr lang="en-US" sz="1100" b="0" i="0" u="none" strike="noStrike" cap="none" dirty="0">
                <a:solidFill>
                  <a:srgbClr val="000000"/>
                </a:solidFill>
                <a:latin typeface="Arial"/>
                <a:ea typeface="Arial"/>
                <a:cs typeface="Arial"/>
                <a:sym typeface="Arial"/>
              </a:rPr>
              <a:t> = </a:t>
            </a:r>
            <a:r>
              <a:rPr lang="en-US" sz="1100" b="0" i="0" u="none" strike="noStrike" cap="none" dirty="0" err="1">
                <a:solidFill>
                  <a:srgbClr val="000000"/>
                </a:solidFill>
                <a:latin typeface="Arial"/>
                <a:ea typeface="Arial"/>
                <a:cs typeface="Arial"/>
                <a:sym typeface="Arial"/>
              </a:rPr>
              <a:t>Executors.newCachedThreadPool</a:t>
            </a:r>
            <a:r>
              <a:rPr lang="en-US" sz="1100" b="0" i="0" u="none" strike="noStrike" cap="none" dirty="0">
                <a:solidFill>
                  <a:srgbClr val="000000"/>
                </a:solidFill>
                <a:latin typeface="Arial"/>
                <a:ea typeface="Arial"/>
                <a:cs typeface="Arial"/>
                <a:sym typeface="Arial"/>
              </a:rPr>
              <a:t>();</a:t>
            </a:r>
            <a:br>
              <a:rPr lang="en-US" sz="1100" b="0" i="0" u="none" strike="noStrike" cap="none" dirty="0">
                <a:solidFill>
                  <a:srgbClr val="000000"/>
                </a:solidFill>
                <a:latin typeface="Arial"/>
                <a:ea typeface="Arial"/>
                <a:cs typeface="Arial"/>
                <a:sym typeface="Arial"/>
              </a:rPr>
            </a:b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Future&lt;Integer&gt; result = </a:t>
            </a:r>
            <a:r>
              <a:rPr lang="en-US" sz="1100" b="0" i="0" u="none" strike="noStrike" cap="none" dirty="0" err="1">
                <a:solidFill>
                  <a:srgbClr val="000000"/>
                </a:solidFill>
                <a:latin typeface="Arial"/>
                <a:ea typeface="Arial"/>
                <a:cs typeface="Arial"/>
                <a:sym typeface="Arial"/>
              </a:rPr>
              <a:t>exservice.submit</a:t>
            </a:r>
            <a:r>
              <a:rPr lang="en-US" sz="1100" b="0" i="0" u="none" strike="noStrike" cap="none" dirty="0">
                <a:solidFill>
                  <a:srgbClr val="000000"/>
                </a:solidFill>
                <a:latin typeface="Arial"/>
                <a:ea typeface="Arial"/>
                <a:cs typeface="Arial"/>
                <a:sym typeface="Arial"/>
              </a:rPr>
              <a:t>(() -&gt; {</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return 5 + 10;</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a:t>
            </a:r>
            <a:br>
              <a:rPr lang="en-US" sz="1100" b="0" i="0" u="none" strike="noStrike" cap="none" dirty="0">
                <a:solidFill>
                  <a:srgbClr val="000000"/>
                </a:solidFill>
                <a:latin typeface="Arial"/>
                <a:ea typeface="Arial"/>
                <a:cs typeface="Arial"/>
                <a:sym typeface="Arial"/>
              </a:rPr>
            </a:br>
            <a:br>
              <a:rPr lang="en-US" sz="1100" b="0" i="0" u="none" strike="noStrike" cap="none" dirty="0">
                <a:solidFill>
                  <a:srgbClr val="000000"/>
                </a:solidFill>
                <a:latin typeface="Arial"/>
                <a:ea typeface="Arial"/>
                <a:cs typeface="Arial"/>
                <a:sym typeface="Arial"/>
              </a:rPr>
            </a:br>
            <a:r>
              <a:rPr lang="en-US" sz="1100" b="0" i="0" u="none" strike="noStrike" cap="none" dirty="0" err="1">
                <a:solidFill>
                  <a:srgbClr val="000000"/>
                </a:solidFill>
                <a:latin typeface="Arial"/>
                <a:ea typeface="Arial"/>
                <a:cs typeface="Arial"/>
                <a:sym typeface="Arial"/>
              </a:rPr>
              <a:t>System.out.println</a:t>
            </a:r>
            <a:r>
              <a:rPr lang="en-US" sz="1100" b="0" i="0" u="none" strike="noStrike" cap="none" dirty="0">
                <a:solidFill>
                  <a:srgbClr val="000000"/>
                </a:solidFill>
                <a:latin typeface="Arial"/>
                <a:ea typeface="Arial"/>
                <a:cs typeface="Arial"/>
                <a:sym typeface="Arial"/>
              </a:rPr>
              <a:t>(</a:t>
            </a:r>
            <a:r>
              <a:rPr lang="en-US" sz="1100" b="0" i="0" u="none" strike="noStrike" cap="none" dirty="0" err="1">
                <a:solidFill>
                  <a:srgbClr val="000000"/>
                </a:solidFill>
                <a:latin typeface="Arial"/>
                <a:ea typeface="Arial"/>
                <a:cs typeface="Arial"/>
                <a:sym typeface="Arial"/>
              </a:rPr>
              <a:t>result.get</a:t>
            </a:r>
            <a:r>
              <a:rPr lang="en-US" sz="1100" b="0" i="0" u="none" strike="noStrike" cap="none" dirty="0">
                <a:solidFill>
                  <a:srgbClr val="000000"/>
                </a:solidFill>
                <a:latin typeface="Arial"/>
                <a:ea typeface="Arial"/>
                <a:cs typeface="Arial"/>
                <a:sym typeface="Arial"/>
              </a:rPr>
              <a:t>()); // prints 15</a:t>
            </a:r>
          </a:p>
          <a:p>
            <a:pPr marL="0" lvl="0" indent="0" algn="l" rtl="0">
              <a:spcBef>
                <a:spcPts val="0"/>
              </a:spcBef>
              <a:spcAft>
                <a:spcPts val="0"/>
              </a:spcAft>
              <a:buNone/>
            </a:pPr>
            <a:endParaRPr lang="en-US" dirty="0"/>
          </a:p>
          <a:p>
            <a:br>
              <a:rPr lang="en-US" dirty="0"/>
            </a:br>
            <a:endParaRPr lang="en-US" dirty="0"/>
          </a:p>
          <a:p>
            <a:r>
              <a:rPr lang="en-US" b="1" dirty="0"/>
              <a:t>3. </a:t>
            </a:r>
            <a:r>
              <a:rPr lang="en-US" sz="1100" b="1" i="0" u="none" strike="noStrike" cap="none" dirty="0">
                <a:solidFill>
                  <a:srgbClr val="000000"/>
                </a:solidFill>
                <a:latin typeface="Arial"/>
                <a:ea typeface="Arial"/>
                <a:cs typeface="Arial"/>
                <a:sym typeface="Arial"/>
              </a:rPr>
              <a:t>Runnable</a:t>
            </a:r>
            <a:r>
              <a:rPr lang="en-US" b="1" dirty="0"/>
              <a:t> with a result</a:t>
            </a:r>
          </a:p>
          <a:p>
            <a:r>
              <a:rPr lang="en-US" dirty="0"/>
              <a:t>You can also provide a </a:t>
            </a:r>
            <a:r>
              <a:rPr lang="en-US" b="1" dirty="0"/>
              <a:t>Runnable plus a result value</a:t>
            </a:r>
            <a:r>
              <a:rPr lang="en-US" dirty="0"/>
              <a:t>.</a:t>
            </a:r>
          </a:p>
          <a:p>
            <a:r>
              <a:rPr lang="en-US" b="1" dirty="0"/>
              <a:t>Method signature</a:t>
            </a:r>
          </a:p>
          <a:p>
            <a:pPr rtl="0"/>
            <a:r>
              <a:rPr lang="en-US" sz="1100" b="0" i="0" u="none" strike="noStrike" cap="none" dirty="0">
                <a:solidFill>
                  <a:srgbClr val="000000"/>
                </a:solidFill>
                <a:latin typeface="Arial"/>
                <a:ea typeface="Arial"/>
                <a:cs typeface="Arial"/>
                <a:sym typeface="Arial"/>
              </a:rPr>
              <a:t>&lt;T&gt; Future&lt;T&gt; submit(Runnable task, T result)</a:t>
            </a:r>
          </a:p>
          <a:p>
            <a:r>
              <a:rPr lang="en-US" b="1" dirty="0"/>
              <a:t>Example</a:t>
            </a:r>
          </a:p>
          <a:p>
            <a:pPr rtl="0"/>
            <a:r>
              <a:rPr lang="en-US" sz="1100" b="0" i="0" u="none" strike="noStrike" cap="none" dirty="0">
                <a:solidFill>
                  <a:srgbClr val="000000"/>
                </a:solidFill>
                <a:latin typeface="Arial"/>
                <a:ea typeface="Arial"/>
                <a:cs typeface="Arial"/>
                <a:sym typeface="Arial"/>
              </a:rPr>
              <a:t>Future&lt;String&gt; result = </a:t>
            </a:r>
            <a:r>
              <a:rPr lang="en-US" sz="1100" b="0" i="0" u="none" strike="noStrike" cap="none" dirty="0" err="1">
                <a:solidFill>
                  <a:srgbClr val="000000"/>
                </a:solidFill>
                <a:latin typeface="Arial"/>
                <a:ea typeface="Arial"/>
                <a:cs typeface="Arial"/>
                <a:sym typeface="Arial"/>
              </a:rPr>
              <a:t>exservice.submit</a:t>
            </a:r>
            <a:r>
              <a:rPr lang="en-US" sz="1100" b="0" i="0" u="none" strike="noStrike" cap="none" dirty="0">
                <a:solidFill>
                  <a:srgbClr val="000000"/>
                </a:solidFill>
                <a:latin typeface="Arial"/>
                <a:ea typeface="Arial"/>
                <a:cs typeface="Arial"/>
                <a:sym typeface="Arial"/>
              </a:rPr>
              <a:t>(() -&gt; {</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a:t>
            </a:r>
            <a:r>
              <a:rPr lang="en-US" sz="1100" b="0" i="0" u="none" strike="noStrike" cap="none" dirty="0" err="1">
                <a:solidFill>
                  <a:srgbClr val="000000"/>
                </a:solidFill>
                <a:latin typeface="Arial"/>
                <a:ea typeface="Arial"/>
                <a:cs typeface="Arial"/>
                <a:sym typeface="Arial"/>
              </a:rPr>
              <a:t>System.out.println</a:t>
            </a:r>
            <a:r>
              <a:rPr lang="en-US" sz="1100" b="0" i="0" u="none" strike="noStrike" cap="none" dirty="0">
                <a:solidFill>
                  <a:srgbClr val="000000"/>
                </a:solidFill>
                <a:latin typeface="Arial"/>
                <a:ea typeface="Arial"/>
                <a:cs typeface="Arial"/>
                <a:sym typeface="Arial"/>
              </a:rPr>
              <a:t>("Running task");</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 "Task Finished");</a:t>
            </a:r>
            <a:br>
              <a:rPr lang="en-US" sz="1100" b="0" i="0" u="none" strike="noStrike" cap="none" dirty="0">
                <a:solidFill>
                  <a:srgbClr val="000000"/>
                </a:solidFill>
                <a:latin typeface="Arial"/>
                <a:ea typeface="Arial"/>
                <a:cs typeface="Arial"/>
                <a:sym typeface="Arial"/>
              </a:rPr>
            </a:br>
            <a:br>
              <a:rPr lang="en-US" sz="1100" b="0" i="0" u="none" strike="noStrike" cap="none" dirty="0">
                <a:solidFill>
                  <a:srgbClr val="000000"/>
                </a:solidFill>
                <a:latin typeface="Arial"/>
                <a:ea typeface="Arial"/>
                <a:cs typeface="Arial"/>
                <a:sym typeface="Arial"/>
              </a:rPr>
            </a:br>
            <a:r>
              <a:rPr lang="en-US" sz="1100" b="0" i="0" u="none" strike="noStrike" cap="none" dirty="0" err="1">
                <a:solidFill>
                  <a:srgbClr val="000000"/>
                </a:solidFill>
                <a:latin typeface="Arial"/>
                <a:ea typeface="Arial"/>
                <a:cs typeface="Arial"/>
                <a:sym typeface="Arial"/>
              </a:rPr>
              <a:t>System.out.println</a:t>
            </a:r>
            <a:r>
              <a:rPr lang="en-US" sz="1100" b="0" i="0" u="none" strike="noStrike" cap="none" dirty="0">
                <a:solidFill>
                  <a:srgbClr val="000000"/>
                </a:solidFill>
                <a:latin typeface="Arial"/>
                <a:ea typeface="Arial"/>
                <a:cs typeface="Arial"/>
                <a:sym typeface="Arial"/>
              </a:rPr>
              <a:t>(</a:t>
            </a:r>
            <a:r>
              <a:rPr lang="en-US" sz="1100" b="0" i="0" u="none" strike="noStrike" cap="none" dirty="0" err="1">
                <a:solidFill>
                  <a:srgbClr val="000000"/>
                </a:solidFill>
                <a:latin typeface="Arial"/>
                <a:ea typeface="Arial"/>
                <a:cs typeface="Arial"/>
                <a:sym typeface="Arial"/>
              </a:rPr>
              <a:t>result.get</a:t>
            </a:r>
            <a:r>
              <a:rPr lang="en-US" sz="1100" b="0" i="0" u="none" strike="noStrike" cap="none" dirty="0">
                <a:solidFill>
                  <a:srgbClr val="000000"/>
                </a:solidFill>
                <a:latin typeface="Arial"/>
                <a:ea typeface="Arial"/>
                <a:cs typeface="Arial"/>
                <a:sym typeface="Arial"/>
              </a:rPr>
              <a:t>());</a:t>
            </a:r>
          </a:p>
          <a:p>
            <a:r>
              <a:rPr lang="en-US" dirty="0"/>
              <a:t>Output</a:t>
            </a:r>
          </a:p>
          <a:p>
            <a:pPr rtl="0"/>
            <a:r>
              <a:rPr lang="en-US" sz="1100" b="0" i="0" u="none" strike="noStrike" cap="none" dirty="0">
                <a:solidFill>
                  <a:srgbClr val="000000"/>
                </a:solidFill>
                <a:latin typeface="Arial"/>
                <a:ea typeface="Arial"/>
                <a:cs typeface="Arial"/>
                <a:sym typeface="Arial"/>
              </a:rPr>
              <a:t>Running task</a:t>
            </a:r>
            <a:br>
              <a:rPr lang="en-US" sz="1100" b="0" i="0" u="none" strike="noStrike" cap="none" dirty="0">
                <a:solidFill>
                  <a:srgbClr val="000000"/>
                </a:solidFill>
                <a:latin typeface="Arial"/>
                <a:ea typeface="Arial"/>
                <a:cs typeface="Arial"/>
                <a:sym typeface="Arial"/>
              </a:rPr>
            </a:br>
            <a:r>
              <a:rPr lang="en-US" sz="1100" b="0" i="0" u="none" strike="noStrike" cap="none" dirty="0" err="1">
                <a:solidFill>
                  <a:srgbClr val="000000"/>
                </a:solidFill>
                <a:latin typeface="Arial"/>
                <a:ea typeface="Arial"/>
                <a:cs typeface="Arial"/>
                <a:sym typeface="Arial"/>
              </a:rPr>
              <a:t>Task</a:t>
            </a:r>
            <a:r>
              <a:rPr lang="en-US" sz="1100" b="0" i="0" u="none" strike="noStrike" cap="none" dirty="0">
                <a:solidFill>
                  <a:srgbClr val="000000"/>
                </a:solidFill>
                <a:latin typeface="Arial"/>
                <a:ea typeface="Arial"/>
                <a:cs typeface="Arial"/>
                <a:sym typeface="Arial"/>
              </a:rPr>
              <a:t> Finished</a:t>
            </a:r>
          </a:p>
          <a:p>
            <a:pPr marL="0" lvl="0" indent="0" algn="l" rtl="0">
              <a:spcBef>
                <a:spcPts val="0"/>
              </a:spcBef>
              <a:spcAft>
                <a:spcPts val="0"/>
              </a:spcAft>
              <a:buNone/>
            </a:pPr>
            <a:endParaRPr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caa2d7e50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3" name="Google Shape;543;gcaa2d7e50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0" i="0" u="none" strike="noStrike" cap="none" dirty="0" err="1">
                <a:solidFill>
                  <a:srgbClr val="000000"/>
                </a:solidFill>
                <a:latin typeface="Arial"/>
                <a:ea typeface="Arial"/>
                <a:cs typeface="Arial"/>
                <a:sym typeface="Arial"/>
              </a:rPr>
              <a:t>ExecutorService.submit</a:t>
            </a:r>
            <a:r>
              <a:rPr lang="en-US" sz="1100" b="0" i="0" u="none" strike="noStrike" cap="none" dirty="0">
                <a:solidFill>
                  <a:srgbClr val="000000"/>
                </a:solidFill>
                <a:latin typeface="Arial"/>
                <a:ea typeface="Arial"/>
                <a:cs typeface="Arial"/>
                <a:sym typeface="Arial"/>
              </a:rPr>
              <a:t>()</a:t>
            </a:r>
            <a:r>
              <a:rPr lang="en-US" dirty="0"/>
              <a:t> is usually </a:t>
            </a:r>
            <a:r>
              <a:rPr lang="en-US" b="1" dirty="0"/>
              <a:t>faster than creating a thread and calling </a:t>
            </a:r>
            <a:r>
              <a:rPr lang="en-US" sz="1100" b="1" i="0" u="none" strike="noStrike" cap="none" dirty="0">
                <a:solidFill>
                  <a:srgbClr val="000000"/>
                </a:solidFill>
                <a:latin typeface="Arial"/>
                <a:ea typeface="Arial"/>
                <a:cs typeface="Arial"/>
                <a:sym typeface="Arial"/>
              </a:rPr>
              <a:t>start()</a:t>
            </a:r>
            <a:r>
              <a:rPr lang="en-US" dirty="0"/>
              <a:t> because it </a:t>
            </a:r>
            <a:r>
              <a:rPr lang="en-US" b="1" dirty="0"/>
              <a:t>reuses existing threads instead of creating new ones</a:t>
            </a:r>
            <a:r>
              <a:rPr lang="en-US" dirty="0"/>
              <a:t>. Thread creation is an expensive operation, while submitting a task to a thread pool is relatively cheap.</a:t>
            </a:r>
          </a:p>
          <a:p>
            <a:pPr marL="0" lvl="0" indent="0" algn="l" rtl="0">
              <a:spcBef>
                <a:spcPts val="0"/>
              </a:spcBef>
              <a:spcAft>
                <a:spcPts val="0"/>
              </a:spcAft>
              <a:buNone/>
            </a:pPr>
            <a:endParaRPr lang="en-US" dirty="0"/>
          </a:p>
          <a:p>
            <a:r>
              <a:rPr lang="en-US" b="1" dirty="0"/>
              <a:t>1. Creating a thread is expensive</a:t>
            </a:r>
          </a:p>
          <a:p>
            <a:r>
              <a:rPr lang="en-US" dirty="0"/>
              <a:t>When you do:</a:t>
            </a:r>
          </a:p>
          <a:p>
            <a:pPr rtl="0"/>
            <a:r>
              <a:rPr lang="en-US" sz="1100" b="0" i="0" u="none" strike="noStrike" cap="none" dirty="0">
                <a:solidFill>
                  <a:srgbClr val="000000"/>
                </a:solidFill>
                <a:latin typeface="Arial"/>
                <a:ea typeface="Arial"/>
                <a:cs typeface="Arial"/>
                <a:sym typeface="Arial"/>
              </a:rPr>
              <a:t>new Thread(task).start();</a:t>
            </a:r>
          </a:p>
          <a:p>
            <a:r>
              <a:rPr lang="en-US" dirty="0"/>
              <a:t>the JVM and operating system must:</a:t>
            </a:r>
          </a:p>
          <a:p>
            <a:r>
              <a:rPr lang="en-US" dirty="0"/>
              <a:t>Allocate memory for the thread stack (often ~1 MB)</a:t>
            </a:r>
          </a:p>
          <a:p>
            <a:r>
              <a:rPr lang="en-US" dirty="0"/>
              <a:t>Register the thread with the OS scheduler</a:t>
            </a:r>
          </a:p>
          <a:p>
            <a:r>
              <a:rPr lang="en-US" dirty="0"/>
              <a:t>Create internal thread structures</a:t>
            </a:r>
          </a:p>
          <a:p>
            <a:r>
              <a:rPr lang="en-US" dirty="0"/>
              <a:t>Perform a context switch</a:t>
            </a:r>
          </a:p>
          <a:p>
            <a:r>
              <a:rPr lang="en-US" dirty="0"/>
              <a:t>Manage lifecycle and cleanup</a:t>
            </a:r>
          </a:p>
          <a:p>
            <a:r>
              <a:rPr lang="en-US" dirty="0"/>
              <a:t>This process happens </a:t>
            </a:r>
            <a:r>
              <a:rPr lang="en-US" b="1" dirty="0"/>
              <a:t>every time you create a new thread</a:t>
            </a:r>
            <a:r>
              <a:rPr lang="en-US" dirty="0"/>
              <a:t>.</a:t>
            </a:r>
          </a:p>
          <a:p>
            <a:pPr marL="0" lvl="0" indent="0" algn="l" rtl="0">
              <a:spcBef>
                <a:spcPts val="0"/>
              </a:spcBef>
              <a:spcAft>
                <a:spcPts val="0"/>
              </a:spcAft>
              <a:buNone/>
            </a:pPr>
            <a:endParaRPr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g3c828c16636_0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6" name="Google Shape;576;g3c828c16636_0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c828c16636_0_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6" name="Google Shape;586;g3c828c16636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Call shutdown before </a:t>
            </a:r>
            <a:r>
              <a:rPr lang="en" b="1" dirty="0">
                <a:solidFill>
                  <a:srgbClr val="FF0000"/>
                </a:solidFill>
                <a:latin typeface="Courier New"/>
                <a:ea typeface="Courier New"/>
                <a:cs typeface="Courier New"/>
                <a:sym typeface="Courier New"/>
              </a:rPr>
              <a:t>awaitTermination.</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 dirty="0">
              <a:solidFill>
                <a:srgbClr val="FF0000"/>
              </a:solidFill>
              <a:latin typeface="Courier New"/>
              <a:cs typeface="Courier New"/>
              <a:sym typeface="Courier New"/>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What happens </a:t>
            </a:r>
            <a:r>
              <a:rPr lang="en-US" dirty="0">
                <a:sym typeface="Wingdings" panose="05000000000000000000" pitchFamily="2" charset="2"/>
              </a:rPr>
              <a:t> It will not run as </a:t>
            </a:r>
            <a:r>
              <a:rPr lang="en-US" dirty="0" err="1">
                <a:sym typeface="Wingdings" panose="05000000000000000000" pitchFamily="2" charset="2"/>
              </a:rPr>
              <a:t>InterruptedException</a:t>
            </a:r>
            <a:r>
              <a:rPr lang="en-US" dirty="0">
                <a:sym typeface="Wingdings" panose="05000000000000000000" pitchFamily="2" charset="2"/>
              </a:rPr>
              <a:t> is not caught.</a:t>
            </a: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We did not call </a:t>
            </a:r>
            <a:r>
              <a:rPr lang="en-US" sz="1100" b="0" i="0" u="none" strike="noStrike" cap="none" dirty="0">
                <a:solidFill>
                  <a:srgbClr val="000000"/>
                </a:solidFill>
                <a:effectLst/>
                <a:latin typeface="Arial"/>
                <a:ea typeface="Arial"/>
                <a:cs typeface="Arial"/>
                <a:sym typeface="Arial"/>
              </a:rPr>
              <a:t>// </a:t>
            </a:r>
            <a:r>
              <a:rPr lang="en-US" sz="1100" b="0" i="0" u="none" strike="noStrike" cap="none" dirty="0" err="1">
                <a:solidFill>
                  <a:srgbClr val="000000"/>
                </a:solidFill>
                <a:effectLst/>
                <a:latin typeface="Arial"/>
                <a:ea typeface="Arial"/>
                <a:cs typeface="Arial"/>
                <a:sym typeface="Arial"/>
              </a:rPr>
              <a:t>exservice.shutdown</a:t>
            </a:r>
            <a:r>
              <a:rPr lang="en-US" sz="1100" b="0" i="0" u="none" strike="noStrike" cap="none" dirty="0">
                <a:solidFill>
                  <a:srgbClr val="000000"/>
                </a:solidFill>
                <a:effectLst/>
                <a:latin typeface="Arial"/>
                <a:ea typeface="Arial"/>
                <a:cs typeface="Arial"/>
                <a:sym typeface="Arial"/>
              </a:rPr>
              <a: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So it will timeout.</a:t>
            </a:r>
          </a:p>
          <a:p>
            <a:pPr marL="0" lvl="0" indent="0" algn="l" rtl="0">
              <a:spcBef>
                <a:spcPts val="0"/>
              </a:spcBef>
              <a:spcAft>
                <a:spcPts val="0"/>
              </a:spcAft>
              <a:buNone/>
            </a:pPr>
            <a:r>
              <a:rPr lang="en-US" dirty="0"/>
              <a:t>We need to include shutdown before </a:t>
            </a:r>
            <a:r>
              <a:rPr lang="en-US" dirty="0" err="1"/>
              <a:t>awaitTermination</a:t>
            </a:r>
            <a:r>
              <a:rPr lang="en-US" dirty="0"/>
              <a:t> to ensure that it Executor is no longer waiting for new request while await is timed out.</a:t>
            </a:r>
          </a:p>
          <a:p>
            <a:pPr marL="0" lvl="0" indent="0" algn="l" rtl="0">
              <a:spcBef>
                <a:spcPts val="0"/>
              </a:spcBef>
              <a:spcAft>
                <a:spcPts val="0"/>
              </a:spcAft>
              <a:buNone/>
            </a:pPr>
            <a:endParaRPr lang="en-US"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5"/>
        <p:cNvGrpSpPr/>
        <p:nvPr/>
      </p:nvGrpSpPr>
      <p:grpSpPr>
        <a:xfrm>
          <a:off x="0" y="0"/>
          <a:ext cx="0" cy="0"/>
          <a:chOff x="0" y="0"/>
          <a:chExt cx="0" cy="0"/>
        </a:xfrm>
      </p:grpSpPr>
      <p:sp>
        <p:nvSpPr>
          <p:cNvPr id="596" name="Google Shape;596;g3c828c16636_0_1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7" name="Google Shape;597;g3c828c16636_0_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8"/>
        <p:cNvGrpSpPr/>
        <p:nvPr/>
      </p:nvGrpSpPr>
      <p:grpSpPr>
        <a:xfrm>
          <a:off x="0" y="0"/>
          <a:ext cx="0" cy="0"/>
          <a:chOff x="0" y="0"/>
          <a:chExt cx="0" cy="0"/>
        </a:xfrm>
      </p:grpSpPr>
      <p:sp>
        <p:nvSpPr>
          <p:cNvPr id="619" name="Google Shape;619;g21c6847f24b_0_58:notes"/>
          <p:cNvSpPr txBox="1">
            <a:spLocks noGrp="1"/>
          </p:cNvSpPr>
          <p:nvPr>
            <p:ph type="body" idx="1"/>
          </p:nvPr>
        </p:nvSpPr>
        <p:spPr>
          <a:xfrm>
            <a:off x="686099" y="4401155"/>
            <a:ext cx="5485800" cy="35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0" name="Google Shape;620;g21c6847f24b_0_5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3"/>
        <p:cNvGrpSpPr/>
        <p:nvPr/>
      </p:nvGrpSpPr>
      <p:grpSpPr>
        <a:xfrm>
          <a:off x="0" y="0"/>
          <a:ext cx="0" cy="0"/>
          <a:chOff x="0" y="0"/>
          <a:chExt cx="0" cy="0"/>
        </a:xfrm>
      </p:grpSpPr>
      <p:sp>
        <p:nvSpPr>
          <p:cNvPr id="634" name="Google Shape;634;g3c828c16636_0_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5" name="Google Shape;635;g3c828c16636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5"/>
        <p:cNvGrpSpPr/>
        <p:nvPr/>
      </p:nvGrpSpPr>
      <p:grpSpPr>
        <a:xfrm>
          <a:off x="0" y="0"/>
          <a:ext cx="0" cy="0"/>
          <a:chOff x="0" y="0"/>
          <a:chExt cx="0" cy="0"/>
        </a:xfrm>
      </p:grpSpPr>
      <p:sp>
        <p:nvSpPr>
          <p:cNvPr id="646" name="Google Shape;646;g3c828c16636_0_2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7" name="Google Shape;647;g3c828c16636_0_2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b="1" dirty="0"/>
              <a:t>1. The core issue: Thread scheduling is not fair</a:t>
            </a:r>
          </a:p>
          <a:p>
            <a:r>
              <a:rPr lang="en-US" dirty="0"/>
              <a:t>When you start multiple racers (threads):</a:t>
            </a:r>
          </a:p>
          <a:p>
            <a:pPr rtl="0"/>
            <a:r>
              <a:rPr lang="en-US" sz="1100" b="0" i="0" u="none" strike="noStrike" cap="none" dirty="0" err="1">
                <a:solidFill>
                  <a:srgbClr val="000000"/>
                </a:solidFill>
                <a:latin typeface="Arial"/>
                <a:ea typeface="Arial"/>
                <a:cs typeface="Arial"/>
                <a:sym typeface="Arial"/>
              </a:rPr>
              <a:t>exservice.submit</a:t>
            </a:r>
            <a:r>
              <a:rPr lang="en-US" sz="1100" b="0" i="0" u="none" strike="noStrike" cap="none" dirty="0">
                <a:solidFill>
                  <a:srgbClr val="000000"/>
                </a:solidFill>
                <a:latin typeface="Arial"/>
                <a:ea typeface="Arial"/>
                <a:cs typeface="Arial"/>
                <a:sym typeface="Arial"/>
              </a:rPr>
              <a:t>(r1::race);</a:t>
            </a:r>
            <a:br>
              <a:rPr lang="en-US" sz="1100" b="0" i="0" u="none" strike="noStrike" cap="none" dirty="0">
                <a:solidFill>
                  <a:srgbClr val="000000"/>
                </a:solidFill>
                <a:latin typeface="Arial"/>
                <a:ea typeface="Arial"/>
                <a:cs typeface="Arial"/>
                <a:sym typeface="Arial"/>
              </a:rPr>
            </a:br>
            <a:r>
              <a:rPr lang="en-US" sz="1100" b="0" i="0" u="none" strike="noStrike" cap="none" dirty="0" err="1">
                <a:solidFill>
                  <a:srgbClr val="000000"/>
                </a:solidFill>
                <a:latin typeface="Arial"/>
                <a:ea typeface="Arial"/>
                <a:cs typeface="Arial"/>
                <a:sym typeface="Arial"/>
              </a:rPr>
              <a:t>exservice.submit</a:t>
            </a:r>
            <a:r>
              <a:rPr lang="en-US" sz="1100" b="0" i="0" u="none" strike="noStrike" cap="none" dirty="0">
                <a:solidFill>
                  <a:srgbClr val="000000"/>
                </a:solidFill>
                <a:latin typeface="Arial"/>
                <a:ea typeface="Arial"/>
                <a:cs typeface="Arial"/>
                <a:sym typeface="Arial"/>
              </a:rPr>
              <a:t>(r2::race);</a:t>
            </a:r>
            <a:br>
              <a:rPr lang="en-US" sz="1100" b="0" i="0" u="none" strike="noStrike" cap="none" dirty="0">
                <a:solidFill>
                  <a:srgbClr val="000000"/>
                </a:solidFill>
                <a:latin typeface="Arial"/>
                <a:ea typeface="Arial"/>
                <a:cs typeface="Arial"/>
                <a:sym typeface="Arial"/>
              </a:rPr>
            </a:br>
            <a:r>
              <a:rPr lang="en-US" sz="1100" b="0" i="0" u="none" strike="noStrike" cap="none" dirty="0" err="1">
                <a:solidFill>
                  <a:srgbClr val="000000"/>
                </a:solidFill>
                <a:latin typeface="Arial"/>
                <a:ea typeface="Arial"/>
                <a:cs typeface="Arial"/>
                <a:sym typeface="Arial"/>
              </a:rPr>
              <a:t>exservice.submit</a:t>
            </a:r>
            <a:r>
              <a:rPr lang="en-US" sz="1100" b="0" i="0" u="none" strike="noStrike" cap="none" dirty="0">
                <a:solidFill>
                  <a:srgbClr val="000000"/>
                </a:solidFill>
                <a:latin typeface="Arial"/>
                <a:ea typeface="Arial"/>
                <a:cs typeface="Arial"/>
                <a:sym typeface="Arial"/>
              </a:rPr>
              <a:t>(r3::race);</a:t>
            </a:r>
          </a:p>
          <a:p>
            <a:pPr marL="0" lvl="0" indent="0" algn="l" rtl="0">
              <a:spcBef>
                <a:spcPts val="0"/>
              </a:spcBef>
              <a:spcAft>
                <a:spcPts val="0"/>
              </a:spcAft>
              <a:buNone/>
            </a:pPr>
            <a:endParaRPr lang="en-US" dirty="0"/>
          </a:p>
          <a:p>
            <a:r>
              <a:rPr lang="en-US" b="1" dirty="0"/>
              <a:t>1. The core issue: Thread scheduling is not fair</a:t>
            </a:r>
          </a:p>
          <a:p>
            <a:r>
              <a:rPr lang="en-US" dirty="0"/>
              <a:t>When you start multiple racers (threads):</a:t>
            </a:r>
          </a:p>
          <a:p>
            <a:pPr rtl="0"/>
            <a:r>
              <a:rPr lang="en-US" sz="1100" b="0" i="0" u="none" strike="noStrike" cap="none" dirty="0" err="1">
                <a:solidFill>
                  <a:srgbClr val="000000"/>
                </a:solidFill>
                <a:latin typeface="Arial"/>
                <a:ea typeface="Arial"/>
                <a:cs typeface="Arial"/>
                <a:sym typeface="Arial"/>
              </a:rPr>
              <a:t>exservice.submit</a:t>
            </a:r>
            <a:r>
              <a:rPr lang="en-US" sz="1100" b="0" i="0" u="none" strike="noStrike" cap="none" dirty="0">
                <a:solidFill>
                  <a:srgbClr val="000000"/>
                </a:solidFill>
                <a:latin typeface="Arial"/>
                <a:ea typeface="Arial"/>
                <a:cs typeface="Arial"/>
                <a:sym typeface="Arial"/>
              </a:rPr>
              <a:t>(r1::race);</a:t>
            </a:r>
            <a:br>
              <a:rPr lang="en-US" sz="1100" b="0" i="0" u="none" strike="noStrike" cap="none" dirty="0">
                <a:solidFill>
                  <a:srgbClr val="000000"/>
                </a:solidFill>
                <a:latin typeface="Arial"/>
                <a:ea typeface="Arial"/>
                <a:cs typeface="Arial"/>
                <a:sym typeface="Arial"/>
              </a:rPr>
            </a:br>
            <a:r>
              <a:rPr lang="en-US" sz="1100" b="0" i="0" u="none" strike="noStrike" cap="none" dirty="0" err="1">
                <a:solidFill>
                  <a:srgbClr val="000000"/>
                </a:solidFill>
                <a:latin typeface="Arial"/>
                <a:ea typeface="Arial"/>
                <a:cs typeface="Arial"/>
                <a:sym typeface="Arial"/>
              </a:rPr>
              <a:t>exservice.submit</a:t>
            </a:r>
            <a:r>
              <a:rPr lang="en-US" sz="1100" b="0" i="0" u="none" strike="noStrike" cap="none" dirty="0">
                <a:solidFill>
                  <a:srgbClr val="000000"/>
                </a:solidFill>
                <a:latin typeface="Arial"/>
                <a:ea typeface="Arial"/>
                <a:cs typeface="Arial"/>
                <a:sym typeface="Arial"/>
              </a:rPr>
              <a:t>(r2::race);</a:t>
            </a:r>
            <a:br>
              <a:rPr lang="en-US" sz="1100" b="0" i="0" u="none" strike="noStrike" cap="none" dirty="0">
                <a:solidFill>
                  <a:srgbClr val="000000"/>
                </a:solidFill>
                <a:latin typeface="Arial"/>
                <a:ea typeface="Arial"/>
                <a:cs typeface="Arial"/>
                <a:sym typeface="Arial"/>
              </a:rPr>
            </a:br>
            <a:r>
              <a:rPr lang="en-US" sz="1100" b="0" i="0" u="none" strike="noStrike" cap="none" dirty="0" err="1">
                <a:solidFill>
                  <a:srgbClr val="000000"/>
                </a:solidFill>
                <a:latin typeface="Arial"/>
                <a:ea typeface="Arial"/>
                <a:cs typeface="Arial"/>
                <a:sym typeface="Arial"/>
              </a:rPr>
              <a:t>exservice.submit</a:t>
            </a:r>
            <a:r>
              <a:rPr lang="en-US" sz="1100" b="0" i="0" u="none" strike="noStrike" cap="none" dirty="0">
                <a:solidFill>
                  <a:srgbClr val="000000"/>
                </a:solidFill>
                <a:latin typeface="Arial"/>
                <a:ea typeface="Arial"/>
                <a:cs typeface="Arial"/>
                <a:sym typeface="Arial"/>
              </a:rPr>
              <a:t>(r3::race);</a:t>
            </a:r>
          </a:p>
          <a:p>
            <a:pPr marL="158750" indent="0" rtl="0">
              <a:buNone/>
            </a:pPr>
            <a:endParaRPr lang="en-US" sz="1100" b="0" i="0" u="none" strike="noStrike" cap="none" dirty="0">
              <a:solidFill>
                <a:srgbClr val="000000"/>
              </a:solidFill>
              <a:latin typeface="Arial"/>
              <a:ea typeface="Arial"/>
              <a:cs typeface="Arial"/>
              <a:sym typeface="Arial"/>
            </a:endParaRPr>
          </a:p>
          <a:p>
            <a:r>
              <a:rPr lang="en-US" b="1" dirty="0"/>
              <a:t>The Thread Issue: Thread Scheduling / Race Fairness</a:t>
            </a:r>
          </a:p>
          <a:p>
            <a:r>
              <a:rPr lang="en-US" dirty="0"/>
              <a:t>The slide is showing that:</a:t>
            </a:r>
          </a:p>
          <a:p>
            <a:r>
              <a:rPr lang="en-US" dirty="0"/>
              <a:t>Even if </a:t>
            </a:r>
            <a:r>
              <a:rPr lang="en-US" b="1" dirty="0"/>
              <a:t>Racer 1 starts first</a:t>
            </a:r>
            <a:r>
              <a:rPr lang="en-US" dirty="0"/>
              <a:t>, it may </a:t>
            </a:r>
            <a:r>
              <a:rPr lang="en-US" b="1" dirty="0"/>
              <a:t>not finish first</a:t>
            </a:r>
            <a:r>
              <a:rPr lang="en-US" dirty="0"/>
              <a:t>.</a:t>
            </a:r>
          </a:p>
          <a:p>
            <a:r>
              <a:rPr lang="en-US" dirty="0"/>
              <a:t>The </a:t>
            </a:r>
            <a:r>
              <a:rPr lang="en-US" b="1" dirty="0"/>
              <a:t>operating system scheduler</a:t>
            </a:r>
            <a:r>
              <a:rPr lang="en-US" dirty="0"/>
              <a:t> decides which thread runs at any moment.</a:t>
            </a:r>
          </a:p>
          <a:p>
            <a:r>
              <a:rPr lang="en-US" dirty="0"/>
              <a:t>Therefore, the </a:t>
            </a:r>
            <a:r>
              <a:rPr lang="en-US" b="1" dirty="0"/>
              <a:t>starting order can bias the results</a:t>
            </a:r>
            <a:r>
              <a:rPr lang="en-US" dirty="0"/>
              <a:t>, especially in small races.</a:t>
            </a:r>
          </a:p>
          <a:p>
            <a:r>
              <a:rPr lang="en-US" dirty="0"/>
              <a:t>This leads to </a:t>
            </a:r>
            <a:r>
              <a:rPr lang="en-US" b="1" dirty="0"/>
              <a:t>unfairness</a:t>
            </a:r>
            <a:r>
              <a:rPr lang="en-US" dirty="0"/>
              <a:t>.</a:t>
            </a:r>
          </a:p>
          <a:p>
            <a:pPr marL="158750" indent="0" rtl="0">
              <a:buNone/>
            </a:pPr>
            <a:endParaRPr lang="en-US" sz="1100" b="0" i="0" u="none" strike="noStrike" cap="none" dirty="0">
              <a:solidFill>
                <a:srgbClr val="000000"/>
              </a:solidFill>
              <a:latin typeface="Arial"/>
              <a:ea typeface="Arial"/>
              <a:cs typeface="Arial"/>
              <a:sym typeface="Arial"/>
            </a:endParaRPr>
          </a:p>
          <a:p>
            <a:pPr marL="158750" indent="0" rtl="0">
              <a:buNone/>
            </a:pPr>
            <a:r>
              <a:rPr lang="en-US" dirty="0"/>
              <a:t>Often the </a:t>
            </a:r>
            <a:r>
              <a:rPr lang="en-US" b="1" dirty="0"/>
              <a:t>first thread started gets more CPU time</a:t>
            </a:r>
            <a:r>
              <a:rPr lang="en-US" dirty="0"/>
              <a:t>, giving it an advantage. [This issue is more prevalent when large number of threads are created and started]</a:t>
            </a:r>
          </a:p>
          <a:p>
            <a:pPr marL="158750" indent="0" rtl="0">
              <a:buNone/>
            </a:pPr>
            <a:r>
              <a:rPr lang="en-US" dirty="0"/>
              <a:t>Also, with type of </a:t>
            </a:r>
            <a:r>
              <a:rPr lang="en-US" dirty="0" err="1"/>
              <a:t>ExecuterService</a:t>
            </a:r>
            <a:r>
              <a:rPr lang="en-US" dirty="0"/>
              <a:t> may have impact, </a:t>
            </a:r>
          </a:p>
          <a:p>
            <a:pPr marL="158750" indent="0" rtl="0">
              <a:buNone/>
            </a:pPr>
            <a:r>
              <a:rPr lang="en-US" dirty="0"/>
              <a:t>In the fixed cached version  </a:t>
            </a:r>
            <a:r>
              <a:rPr lang="en-US" dirty="0">
                <a:sym typeface="Wingdings" panose="05000000000000000000" pitchFamily="2" charset="2"/>
              </a:rPr>
              <a:t> Some thread has to wait till other thread completes</a:t>
            </a:r>
            <a:endParaRPr lang="en-US" dirty="0"/>
          </a:p>
          <a:p>
            <a:pPr marL="158750" indent="0" rtl="0">
              <a:buNone/>
            </a:pPr>
            <a:r>
              <a:rPr lang="en-US" dirty="0"/>
              <a:t>In a </a:t>
            </a:r>
            <a:r>
              <a:rPr lang="en-US" dirty="0" err="1"/>
              <a:t>cachedVersion</a:t>
            </a:r>
            <a:r>
              <a:rPr lang="en-US" dirty="0"/>
              <a:t>, </a:t>
            </a:r>
            <a:r>
              <a:rPr lang="en-US" dirty="0">
                <a:sym typeface="Wingdings" panose="05000000000000000000" pitchFamily="2" charset="2"/>
              </a:rPr>
              <a:t> Some thread get cached version giving advantage [ No need to created a thread instance ]  e.g. Drive through, if food is ready, you go fast, but if not then you have to wait till they make it.</a:t>
            </a:r>
            <a:endParaRPr lang="en-US" dirty="0"/>
          </a:p>
          <a:p>
            <a:pPr marL="158750" indent="0" rtl="0">
              <a:buNone/>
            </a:pPr>
            <a:endParaRPr lang="en-US" sz="1100" b="0" i="0" u="none" strike="noStrike" cap="none" dirty="0">
              <a:solidFill>
                <a:srgbClr val="000000"/>
              </a:solidFill>
              <a:latin typeface="Arial"/>
              <a:ea typeface="Arial"/>
              <a:cs typeface="Arial"/>
              <a:sym typeface="Arial"/>
            </a:endParaRPr>
          </a:p>
          <a:p>
            <a:r>
              <a:rPr lang="en-US" dirty="0"/>
              <a:t>The thread issue is:</a:t>
            </a:r>
          </a:p>
          <a:p>
            <a:r>
              <a:rPr lang="en-US" b="1" dirty="0"/>
              <a:t>Thread scheduling unfairness where threads that start earlier may receive more CPU time, causing biased results in concurrent execution.</a:t>
            </a:r>
            <a:endParaRPr lang="en-US" dirty="0"/>
          </a:p>
          <a:p>
            <a:r>
              <a:rPr lang="en-US" dirty="0"/>
              <a:t>Also known as:</a:t>
            </a:r>
          </a:p>
          <a:p>
            <a:r>
              <a:rPr lang="en-US" b="1" dirty="0"/>
              <a:t>Thread scheduling non-determinism</a:t>
            </a:r>
            <a:endParaRPr lang="en-US" dirty="0"/>
          </a:p>
          <a:p>
            <a:r>
              <a:rPr lang="en-US" b="1" dirty="0"/>
              <a:t>Unfair thread execution order</a:t>
            </a:r>
            <a:endParaRPr lang="en-US" dirty="0"/>
          </a:p>
          <a:p>
            <a:pPr marL="158750" indent="0" rtl="0">
              <a:buNone/>
            </a:pPr>
            <a:endParaRPr lang="en-US" sz="1100" b="0" i="0" u="none" strike="noStrike" cap="none" dirty="0">
              <a:solidFill>
                <a:srgbClr val="000000"/>
              </a:solidFill>
              <a:latin typeface="Arial"/>
              <a:ea typeface="Arial"/>
              <a:cs typeface="Arial"/>
              <a:sym typeface="Arial"/>
            </a:endParaRPr>
          </a:p>
          <a:p>
            <a:pPr marL="158750" indent="0" rtl="0">
              <a:buNone/>
            </a:pPr>
            <a:endParaRPr lang="en-US" sz="1100" b="0" i="0" u="none" strike="noStrike" cap="none" dirty="0">
              <a:solidFill>
                <a:srgbClr val="000000"/>
              </a:solidFill>
              <a:latin typeface="Arial"/>
              <a:ea typeface="Arial"/>
              <a:cs typeface="Arial"/>
              <a:sym typeface="Arial"/>
            </a:endParaRP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3c828c16636_0_2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8" name="Google Shape;658;g3c828c16636_0_2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5"/>
        <p:cNvGrpSpPr/>
        <p:nvPr/>
      </p:nvGrpSpPr>
      <p:grpSpPr>
        <a:xfrm>
          <a:off x="0" y="0"/>
          <a:ext cx="0" cy="0"/>
          <a:chOff x="0" y="0"/>
          <a:chExt cx="0" cy="0"/>
        </a:xfrm>
      </p:grpSpPr>
      <p:sp>
        <p:nvSpPr>
          <p:cNvPr id="666" name="Google Shape;666;g3c828c16636_0_24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7" name="Google Shape;667;g3c828c16636_0_2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6"/>
        <p:cNvGrpSpPr/>
        <p:nvPr/>
      </p:nvGrpSpPr>
      <p:grpSpPr>
        <a:xfrm>
          <a:off x="0" y="0"/>
          <a:ext cx="0" cy="0"/>
          <a:chOff x="0" y="0"/>
          <a:chExt cx="0" cy="0"/>
        </a:xfrm>
      </p:grpSpPr>
      <p:sp>
        <p:nvSpPr>
          <p:cNvPr id="687" name="Google Shape;687;g3c866e35bf5_0_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8" name="Google Shape;688;g3c866e35bf5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0"/>
        <p:cNvGrpSpPr/>
        <p:nvPr/>
      </p:nvGrpSpPr>
      <p:grpSpPr>
        <a:xfrm>
          <a:off x="0" y="0"/>
          <a:ext cx="0" cy="0"/>
          <a:chOff x="0" y="0"/>
          <a:chExt cx="0" cy="0"/>
        </a:xfrm>
      </p:grpSpPr>
      <p:sp>
        <p:nvSpPr>
          <p:cNvPr id="711" name="Google Shape;711;g3c866e35bf5_0_4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2" name="Google Shape;712;g3c866e35bf5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5"/>
        <p:cNvGrpSpPr/>
        <p:nvPr/>
      </p:nvGrpSpPr>
      <p:grpSpPr>
        <a:xfrm>
          <a:off x="0" y="0"/>
          <a:ext cx="0" cy="0"/>
          <a:chOff x="0" y="0"/>
          <a:chExt cx="0" cy="0"/>
        </a:xfrm>
      </p:grpSpPr>
      <p:sp>
        <p:nvSpPr>
          <p:cNvPr id="736" name="Google Shape;736;g3c866e35bf5_0_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7" name="Google Shape;737;g3c866e35bf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1"/>
        <p:cNvGrpSpPr/>
        <p:nvPr/>
      </p:nvGrpSpPr>
      <p:grpSpPr>
        <a:xfrm>
          <a:off x="0" y="0"/>
          <a:ext cx="0" cy="0"/>
          <a:chOff x="0" y="0"/>
          <a:chExt cx="0" cy="0"/>
        </a:xfrm>
      </p:grpSpPr>
      <p:sp>
        <p:nvSpPr>
          <p:cNvPr id="762" name="Google Shape;762;g3c866e35bf5_0_9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3" name="Google Shape;763;g3c866e35bf5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c068ee8d87_0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3c068ee8d87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2"/>
        <p:cNvGrpSpPr/>
        <p:nvPr/>
      </p:nvGrpSpPr>
      <p:grpSpPr>
        <a:xfrm>
          <a:off x="0" y="0"/>
          <a:ext cx="0" cy="0"/>
          <a:chOff x="0" y="0"/>
          <a:chExt cx="0" cy="0"/>
        </a:xfrm>
      </p:grpSpPr>
      <p:sp>
        <p:nvSpPr>
          <p:cNvPr id="823" name="Google Shape;823;g3c866e35bf5_0_1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4" name="Google Shape;824;g3c866e35bf5_0_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8"/>
        <p:cNvGrpSpPr/>
        <p:nvPr/>
      </p:nvGrpSpPr>
      <p:grpSpPr>
        <a:xfrm>
          <a:off x="0" y="0"/>
          <a:ext cx="0" cy="0"/>
          <a:chOff x="0" y="0"/>
          <a:chExt cx="0" cy="0"/>
        </a:xfrm>
      </p:grpSpPr>
      <p:sp>
        <p:nvSpPr>
          <p:cNvPr id="849" name="Google Shape;849;g3c866e35bf5_0_15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0" name="Google Shape;850;g3c866e35bf5_0_1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5"/>
        <p:cNvGrpSpPr/>
        <p:nvPr/>
      </p:nvGrpSpPr>
      <p:grpSpPr>
        <a:xfrm>
          <a:off x="0" y="0"/>
          <a:ext cx="0" cy="0"/>
          <a:chOff x="0" y="0"/>
          <a:chExt cx="0" cy="0"/>
        </a:xfrm>
      </p:grpSpPr>
      <p:sp>
        <p:nvSpPr>
          <p:cNvPr id="876" name="Google Shape;876;g3c828c16636_0_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7" name="Google Shape;877;g3c828c16636_0_2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b="1" dirty="0"/>
              <a:t>Important - &gt; completion order is still nondeterministic, but the start is fairer</a:t>
            </a:r>
          </a:p>
          <a:p>
            <a:pPr marL="158750" indent="0">
              <a:buNone/>
            </a:pPr>
            <a:endParaRPr lang="en-US" dirty="0"/>
          </a:p>
          <a:p>
            <a:r>
              <a:rPr lang="en-US" b="1" dirty="0"/>
              <a:t>Important detail</a:t>
            </a:r>
          </a:p>
          <a:p>
            <a:r>
              <a:rPr lang="en-US" dirty="0"/>
              <a:t>Even with </a:t>
            </a:r>
            <a:r>
              <a:rPr lang="en-US" sz="1100" b="0" i="0" u="none" strike="noStrike" cap="none" dirty="0" err="1">
                <a:solidFill>
                  <a:srgbClr val="000000"/>
                </a:solidFill>
                <a:latin typeface="Arial"/>
                <a:ea typeface="Arial"/>
                <a:cs typeface="Arial"/>
                <a:sym typeface="Arial"/>
              </a:rPr>
              <a:t>CountDownLatch</a:t>
            </a:r>
            <a:r>
              <a:rPr lang="en-US" dirty="0"/>
              <a:t>, all 1000 threads do </a:t>
            </a:r>
            <a:r>
              <a:rPr lang="en-US" b="1" dirty="0"/>
              <a:t>not literally run at the exact same nanosecond</a:t>
            </a:r>
            <a:r>
              <a:rPr lang="en-US" dirty="0"/>
              <a:t>.</a:t>
            </a:r>
          </a:p>
          <a:p>
            <a:r>
              <a:rPr lang="en-US" dirty="0"/>
              <a:t>Why?</a:t>
            </a:r>
          </a:p>
          <a:p>
            <a:r>
              <a:rPr lang="en-US" dirty="0"/>
              <a:t>Because the CPU may only run a limited number of threads at once. For example, if the computer has 8 or 16 cores, only some threads run immediately and the scheduler handles the rest.</a:t>
            </a:r>
          </a:p>
          <a:p>
            <a:r>
              <a:rPr lang="en-US" dirty="0"/>
              <a:t>So the latch gives:</a:t>
            </a:r>
          </a:p>
          <a:p>
            <a:r>
              <a:rPr lang="en-US" dirty="0"/>
              <a:t>a </a:t>
            </a:r>
            <a:r>
              <a:rPr lang="en-US" b="1" dirty="0"/>
              <a:t>common release point</a:t>
            </a:r>
            <a:endParaRPr lang="en-US" dirty="0"/>
          </a:p>
          <a:p>
            <a:r>
              <a:rPr lang="en-US" dirty="0"/>
              <a:t>a much </a:t>
            </a:r>
            <a:r>
              <a:rPr lang="en-US" b="1" dirty="0"/>
              <a:t>fairer start</a:t>
            </a:r>
            <a:endParaRPr lang="en-US" dirty="0"/>
          </a:p>
          <a:p>
            <a:r>
              <a:rPr lang="en-US" dirty="0"/>
              <a:t>but still </a:t>
            </a:r>
            <a:r>
              <a:rPr lang="en-US" b="1" dirty="0"/>
              <a:t>normal OS scheduling afterward</a:t>
            </a:r>
            <a:endParaRPr lang="en-US" dirty="0"/>
          </a:p>
          <a:p>
            <a:r>
              <a:rPr lang="en-US" dirty="0"/>
              <a:t>That is usually what we want.</a:t>
            </a:r>
          </a:p>
          <a:p>
            <a:pPr marL="158750" indent="0">
              <a:buNone/>
            </a:pPr>
            <a:endParaRPr lang="en-US" dirty="0"/>
          </a:p>
          <a:p>
            <a:pPr marL="158750" indent="0">
              <a:buNone/>
            </a:pPr>
            <a:endParaRPr lang="en-US" dirty="0"/>
          </a:p>
          <a:p>
            <a:pPr marL="158750" indent="0">
              <a:buNone/>
            </a:pPr>
            <a:r>
              <a:rPr lang="en-US" b="1" dirty="0"/>
              <a:t>More explanation:</a:t>
            </a:r>
          </a:p>
          <a:p>
            <a:pPr marL="158750" indent="0">
              <a:buNone/>
            </a:pPr>
            <a:endParaRPr lang="en-US" dirty="0"/>
          </a:p>
          <a:p>
            <a:r>
              <a:rPr lang="en-US" dirty="0"/>
              <a:t>Use a latch like a </a:t>
            </a:r>
            <a:r>
              <a:rPr lang="en-US" b="1" dirty="0"/>
              <a:t>starting gate</a:t>
            </a:r>
            <a:r>
              <a:rPr lang="en-US" dirty="0"/>
              <a:t>.</a:t>
            </a:r>
          </a:p>
          <a:p>
            <a:r>
              <a:rPr lang="en-US" dirty="0"/>
              <a:t>All 1000 racers get created first.</a:t>
            </a:r>
          </a:p>
          <a:p>
            <a:r>
              <a:rPr lang="en-US" dirty="0"/>
              <a:t>Each racer goes to the starting line and waits.</a:t>
            </a:r>
          </a:p>
          <a:p>
            <a:r>
              <a:rPr lang="en-US" dirty="0"/>
              <a:t>Once everyone is ready, the main thread opens the gate.</a:t>
            </a:r>
          </a:p>
          <a:p>
            <a:r>
              <a:rPr lang="en-US" dirty="0"/>
              <a:t>Then all racers begin racing at nearly the same time.</a:t>
            </a:r>
          </a:p>
          <a:p>
            <a:pPr marL="0" lvl="0" indent="0" algn="l" rtl="0">
              <a:spcBef>
                <a:spcPts val="0"/>
              </a:spcBef>
              <a:spcAft>
                <a:spcPts val="0"/>
              </a:spcAft>
              <a:buNone/>
            </a:pPr>
            <a:endParaRPr lang="en-US" dirty="0"/>
          </a:p>
          <a:p>
            <a:r>
              <a:rPr lang="en-US" b="1" dirty="0"/>
              <a:t>How it works conceptually</a:t>
            </a:r>
          </a:p>
          <a:p>
            <a:r>
              <a:rPr lang="en-US" dirty="0"/>
              <a:t>A </a:t>
            </a:r>
            <a:r>
              <a:rPr lang="en-US" sz="1100" b="0" i="0" u="none" strike="noStrike" cap="none" dirty="0" err="1">
                <a:solidFill>
                  <a:srgbClr val="000000"/>
                </a:solidFill>
                <a:latin typeface="Arial"/>
                <a:ea typeface="Arial"/>
                <a:cs typeface="Arial"/>
                <a:sym typeface="Arial"/>
              </a:rPr>
              <a:t>CountDownLatch</a:t>
            </a:r>
            <a:r>
              <a:rPr lang="en-US" dirty="0"/>
              <a:t> has a count.</a:t>
            </a:r>
          </a:p>
          <a:p>
            <a:r>
              <a:rPr lang="en-US" b="1" dirty="0"/>
              <a:t>For fair starting</a:t>
            </a:r>
          </a:p>
          <a:p>
            <a:r>
              <a:rPr lang="en-US" dirty="0"/>
              <a:t>You usually use:</a:t>
            </a:r>
          </a:p>
          <a:p>
            <a:pPr rtl="0"/>
            <a:r>
              <a:rPr lang="en-US" sz="1100" b="0" i="0" u="none" strike="noStrike" cap="none" dirty="0" err="1">
                <a:solidFill>
                  <a:srgbClr val="000000"/>
                </a:solidFill>
                <a:latin typeface="Arial"/>
                <a:ea typeface="Arial"/>
                <a:cs typeface="Arial"/>
                <a:sym typeface="Arial"/>
              </a:rPr>
              <a:t>CountDownLatch</a:t>
            </a:r>
            <a:r>
              <a:rPr lang="en-US" sz="1100" b="0" i="0" u="none" strike="noStrike" cap="none" dirty="0">
                <a:solidFill>
                  <a:srgbClr val="000000"/>
                </a:solidFill>
                <a:latin typeface="Arial"/>
                <a:ea typeface="Arial"/>
                <a:cs typeface="Arial"/>
                <a:sym typeface="Arial"/>
              </a:rPr>
              <a:t> </a:t>
            </a:r>
            <a:r>
              <a:rPr lang="en-US" sz="1100" b="0" i="0" u="none" strike="noStrike" cap="none" dirty="0" err="1">
                <a:solidFill>
                  <a:srgbClr val="000000"/>
                </a:solidFill>
                <a:latin typeface="Arial"/>
                <a:ea typeface="Arial"/>
                <a:cs typeface="Arial"/>
                <a:sym typeface="Arial"/>
              </a:rPr>
              <a:t>startSignal</a:t>
            </a:r>
            <a:r>
              <a:rPr lang="en-US" sz="1100" b="0" i="0" u="none" strike="noStrike" cap="none" dirty="0">
                <a:solidFill>
                  <a:srgbClr val="000000"/>
                </a:solidFill>
                <a:latin typeface="Arial"/>
                <a:ea typeface="Arial"/>
                <a:cs typeface="Arial"/>
                <a:sym typeface="Arial"/>
              </a:rPr>
              <a:t> = new </a:t>
            </a:r>
            <a:r>
              <a:rPr lang="en-US" sz="1100" b="0" i="0" u="none" strike="noStrike" cap="none" dirty="0" err="1">
                <a:solidFill>
                  <a:srgbClr val="000000"/>
                </a:solidFill>
                <a:latin typeface="Arial"/>
                <a:ea typeface="Arial"/>
                <a:cs typeface="Arial"/>
                <a:sym typeface="Arial"/>
              </a:rPr>
              <a:t>CountDownLatch</a:t>
            </a:r>
            <a:r>
              <a:rPr lang="en-US" sz="1100" b="0" i="0" u="none" strike="noStrike" cap="none" dirty="0">
                <a:solidFill>
                  <a:srgbClr val="000000"/>
                </a:solidFill>
                <a:latin typeface="Arial"/>
                <a:ea typeface="Arial"/>
                <a:cs typeface="Arial"/>
                <a:sym typeface="Arial"/>
              </a:rPr>
              <a:t>(1);</a:t>
            </a:r>
          </a:p>
          <a:p>
            <a:r>
              <a:rPr lang="en-US" dirty="0"/>
              <a:t>That means:</a:t>
            </a:r>
          </a:p>
          <a:p>
            <a:r>
              <a:rPr lang="en-US" dirty="0"/>
              <a:t>every racer calls </a:t>
            </a:r>
            <a:r>
              <a:rPr lang="en-US" sz="1100" b="0" i="0" u="none" strike="noStrike" cap="none" dirty="0" err="1">
                <a:solidFill>
                  <a:srgbClr val="000000"/>
                </a:solidFill>
                <a:latin typeface="Arial"/>
                <a:ea typeface="Arial"/>
                <a:cs typeface="Arial"/>
                <a:sym typeface="Arial"/>
              </a:rPr>
              <a:t>startSignal.await</a:t>
            </a:r>
            <a:r>
              <a:rPr lang="en-US" sz="1100" b="0" i="0" u="none" strike="noStrike" cap="none" dirty="0">
                <a:solidFill>
                  <a:srgbClr val="000000"/>
                </a:solidFill>
                <a:latin typeface="Arial"/>
                <a:ea typeface="Arial"/>
                <a:cs typeface="Arial"/>
                <a:sym typeface="Arial"/>
              </a:rPr>
              <a:t>()</a:t>
            </a:r>
            <a:endParaRPr lang="en-US" dirty="0"/>
          </a:p>
          <a:p>
            <a:r>
              <a:rPr lang="en-US" dirty="0"/>
              <a:t>they block and wait</a:t>
            </a:r>
          </a:p>
          <a:p>
            <a:r>
              <a:rPr lang="en-US" dirty="0"/>
              <a:t>when the main thread calls </a:t>
            </a:r>
            <a:r>
              <a:rPr lang="en-US" sz="1100" b="0" i="0" u="none" strike="noStrike" cap="none" dirty="0" err="1">
                <a:solidFill>
                  <a:srgbClr val="000000"/>
                </a:solidFill>
                <a:latin typeface="Arial"/>
                <a:ea typeface="Arial"/>
                <a:cs typeface="Arial"/>
                <a:sym typeface="Arial"/>
              </a:rPr>
              <a:t>startSignal.countDown</a:t>
            </a:r>
            <a:r>
              <a:rPr lang="en-US" sz="1100" b="0" i="0" u="none" strike="noStrike" cap="none" dirty="0">
                <a:solidFill>
                  <a:srgbClr val="000000"/>
                </a:solidFill>
                <a:latin typeface="Arial"/>
                <a:ea typeface="Arial"/>
                <a:cs typeface="Arial"/>
                <a:sym typeface="Arial"/>
              </a:rPr>
              <a:t>()</a:t>
            </a:r>
            <a:endParaRPr lang="en-US" dirty="0"/>
          </a:p>
          <a:p>
            <a:r>
              <a:rPr lang="en-US" dirty="0"/>
              <a:t>the count goes from </a:t>
            </a:r>
            <a:r>
              <a:rPr lang="en-US" sz="1100" b="0" i="0" u="none" strike="noStrike" cap="none" dirty="0">
                <a:solidFill>
                  <a:srgbClr val="000000"/>
                </a:solidFill>
                <a:latin typeface="Arial"/>
                <a:ea typeface="Arial"/>
                <a:cs typeface="Arial"/>
                <a:sym typeface="Arial"/>
              </a:rPr>
              <a:t>1</a:t>
            </a:r>
            <a:r>
              <a:rPr lang="en-US" dirty="0"/>
              <a:t> to </a:t>
            </a:r>
            <a:r>
              <a:rPr lang="en-US" sz="1100" b="0" i="0" u="none" strike="noStrike" cap="none" dirty="0">
                <a:solidFill>
                  <a:srgbClr val="000000"/>
                </a:solidFill>
                <a:latin typeface="Arial"/>
                <a:ea typeface="Arial"/>
                <a:cs typeface="Arial"/>
                <a:sym typeface="Arial"/>
              </a:rPr>
              <a:t>0</a:t>
            </a:r>
            <a:endParaRPr lang="en-US" dirty="0"/>
          </a:p>
          <a:p>
            <a:r>
              <a:rPr lang="en-US" dirty="0"/>
              <a:t>all waiting racers are released</a:t>
            </a:r>
          </a:p>
          <a:p>
            <a:r>
              <a:rPr lang="en-US" dirty="0"/>
              <a:t>So with 1000 racers:</a:t>
            </a:r>
          </a:p>
          <a:p>
            <a:r>
              <a:rPr lang="en-US" dirty="0"/>
              <a:t>Create latch with count </a:t>
            </a:r>
            <a:r>
              <a:rPr lang="en-US" sz="1100" b="0" i="0" u="none" strike="noStrike" cap="none" dirty="0">
                <a:solidFill>
                  <a:srgbClr val="000000"/>
                </a:solidFill>
                <a:latin typeface="Arial"/>
                <a:ea typeface="Arial"/>
                <a:cs typeface="Arial"/>
                <a:sym typeface="Arial"/>
              </a:rPr>
              <a:t>1</a:t>
            </a:r>
            <a:endParaRPr lang="en-US" dirty="0"/>
          </a:p>
          <a:p>
            <a:r>
              <a:rPr lang="en-US" dirty="0"/>
              <a:t>Submit/start all 1000 racer tasks</a:t>
            </a:r>
          </a:p>
          <a:p>
            <a:r>
              <a:rPr lang="en-US" dirty="0"/>
              <a:t>Each racer immediately waits at </a:t>
            </a:r>
            <a:r>
              <a:rPr lang="en-US" sz="1100" b="0" i="0" u="none" strike="noStrike" cap="none" dirty="0">
                <a:solidFill>
                  <a:srgbClr val="000000"/>
                </a:solidFill>
                <a:latin typeface="Arial"/>
                <a:ea typeface="Arial"/>
                <a:cs typeface="Arial"/>
                <a:sym typeface="Arial"/>
              </a:rPr>
              <a:t>await()</a:t>
            </a:r>
            <a:endParaRPr lang="en-US" dirty="0"/>
          </a:p>
          <a:p>
            <a:r>
              <a:rPr lang="en-US" dirty="0"/>
              <a:t>After all racers are submitted, main thread calls </a:t>
            </a:r>
            <a:r>
              <a:rPr lang="en-US" sz="1100" b="0" i="0" u="none" strike="noStrike" cap="none" dirty="0" err="1">
                <a:solidFill>
                  <a:srgbClr val="000000"/>
                </a:solidFill>
                <a:latin typeface="Arial"/>
                <a:ea typeface="Arial"/>
                <a:cs typeface="Arial"/>
                <a:sym typeface="Arial"/>
              </a:rPr>
              <a:t>countDown</a:t>
            </a:r>
            <a:r>
              <a:rPr lang="en-US" sz="1100" b="0" i="0" u="none" strike="noStrike" cap="none" dirty="0">
                <a:solidFill>
                  <a:srgbClr val="000000"/>
                </a:solidFill>
                <a:latin typeface="Arial"/>
                <a:ea typeface="Arial"/>
                <a:cs typeface="Arial"/>
                <a:sym typeface="Arial"/>
              </a:rPr>
              <a:t>()</a:t>
            </a:r>
            <a:endParaRPr lang="en-US" dirty="0"/>
          </a:p>
          <a:p>
            <a:r>
              <a:rPr lang="en-US" dirty="0"/>
              <a:t>All 1000 racers are released together</a:t>
            </a:r>
          </a:p>
          <a:p>
            <a:br>
              <a:rPr lang="en-US" dirty="0"/>
            </a:br>
            <a:endParaRPr lang="en-US" dirty="0"/>
          </a:p>
          <a:p>
            <a:r>
              <a:rPr lang="en-US" b="1" dirty="0"/>
              <a:t>Why this helps in the 1000-racer case</a:t>
            </a:r>
          </a:p>
          <a:p>
            <a:r>
              <a:rPr lang="en-US" dirty="0"/>
              <a:t>Without latch:</a:t>
            </a:r>
          </a:p>
          <a:p>
            <a:r>
              <a:rPr lang="en-US" dirty="0"/>
              <a:t>Racer 1 may start much earlier</a:t>
            </a:r>
          </a:p>
          <a:p>
            <a:r>
              <a:rPr lang="en-US" dirty="0"/>
              <a:t>Racer 1 may finish before racer 1000 even gets CPU time</a:t>
            </a:r>
          </a:p>
          <a:p>
            <a:r>
              <a:rPr lang="en-US" dirty="0"/>
              <a:t>results depend on submission order</a:t>
            </a:r>
          </a:p>
          <a:p>
            <a:r>
              <a:rPr lang="en-US" dirty="0"/>
              <a:t>With latch:</a:t>
            </a:r>
          </a:p>
          <a:p>
            <a:r>
              <a:rPr lang="en-US" dirty="0"/>
              <a:t>all racers are forced to wait first</a:t>
            </a:r>
          </a:p>
          <a:p>
            <a:r>
              <a:rPr lang="en-US" dirty="0"/>
              <a:t>submission order no longer gives a head start</a:t>
            </a:r>
          </a:p>
          <a:p>
            <a:r>
              <a:rPr lang="en-US" dirty="0"/>
              <a:t>completion order is still nondeterministic, but the </a:t>
            </a:r>
            <a:r>
              <a:rPr lang="en-US" b="1" dirty="0"/>
              <a:t>start is fairer</a:t>
            </a:r>
            <a:endParaRPr lang="en-US" dirty="0"/>
          </a:p>
          <a:p>
            <a:r>
              <a:rPr lang="en-US" dirty="0"/>
              <a:t>So </a:t>
            </a:r>
            <a:r>
              <a:rPr lang="en-US" sz="1100" b="0" i="0" u="none" strike="noStrike" cap="none" dirty="0" err="1">
                <a:solidFill>
                  <a:srgbClr val="000000"/>
                </a:solidFill>
                <a:latin typeface="Arial"/>
                <a:ea typeface="Arial"/>
                <a:cs typeface="Arial"/>
                <a:sym typeface="Arial"/>
              </a:rPr>
              <a:t>CountDownLatch</a:t>
            </a:r>
            <a:r>
              <a:rPr lang="en-US" dirty="0"/>
              <a:t> does </a:t>
            </a:r>
            <a:r>
              <a:rPr lang="en-US" b="1" dirty="0"/>
              <a:t>not</a:t>
            </a:r>
            <a:r>
              <a:rPr lang="en-US" dirty="0"/>
              <a:t> force them to finish together.</a:t>
            </a:r>
            <a:br>
              <a:rPr lang="en-US" dirty="0"/>
            </a:br>
            <a:r>
              <a:rPr lang="en-US" dirty="0"/>
              <a:t>It only makes sure they are allowed to </a:t>
            </a:r>
            <a:r>
              <a:rPr lang="en-US" b="1" dirty="0"/>
              <a:t>begin together</a:t>
            </a:r>
            <a:r>
              <a:rPr lang="en-US" dirty="0"/>
              <a:t>.</a:t>
            </a:r>
          </a:p>
          <a:p>
            <a:pPr marL="0" lvl="0" indent="0" algn="l" rtl="0">
              <a:spcBef>
                <a:spcPts val="0"/>
              </a:spcBef>
              <a:spcAft>
                <a:spcPts val="0"/>
              </a:spcAft>
              <a:buNone/>
            </a:pPr>
            <a:endParaRPr dirty="0"/>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6"/>
        <p:cNvGrpSpPr/>
        <p:nvPr/>
      </p:nvGrpSpPr>
      <p:grpSpPr>
        <a:xfrm>
          <a:off x="0" y="0"/>
          <a:ext cx="0" cy="0"/>
          <a:chOff x="0" y="0"/>
          <a:chExt cx="0" cy="0"/>
        </a:xfrm>
      </p:grpSpPr>
      <p:sp>
        <p:nvSpPr>
          <p:cNvPr id="887" name="Google Shape;887;g21c6847f24b_0_36:notes"/>
          <p:cNvSpPr txBox="1">
            <a:spLocks noGrp="1"/>
          </p:cNvSpPr>
          <p:nvPr>
            <p:ph type="body" idx="1"/>
          </p:nvPr>
        </p:nvSpPr>
        <p:spPr>
          <a:xfrm>
            <a:off x="686099" y="4401155"/>
            <a:ext cx="5485800" cy="35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8" name="Google Shape;888;g21c6847f24b_0_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9"/>
        <p:cNvGrpSpPr/>
        <p:nvPr/>
      </p:nvGrpSpPr>
      <p:grpSpPr>
        <a:xfrm>
          <a:off x="0" y="0"/>
          <a:ext cx="0" cy="0"/>
          <a:chOff x="0" y="0"/>
          <a:chExt cx="0" cy="0"/>
        </a:xfrm>
      </p:grpSpPr>
      <p:sp>
        <p:nvSpPr>
          <p:cNvPr id="910" name="Google Shape;910;g21c6847f24b_0_72:notes"/>
          <p:cNvSpPr txBox="1">
            <a:spLocks noGrp="1"/>
          </p:cNvSpPr>
          <p:nvPr>
            <p:ph type="body" idx="1"/>
          </p:nvPr>
        </p:nvSpPr>
        <p:spPr>
          <a:xfrm>
            <a:off x="686099" y="4401155"/>
            <a:ext cx="5485800" cy="35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11" name="Google Shape;911;g21c6847f24b_0_72:notes"/>
          <p:cNvSpPr>
            <a:spLocks noGrp="1" noRot="1" noChangeAspect="1"/>
          </p:cNvSpPr>
          <p:nvPr>
            <p:ph type="sldImg" idx="2"/>
          </p:nvPr>
        </p:nvSpPr>
        <p:spPr>
          <a:xfrm>
            <a:off x="729258" y="1143000"/>
            <a:ext cx="5399400" cy="3085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
        <p:cNvGrpSpPr/>
        <p:nvPr/>
      </p:nvGrpSpPr>
      <p:grpSpPr>
        <a:xfrm>
          <a:off x="0" y="0"/>
          <a:ext cx="0" cy="0"/>
          <a:chOff x="0" y="0"/>
          <a:chExt cx="0" cy="0"/>
        </a:xfrm>
      </p:grpSpPr>
      <p:sp>
        <p:nvSpPr>
          <p:cNvPr id="922" name="Google Shape;922;g3bee729c8aa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3" name="Google Shape;923;g3bee729c8aa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2"/>
        <p:cNvGrpSpPr/>
        <p:nvPr/>
      </p:nvGrpSpPr>
      <p:grpSpPr>
        <a:xfrm>
          <a:off x="0" y="0"/>
          <a:ext cx="0" cy="0"/>
          <a:chOff x="0" y="0"/>
          <a:chExt cx="0" cy="0"/>
        </a:xfrm>
      </p:grpSpPr>
      <p:sp>
        <p:nvSpPr>
          <p:cNvPr id="933" name="Google Shape;933;g21c6847f24b_0_126:notes"/>
          <p:cNvSpPr txBox="1">
            <a:spLocks noGrp="1"/>
          </p:cNvSpPr>
          <p:nvPr>
            <p:ph type="body" idx="1"/>
          </p:nvPr>
        </p:nvSpPr>
        <p:spPr>
          <a:xfrm>
            <a:off x="686099" y="4401155"/>
            <a:ext cx="5485800" cy="35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934" name="Google Shape;934;g21c6847f24b_0_1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7"/>
        <p:cNvGrpSpPr/>
        <p:nvPr/>
      </p:nvGrpSpPr>
      <p:grpSpPr>
        <a:xfrm>
          <a:off x="0" y="0"/>
          <a:ext cx="0" cy="0"/>
          <a:chOff x="0" y="0"/>
          <a:chExt cx="0" cy="0"/>
        </a:xfrm>
      </p:grpSpPr>
      <p:sp>
        <p:nvSpPr>
          <p:cNvPr id="948" name="Google Shape;948;g21c6847f24b_0_140:notes"/>
          <p:cNvSpPr txBox="1">
            <a:spLocks noGrp="1"/>
          </p:cNvSpPr>
          <p:nvPr>
            <p:ph type="body" idx="1"/>
          </p:nvPr>
        </p:nvSpPr>
        <p:spPr>
          <a:xfrm>
            <a:off x="686099" y="4401155"/>
            <a:ext cx="5485800" cy="35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9" name="Google Shape;949;g21c6847f24b_0_14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9"/>
        <p:cNvGrpSpPr/>
        <p:nvPr/>
      </p:nvGrpSpPr>
      <p:grpSpPr>
        <a:xfrm>
          <a:off x="0" y="0"/>
          <a:ext cx="0" cy="0"/>
          <a:chOff x="0" y="0"/>
          <a:chExt cx="0" cy="0"/>
        </a:xfrm>
      </p:grpSpPr>
      <p:sp>
        <p:nvSpPr>
          <p:cNvPr id="960" name="Google Shape;960;g21c6847f24b_0_151:notes"/>
          <p:cNvSpPr>
            <a:spLocks noGrp="1" noRot="1" noChangeAspect="1"/>
          </p:cNvSpPr>
          <p:nvPr>
            <p:ph type="sldImg" idx="2"/>
          </p:nvPr>
        </p:nvSpPr>
        <p:spPr>
          <a:xfrm>
            <a:off x="729258" y="1143000"/>
            <a:ext cx="5399400" cy="30858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61" name="Google Shape;961;g21c6847f24b_0_151:notes"/>
          <p:cNvSpPr txBox="1">
            <a:spLocks noGrp="1"/>
          </p:cNvSpPr>
          <p:nvPr>
            <p:ph type="body" idx="1"/>
          </p:nvPr>
        </p:nvSpPr>
        <p:spPr>
          <a:xfrm>
            <a:off x="686099" y="4401155"/>
            <a:ext cx="5485800" cy="35997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r>
              <a:rPr lang="en"/>
              <a:t>1 Overwrite the same value or index out of bounds</a:t>
            </a:r>
            <a:endParaRPr/>
          </a:p>
          <a:p>
            <a:pPr marL="0" lvl="0" indent="0" algn="l" rtl="0">
              <a:spcBef>
                <a:spcPts val="0"/>
              </a:spcBef>
              <a:spcAft>
                <a:spcPts val="0"/>
              </a:spcAft>
              <a:buNone/>
            </a:pPr>
            <a:r>
              <a:rPr lang="en"/>
              <a:t>2 Might not have 10,000 values when done (some will overwrite)</a:t>
            </a:r>
            <a:endParaRPr/>
          </a:p>
        </p:txBody>
      </p:sp>
      <p:sp>
        <p:nvSpPr>
          <p:cNvPr id="962" name="Google Shape;962;g21c6847f24b_0_151:notes"/>
          <p:cNvSpPr txBox="1">
            <a:spLocks noGrp="1"/>
          </p:cNvSpPr>
          <p:nvPr>
            <p:ph type="sldNum" idx="12"/>
          </p:nvPr>
        </p:nvSpPr>
        <p:spPr>
          <a:xfrm>
            <a:off x="3884415" y="8685894"/>
            <a:ext cx="2972100" cy="458100"/>
          </a:xfrm>
          <a:prstGeom prst="rect">
            <a:avLst/>
          </a:prstGeom>
          <a:noFill/>
          <a:ln>
            <a:noFill/>
          </a:ln>
        </p:spPr>
        <p:txBody>
          <a:bodyPr spcFirstLastPara="1" wrap="square" lIns="86175" tIns="43075" rIns="86175" bIns="43075" anchor="b" anchorCtr="0">
            <a:noAutofit/>
          </a:bodyPr>
          <a:lstStyle/>
          <a:p>
            <a:pPr marL="0" lvl="0" indent="0" algn="r" rtl="0">
              <a:spcBef>
                <a:spcPts val="0"/>
              </a:spcBef>
              <a:spcAft>
                <a:spcPts val="0"/>
              </a:spcAft>
              <a:buNone/>
            </a:pPr>
            <a:fld id="{00000000-1234-1234-1234-123412341234}" type="slidenum">
              <a:rPr lang="en" sz="1300"/>
              <a:t>49</a:t>
            </a:fld>
            <a:endParaRPr sz="1300"/>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0"/>
        <p:cNvGrpSpPr/>
        <p:nvPr/>
      </p:nvGrpSpPr>
      <p:grpSpPr>
        <a:xfrm>
          <a:off x="0" y="0"/>
          <a:ext cx="0" cy="0"/>
          <a:chOff x="0" y="0"/>
          <a:chExt cx="0" cy="0"/>
        </a:xfrm>
      </p:grpSpPr>
      <p:sp>
        <p:nvSpPr>
          <p:cNvPr id="971" name="Google Shape;971;g229ff613d07_0_9:notes"/>
          <p:cNvSpPr>
            <a:spLocks noGrp="1" noRot="1" noChangeAspect="1"/>
          </p:cNvSpPr>
          <p:nvPr>
            <p:ph type="sldImg" idx="2"/>
          </p:nvPr>
        </p:nvSpPr>
        <p:spPr>
          <a:xfrm>
            <a:off x="729258" y="1143000"/>
            <a:ext cx="5399400" cy="30858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72" name="Google Shape;972;g229ff613d07_0_9:notes"/>
          <p:cNvSpPr txBox="1">
            <a:spLocks noGrp="1"/>
          </p:cNvSpPr>
          <p:nvPr>
            <p:ph type="body" idx="1"/>
          </p:nvPr>
        </p:nvSpPr>
        <p:spPr>
          <a:xfrm>
            <a:off x="686099" y="4401155"/>
            <a:ext cx="5485800" cy="35997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r>
              <a:rPr lang="en" dirty="0"/>
              <a:t>1 Overwrite the same value or index out of bounds</a:t>
            </a:r>
            <a:endParaRPr dirty="0"/>
          </a:p>
          <a:p>
            <a:pPr marL="0" lvl="0" indent="0" algn="l" rtl="0">
              <a:spcBef>
                <a:spcPts val="0"/>
              </a:spcBef>
              <a:spcAft>
                <a:spcPts val="0"/>
              </a:spcAft>
              <a:buNone/>
            </a:pPr>
            <a:r>
              <a:rPr lang="en" dirty="0"/>
              <a:t>2 Might not have 10,000 values when done (some will overwrite)</a:t>
            </a:r>
            <a:endParaRPr dirty="0"/>
          </a:p>
        </p:txBody>
      </p:sp>
      <p:sp>
        <p:nvSpPr>
          <p:cNvPr id="973" name="Google Shape;973;g229ff613d07_0_9:notes"/>
          <p:cNvSpPr txBox="1">
            <a:spLocks noGrp="1"/>
          </p:cNvSpPr>
          <p:nvPr>
            <p:ph type="sldNum" idx="12"/>
          </p:nvPr>
        </p:nvSpPr>
        <p:spPr>
          <a:xfrm>
            <a:off x="3884415" y="8685894"/>
            <a:ext cx="2972100" cy="458100"/>
          </a:xfrm>
          <a:prstGeom prst="rect">
            <a:avLst/>
          </a:prstGeom>
          <a:noFill/>
          <a:ln>
            <a:noFill/>
          </a:ln>
        </p:spPr>
        <p:txBody>
          <a:bodyPr spcFirstLastPara="1" wrap="square" lIns="86175" tIns="43075" rIns="86175" bIns="43075" anchor="b" anchorCtr="0">
            <a:noAutofit/>
          </a:bodyPr>
          <a:lstStyle/>
          <a:p>
            <a:pPr marL="0" lvl="0" indent="0" algn="r" rtl="0">
              <a:spcBef>
                <a:spcPts val="0"/>
              </a:spcBef>
              <a:spcAft>
                <a:spcPts val="0"/>
              </a:spcAft>
              <a:buNone/>
            </a:pPr>
            <a:fld id="{00000000-1234-1234-1234-123412341234}" type="slidenum">
              <a:rPr lang="en" sz="1300"/>
              <a:t>50</a:t>
            </a:fld>
            <a:endParaRPr sz="1300"/>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5"/>
        <p:cNvGrpSpPr/>
        <p:nvPr/>
      </p:nvGrpSpPr>
      <p:grpSpPr>
        <a:xfrm>
          <a:off x="0" y="0"/>
          <a:ext cx="0" cy="0"/>
          <a:chOff x="0" y="0"/>
          <a:chExt cx="0" cy="0"/>
        </a:xfrm>
      </p:grpSpPr>
      <p:sp>
        <p:nvSpPr>
          <p:cNvPr id="986" name="Google Shape;986;g345bc571425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7" name="Google Shape;987;g345bc571425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1"/>
        <p:cNvGrpSpPr/>
        <p:nvPr/>
      </p:nvGrpSpPr>
      <p:grpSpPr>
        <a:xfrm>
          <a:off x="0" y="0"/>
          <a:ext cx="0" cy="0"/>
          <a:chOff x="0" y="0"/>
          <a:chExt cx="0" cy="0"/>
        </a:xfrm>
      </p:grpSpPr>
      <p:sp>
        <p:nvSpPr>
          <p:cNvPr id="992" name="Google Shape;992;g8b6744271a_0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3" name="Google Shape;993;g8b6744271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txBody>
          <a:bodyPr/>
          <a:lstStyle/>
          <a:p>
            <a:endParaRPr lang="en-US"/>
          </a:p>
        </p:txBody>
      </p:sp>
      <p:sp>
        <p:nvSpPr>
          <p:cNvPr id="11" name="Google Shape;11;p2"/>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2" name="Google Shape;12;p2"/>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lt2"/>
              </a:buClr>
              <a:buSzPts val="1600"/>
              <a:buNone/>
              <a:defRPr sz="1600">
                <a:solidFill>
                  <a:schemeClr val="lt2"/>
                </a:solidFill>
              </a:defRPr>
            </a:lvl1pPr>
            <a:lvl2pPr lvl="1">
              <a:lnSpc>
                <a:spcPct val="100000"/>
              </a:lnSpc>
              <a:spcBef>
                <a:spcPts val="0"/>
              </a:spcBef>
              <a:spcAft>
                <a:spcPts val="0"/>
              </a:spcAft>
              <a:buClr>
                <a:schemeClr val="lt2"/>
              </a:buClr>
              <a:buSzPts val="1600"/>
              <a:buNone/>
              <a:defRPr sz="1600">
                <a:solidFill>
                  <a:schemeClr val="lt2"/>
                </a:solidFill>
              </a:defRPr>
            </a:lvl2pPr>
            <a:lvl3pPr lvl="2">
              <a:lnSpc>
                <a:spcPct val="100000"/>
              </a:lnSpc>
              <a:spcBef>
                <a:spcPts val="0"/>
              </a:spcBef>
              <a:spcAft>
                <a:spcPts val="0"/>
              </a:spcAft>
              <a:buClr>
                <a:schemeClr val="lt2"/>
              </a:buClr>
              <a:buSzPts val="1600"/>
              <a:buNone/>
              <a:defRPr sz="1600">
                <a:solidFill>
                  <a:schemeClr val="lt2"/>
                </a:solidFill>
              </a:defRPr>
            </a:lvl3pPr>
            <a:lvl4pPr lvl="3">
              <a:lnSpc>
                <a:spcPct val="100000"/>
              </a:lnSpc>
              <a:spcBef>
                <a:spcPts val="0"/>
              </a:spcBef>
              <a:spcAft>
                <a:spcPts val="0"/>
              </a:spcAft>
              <a:buClr>
                <a:schemeClr val="lt2"/>
              </a:buClr>
              <a:buSzPts val="1600"/>
              <a:buNone/>
              <a:defRPr sz="1600">
                <a:solidFill>
                  <a:schemeClr val="lt2"/>
                </a:solidFill>
              </a:defRPr>
            </a:lvl4pPr>
            <a:lvl5pPr lvl="4">
              <a:lnSpc>
                <a:spcPct val="100000"/>
              </a:lnSpc>
              <a:spcBef>
                <a:spcPts val="0"/>
              </a:spcBef>
              <a:spcAft>
                <a:spcPts val="0"/>
              </a:spcAft>
              <a:buClr>
                <a:schemeClr val="lt2"/>
              </a:buClr>
              <a:buSzPts val="1600"/>
              <a:buNone/>
              <a:defRPr sz="1600">
                <a:solidFill>
                  <a:schemeClr val="lt2"/>
                </a:solidFill>
              </a:defRPr>
            </a:lvl5pPr>
            <a:lvl6pPr lvl="5">
              <a:lnSpc>
                <a:spcPct val="100000"/>
              </a:lnSpc>
              <a:spcBef>
                <a:spcPts val="0"/>
              </a:spcBef>
              <a:spcAft>
                <a:spcPts val="0"/>
              </a:spcAft>
              <a:buClr>
                <a:schemeClr val="lt2"/>
              </a:buClr>
              <a:buSzPts val="1600"/>
              <a:buNone/>
              <a:defRPr sz="1600">
                <a:solidFill>
                  <a:schemeClr val="lt2"/>
                </a:solidFill>
              </a:defRPr>
            </a:lvl6pPr>
            <a:lvl7pPr lvl="6">
              <a:lnSpc>
                <a:spcPct val="100000"/>
              </a:lnSpc>
              <a:spcBef>
                <a:spcPts val="0"/>
              </a:spcBef>
              <a:spcAft>
                <a:spcPts val="0"/>
              </a:spcAft>
              <a:buClr>
                <a:schemeClr val="lt2"/>
              </a:buClr>
              <a:buSzPts val="1600"/>
              <a:buNone/>
              <a:defRPr sz="1600">
                <a:solidFill>
                  <a:schemeClr val="lt2"/>
                </a:solidFill>
              </a:defRPr>
            </a:lvl7pPr>
            <a:lvl8pPr lvl="7">
              <a:lnSpc>
                <a:spcPct val="100000"/>
              </a:lnSpc>
              <a:spcBef>
                <a:spcPts val="0"/>
              </a:spcBef>
              <a:spcAft>
                <a:spcPts val="0"/>
              </a:spcAft>
              <a:buClr>
                <a:schemeClr val="lt2"/>
              </a:buClr>
              <a:buSzPts val="1600"/>
              <a:buNone/>
              <a:defRPr sz="1600">
                <a:solidFill>
                  <a:schemeClr val="lt2"/>
                </a:solidFill>
              </a:defRPr>
            </a:lvl8pPr>
            <a:lvl9pPr lvl="8">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3" name="Google Shape;13;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4"/>
        <p:cNvGrpSpPr/>
        <p:nvPr/>
      </p:nvGrpSpPr>
      <p:grpSpPr>
        <a:xfrm>
          <a:off x="0" y="0"/>
          <a:ext cx="0" cy="0"/>
          <a:chOff x="0" y="0"/>
          <a:chExt cx="0" cy="0"/>
        </a:xfrm>
      </p:grpSpPr>
      <p:sp>
        <p:nvSpPr>
          <p:cNvPr id="15" name="Google Shape;15;p3"/>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6" name="Google Shape;16;p3"/>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7" name="Google Shape;17;p3"/>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8" name="Google Shape;18;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sp>
        <p:nvSpPr>
          <p:cNvPr id="20" name="Google Shape;20;p4"/>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21" name="Google Shape;21;p4"/>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4"/>
          <p:cNvSpPr txBox="1">
            <a:spLocks noGrp="1"/>
          </p:cNvSpPr>
          <p:nvPr>
            <p:ph type="title"/>
          </p:nvPr>
        </p:nvSpPr>
        <p:spPr>
          <a:xfrm>
            <a:off x="311725" y="500925"/>
            <a:ext cx="3706500" cy="638100"/>
          </a:xfrm>
          <a:prstGeom prst="rect">
            <a:avLst/>
          </a:prstGeom>
        </p:spPr>
        <p:txBody>
          <a:bodyPr spcFirstLastPara="1" wrap="square" lIns="91425" tIns="91425" rIns="91425" bIns="91425" anchor="ctr"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3" name="Google Shape;23;p4"/>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4" name="Google Shape;24;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4"/>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26" name="Google Shape;26;p4"/>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7"/>
        <p:cNvGrpSpPr/>
        <p:nvPr/>
      </p:nvGrpSpPr>
      <p:grpSpPr>
        <a:xfrm>
          <a:off x="0" y="0"/>
          <a:ext cx="0" cy="0"/>
          <a:chOff x="0" y="0"/>
          <a:chExt cx="0" cy="0"/>
        </a:xfrm>
      </p:grpSpPr>
      <p:sp>
        <p:nvSpPr>
          <p:cNvPr id="28" name="Google Shape;28;p5"/>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0" name="Google Shape;30;p5"/>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1" name="Google Shape;31;p5"/>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2" name="Google Shape;32;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6" name="Google Shape;36;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7"/>
        <p:cNvGrpSpPr/>
        <p:nvPr/>
      </p:nvGrpSpPr>
      <p:grpSpPr>
        <a:xfrm>
          <a:off x="0" y="0"/>
          <a:ext cx="0" cy="0"/>
          <a:chOff x="0" y="0"/>
          <a:chExt cx="0" cy="0"/>
        </a:xfrm>
      </p:grpSpPr>
      <p:sp>
        <p:nvSpPr>
          <p:cNvPr id="38" name="Google Shape;38;p7"/>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40" name="Google Shape;40;p7"/>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41" name="Google Shape;41;p7"/>
          <p:cNvSpPr txBox="1">
            <a:spLocks noGrp="1"/>
          </p:cNvSpPr>
          <p:nvPr>
            <p:ph type="title"/>
          </p:nvPr>
        </p:nvSpPr>
        <p:spPr>
          <a:xfrm>
            <a:off x="5264725" y="500925"/>
            <a:ext cx="3706500" cy="6381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42" name="Google Shape;42;p7"/>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43" name="Google Shape;43;p7"/>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44" name="Google Shape;44;p7"/>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47" name="Google Shape;47;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51" name="Google Shape;51;p9"/>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52" name="Google Shape;52;p9"/>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53" name="Google Shape;5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10"/>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57" name="Google Shape;57;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58"/>
        <p:cNvGrpSpPr/>
        <p:nvPr/>
      </p:nvGrpSpPr>
      <p:grpSpPr>
        <a:xfrm>
          <a:off x="0" y="0"/>
          <a:ext cx="0" cy="0"/>
          <a:chOff x="0" y="0"/>
          <a:chExt cx="0" cy="0"/>
        </a:xfrm>
      </p:grpSpPr>
      <p:sp>
        <p:nvSpPr>
          <p:cNvPr id="59" name="Google Shape;59;p11"/>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Autofit/>
          </a:bodyPr>
          <a:lstStyle>
            <a:lvl1pPr lvl="0">
              <a:spcBef>
                <a:spcPts val="0"/>
              </a:spcBef>
              <a:spcAft>
                <a:spcPts val="0"/>
              </a:spcAft>
              <a:buClr>
                <a:schemeClr val="lt1"/>
              </a:buClr>
              <a:buSzPts val="10000"/>
              <a:buNone/>
              <a:defRPr sz="10000">
                <a:solidFill>
                  <a:schemeClr val="lt1"/>
                </a:solidFill>
              </a:defRPr>
            </a:lvl1pPr>
            <a:lvl2pPr lvl="1">
              <a:spcBef>
                <a:spcPts val="0"/>
              </a:spcBef>
              <a:spcAft>
                <a:spcPts val="0"/>
              </a:spcAft>
              <a:buClr>
                <a:schemeClr val="lt1"/>
              </a:buClr>
              <a:buSzPts val="10000"/>
              <a:buNone/>
              <a:defRPr sz="10000">
                <a:solidFill>
                  <a:schemeClr val="lt1"/>
                </a:solidFill>
              </a:defRPr>
            </a:lvl2pPr>
            <a:lvl3pPr lvl="2">
              <a:spcBef>
                <a:spcPts val="0"/>
              </a:spcBef>
              <a:spcAft>
                <a:spcPts val="0"/>
              </a:spcAft>
              <a:buClr>
                <a:schemeClr val="lt1"/>
              </a:buClr>
              <a:buSzPts val="10000"/>
              <a:buNone/>
              <a:defRPr sz="10000">
                <a:solidFill>
                  <a:schemeClr val="lt1"/>
                </a:solidFill>
              </a:defRPr>
            </a:lvl3pPr>
            <a:lvl4pPr lvl="3">
              <a:spcBef>
                <a:spcPts val="0"/>
              </a:spcBef>
              <a:spcAft>
                <a:spcPts val="0"/>
              </a:spcAft>
              <a:buClr>
                <a:schemeClr val="lt1"/>
              </a:buClr>
              <a:buSzPts val="10000"/>
              <a:buNone/>
              <a:defRPr sz="10000">
                <a:solidFill>
                  <a:schemeClr val="lt1"/>
                </a:solidFill>
              </a:defRPr>
            </a:lvl4pPr>
            <a:lvl5pPr lvl="4">
              <a:spcBef>
                <a:spcPts val="0"/>
              </a:spcBef>
              <a:spcAft>
                <a:spcPts val="0"/>
              </a:spcAft>
              <a:buClr>
                <a:schemeClr val="lt1"/>
              </a:buClr>
              <a:buSzPts val="10000"/>
              <a:buNone/>
              <a:defRPr sz="10000">
                <a:solidFill>
                  <a:schemeClr val="lt1"/>
                </a:solidFill>
              </a:defRPr>
            </a:lvl5pPr>
            <a:lvl6pPr lvl="5">
              <a:spcBef>
                <a:spcPts val="0"/>
              </a:spcBef>
              <a:spcAft>
                <a:spcPts val="0"/>
              </a:spcAft>
              <a:buClr>
                <a:schemeClr val="lt1"/>
              </a:buClr>
              <a:buSzPts val="10000"/>
              <a:buNone/>
              <a:defRPr sz="10000">
                <a:solidFill>
                  <a:schemeClr val="lt1"/>
                </a:solidFill>
              </a:defRPr>
            </a:lvl6pPr>
            <a:lvl7pPr lvl="6">
              <a:spcBef>
                <a:spcPts val="0"/>
              </a:spcBef>
              <a:spcAft>
                <a:spcPts val="0"/>
              </a:spcAft>
              <a:buClr>
                <a:schemeClr val="lt1"/>
              </a:buClr>
              <a:buSzPts val="10000"/>
              <a:buNone/>
              <a:defRPr sz="10000">
                <a:solidFill>
                  <a:schemeClr val="lt1"/>
                </a:solidFill>
              </a:defRPr>
            </a:lvl7pPr>
            <a:lvl8pPr lvl="7">
              <a:spcBef>
                <a:spcPts val="0"/>
              </a:spcBef>
              <a:spcAft>
                <a:spcPts val="0"/>
              </a:spcAft>
              <a:buClr>
                <a:schemeClr val="lt1"/>
              </a:buClr>
              <a:buSzPts val="10000"/>
              <a:buNone/>
              <a:defRPr sz="10000">
                <a:solidFill>
                  <a:schemeClr val="lt1"/>
                </a:solidFill>
              </a:defRPr>
            </a:lvl8pPr>
            <a:lvl9pPr lvl="8">
              <a:spcBef>
                <a:spcPts val="0"/>
              </a:spcBef>
              <a:spcAft>
                <a:spcPts val="0"/>
              </a:spcAft>
              <a:buClr>
                <a:schemeClr val="lt1"/>
              </a:buClr>
              <a:buSzPts val="10000"/>
              <a:buNone/>
              <a:defRPr sz="10000">
                <a:solidFill>
                  <a:schemeClr val="lt1"/>
                </a:solidFill>
              </a:defRPr>
            </a:lvl9pPr>
          </a:lstStyle>
          <a:p>
            <a:r>
              <a:t>xx%</a:t>
            </a:r>
          </a:p>
        </p:txBody>
      </p:sp>
      <p:sp>
        <p:nvSpPr>
          <p:cNvPr id="60" name="Google Shape;60;p11"/>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Clr>
                <a:schemeClr val="accent2"/>
              </a:buClr>
              <a:buSzPts val="1300"/>
              <a:buChar char="●"/>
              <a:defRPr>
                <a:solidFill>
                  <a:schemeClr val="accent2"/>
                </a:solidFill>
              </a:defRPr>
            </a:lvl1pPr>
            <a:lvl2pPr marL="914400" lvl="1" indent="-298450">
              <a:spcBef>
                <a:spcPts val="1600"/>
              </a:spcBef>
              <a:spcAft>
                <a:spcPts val="0"/>
              </a:spcAft>
              <a:buClr>
                <a:schemeClr val="accent2"/>
              </a:buClr>
              <a:buSzPts val="1100"/>
              <a:buChar char="○"/>
              <a:defRPr>
                <a:solidFill>
                  <a:schemeClr val="accent2"/>
                </a:solidFill>
              </a:defRPr>
            </a:lvl2pPr>
            <a:lvl3pPr marL="1371600" lvl="2" indent="-298450">
              <a:spcBef>
                <a:spcPts val="1600"/>
              </a:spcBef>
              <a:spcAft>
                <a:spcPts val="0"/>
              </a:spcAft>
              <a:buClr>
                <a:schemeClr val="accent2"/>
              </a:buClr>
              <a:buSzPts val="1100"/>
              <a:buChar char="■"/>
              <a:defRPr>
                <a:solidFill>
                  <a:schemeClr val="accent2"/>
                </a:solidFill>
              </a:defRPr>
            </a:lvl3pPr>
            <a:lvl4pPr marL="1828800" lvl="3" indent="-298450">
              <a:spcBef>
                <a:spcPts val="1600"/>
              </a:spcBef>
              <a:spcAft>
                <a:spcPts val="0"/>
              </a:spcAft>
              <a:buClr>
                <a:schemeClr val="accent2"/>
              </a:buClr>
              <a:buSzPts val="1100"/>
              <a:buChar char="●"/>
              <a:defRPr>
                <a:solidFill>
                  <a:schemeClr val="accent2"/>
                </a:solidFill>
              </a:defRPr>
            </a:lvl4pPr>
            <a:lvl5pPr marL="2286000" lvl="4" indent="-298450">
              <a:spcBef>
                <a:spcPts val="1600"/>
              </a:spcBef>
              <a:spcAft>
                <a:spcPts val="0"/>
              </a:spcAft>
              <a:buClr>
                <a:schemeClr val="accent2"/>
              </a:buClr>
              <a:buSzPts val="1100"/>
              <a:buChar char="○"/>
              <a:defRPr>
                <a:solidFill>
                  <a:schemeClr val="accent2"/>
                </a:solidFill>
              </a:defRPr>
            </a:lvl5pPr>
            <a:lvl6pPr marL="2743200" lvl="5" indent="-298450">
              <a:spcBef>
                <a:spcPts val="1600"/>
              </a:spcBef>
              <a:spcAft>
                <a:spcPts val="0"/>
              </a:spcAft>
              <a:buClr>
                <a:schemeClr val="accent2"/>
              </a:buClr>
              <a:buSzPts val="1100"/>
              <a:buChar char="■"/>
              <a:defRPr>
                <a:solidFill>
                  <a:schemeClr val="accent2"/>
                </a:solidFill>
              </a:defRPr>
            </a:lvl6pPr>
            <a:lvl7pPr marL="3200400" lvl="6" indent="-298450">
              <a:spcBef>
                <a:spcPts val="1600"/>
              </a:spcBef>
              <a:spcAft>
                <a:spcPts val="0"/>
              </a:spcAft>
              <a:buClr>
                <a:schemeClr val="accent2"/>
              </a:buClr>
              <a:buSzPts val="1100"/>
              <a:buChar char="●"/>
              <a:defRPr>
                <a:solidFill>
                  <a:schemeClr val="accent2"/>
                </a:solidFill>
              </a:defRPr>
            </a:lvl7pPr>
            <a:lvl8pPr marL="3657600" lvl="7" indent="-298450">
              <a:spcBef>
                <a:spcPts val="1600"/>
              </a:spcBef>
              <a:spcAft>
                <a:spcPts val="0"/>
              </a:spcAft>
              <a:buClr>
                <a:schemeClr val="accent2"/>
              </a:buClr>
              <a:buSzPts val="1100"/>
              <a:buChar char="○"/>
              <a:defRPr>
                <a:solidFill>
                  <a:schemeClr val="accent2"/>
                </a:solidFill>
              </a:defRPr>
            </a:lvl8pPr>
            <a:lvl9pPr marL="4114800" lvl="8" indent="-298450">
              <a:spcBef>
                <a:spcPts val="1600"/>
              </a:spcBef>
              <a:spcAft>
                <a:spcPts val="1600"/>
              </a:spcAft>
              <a:buClr>
                <a:schemeClr val="accent2"/>
              </a:buClr>
              <a:buSzPts val="1100"/>
              <a:buChar char="■"/>
              <a:defRPr>
                <a:solidFill>
                  <a:schemeClr val="accent2"/>
                </a:solidFill>
              </a:defRPr>
            </a:lvl9pPr>
          </a:lstStyle>
          <a:p>
            <a:endParaRPr/>
          </a:p>
        </p:txBody>
      </p:sp>
      <p:sp>
        <p:nvSpPr>
          <p:cNvPr id="61" name="Google Shape;61;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
        <p:cNvGrpSpPr/>
        <p:nvPr/>
      </p:nvGrpSpPr>
      <p:grpSpPr>
        <a:xfrm>
          <a:off x="0" y="0"/>
          <a:ext cx="0" cy="0"/>
          <a:chOff x="0" y="0"/>
          <a:chExt cx="0" cy="0"/>
        </a:xfrm>
      </p:grpSpPr>
      <p:sp>
        <p:nvSpPr>
          <p:cNvPr id="63" name="Google Shape;63;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64"/>
        <p:cNvGrpSpPr/>
        <p:nvPr/>
      </p:nvGrpSpPr>
      <p:grpSpPr>
        <a:xfrm>
          <a:off x="0" y="0"/>
          <a:ext cx="0" cy="0"/>
          <a:chOff x="0" y="0"/>
          <a:chExt cx="0" cy="0"/>
        </a:xfrm>
      </p:grpSpPr>
      <p:sp>
        <p:nvSpPr>
          <p:cNvPr id="65" name="Google Shape;65;p13"/>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3"/>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7" name="Google Shape;67;p13"/>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68" name="Google Shape;68;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69"/>
        <p:cNvGrpSpPr/>
        <p:nvPr/>
      </p:nvGrpSpPr>
      <p:grpSpPr>
        <a:xfrm>
          <a:off x="0" y="0"/>
          <a:ext cx="0" cy="0"/>
          <a:chOff x="0" y="0"/>
          <a:chExt cx="0" cy="0"/>
        </a:xfrm>
      </p:grpSpPr>
      <p:sp>
        <p:nvSpPr>
          <p:cNvPr id="70" name="Google Shape;7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1" name="Google Shape;7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72" name="Google Shape;72;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rgbClr val="FFFFFF"/>
        </a:solidFill>
        <a:effectLst/>
      </p:bgPr>
    </p:bg>
    <p:spTree>
      <p:nvGrpSpPr>
        <p:cNvPr id="1" name="Shape 73"/>
        <p:cNvGrpSpPr/>
        <p:nvPr/>
      </p:nvGrpSpPr>
      <p:grpSpPr>
        <a:xfrm>
          <a:off x="0" y="0"/>
          <a:ext cx="0" cy="0"/>
          <a:chOff x="0" y="0"/>
          <a:chExt cx="0" cy="0"/>
        </a:xfrm>
      </p:grpSpPr>
      <p:sp>
        <p:nvSpPr>
          <p:cNvPr id="74" name="Google Shape;74;p15"/>
          <p:cNvSpPr txBox="1">
            <a:spLocks noGrp="1"/>
          </p:cNvSpPr>
          <p:nvPr>
            <p:ph type="title"/>
          </p:nvPr>
        </p:nvSpPr>
        <p:spPr>
          <a:xfrm>
            <a:off x="340660" y="30698"/>
            <a:ext cx="8449200" cy="636000"/>
          </a:xfrm>
          <a:prstGeom prst="rect">
            <a:avLst/>
          </a:prstGeom>
          <a:noFill/>
          <a:ln>
            <a:noFill/>
          </a:ln>
        </p:spPr>
        <p:txBody>
          <a:bodyPr spcFirstLastPara="1" wrap="square" lIns="68575" tIns="34275" rIns="68575" bIns="34275" anchor="ctr" anchorCtr="0">
            <a:normAutofit/>
          </a:bodyPr>
          <a:lstStyle>
            <a:lvl1pPr lvl="0" algn="l" rtl="0">
              <a:lnSpc>
                <a:spcPct val="90000"/>
              </a:lnSpc>
              <a:spcBef>
                <a:spcPts val="0"/>
              </a:spcBef>
              <a:spcAft>
                <a:spcPts val="0"/>
              </a:spcAft>
              <a:buClr>
                <a:schemeClr val="dk2"/>
              </a:buClr>
              <a:buSzPts val="3300"/>
              <a:buFont typeface="Calibri"/>
              <a:buNone/>
              <a:defRPr b="1">
                <a:solidFill>
                  <a:schemeClr val="dk2"/>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5"/>
          <p:cNvSpPr txBox="1">
            <a:spLocks noGrp="1"/>
          </p:cNvSpPr>
          <p:nvPr>
            <p:ph type="body" idx="1"/>
          </p:nvPr>
        </p:nvSpPr>
        <p:spPr>
          <a:xfrm>
            <a:off x="340660" y="884286"/>
            <a:ext cx="8449200" cy="4156800"/>
          </a:xfrm>
          <a:prstGeom prst="rect">
            <a:avLst/>
          </a:prstGeom>
          <a:noFill/>
          <a:ln>
            <a:noFill/>
          </a:ln>
        </p:spPr>
        <p:txBody>
          <a:bodyPr spcFirstLastPara="1" wrap="square" lIns="68575" tIns="34275" rIns="68575" bIns="34275" anchor="t" anchorCtr="0">
            <a:normAutofit/>
          </a:bodyPr>
          <a:lstStyle>
            <a:lvl1pPr marL="457200" lvl="0" indent="-349250" algn="l" rtl="0">
              <a:lnSpc>
                <a:spcPct val="90000"/>
              </a:lnSpc>
              <a:spcBef>
                <a:spcPts val="800"/>
              </a:spcBef>
              <a:spcAft>
                <a:spcPts val="0"/>
              </a:spcAft>
              <a:buClr>
                <a:schemeClr val="dk1"/>
              </a:buClr>
              <a:buSzPts val="1900"/>
              <a:buFont typeface="Calibri"/>
              <a:buChar char="●"/>
              <a:defRPr sz="2100"/>
            </a:lvl1pPr>
            <a:lvl2pPr marL="914400" lvl="1" indent="-330200" algn="l" rtl="0">
              <a:lnSpc>
                <a:spcPct val="90000"/>
              </a:lnSpc>
              <a:spcBef>
                <a:spcPts val="1600"/>
              </a:spcBef>
              <a:spcAft>
                <a:spcPts val="0"/>
              </a:spcAft>
              <a:buClr>
                <a:schemeClr val="dk1"/>
              </a:buClr>
              <a:buSzPts val="1600"/>
              <a:buFont typeface="Courier New"/>
              <a:buChar char="o"/>
              <a:defRPr sz="1800"/>
            </a:lvl2pPr>
            <a:lvl3pPr marL="1371600" lvl="2" indent="-323850" algn="l" rtl="0">
              <a:lnSpc>
                <a:spcPct val="90000"/>
              </a:lnSpc>
              <a:spcBef>
                <a:spcPts val="1600"/>
              </a:spcBef>
              <a:spcAft>
                <a:spcPts val="0"/>
              </a:spcAft>
              <a:buClr>
                <a:schemeClr val="dk1"/>
              </a:buClr>
              <a:buSzPts val="1500"/>
              <a:buFont typeface="Noto Sans Symbols"/>
              <a:buChar char="▪"/>
              <a:defRPr sz="1500"/>
            </a:lvl3pPr>
            <a:lvl4pPr marL="1828800" lvl="3" indent="-317500" algn="l" rtl="0">
              <a:lnSpc>
                <a:spcPct val="90000"/>
              </a:lnSpc>
              <a:spcBef>
                <a:spcPts val="1600"/>
              </a:spcBef>
              <a:spcAft>
                <a:spcPts val="0"/>
              </a:spcAft>
              <a:buClr>
                <a:schemeClr val="dk1"/>
              </a:buClr>
              <a:buSzPts val="1400"/>
              <a:buFont typeface="Calibri"/>
              <a:buChar char="▫"/>
              <a:defRPr sz="1400"/>
            </a:lvl4pPr>
            <a:lvl5pPr marL="2286000" lvl="4" indent="-298450" algn="l" rtl="0">
              <a:lnSpc>
                <a:spcPct val="90000"/>
              </a:lnSpc>
              <a:spcBef>
                <a:spcPts val="1600"/>
              </a:spcBef>
              <a:spcAft>
                <a:spcPts val="0"/>
              </a:spcAft>
              <a:buClr>
                <a:schemeClr val="dk1"/>
              </a:buClr>
              <a:buSzPts val="1100"/>
              <a:buChar char="○"/>
              <a:defRPr sz="1100"/>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cxnSp>
        <p:nvCxnSpPr>
          <p:cNvPr id="76" name="Google Shape;76;p15"/>
          <p:cNvCxnSpPr/>
          <p:nvPr/>
        </p:nvCxnSpPr>
        <p:spPr>
          <a:xfrm>
            <a:off x="340660" y="690167"/>
            <a:ext cx="8449200" cy="0"/>
          </a:xfrm>
          <a:prstGeom prst="straightConnector1">
            <a:avLst/>
          </a:prstGeom>
          <a:noFill/>
          <a:ln w="63500" cap="flat" cmpd="thickThin">
            <a:solidFill>
              <a:schemeClr val="lt2"/>
            </a:solidFill>
            <a:prstDash val="solid"/>
            <a:miter lim="800000"/>
            <a:headEnd type="none" w="sm" len="sm"/>
            <a:tailEnd type="none" w="sm" len="sm"/>
          </a:ln>
        </p:spPr>
      </p:cxnSp>
      <p:sp>
        <p:nvSpPr>
          <p:cNvPr id="77" name="Google Shape;77;p15"/>
          <p:cNvSpPr txBox="1">
            <a:spLocks noGrp="1"/>
          </p:cNvSpPr>
          <p:nvPr>
            <p:ph type="body" idx="2"/>
          </p:nvPr>
        </p:nvSpPr>
        <p:spPr>
          <a:xfrm>
            <a:off x="9155430" y="150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78" name="Google Shape;78;p15"/>
          <p:cNvSpPr txBox="1">
            <a:spLocks noGrp="1"/>
          </p:cNvSpPr>
          <p:nvPr>
            <p:ph type="body" idx="3"/>
          </p:nvPr>
        </p:nvSpPr>
        <p:spPr>
          <a:xfrm>
            <a:off x="9155430" y="21898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79" name="Google Shape;79;p15"/>
          <p:cNvSpPr txBox="1">
            <a:spLocks noGrp="1"/>
          </p:cNvSpPr>
          <p:nvPr>
            <p:ph type="body" idx="4"/>
          </p:nvPr>
        </p:nvSpPr>
        <p:spPr>
          <a:xfrm>
            <a:off x="9155430" y="443452"/>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0" name="Google Shape;80;p15"/>
          <p:cNvSpPr txBox="1">
            <a:spLocks noGrp="1"/>
          </p:cNvSpPr>
          <p:nvPr>
            <p:ph type="body" idx="5"/>
          </p:nvPr>
        </p:nvSpPr>
        <p:spPr>
          <a:xfrm>
            <a:off x="9155430" y="666804"/>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1" name="Google Shape;81;p15"/>
          <p:cNvSpPr txBox="1">
            <a:spLocks noGrp="1"/>
          </p:cNvSpPr>
          <p:nvPr>
            <p:ph type="body" idx="6"/>
          </p:nvPr>
        </p:nvSpPr>
        <p:spPr>
          <a:xfrm>
            <a:off x="9155430" y="884285"/>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2" name="Google Shape;82;p15"/>
          <p:cNvSpPr txBox="1">
            <a:spLocks noGrp="1"/>
          </p:cNvSpPr>
          <p:nvPr>
            <p:ph type="body" idx="7"/>
          </p:nvPr>
        </p:nvSpPr>
        <p:spPr>
          <a:xfrm>
            <a:off x="9155430" y="1128365"/>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3" name="Google Shape;83;p15"/>
          <p:cNvSpPr txBox="1">
            <a:spLocks noGrp="1"/>
          </p:cNvSpPr>
          <p:nvPr>
            <p:ph type="body" idx="8"/>
          </p:nvPr>
        </p:nvSpPr>
        <p:spPr>
          <a:xfrm>
            <a:off x="9155430" y="136614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4" name="Google Shape;84;p15"/>
          <p:cNvSpPr txBox="1">
            <a:spLocks noGrp="1"/>
          </p:cNvSpPr>
          <p:nvPr>
            <p:ph type="body" idx="9"/>
          </p:nvPr>
        </p:nvSpPr>
        <p:spPr>
          <a:xfrm>
            <a:off x="9155430" y="1603799"/>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5" name="Google Shape;85;p15"/>
          <p:cNvSpPr txBox="1">
            <a:spLocks noGrp="1"/>
          </p:cNvSpPr>
          <p:nvPr>
            <p:ph type="body" idx="13"/>
          </p:nvPr>
        </p:nvSpPr>
        <p:spPr>
          <a:xfrm>
            <a:off x="9155430" y="1841577"/>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6" name="Google Shape;86;p15"/>
          <p:cNvSpPr txBox="1">
            <a:spLocks noGrp="1"/>
          </p:cNvSpPr>
          <p:nvPr>
            <p:ph type="body" idx="14"/>
          </p:nvPr>
        </p:nvSpPr>
        <p:spPr>
          <a:xfrm>
            <a:off x="9155430" y="2072525"/>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7" name="Google Shape;87;p15"/>
          <p:cNvSpPr txBox="1">
            <a:spLocks noGrp="1"/>
          </p:cNvSpPr>
          <p:nvPr>
            <p:ph type="body" idx="15"/>
          </p:nvPr>
        </p:nvSpPr>
        <p:spPr>
          <a:xfrm>
            <a:off x="9155430" y="230876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8" name="Google Shape;88;p15"/>
          <p:cNvSpPr txBox="1">
            <a:spLocks noGrp="1"/>
          </p:cNvSpPr>
          <p:nvPr>
            <p:ph type="body" idx="16"/>
          </p:nvPr>
        </p:nvSpPr>
        <p:spPr>
          <a:xfrm>
            <a:off x="9155430" y="253444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9" name="Google Shape;89;p15"/>
          <p:cNvSpPr txBox="1">
            <a:spLocks noGrp="1"/>
          </p:cNvSpPr>
          <p:nvPr>
            <p:ph type="body" idx="17"/>
          </p:nvPr>
        </p:nvSpPr>
        <p:spPr>
          <a:xfrm>
            <a:off x="9155430" y="2758777"/>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0" name="Google Shape;90;p15"/>
          <p:cNvSpPr txBox="1">
            <a:spLocks noGrp="1"/>
          </p:cNvSpPr>
          <p:nvPr>
            <p:ph type="body" idx="18"/>
          </p:nvPr>
        </p:nvSpPr>
        <p:spPr>
          <a:xfrm>
            <a:off x="9155430" y="298179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1" name="Google Shape;91;p15"/>
          <p:cNvSpPr txBox="1">
            <a:spLocks noGrp="1"/>
          </p:cNvSpPr>
          <p:nvPr>
            <p:ph type="body" idx="19"/>
          </p:nvPr>
        </p:nvSpPr>
        <p:spPr>
          <a:xfrm>
            <a:off x="9155430" y="3212404"/>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2" name="Google Shape;92;p15"/>
          <p:cNvSpPr txBox="1">
            <a:spLocks noGrp="1"/>
          </p:cNvSpPr>
          <p:nvPr>
            <p:ph type="body" idx="20"/>
          </p:nvPr>
        </p:nvSpPr>
        <p:spPr>
          <a:xfrm>
            <a:off x="9155430" y="343674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3" name="Google Shape;93;p15"/>
          <p:cNvSpPr txBox="1">
            <a:spLocks noGrp="1"/>
          </p:cNvSpPr>
          <p:nvPr>
            <p:ph type="body" idx="21"/>
          </p:nvPr>
        </p:nvSpPr>
        <p:spPr>
          <a:xfrm>
            <a:off x="9155430" y="366795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4" name="Google Shape;94;p15"/>
          <p:cNvSpPr txBox="1">
            <a:spLocks noGrp="1"/>
          </p:cNvSpPr>
          <p:nvPr>
            <p:ph type="body" idx="22"/>
          </p:nvPr>
        </p:nvSpPr>
        <p:spPr>
          <a:xfrm>
            <a:off x="9155430" y="3911729"/>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5" name="Google Shape;95;p15"/>
          <p:cNvSpPr txBox="1">
            <a:spLocks noGrp="1"/>
          </p:cNvSpPr>
          <p:nvPr>
            <p:ph type="body" idx="23"/>
          </p:nvPr>
        </p:nvSpPr>
        <p:spPr>
          <a:xfrm>
            <a:off x="9155430" y="414859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6" name="Google Shape;96;p15"/>
          <p:cNvSpPr txBox="1">
            <a:spLocks noGrp="1"/>
          </p:cNvSpPr>
          <p:nvPr>
            <p:ph type="body" idx="24"/>
          </p:nvPr>
        </p:nvSpPr>
        <p:spPr>
          <a:xfrm>
            <a:off x="9155430" y="437292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7" name="Google Shape;97;p15"/>
          <p:cNvSpPr txBox="1">
            <a:spLocks noGrp="1"/>
          </p:cNvSpPr>
          <p:nvPr>
            <p:ph type="body" idx="25"/>
          </p:nvPr>
        </p:nvSpPr>
        <p:spPr>
          <a:xfrm>
            <a:off x="9155430" y="4591789"/>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8" name="Google Shape;98;p15"/>
          <p:cNvSpPr txBox="1">
            <a:spLocks noGrp="1"/>
          </p:cNvSpPr>
          <p:nvPr>
            <p:ph type="body" idx="26"/>
          </p:nvPr>
        </p:nvSpPr>
        <p:spPr>
          <a:xfrm>
            <a:off x="-2811780" y="150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9" name="Google Shape;99;p15"/>
          <p:cNvSpPr txBox="1">
            <a:spLocks noGrp="1"/>
          </p:cNvSpPr>
          <p:nvPr>
            <p:ph type="body" idx="27"/>
          </p:nvPr>
        </p:nvSpPr>
        <p:spPr>
          <a:xfrm>
            <a:off x="-2811780" y="21898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0" name="Google Shape;100;p15"/>
          <p:cNvSpPr txBox="1">
            <a:spLocks noGrp="1"/>
          </p:cNvSpPr>
          <p:nvPr>
            <p:ph type="body" idx="28"/>
          </p:nvPr>
        </p:nvSpPr>
        <p:spPr>
          <a:xfrm>
            <a:off x="-2811780" y="443452"/>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1" name="Google Shape;101;p15"/>
          <p:cNvSpPr txBox="1">
            <a:spLocks noGrp="1"/>
          </p:cNvSpPr>
          <p:nvPr>
            <p:ph type="body" idx="29"/>
          </p:nvPr>
        </p:nvSpPr>
        <p:spPr>
          <a:xfrm>
            <a:off x="-2811780" y="666804"/>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2" name="Google Shape;102;p15"/>
          <p:cNvSpPr txBox="1">
            <a:spLocks noGrp="1"/>
          </p:cNvSpPr>
          <p:nvPr>
            <p:ph type="body" idx="30"/>
          </p:nvPr>
        </p:nvSpPr>
        <p:spPr>
          <a:xfrm>
            <a:off x="-2811780" y="884285"/>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3" name="Google Shape;103;p15"/>
          <p:cNvSpPr txBox="1">
            <a:spLocks noGrp="1"/>
          </p:cNvSpPr>
          <p:nvPr>
            <p:ph type="body" idx="31"/>
          </p:nvPr>
        </p:nvSpPr>
        <p:spPr>
          <a:xfrm>
            <a:off x="-2811780" y="1128365"/>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4" name="Google Shape;104;p15"/>
          <p:cNvSpPr txBox="1">
            <a:spLocks noGrp="1"/>
          </p:cNvSpPr>
          <p:nvPr>
            <p:ph type="body" idx="32"/>
          </p:nvPr>
        </p:nvSpPr>
        <p:spPr>
          <a:xfrm>
            <a:off x="-2811780" y="136614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5" name="Google Shape;105;p15"/>
          <p:cNvSpPr txBox="1">
            <a:spLocks noGrp="1"/>
          </p:cNvSpPr>
          <p:nvPr>
            <p:ph type="body" idx="33"/>
          </p:nvPr>
        </p:nvSpPr>
        <p:spPr>
          <a:xfrm>
            <a:off x="-2811780" y="1603799"/>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6" name="Google Shape;106;p15"/>
          <p:cNvSpPr txBox="1">
            <a:spLocks noGrp="1"/>
          </p:cNvSpPr>
          <p:nvPr>
            <p:ph type="body" idx="34"/>
          </p:nvPr>
        </p:nvSpPr>
        <p:spPr>
          <a:xfrm>
            <a:off x="-2811780" y="1841577"/>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7" name="Google Shape;107;p15"/>
          <p:cNvSpPr txBox="1">
            <a:spLocks noGrp="1"/>
          </p:cNvSpPr>
          <p:nvPr>
            <p:ph type="body" idx="35"/>
          </p:nvPr>
        </p:nvSpPr>
        <p:spPr>
          <a:xfrm>
            <a:off x="-2811780" y="2072525"/>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8" name="Google Shape;108;p15"/>
          <p:cNvSpPr txBox="1">
            <a:spLocks noGrp="1"/>
          </p:cNvSpPr>
          <p:nvPr>
            <p:ph type="body" idx="36"/>
          </p:nvPr>
        </p:nvSpPr>
        <p:spPr>
          <a:xfrm>
            <a:off x="-2811780" y="230876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9" name="Google Shape;109;p15"/>
          <p:cNvSpPr txBox="1">
            <a:spLocks noGrp="1"/>
          </p:cNvSpPr>
          <p:nvPr>
            <p:ph type="body" idx="37"/>
          </p:nvPr>
        </p:nvSpPr>
        <p:spPr>
          <a:xfrm>
            <a:off x="-2811780" y="253444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0" name="Google Shape;110;p15"/>
          <p:cNvSpPr txBox="1">
            <a:spLocks noGrp="1"/>
          </p:cNvSpPr>
          <p:nvPr>
            <p:ph type="body" idx="38"/>
          </p:nvPr>
        </p:nvSpPr>
        <p:spPr>
          <a:xfrm>
            <a:off x="-2811780" y="2758777"/>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1" name="Google Shape;111;p15"/>
          <p:cNvSpPr txBox="1">
            <a:spLocks noGrp="1"/>
          </p:cNvSpPr>
          <p:nvPr>
            <p:ph type="body" idx="39"/>
          </p:nvPr>
        </p:nvSpPr>
        <p:spPr>
          <a:xfrm>
            <a:off x="-2811780" y="298179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2" name="Google Shape;112;p15"/>
          <p:cNvSpPr txBox="1">
            <a:spLocks noGrp="1"/>
          </p:cNvSpPr>
          <p:nvPr>
            <p:ph type="body" idx="40"/>
          </p:nvPr>
        </p:nvSpPr>
        <p:spPr>
          <a:xfrm>
            <a:off x="-2811780" y="3212404"/>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3" name="Google Shape;113;p15"/>
          <p:cNvSpPr txBox="1">
            <a:spLocks noGrp="1"/>
          </p:cNvSpPr>
          <p:nvPr>
            <p:ph type="body" idx="41"/>
          </p:nvPr>
        </p:nvSpPr>
        <p:spPr>
          <a:xfrm>
            <a:off x="-2811780" y="343674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4" name="Google Shape;114;p15"/>
          <p:cNvSpPr txBox="1">
            <a:spLocks noGrp="1"/>
          </p:cNvSpPr>
          <p:nvPr>
            <p:ph type="body" idx="42"/>
          </p:nvPr>
        </p:nvSpPr>
        <p:spPr>
          <a:xfrm>
            <a:off x="-2811780" y="366795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5" name="Google Shape;115;p15"/>
          <p:cNvSpPr txBox="1">
            <a:spLocks noGrp="1"/>
          </p:cNvSpPr>
          <p:nvPr>
            <p:ph type="body" idx="43"/>
          </p:nvPr>
        </p:nvSpPr>
        <p:spPr>
          <a:xfrm>
            <a:off x="-2811780" y="3911729"/>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6" name="Google Shape;116;p15"/>
          <p:cNvSpPr txBox="1">
            <a:spLocks noGrp="1"/>
          </p:cNvSpPr>
          <p:nvPr>
            <p:ph type="body" idx="44"/>
          </p:nvPr>
        </p:nvSpPr>
        <p:spPr>
          <a:xfrm>
            <a:off x="-2811780" y="414859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7" name="Google Shape;117;p15"/>
          <p:cNvSpPr txBox="1">
            <a:spLocks noGrp="1"/>
          </p:cNvSpPr>
          <p:nvPr>
            <p:ph type="body" idx="45"/>
          </p:nvPr>
        </p:nvSpPr>
        <p:spPr>
          <a:xfrm>
            <a:off x="-2811780" y="437292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8" name="Google Shape;118;p15"/>
          <p:cNvSpPr txBox="1">
            <a:spLocks noGrp="1"/>
          </p:cNvSpPr>
          <p:nvPr>
            <p:ph type="body" idx="46"/>
          </p:nvPr>
        </p:nvSpPr>
        <p:spPr>
          <a:xfrm>
            <a:off x="-2811780" y="4591789"/>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7">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7">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8">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8">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8">
                                            <p:txEl>
                                              <p:pRg st="2" end="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8">
                                            <p:txEl>
                                              <p:pRg st="3" end="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8">
                                            <p:txEl>
                                              <p:pRg st="4" end="4"/>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78">
                                            <p:txEl>
                                              <p:pRg st="5" end="5"/>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78">
                                            <p:txEl>
                                              <p:pRg st="6" end="6"/>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78">
                                            <p:txEl>
                                              <p:pRg st="7" end="7"/>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78">
                                            <p:txEl>
                                              <p:pRg st="8" end="8"/>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79">
                                            <p:txEl>
                                              <p:pRg st="0" end="0"/>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79">
                                            <p:txEl>
                                              <p:pRg st="1" end="1"/>
                                            </p:txEl>
                                          </p:spTgt>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79">
                                            <p:txEl>
                                              <p:pRg st="2" end="2"/>
                                            </p:txEl>
                                          </p:spTgt>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79">
                                            <p:txEl>
                                              <p:pRg st="3" end="3"/>
                                            </p:txEl>
                                          </p:spTgt>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nodeType="clickEffect">
                                  <p:stCondLst>
                                    <p:cond delay="0"/>
                                  </p:stCondLst>
                                  <p:childTnLst>
                                    <p:set>
                                      <p:cBhvr>
                                        <p:cTn id="94" dur="1" fill="hold">
                                          <p:stCondLst>
                                            <p:cond delay="0"/>
                                          </p:stCondLst>
                                        </p:cTn>
                                        <p:tgtEl>
                                          <p:spTgt spid="79">
                                            <p:txEl>
                                              <p:pRg st="4" end="4"/>
                                            </p:txEl>
                                          </p:spTgt>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nodeType="clickEffect">
                                  <p:stCondLst>
                                    <p:cond delay="0"/>
                                  </p:stCondLst>
                                  <p:childTnLst>
                                    <p:set>
                                      <p:cBhvr>
                                        <p:cTn id="98" dur="1" fill="hold">
                                          <p:stCondLst>
                                            <p:cond delay="0"/>
                                          </p:stCondLst>
                                        </p:cTn>
                                        <p:tgtEl>
                                          <p:spTgt spid="79">
                                            <p:txEl>
                                              <p:pRg st="5" end="5"/>
                                            </p:txEl>
                                          </p:spTgt>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79">
                                            <p:txEl>
                                              <p:pRg st="6" end="6"/>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nodeType="clickEffect">
                                  <p:stCondLst>
                                    <p:cond delay="0"/>
                                  </p:stCondLst>
                                  <p:childTnLst>
                                    <p:set>
                                      <p:cBhvr>
                                        <p:cTn id="106" dur="1" fill="hold">
                                          <p:stCondLst>
                                            <p:cond delay="0"/>
                                          </p:stCondLst>
                                        </p:cTn>
                                        <p:tgtEl>
                                          <p:spTgt spid="79">
                                            <p:txEl>
                                              <p:pRg st="7" end="7"/>
                                            </p:txEl>
                                          </p:spTgt>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79">
                                            <p:txEl>
                                              <p:pRg st="8" end="8"/>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nodeType="clickEffect">
                                  <p:stCondLst>
                                    <p:cond delay="0"/>
                                  </p:stCondLst>
                                  <p:childTnLst>
                                    <p:set>
                                      <p:cBhvr>
                                        <p:cTn id="114" dur="1" fill="hold">
                                          <p:stCondLst>
                                            <p:cond delay="0"/>
                                          </p:stCondLst>
                                        </p:cTn>
                                        <p:tgtEl>
                                          <p:spTgt spid="80">
                                            <p:txEl>
                                              <p:pRg st="0" end="0"/>
                                            </p:txEl>
                                          </p:spTgt>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nodeType="clickEffect">
                                  <p:stCondLst>
                                    <p:cond delay="0"/>
                                  </p:stCondLst>
                                  <p:childTnLst>
                                    <p:set>
                                      <p:cBhvr>
                                        <p:cTn id="118" dur="1" fill="hold">
                                          <p:stCondLst>
                                            <p:cond delay="0"/>
                                          </p:stCondLst>
                                        </p:cTn>
                                        <p:tgtEl>
                                          <p:spTgt spid="80">
                                            <p:txEl>
                                              <p:pRg st="1" end="1"/>
                                            </p:txEl>
                                          </p:spTgt>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80">
                                            <p:txEl>
                                              <p:pRg st="2" end="2"/>
                                            </p:txEl>
                                          </p:spTgt>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nodeType="clickEffect">
                                  <p:stCondLst>
                                    <p:cond delay="0"/>
                                  </p:stCondLst>
                                  <p:childTnLst>
                                    <p:set>
                                      <p:cBhvr>
                                        <p:cTn id="126" dur="1" fill="hold">
                                          <p:stCondLst>
                                            <p:cond delay="0"/>
                                          </p:stCondLst>
                                        </p:cTn>
                                        <p:tgtEl>
                                          <p:spTgt spid="80">
                                            <p:txEl>
                                              <p:pRg st="3" end="3"/>
                                            </p:txEl>
                                          </p:spTgt>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ntr" presetSubtype="0" fill="hold" nodeType="clickEffect">
                                  <p:stCondLst>
                                    <p:cond delay="0"/>
                                  </p:stCondLst>
                                  <p:childTnLst>
                                    <p:set>
                                      <p:cBhvr>
                                        <p:cTn id="130" dur="1" fill="hold">
                                          <p:stCondLst>
                                            <p:cond delay="0"/>
                                          </p:stCondLst>
                                        </p:cTn>
                                        <p:tgtEl>
                                          <p:spTgt spid="80">
                                            <p:txEl>
                                              <p:pRg st="4" end="4"/>
                                            </p:txEl>
                                          </p:spTgt>
                                        </p:tgtEl>
                                        <p:attrNameLst>
                                          <p:attrName>style.visibility</p:attrName>
                                        </p:attrNameLst>
                                      </p:cBhvr>
                                      <p:to>
                                        <p:strVal val="visible"/>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nodeType="clickEffect">
                                  <p:stCondLst>
                                    <p:cond delay="0"/>
                                  </p:stCondLst>
                                  <p:childTnLst>
                                    <p:set>
                                      <p:cBhvr>
                                        <p:cTn id="134" dur="1" fill="hold">
                                          <p:stCondLst>
                                            <p:cond delay="0"/>
                                          </p:stCondLst>
                                        </p:cTn>
                                        <p:tgtEl>
                                          <p:spTgt spid="80">
                                            <p:txEl>
                                              <p:pRg st="5" end="5"/>
                                            </p:txEl>
                                          </p:spTgt>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ntr" presetSubtype="0" fill="hold" nodeType="clickEffect">
                                  <p:stCondLst>
                                    <p:cond delay="0"/>
                                  </p:stCondLst>
                                  <p:childTnLst>
                                    <p:set>
                                      <p:cBhvr>
                                        <p:cTn id="138" dur="1" fill="hold">
                                          <p:stCondLst>
                                            <p:cond delay="0"/>
                                          </p:stCondLst>
                                        </p:cTn>
                                        <p:tgtEl>
                                          <p:spTgt spid="80">
                                            <p:txEl>
                                              <p:pRg st="6" end="6"/>
                                            </p:txEl>
                                          </p:spTgt>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nodeType="clickEffect">
                                  <p:stCondLst>
                                    <p:cond delay="0"/>
                                  </p:stCondLst>
                                  <p:childTnLst>
                                    <p:set>
                                      <p:cBhvr>
                                        <p:cTn id="142" dur="1" fill="hold">
                                          <p:stCondLst>
                                            <p:cond delay="0"/>
                                          </p:stCondLst>
                                        </p:cTn>
                                        <p:tgtEl>
                                          <p:spTgt spid="80">
                                            <p:txEl>
                                              <p:pRg st="7" end="7"/>
                                            </p:txEl>
                                          </p:spTgt>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ntr" presetSubtype="0" fill="hold" nodeType="clickEffect">
                                  <p:stCondLst>
                                    <p:cond delay="0"/>
                                  </p:stCondLst>
                                  <p:childTnLst>
                                    <p:set>
                                      <p:cBhvr>
                                        <p:cTn id="146" dur="1" fill="hold">
                                          <p:stCondLst>
                                            <p:cond delay="0"/>
                                          </p:stCondLst>
                                        </p:cTn>
                                        <p:tgtEl>
                                          <p:spTgt spid="80">
                                            <p:txEl>
                                              <p:pRg st="8" end="8"/>
                                            </p:txEl>
                                          </p:spTgt>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1" presetClass="entr" presetSubtype="0" fill="hold" nodeType="clickEffect">
                                  <p:stCondLst>
                                    <p:cond delay="0"/>
                                  </p:stCondLst>
                                  <p:childTnLst>
                                    <p:set>
                                      <p:cBhvr>
                                        <p:cTn id="150" dur="1" fill="hold">
                                          <p:stCondLst>
                                            <p:cond delay="0"/>
                                          </p:stCondLst>
                                        </p:cTn>
                                        <p:tgtEl>
                                          <p:spTgt spid="81">
                                            <p:txEl>
                                              <p:pRg st="0" end="0"/>
                                            </p:txEl>
                                          </p:spTgt>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nodeType="clickEffect">
                                  <p:stCondLst>
                                    <p:cond delay="0"/>
                                  </p:stCondLst>
                                  <p:childTnLst>
                                    <p:set>
                                      <p:cBhvr>
                                        <p:cTn id="154" dur="1" fill="hold">
                                          <p:stCondLst>
                                            <p:cond delay="0"/>
                                          </p:stCondLst>
                                        </p:cTn>
                                        <p:tgtEl>
                                          <p:spTgt spid="81">
                                            <p:txEl>
                                              <p:pRg st="1" end="1"/>
                                            </p:txEl>
                                          </p:spTgt>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1" presetClass="entr" presetSubtype="0" fill="hold" nodeType="clickEffect">
                                  <p:stCondLst>
                                    <p:cond delay="0"/>
                                  </p:stCondLst>
                                  <p:childTnLst>
                                    <p:set>
                                      <p:cBhvr>
                                        <p:cTn id="158" dur="1" fill="hold">
                                          <p:stCondLst>
                                            <p:cond delay="0"/>
                                          </p:stCondLst>
                                        </p:cTn>
                                        <p:tgtEl>
                                          <p:spTgt spid="81">
                                            <p:txEl>
                                              <p:pRg st="2" end="2"/>
                                            </p:txEl>
                                          </p:spTgt>
                                        </p:tgtEl>
                                        <p:attrNameLst>
                                          <p:attrName>style.visibility</p:attrName>
                                        </p:attrNameLst>
                                      </p:cBhvr>
                                      <p:to>
                                        <p:strVal val="visible"/>
                                      </p:to>
                                    </p:set>
                                  </p:childTnLst>
                                </p:cTn>
                              </p:par>
                            </p:childTnLst>
                          </p:cTn>
                        </p:par>
                      </p:childTnLst>
                    </p:cTn>
                  </p:par>
                  <p:par>
                    <p:cTn id="159" fill="hold">
                      <p:stCondLst>
                        <p:cond delay="indefinite"/>
                      </p:stCondLst>
                      <p:childTnLst>
                        <p:par>
                          <p:cTn id="160" fill="hold">
                            <p:stCondLst>
                              <p:cond delay="0"/>
                            </p:stCondLst>
                            <p:childTnLst>
                              <p:par>
                                <p:cTn id="161" presetID="1" presetClass="entr" presetSubtype="0" fill="hold" nodeType="clickEffect">
                                  <p:stCondLst>
                                    <p:cond delay="0"/>
                                  </p:stCondLst>
                                  <p:childTnLst>
                                    <p:set>
                                      <p:cBhvr>
                                        <p:cTn id="162" dur="1" fill="hold">
                                          <p:stCondLst>
                                            <p:cond delay="0"/>
                                          </p:stCondLst>
                                        </p:cTn>
                                        <p:tgtEl>
                                          <p:spTgt spid="81">
                                            <p:txEl>
                                              <p:pRg st="3" end="3"/>
                                            </p:txEl>
                                          </p:spTgt>
                                        </p:tgtEl>
                                        <p:attrNameLst>
                                          <p:attrName>style.visibility</p:attrName>
                                        </p:attrNameLst>
                                      </p:cBhvr>
                                      <p:to>
                                        <p:strVal val="visible"/>
                                      </p:to>
                                    </p:set>
                                  </p:childTnLst>
                                </p:cTn>
                              </p:par>
                            </p:childTnLst>
                          </p:cTn>
                        </p:par>
                      </p:childTnLst>
                    </p:cTn>
                  </p:par>
                  <p:par>
                    <p:cTn id="163" fill="hold">
                      <p:stCondLst>
                        <p:cond delay="indefinite"/>
                      </p:stCondLst>
                      <p:childTnLst>
                        <p:par>
                          <p:cTn id="164" fill="hold">
                            <p:stCondLst>
                              <p:cond delay="0"/>
                            </p:stCondLst>
                            <p:childTnLst>
                              <p:par>
                                <p:cTn id="165" presetID="1" presetClass="entr" presetSubtype="0" fill="hold" nodeType="clickEffect">
                                  <p:stCondLst>
                                    <p:cond delay="0"/>
                                  </p:stCondLst>
                                  <p:childTnLst>
                                    <p:set>
                                      <p:cBhvr>
                                        <p:cTn id="166" dur="1" fill="hold">
                                          <p:stCondLst>
                                            <p:cond delay="0"/>
                                          </p:stCondLst>
                                        </p:cTn>
                                        <p:tgtEl>
                                          <p:spTgt spid="81">
                                            <p:txEl>
                                              <p:pRg st="4" end="4"/>
                                            </p:txEl>
                                          </p:spTgt>
                                        </p:tgtEl>
                                        <p:attrNameLst>
                                          <p:attrName>style.visibility</p:attrName>
                                        </p:attrNameLst>
                                      </p:cBhvr>
                                      <p:to>
                                        <p:strVal val="visible"/>
                                      </p:to>
                                    </p:set>
                                  </p:childTnLst>
                                </p:cTn>
                              </p:par>
                            </p:childTnLst>
                          </p:cTn>
                        </p:par>
                      </p:childTnLst>
                    </p:cTn>
                  </p:par>
                  <p:par>
                    <p:cTn id="167" fill="hold">
                      <p:stCondLst>
                        <p:cond delay="indefinite"/>
                      </p:stCondLst>
                      <p:childTnLst>
                        <p:par>
                          <p:cTn id="168" fill="hold">
                            <p:stCondLst>
                              <p:cond delay="0"/>
                            </p:stCondLst>
                            <p:childTnLst>
                              <p:par>
                                <p:cTn id="169" presetID="1" presetClass="entr" presetSubtype="0" fill="hold" nodeType="clickEffect">
                                  <p:stCondLst>
                                    <p:cond delay="0"/>
                                  </p:stCondLst>
                                  <p:childTnLst>
                                    <p:set>
                                      <p:cBhvr>
                                        <p:cTn id="170" dur="1" fill="hold">
                                          <p:stCondLst>
                                            <p:cond delay="0"/>
                                          </p:stCondLst>
                                        </p:cTn>
                                        <p:tgtEl>
                                          <p:spTgt spid="81">
                                            <p:txEl>
                                              <p:pRg st="5" end="5"/>
                                            </p:txEl>
                                          </p:spTgt>
                                        </p:tgtEl>
                                        <p:attrNameLst>
                                          <p:attrName>style.visibility</p:attrName>
                                        </p:attrNameLst>
                                      </p:cBhvr>
                                      <p:to>
                                        <p:strVal val="visible"/>
                                      </p:to>
                                    </p:set>
                                  </p:childTnLst>
                                </p:cTn>
                              </p:par>
                            </p:childTnLst>
                          </p:cTn>
                        </p:par>
                      </p:childTnLst>
                    </p:cTn>
                  </p:par>
                  <p:par>
                    <p:cTn id="171" fill="hold">
                      <p:stCondLst>
                        <p:cond delay="indefinite"/>
                      </p:stCondLst>
                      <p:childTnLst>
                        <p:par>
                          <p:cTn id="172" fill="hold">
                            <p:stCondLst>
                              <p:cond delay="0"/>
                            </p:stCondLst>
                            <p:childTnLst>
                              <p:par>
                                <p:cTn id="173" presetID="1" presetClass="entr" presetSubtype="0" fill="hold" nodeType="clickEffect">
                                  <p:stCondLst>
                                    <p:cond delay="0"/>
                                  </p:stCondLst>
                                  <p:childTnLst>
                                    <p:set>
                                      <p:cBhvr>
                                        <p:cTn id="174" dur="1" fill="hold">
                                          <p:stCondLst>
                                            <p:cond delay="0"/>
                                          </p:stCondLst>
                                        </p:cTn>
                                        <p:tgtEl>
                                          <p:spTgt spid="81">
                                            <p:txEl>
                                              <p:pRg st="6" end="6"/>
                                            </p:txEl>
                                          </p:spTgt>
                                        </p:tgtEl>
                                        <p:attrNameLst>
                                          <p:attrName>style.visibility</p:attrName>
                                        </p:attrNameLst>
                                      </p:cBhvr>
                                      <p:to>
                                        <p:strVal val="visible"/>
                                      </p:to>
                                    </p:set>
                                  </p:childTnLst>
                                </p:cTn>
                              </p:par>
                            </p:childTnLst>
                          </p:cTn>
                        </p:par>
                      </p:childTnLst>
                    </p:cTn>
                  </p:par>
                  <p:par>
                    <p:cTn id="175" fill="hold">
                      <p:stCondLst>
                        <p:cond delay="indefinite"/>
                      </p:stCondLst>
                      <p:childTnLst>
                        <p:par>
                          <p:cTn id="176" fill="hold">
                            <p:stCondLst>
                              <p:cond delay="0"/>
                            </p:stCondLst>
                            <p:childTnLst>
                              <p:par>
                                <p:cTn id="177" presetID="1" presetClass="entr" presetSubtype="0" fill="hold" nodeType="clickEffect">
                                  <p:stCondLst>
                                    <p:cond delay="0"/>
                                  </p:stCondLst>
                                  <p:childTnLst>
                                    <p:set>
                                      <p:cBhvr>
                                        <p:cTn id="178" dur="1" fill="hold">
                                          <p:stCondLst>
                                            <p:cond delay="0"/>
                                          </p:stCondLst>
                                        </p:cTn>
                                        <p:tgtEl>
                                          <p:spTgt spid="81">
                                            <p:txEl>
                                              <p:pRg st="7" end="7"/>
                                            </p:txEl>
                                          </p:spTgt>
                                        </p:tgtEl>
                                        <p:attrNameLst>
                                          <p:attrName>style.visibility</p:attrName>
                                        </p:attrNameLst>
                                      </p:cBhvr>
                                      <p:to>
                                        <p:strVal val="visible"/>
                                      </p:to>
                                    </p:set>
                                  </p:childTnLst>
                                </p:cTn>
                              </p:par>
                            </p:childTnLst>
                          </p:cTn>
                        </p:par>
                      </p:childTnLst>
                    </p:cTn>
                  </p:par>
                  <p:par>
                    <p:cTn id="179" fill="hold">
                      <p:stCondLst>
                        <p:cond delay="indefinite"/>
                      </p:stCondLst>
                      <p:childTnLst>
                        <p:par>
                          <p:cTn id="180" fill="hold">
                            <p:stCondLst>
                              <p:cond delay="0"/>
                            </p:stCondLst>
                            <p:childTnLst>
                              <p:par>
                                <p:cTn id="181" presetID="1" presetClass="entr" presetSubtype="0" fill="hold" nodeType="clickEffect">
                                  <p:stCondLst>
                                    <p:cond delay="0"/>
                                  </p:stCondLst>
                                  <p:childTnLst>
                                    <p:set>
                                      <p:cBhvr>
                                        <p:cTn id="182" dur="1" fill="hold">
                                          <p:stCondLst>
                                            <p:cond delay="0"/>
                                          </p:stCondLst>
                                        </p:cTn>
                                        <p:tgtEl>
                                          <p:spTgt spid="81">
                                            <p:txEl>
                                              <p:pRg st="8" end="8"/>
                                            </p:txEl>
                                          </p:spTgt>
                                        </p:tgtEl>
                                        <p:attrNameLst>
                                          <p:attrName>style.visibility</p:attrName>
                                        </p:attrNameLst>
                                      </p:cBhvr>
                                      <p:to>
                                        <p:strVal val="visible"/>
                                      </p:to>
                                    </p:set>
                                  </p:childTnLst>
                                </p:cTn>
                              </p:par>
                            </p:childTnLst>
                          </p:cTn>
                        </p:par>
                      </p:childTnLst>
                    </p:cTn>
                  </p:par>
                  <p:par>
                    <p:cTn id="183" fill="hold">
                      <p:stCondLst>
                        <p:cond delay="indefinite"/>
                      </p:stCondLst>
                      <p:childTnLst>
                        <p:par>
                          <p:cTn id="184" fill="hold">
                            <p:stCondLst>
                              <p:cond delay="0"/>
                            </p:stCondLst>
                            <p:childTnLst>
                              <p:par>
                                <p:cTn id="185" presetID="1" presetClass="entr" presetSubtype="0" fill="hold" nodeType="clickEffect">
                                  <p:stCondLst>
                                    <p:cond delay="0"/>
                                  </p:stCondLst>
                                  <p:childTnLst>
                                    <p:set>
                                      <p:cBhvr>
                                        <p:cTn id="186" dur="1" fill="hold">
                                          <p:stCondLst>
                                            <p:cond delay="0"/>
                                          </p:stCondLst>
                                        </p:cTn>
                                        <p:tgtEl>
                                          <p:spTgt spid="82">
                                            <p:txEl>
                                              <p:pRg st="0" end="0"/>
                                            </p:txEl>
                                          </p:spTgt>
                                        </p:tgtEl>
                                        <p:attrNameLst>
                                          <p:attrName>style.visibility</p:attrName>
                                        </p:attrNameLst>
                                      </p:cBhvr>
                                      <p:to>
                                        <p:strVal val="visible"/>
                                      </p:to>
                                    </p:set>
                                  </p:childTnLst>
                                </p:cTn>
                              </p:par>
                            </p:childTnLst>
                          </p:cTn>
                        </p:par>
                      </p:childTnLst>
                    </p:cTn>
                  </p:par>
                  <p:par>
                    <p:cTn id="187" fill="hold">
                      <p:stCondLst>
                        <p:cond delay="indefinite"/>
                      </p:stCondLst>
                      <p:childTnLst>
                        <p:par>
                          <p:cTn id="188" fill="hold">
                            <p:stCondLst>
                              <p:cond delay="0"/>
                            </p:stCondLst>
                            <p:childTnLst>
                              <p:par>
                                <p:cTn id="189" presetID="1" presetClass="entr" presetSubtype="0" fill="hold" nodeType="clickEffect">
                                  <p:stCondLst>
                                    <p:cond delay="0"/>
                                  </p:stCondLst>
                                  <p:childTnLst>
                                    <p:set>
                                      <p:cBhvr>
                                        <p:cTn id="190" dur="1" fill="hold">
                                          <p:stCondLst>
                                            <p:cond delay="0"/>
                                          </p:stCondLst>
                                        </p:cTn>
                                        <p:tgtEl>
                                          <p:spTgt spid="82">
                                            <p:txEl>
                                              <p:pRg st="1" end="1"/>
                                            </p:txEl>
                                          </p:spTgt>
                                        </p:tgtEl>
                                        <p:attrNameLst>
                                          <p:attrName>style.visibility</p:attrName>
                                        </p:attrNameLst>
                                      </p:cBhvr>
                                      <p:to>
                                        <p:strVal val="visible"/>
                                      </p:to>
                                    </p:set>
                                  </p:childTnLst>
                                </p:cTn>
                              </p:par>
                            </p:childTnLst>
                          </p:cTn>
                        </p:par>
                      </p:childTnLst>
                    </p:cTn>
                  </p:par>
                  <p:par>
                    <p:cTn id="191" fill="hold">
                      <p:stCondLst>
                        <p:cond delay="indefinite"/>
                      </p:stCondLst>
                      <p:childTnLst>
                        <p:par>
                          <p:cTn id="192" fill="hold">
                            <p:stCondLst>
                              <p:cond delay="0"/>
                            </p:stCondLst>
                            <p:childTnLst>
                              <p:par>
                                <p:cTn id="193" presetID="1" presetClass="entr" presetSubtype="0" fill="hold" nodeType="clickEffect">
                                  <p:stCondLst>
                                    <p:cond delay="0"/>
                                  </p:stCondLst>
                                  <p:childTnLst>
                                    <p:set>
                                      <p:cBhvr>
                                        <p:cTn id="194" dur="1" fill="hold">
                                          <p:stCondLst>
                                            <p:cond delay="0"/>
                                          </p:stCondLst>
                                        </p:cTn>
                                        <p:tgtEl>
                                          <p:spTgt spid="82">
                                            <p:txEl>
                                              <p:pRg st="2" end="2"/>
                                            </p:txEl>
                                          </p:spTgt>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ntr" presetSubtype="0" fill="hold" nodeType="clickEffect">
                                  <p:stCondLst>
                                    <p:cond delay="0"/>
                                  </p:stCondLst>
                                  <p:childTnLst>
                                    <p:set>
                                      <p:cBhvr>
                                        <p:cTn id="198" dur="1" fill="hold">
                                          <p:stCondLst>
                                            <p:cond delay="0"/>
                                          </p:stCondLst>
                                        </p:cTn>
                                        <p:tgtEl>
                                          <p:spTgt spid="82">
                                            <p:txEl>
                                              <p:pRg st="3" end="3"/>
                                            </p:txEl>
                                          </p:spTgt>
                                        </p:tgtEl>
                                        <p:attrNameLst>
                                          <p:attrName>style.visibility</p:attrName>
                                        </p:attrNameLst>
                                      </p:cBhvr>
                                      <p:to>
                                        <p:strVal val="visible"/>
                                      </p:to>
                                    </p:set>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nodeType="clickEffect">
                                  <p:stCondLst>
                                    <p:cond delay="0"/>
                                  </p:stCondLst>
                                  <p:childTnLst>
                                    <p:set>
                                      <p:cBhvr>
                                        <p:cTn id="202" dur="1" fill="hold">
                                          <p:stCondLst>
                                            <p:cond delay="0"/>
                                          </p:stCondLst>
                                        </p:cTn>
                                        <p:tgtEl>
                                          <p:spTgt spid="82">
                                            <p:txEl>
                                              <p:pRg st="4" end="4"/>
                                            </p:txEl>
                                          </p:spTgt>
                                        </p:tgtEl>
                                        <p:attrNameLst>
                                          <p:attrName>style.visibility</p:attrName>
                                        </p:attrNameLst>
                                      </p:cBhvr>
                                      <p:to>
                                        <p:strVal val="visible"/>
                                      </p:to>
                                    </p:set>
                                  </p:childTnLst>
                                </p:cTn>
                              </p:par>
                            </p:childTnLst>
                          </p:cTn>
                        </p:par>
                      </p:childTnLst>
                    </p:cTn>
                  </p:par>
                  <p:par>
                    <p:cTn id="203" fill="hold">
                      <p:stCondLst>
                        <p:cond delay="indefinite"/>
                      </p:stCondLst>
                      <p:childTnLst>
                        <p:par>
                          <p:cTn id="204" fill="hold">
                            <p:stCondLst>
                              <p:cond delay="0"/>
                            </p:stCondLst>
                            <p:childTnLst>
                              <p:par>
                                <p:cTn id="205" presetID="1" presetClass="entr" presetSubtype="0" fill="hold" nodeType="clickEffect">
                                  <p:stCondLst>
                                    <p:cond delay="0"/>
                                  </p:stCondLst>
                                  <p:childTnLst>
                                    <p:set>
                                      <p:cBhvr>
                                        <p:cTn id="206" dur="1" fill="hold">
                                          <p:stCondLst>
                                            <p:cond delay="0"/>
                                          </p:stCondLst>
                                        </p:cTn>
                                        <p:tgtEl>
                                          <p:spTgt spid="82">
                                            <p:txEl>
                                              <p:pRg st="5" end="5"/>
                                            </p:txEl>
                                          </p:spTgt>
                                        </p:tgtEl>
                                        <p:attrNameLst>
                                          <p:attrName>style.visibility</p:attrName>
                                        </p:attrNameLst>
                                      </p:cBhvr>
                                      <p:to>
                                        <p:strVal val="visible"/>
                                      </p:to>
                                    </p:set>
                                  </p:childTnLst>
                                </p:cTn>
                              </p:par>
                            </p:childTnLst>
                          </p:cTn>
                        </p:par>
                      </p:childTnLst>
                    </p:cTn>
                  </p:par>
                  <p:par>
                    <p:cTn id="207" fill="hold">
                      <p:stCondLst>
                        <p:cond delay="indefinite"/>
                      </p:stCondLst>
                      <p:childTnLst>
                        <p:par>
                          <p:cTn id="208" fill="hold">
                            <p:stCondLst>
                              <p:cond delay="0"/>
                            </p:stCondLst>
                            <p:childTnLst>
                              <p:par>
                                <p:cTn id="209" presetID="1" presetClass="entr" presetSubtype="0" fill="hold" nodeType="clickEffect">
                                  <p:stCondLst>
                                    <p:cond delay="0"/>
                                  </p:stCondLst>
                                  <p:childTnLst>
                                    <p:set>
                                      <p:cBhvr>
                                        <p:cTn id="210" dur="1" fill="hold">
                                          <p:stCondLst>
                                            <p:cond delay="0"/>
                                          </p:stCondLst>
                                        </p:cTn>
                                        <p:tgtEl>
                                          <p:spTgt spid="82">
                                            <p:txEl>
                                              <p:pRg st="6" end="6"/>
                                            </p:txEl>
                                          </p:spTgt>
                                        </p:tgtEl>
                                        <p:attrNameLst>
                                          <p:attrName>style.visibility</p:attrName>
                                        </p:attrNameLst>
                                      </p:cBhvr>
                                      <p:to>
                                        <p:strVal val="visible"/>
                                      </p:to>
                                    </p:set>
                                  </p:childTnLst>
                                </p:cTn>
                              </p:par>
                            </p:childTnLst>
                          </p:cTn>
                        </p:par>
                      </p:childTnLst>
                    </p:cTn>
                  </p:par>
                  <p:par>
                    <p:cTn id="211" fill="hold">
                      <p:stCondLst>
                        <p:cond delay="indefinite"/>
                      </p:stCondLst>
                      <p:childTnLst>
                        <p:par>
                          <p:cTn id="212" fill="hold">
                            <p:stCondLst>
                              <p:cond delay="0"/>
                            </p:stCondLst>
                            <p:childTnLst>
                              <p:par>
                                <p:cTn id="213" presetID="1" presetClass="entr" presetSubtype="0" fill="hold" nodeType="clickEffect">
                                  <p:stCondLst>
                                    <p:cond delay="0"/>
                                  </p:stCondLst>
                                  <p:childTnLst>
                                    <p:set>
                                      <p:cBhvr>
                                        <p:cTn id="214" dur="1" fill="hold">
                                          <p:stCondLst>
                                            <p:cond delay="0"/>
                                          </p:stCondLst>
                                        </p:cTn>
                                        <p:tgtEl>
                                          <p:spTgt spid="82">
                                            <p:txEl>
                                              <p:pRg st="7" end="7"/>
                                            </p:txEl>
                                          </p:spTgt>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nodeType="clickEffect">
                                  <p:stCondLst>
                                    <p:cond delay="0"/>
                                  </p:stCondLst>
                                  <p:childTnLst>
                                    <p:set>
                                      <p:cBhvr>
                                        <p:cTn id="218" dur="1" fill="hold">
                                          <p:stCondLst>
                                            <p:cond delay="0"/>
                                          </p:stCondLst>
                                        </p:cTn>
                                        <p:tgtEl>
                                          <p:spTgt spid="82">
                                            <p:txEl>
                                              <p:pRg st="8" end="8"/>
                                            </p:txEl>
                                          </p:spTgt>
                                        </p:tgtEl>
                                        <p:attrNameLst>
                                          <p:attrName>style.visibility</p:attrName>
                                        </p:attrNameLst>
                                      </p:cBhvr>
                                      <p:to>
                                        <p:strVal val="visible"/>
                                      </p:to>
                                    </p:set>
                                  </p:childTnLst>
                                </p:cTn>
                              </p:par>
                            </p:childTnLst>
                          </p:cTn>
                        </p:par>
                      </p:childTnLst>
                    </p:cTn>
                  </p:par>
                  <p:par>
                    <p:cTn id="219" fill="hold">
                      <p:stCondLst>
                        <p:cond delay="indefinite"/>
                      </p:stCondLst>
                      <p:childTnLst>
                        <p:par>
                          <p:cTn id="220" fill="hold">
                            <p:stCondLst>
                              <p:cond delay="0"/>
                            </p:stCondLst>
                            <p:childTnLst>
                              <p:par>
                                <p:cTn id="221" presetID="1" presetClass="entr" presetSubtype="0" fill="hold" nodeType="clickEffect">
                                  <p:stCondLst>
                                    <p:cond delay="0"/>
                                  </p:stCondLst>
                                  <p:childTnLst>
                                    <p:set>
                                      <p:cBhvr>
                                        <p:cTn id="222" dur="1" fill="hold">
                                          <p:stCondLst>
                                            <p:cond delay="0"/>
                                          </p:stCondLst>
                                        </p:cTn>
                                        <p:tgtEl>
                                          <p:spTgt spid="83">
                                            <p:txEl>
                                              <p:pRg st="0" end="0"/>
                                            </p:txEl>
                                          </p:spTgt>
                                        </p:tgtEl>
                                        <p:attrNameLst>
                                          <p:attrName>style.visibility</p:attrName>
                                        </p:attrNameLst>
                                      </p:cBhvr>
                                      <p:to>
                                        <p:strVal val="visible"/>
                                      </p:to>
                                    </p:set>
                                  </p:childTnLst>
                                </p:cTn>
                              </p:par>
                            </p:childTnLst>
                          </p:cTn>
                        </p:par>
                      </p:childTnLst>
                    </p:cTn>
                  </p:par>
                  <p:par>
                    <p:cTn id="223" fill="hold">
                      <p:stCondLst>
                        <p:cond delay="indefinite"/>
                      </p:stCondLst>
                      <p:childTnLst>
                        <p:par>
                          <p:cTn id="224" fill="hold">
                            <p:stCondLst>
                              <p:cond delay="0"/>
                            </p:stCondLst>
                            <p:childTnLst>
                              <p:par>
                                <p:cTn id="225" presetID="1" presetClass="entr" presetSubtype="0" fill="hold" nodeType="clickEffect">
                                  <p:stCondLst>
                                    <p:cond delay="0"/>
                                  </p:stCondLst>
                                  <p:childTnLst>
                                    <p:set>
                                      <p:cBhvr>
                                        <p:cTn id="226" dur="1" fill="hold">
                                          <p:stCondLst>
                                            <p:cond delay="0"/>
                                          </p:stCondLst>
                                        </p:cTn>
                                        <p:tgtEl>
                                          <p:spTgt spid="83">
                                            <p:txEl>
                                              <p:pRg st="1" end="1"/>
                                            </p:txEl>
                                          </p:spTgt>
                                        </p:tgtEl>
                                        <p:attrNameLst>
                                          <p:attrName>style.visibility</p:attrName>
                                        </p:attrNameLst>
                                      </p:cBhvr>
                                      <p:to>
                                        <p:strVal val="visible"/>
                                      </p:to>
                                    </p:set>
                                  </p:childTnLst>
                                </p:cTn>
                              </p:par>
                            </p:childTnLst>
                          </p:cTn>
                        </p:par>
                      </p:childTnLst>
                    </p:cTn>
                  </p:par>
                  <p:par>
                    <p:cTn id="227" fill="hold">
                      <p:stCondLst>
                        <p:cond delay="indefinite"/>
                      </p:stCondLst>
                      <p:childTnLst>
                        <p:par>
                          <p:cTn id="228" fill="hold">
                            <p:stCondLst>
                              <p:cond delay="0"/>
                            </p:stCondLst>
                            <p:childTnLst>
                              <p:par>
                                <p:cTn id="229" presetID="1" presetClass="entr" presetSubtype="0" fill="hold" nodeType="clickEffect">
                                  <p:stCondLst>
                                    <p:cond delay="0"/>
                                  </p:stCondLst>
                                  <p:childTnLst>
                                    <p:set>
                                      <p:cBhvr>
                                        <p:cTn id="230" dur="1" fill="hold">
                                          <p:stCondLst>
                                            <p:cond delay="0"/>
                                          </p:stCondLst>
                                        </p:cTn>
                                        <p:tgtEl>
                                          <p:spTgt spid="83">
                                            <p:txEl>
                                              <p:pRg st="2" end="2"/>
                                            </p:txEl>
                                          </p:spTgt>
                                        </p:tgtEl>
                                        <p:attrNameLst>
                                          <p:attrName>style.visibility</p:attrName>
                                        </p:attrNameLst>
                                      </p:cBhvr>
                                      <p:to>
                                        <p:strVal val="visible"/>
                                      </p:to>
                                    </p:set>
                                  </p:childTnLst>
                                </p:cTn>
                              </p:par>
                            </p:childTnLst>
                          </p:cTn>
                        </p:par>
                      </p:childTnLst>
                    </p:cTn>
                  </p:par>
                  <p:par>
                    <p:cTn id="231" fill="hold">
                      <p:stCondLst>
                        <p:cond delay="indefinite"/>
                      </p:stCondLst>
                      <p:childTnLst>
                        <p:par>
                          <p:cTn id="232" fill="hold">
                            <p:stCondLst>
                              <p:cond delay="0"/>
                            </p:stCondLst>
                            <p:childTnLst>
                              <p:par>
                                <p:cTn id="233" presetID="1" presetClass="entr" presetSubtype="0" fill="hold" nodeType="clickEffect">
                                  <p:stCondLst>
                                    <p:cond delay="0"/>
                                  </p:stCondLst>
                                  <p:childTnLst>
                                    <p:set>
                                      <p:cBhvr>
                                        <p:cTn id="234" dur="1" fill="hold">
                                          <p:stCondLst>
                                            <p:cond delay="0"/>
                                          </p:stCondLst>
                                        </p:cTn>
                                        <p:tgtEl>
                                          <p:spTgt spid="83">
                                            <p:txEl>
                                              <p:pRg st="3" end="3"/>
                                            </p:txEl>
                                          </p:spTgt>
                                        </p:tgtEl>
                                        <p:attrNameLst>
                                          <p:attrName>style.visibility</p:attrName>
                                        </p:attrNameLst>
                                      </p:cBhvr>
                                      <p:to>
                                        <p:strVal val="visible"/>
                                      </p:to>
                                    </p:set>
                                  </p:childTnLst>
                                </p:cTn>
                              </p:par>
                            </p:childTnLst>
                          </p:cTn>
                        </p:par>
                      </p:childTnLst>
                    </p:cTn>
                  </p:par>
                  <p:par>
                    <p:cTn id="235" fill="hold">
                      <p:stCondLst>
                        <p:cond delay="indefinite"/>
                      </p:stCondLst>
                      <p:childTnLst>
                        <p:par>
                          <p:cTn id="236" fill="hold">
                            <p:stCondLst>
                              <p:cond delay="0"/>
                            </p:stCondLst>
                            <p:childTnLst>
                              <p:par>
                                <p:cTn id="237" presetID="1" presetClass="entr" presetSubtype="0" fill="hold" nodeType="clickEffect">
                                  <p:stCondLst>
                                    <p:cond delay="0"/>
                                  </p:stCondLst>
                                  <p:childTnLst>
                                    <p:set>
                                      <p:cBhvr>
                                        <p:cTn id="238" dur="1" fill="hold">
                                          <p:stCondLst>
                                            <p:cond delay="0"/>
                                          </p:stCondLst>
                                        </p:cTn>
                                        <p:tgtEl>
                                          <p:spTgt spid="83">
                                            <p:txEl>
                                              <p:pRg st="4" end="4"/>
                                            </p:txEl>
                                          </p:spTgt>
                                        </p:tgtEl>
                                        <p:attrNameLst>
                                          <p:attrName>style.visibility</p:attrName>
                                        </p:attrNameLst>
                                      </p:cBhvr>
                                      <p:to>
                                        <p:strVal val="visible"/>
                                      </p:to>
                                    </p:set>
                                  </p:childTnLst>
                                </p:cTn>
                              </p:par>
                            </p:childTnLst>
                          </p:cTn>
                        </p:par>
                      </p:childTnLst>
                    </p:cTn>
                  </p:par>
                  <p:par>
                    <p:cTn id="239" fill="hold">
                      <p:stCondLst>
                        <p:cond delay="indefinite"/>
                      </p:stCondLst>
                      <p:childTnLst>
                        <p:par>
                          <p:cTn id="240" fill="hold">
                            <p:stCondLst>
                              <p:cond delay="0"/>
                            </p:stCondLst>
                            <p:childTnLst>
                              <p:par>
                                <p:cTn id="241" presetID="1" presetClass="entr" presetSubtype="0" fill="hold" nodeType="clickEffect">
                                  <p:stCondLst>
                                    <p:cond delay="0"/>
                                  </p:stCondLst>
                                  <p:childTnLst>
                                    <p:set>
                                      <p:cBhvr>
                                        <p:cTn id="242" dur="1" fill="hold">
                                          <p:stCondLst>
                                            <p:cond delay="0"/>
                                          </p:stCondLst>
                                        </p:cTn>
                                        <p:tgtEl>
                                          <p:spTgt spid="83">
                                            <p:txEl>
                                              <p:pRg st="5" end="5"/>
                                            </p:txEl>
                                          </p:spTgt>
                                        </p:tgtEl>
                                        <p:attrNameLst>
                                          <p:attrName>style.visibility</p:attrName>
                                        </p:attrNameLst>
                                      </p:cBhvr>
                                      <p:to>
                                        <p:strVal val="visible"/>
                                      </p:to>
                                    </p:set>
                                  </p:childTnLst>
                                </p:cTn>
                              </p:par>
                            </p:childTnLst>
                          </p:cTn>
                        </p:par>
                      </p:childTnLst>
                    </p:cTn>
                  </p:par>
                  <p:par>
                    <p:cTn id="243" fill="hold">
                      <p:stCondLst>
                        <p:cond delay="indefinite"/>
                      </p:stCondLst>
                      <p:childTnLst>
                        <p:par>
                          <p:cTn id="244" fill="hold">
                            <p:stCondLst>
                              <p:cond delay="0"/>
                            </p:stCondLst>
                            <p:childTnLst>
                              <p:par>
                                <p:cTn id="245" presetID="1" presetClass="entr" presetSubtype="0" fill="hold" nodeType="clickEffect">
                                  <p:stCondLst>
                                    <p:cond delay="0"/>
                                  </p:stCondLst>
                                  <p:childTnLst>
                                    <p:set>
                                      <p:cBhvr>
                                        <p:cTn id="246" dur="1" fill="hold">
                                          <p:stCondLst>
                                            <p:cond delay="0"/>
                                          </p:stCondLst>
                                        </p:cTn>
                                        <p:tgtEl>
                                          <p:spTgt spid="83">
                                            <p:txEl>
                                              <p:pRg st="6" end="6"/>
                                            </p:txEl>
                                          </p:spTgt>
                                        </p:tgtEl>
                                        <p:attrNameLst>
                                          <p:attrName>style.visibility</p:attrName>
                                        </p:attrNameLst>
                                      </p:cBhvr>
                                      <p:to>
                                        <p:strVal val="visible"/>
                                      </p:to>
                                    </p:set>
                                  </p:childTnLst>
                                </p:cTn>
                              </p:par>
                            </p:childTnLst>
                          </p:cTn>
                        </p:par>
                      </p:childTnLst>
                    </p:cTn>
                  </p:par>
                  <p:par>
                    <p:cTn id="247" fill="hold">
                      <p:stCondLst>
                        <p:cond delay="indefinite"/>
                      </p:stCondLst>
                      <p:childTnLst>
                        <p:par>
                          <p:cTn id="248" fill="hold">
                            <p:stCondLst>
                              <p:cond delay="0"/>
                            </p:stCondLst>
                            <p:childTnLst>
                              <p:par>
                                <p:cTn id="249" presetID="1" presetClass="entr" presetSubtype="0" fill="hold" nodeType="clickEffect">
                                  <p:stCondLst>
                                    <p:cond delay="0"/>
                                  </p:stCondLst>
                                  <p:childTnLst>
                                    <p:set>
                                      <p:cBhvr>
                                        <p:cTn id="250" dur="1" fill="hold">
                                          <p:stCondLst>
                                            <p:cond delay="0"/>
                                          </p:stCondLst>
                                        </p:cTn>
                                        <p:tgtEl>
                                          <p:spTgt spid="83">
                                            <p:txEl>
                                              <p:pRg st="7" end="7"/>
                                            </p:txEl>
                                          </p:spTgt>
                                        </p:tgtEl>
                                        <p:attrNameLst>
                                          <p:attrName>style.visibility</p:attrName>
                                        </p:attrNameLst>
                                      </p:cBhvr>
                                      <p:to>
                                        <p:strVal val="visible"/>
                                      </p:to>
                                    </p:set>
                                  </p:childTnLst>
                                </p:cTn>
                              </p:par>
                            </p:childTnLst>
                          </p:cTn>
                        </p:par>
                      </p:childTnLst>
                    </p:cTn>
                  </p:par>
                  <p:par>
                    <p:cTn id="251" fill="hold">
                      <p:stCondLst>
                        <p:cond delay="indefinite"/>
                      </p:stCondLst>
                      <p:childTnLst>
                        <p:par>
                          <p:cTn id="252" fill="hold">
                            <p:stCondLst>
                              <p:cond delay="0"/>
                            </p:stCondLst>
                            <p:childTnLst>
                              <p:par>
                                <p:cTn id="253" presetID="1" presetClass="entr" presetSubtype="0" fill="hold" nodeType="clickEffect">
                                  <p:stCondLst>
                                    <p:cond delay="0"/>
                                  </p:stCondLst>
                                  <p:childTnLst>
                                    <p:set>
                                      <p:cBhvr>
                                        <p:cTn id="254" dur="1" fill="hold">
                                          <p:stCondLst>
                                            <p:cond delay="0"/>
                                          </p:stCondLst>
                                        </p:cTn>
                                        <p:tgtEl>
                                          <p:spTgt spid="83">
                                            <p:txEl>
                                              <p:pRg st="8" end="8"/>
                                            </p:txEl>
                                          </p:spTgt>
                                        </p:tgtEl>
                                        <p:attrNameLst>
                                          <p:attrName>style.visibility</p:attrName>
                                        </p:attrNameLst>
                                      </p:cBhvr>
                                      <p:to>
                                        <p:strVal val="visible"/>
                                      </p:to>
                                    </p:set>
                                  </p:childTnLst>
                                </p:cTn>
                              </p:par>
                            </p:childTnLst>
                          </p:cTn>
                        </p:par>
                      </p:childTnLst>
                    </p:cTn>
                  </p:par>
                  <p:par>
                    <p:cTn id="255" fill="hold">
                      <p:stCondLst>
                        <p:cond delay="indefinite"/>
                      </p:stCondLst>
                      <p:childTnLst>
                        <p:par>
                          <p:cTn id="256" fill="hold">
                            <p:stCondLst>
                              <p:cond delay="0"/>
                            </p:stCondLst>
                            <p:childTnLst>
                              <p:par>
                                <p:cTn id="257" presetID="1" presetClass="entr" presetSubtype="0" fill="hold" nodeType="clickEffect">
                                  <p:stCondLst>
                                    <p:cond delay="0"/>
                                  </p:stCondLst>
                                  <p:childTnLst>
                                    <p:set>
                                      <p:cBhvr>
                                        <p:cTn id="258" dur="1" fill="hold">
                                          <p:stCondLst>
                                            <p:cond delay="0"/>
                                          </p:stCondLst>
                                        </p:cTn>
                                        <p:tgtEl>
                                          <p:spTgt spid="84">
                                            <p:txEl>
                                              <p:pRg st="0" end="0"/>
                                            </p:txEl>
                                          </p:spTgt>
                                        </p:tgtEl>
                                        <p:attrNameLst>
                                          <p:attrName>style.visibility</p:attrName>
                                        </p:attrNameLst>
                                      </p:cBhvr>
                                      <p:to>
                                        <p:strVal val="visible"/>
                                      </p:to>
                                    </p:set>
                                  </p:childTnLst>
                                </p:cTn>
                              </p:par>
                            </p:childTnLst>
                          </p:cTn>
                        </p:par>
                      </p:childTnLst>
                    </p:cTn>
                  </p:par>
                  <p:par>
                    <p:cTn id="259" fill="hold">
                      <p:stCondLst>
                        <p:cond delay="indefinite"/>
                      </p:stCondLst>
                      <p:childTnLst>
                        <p:par>
                          <p:cTn id="260" fill="hold">
                            <p:stCondLst>
                              <p:cond delay="0"/>
                            </p:stCondLst>
                            <p:childTnLst>
                              <p:par>
                                <p:cTn id="261" presetID="1" presetClass="entr" presetSubtype="0" fill="hold" nodeType="clickEffect">
                                  <p:stCondLst>
                                    <p:cond delay="0"/>
                                  </p:stCondLst>
                                  <p:childTnLst>
                                    <p:set>
                                      <p:cBhvr>
                                        <p:cTn id="262" dur="1" fill="hold">
                                          <p:stCondLst>
                                            <p:cond delay="0"/>
                                          </p:stCondLst>
                                        </p:cTn>
                                        <p:tgtEl>
                                          <p:spTgt spid="84">
                                            <p:txEl>
                                              <p:pRg st="1" end="1"/>
                                            </p:txEl>
                                          </p:spTgt>
                                        </p:tgtEl>
                                        <p:attrNameLst>
                                          <p:attrName>style.visibility</p:attrName>
                                        </p:attrNameLst>
                                      </p:cBhvr>
                                      <p:to>
                                        <p:strVal val="visible"/>
                                      </p:to>
                                    </p:set>
                                  </p:childTnLst>
                                </p:cTn>
                              </p:par>
                            </p:childTnLst>
                          </p:cTn>
                        </p:par>
                      </p:childTnLst>
                    </p:cTn>
                  </p:par>
                  <p:par>
                    <p:cTn id="263" fill="hold">
                      <p:stCondLst>
                        <p:cond delay="indefinite"/>
                      </p:stCondLst>
                      <p:childTnLst>
                        <p:par>
                          <p:cTn id="264" fill="hold">
                            <p:stCondLst>
                              <p:cond delay="0"/>
                            </p:stCondLst>
                            <p:childTnLst>
                              <p:par>
                                <p:cTn id="265" presetID="1" presetClass="entr" presetSubtype="0" fill="hold" nodeType="clickEffect">
                                  <p:stCondLst>
                                    <p:cond delay="0"/>
                                  </p:stCondLst>
                                  <p:childTnLst>
                                    <p:set>
                                      <p:cBhvr>
                                        <p:cTn id="266" dur="1" fill="hold">
                                          <p:stCondLst>
                                            <p:cond delay="0"/>
                                          </p:stCondLst>
                                        </p:cTn>
                                        <p:tgtEl>
                                          <p:spTgt spid="84">
                                            <p:txEl>
                                              <p:pRg st="2" end="2"/>
                                            </p:txEl>
                                          </p:spTgt>
                                        </p:tgtEl>
                                        <p:attrNameLst>
                                          <p:attrName>style.visibility</p:attrName>
                                        </p:attrNameLst>
                                      </p:cBhvr>
                                      <p:to>
                                        <p:strVal val="visible"/>
                                      </p:to>
                                    </p:set>
                                  </p:childTnLst>
                                </p:cTn>
                              </p:par>
                            </p:childTnLst>
                          </p:cTn>
                        </p:par>
                      </p:childTnLst>
                    </p:cTn>
                  </p:par>
                  <p:par>
                    <p:cTn id="267" fill="hold">
                      <p:stCondLst>
                        <p:cond delay="indefinite"/>
                      </p:stCondLst>
                      <p:childTnLst>
                        <p:par>
                          <p:cTn id="268" fill="hold">
                            <p:stCondLst>
                              <p:cond delay="0"/>
                            </p:stCondLst>
                            <p:childTnLst>
                              <p:par>
                                <p:cTn id="269" presetID="1" presetClass="entr" presetSubtype="0" fill="hold" nodeType="clickEffect">
                                  <p:stCondLst>
                                    <p:cond delay="0"/>
                                  </p:stCondLst>
                                  <p:childTnLst>
                                    <p:set>
                                      <p:cBhvr>
                                        <p:cTn id="270" dur="1" fill="hold">
                                          <p:stCondLst>
                                            <p:cond delay="0"/>
                                          </p:stCondLst>
                                        </p:cTn>
                                        <p:tgtEl>
                                          <p:spTgt spid="84">
                                            <p:txEl>
                                              <p:pRg st="3" end="3"/>
                                            </p:txEl>
                                          </p:spTgt>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nodeType="clickEffect">
                                  <p:stCondLst>
                                    <p:cond delay="0"/>
                                  </p:stCondLst>
                                  <p:childTnLst>
                                    <p:set>
                                      <p:cBhvr>
                                        <p:cTn id="274" dur="1" fill="hold">
                                          <p:stCondLst>
                                            <p:cond delay="0"/>
                                          </p:stCondLst>
                                        </p:cTn>
                                        <p:tgtEl>
                                          <p:spTgt spid="84">
                                            <p:txEl>
                                              <p:pRg st="4" end="4"/>
                                            </p:txEl>
                                          </p:spTgt>
                                        </p:tgtEl>
                                        <p:attrNameLst>
                                          <p:attrName>style.visibility</p:attrName>
                                        </p:attrNameLst>
                                      </p:cBhvr>
                                      <p:to>
                                        <p:strVal val="visible"/>
                                      </p:to>
                                    </p:set>
                                  </p:childTnLst>
                                </p:cTn>
                              </p:par>
                            </p:childTnLst>
                          </p:cTn>
                        </p:par>
                      </p:childTnLst>
                    </p:cTn>
                  </p:par>
                  <p:par>
                    <p:cTn id="275" fill="hold">
                      <p:stCondLst>
                        <p:cond delay="indefinite"/>
                      </p:stCondLst>
                      <p:childTnLst>
                        <p:par>
                          <p:cTn id="276" fill="hold">
                            <p:stCondLst>
                              <p:cond delay="0"/>
                            </p:stCondLst>
                            <p:childTnLst>
                              <p:par>
                                <p:cTn id="277" presetID="1" presetClass="entr" presetSubtype="0" fill="hold" nodeType="clickEffect">
                                  <p:stCondLst>
                                    <p:cond delay="0"/>
                                  </p:stCondLst>
                                  <p:childTnLst>
                                    <p:set>
                                      <p:cBhvr>
                                        <p:cTn id="278" dur="1" fill="hold">
                                          <p:stCondLst>
                                            <p:cond delay="0"/>
                                          </p:stCondLst>
                                        </p:cTn>
                                        <p:tgtEl>
                                          <p:spTgt spid="84">
                                            <p:txEl>
                                              <p:pRg st="5" end="5"/>
                                            </p:txEl>
                                          </p:spTgt>
                                        </p:tgtEl>
                                        <p:attrNameLst>
                                          <p:attrName>style.visibility</p:attrName>
                                        </p:attrNameLst>
                                      </p:cBhvr>
                                      <p:to>
                                        <p:strVal val="visible"/>
                                      </p:to>
                                    </p:set>
                                  </p:childTnLst>
                                </p:cTn>
                              </p:par>
                            </p:childTnLst>
                          </p:cTn>
                        </p:par>
                      </p:childTnLst>
                    </p:cTn>
                  </p:par>
                  <p:par>
                    <p:cTn id="279" fill="hold">
                      <p:stCondLst>
                        <p:cond delay="indefinite"/>
                      </p:stCondLst>
                      <p:childTnLst>
                        <p:par>
                          <p:cTn id="280" fill="hold">
                            <p:stCondLst>
                              <p:cond delay="0"/>
                            </p:stCondLst>
                            <p:childTnLst>
                              <p:par>
                                <p:cTn id="281" presetID="1" presetClass="entr" presetSubtype="0" fill="hold" nodeType="clickEffect">
                                  <p:stCondLst>
                                    <p:cond delay="0"/>
                                  </p:stCondLst>
                                  <p:childTnLst>
                                    <p:set>
                                      <p:cBhvr>
                                        <p:cTn id="282" dur="1" fill="hold">
                                          <p:stCondLst>
                                            <p:cond delay="0"/>
                                          </p:stCondLst>
                                        </p:cTn>
                                        <p:tgtEl>
                                          <p:spTgt spid="84">
                                            <p:txEl>
                                              <p:pRg st="6" end="6"/>
                                            </p:txEl>
                                          </p:spTgt>
                                        </p:tgtEl>
                                        <p:attrNameLst>
                                          <p:attrName>style.visibility</p:attrName>
                                        </p:attrNameLst>
                                      </p:cBhvr>
                                      <p:to>
                                        <p:strVal val="visible"/>
                                      </p:to>
                                    </p:set>
                                  </p:childTnLst>
                                </p:cTn>
                              </p:par>
                            </p:childTnLst>
                          </p:cTn>
                        </p:par>
                      </p:childTnLst>
                    </p:cTn>
                  </p:par>
                  <p:par>
                    <p:cTn id="283" fill="hold">
                      <p:stCondLst>
                        <p:cond delay="indefinite"/>
                      </p:stCondLst>
                      <p:childTnLst>
                        <p:par>
                          <p:cTn id="284" fill="hold">
                            <p:stCondLst>
                              <p:cond delay="0"/>
                            </p:stCondLst>
                            <p:childTnLst>
                              <p:par>
                                <p:cTn id="285" presetID="1" presetClass="entr" presetSubtype="0" fill="hold" nodeType="clickEffect">
                                  <p:stCondLst>
                                    <p:cond delay="0"/>
                                  </p:stCondLst>
                                  <p:childTnLst>
                                    <p:set>
                                      <p:cBhvr>
                                        <p:cTn id="286" dur="1" fill="hold">
                                          <p:stCondLst>
                                            <p:cond delay="0"/>
                                          </p:stCondLst>
                                        </p:cTn>
                                        <p:tgtEl>
                                          <p:spTgt spid="84">
                                            <p:txEl>
                                              <p:pRg st="7" end="7"/>
                                            </p:txEl>
                                          </p:spTgt>
                                        </p:tgtEl>
                                        <p:attrNameLst>
                                          <p:attrName>style.visibility</p:attrName>
                                        </p:attrNameLst>
                                      </p:cBhvr>
                                      <p:to>
                                        <p:strVal val="visible"/>
                                      </p:to>
                                    </p:set>
                                  </p:childTnLst>
                                </p:cTn>
                              </p:par>
                            </p:childTnLst>
                          </p:cTn>
                        </p:par>
                      </p:childTnLst>
                    </p:cTn>
                  </p:par>
                  <p:par>
                    <p:cTn id="287" fill="hold">
                      <p:stCondLst>
                        <p:cond delay="indefinite"/>
                      </p:stCondLst>
                      <p:childTnLst>
                        <p:par>
                          <p:cTn id="288" fill="hold">
                            <p:stCondLst>
                              <p:cond delay="0"/>
                            </p:stCondLst>
                            <p:childTnLst>
                              <p:par>
                                <p:cTn id="289" presetID="1" presetClass="entr" presetSubtype="0" fill="hold" nodeType="clickEffect">
                                  <p:stCondLst>
                                    <p:cond delay="0"/>
                                  </p:stCondLst>
                                  <p:childTnLst>
                                    <p:set>
                                      <p:cBhvr>
                                        <p:cTn id="290" dur="1" fill="hold">
                                          <p:stCondLst>
                                            <p:cond delay="0"/>
                                          </p:stCondLst>
                                        </p:cTn>
                                        <p:tgtEl>
                                          <p:spTgt spid="84">
                                            <p:txEl>
                                              <p:pRg st="8" end="8"/>
                                            </p:txEl>
                                          </p:spTgt>
                                        </p:tgtEl>
                                        <p:attrNameLst>
                                          <p:attrName>style.visibility</p:attrName>
                                        </p:attrNameLst>
                                      </p:cBhvr>
                                      <p:to>
                                        <p:strVal val="visible"/>
                                      </p:to>
                                    </p:set>
                                  </p:childTnLst>
                                </p:cTn>
                              </p:par>
                            </p:childTnLst>
                          </p:cTn>
                        </p:par>
                      </p:childTnLst>
                    </p:cTn>
                  </p:par>
                  <p:par>
                    <p:cTn id="291" fill="hold">
                      <p:stCondLst>
                        <p:cond delay="indefinite"/>
                      </p:stCondLst>
                      <p:childTnLst>
                        <p:par>
                          <p:cTn id="292" fill="hold">
                            <p:stCondLst>
                              <p:cond delay="0"/>
                            </p:stCondLst>
                            <p:childTnLst>
                              <p:par>
                                <p:cTn id="293" presetID="1" presetClass="entr" presetSubtype="0" fill="hold" nodeType="clickEffect">
                                  <p:stCondLst>
                                    <p:cond delay="0"/>
                                  </p:stCondLst>
                                  <p:childTnLst>
                                    <p:set>
                                      <p:cBhvr>
                                        <p:cTn id="294" dur="1" fill="hold">
                                          <p:stCondLst>
                                            <p:cond delay="0"/>
                                          </p:stCondLst>
                                        </p:cTn>
                                        <p:tgtEl>
                                          <p:spTgt spid="85">
                                            <p:txEl>
                                              <p:pRg st="0" end="0"/>
                                            </p:txEl>
                                          </p:spTgt>
                                        </p:tgtEl>
                                        <p:attrNameLst>
                                          <p:attrName>style.visibility</p:attrName>
                                        </p:attrNameLst>
                                      </p:cBhvr>
                                      <p:to>
                                        <p:strVal val="visible"/>
                                      </p:to>
                                    </p:set>
                                  </p:childTnLst>
                                </p:cTn>
                              </p:par>
                            </p:childTnLst>
                          </p:cTn>
                        </p:par>
                      </p:childTnLst>
                    </p:cTn>
                  </p:par>
                  <p:par>
                    <p:cTn id="295" fill="hold">
                      <p:stCondLst>
                        <p:cond delay="indefinite"/>
                      </p:stCondLst>
                      <p:childTnLst>
                        <p:par>
                          <p:cTn id="296" fill="hold">
                            <p:stCondLst>
                              <p:cond delay="0"/>
                            </p:stCondLst>
                            <p:childTnLst>
                              <p:par>
                                <p:cTn id="297" presetID="1" presetClass="entr" presetSubtype="0" fill="hold" nodeType="clickEffect">
                                  <p:stCondLst>
                                    <p:cond delay="0"/>
                                  </p:stCondLst>
                                  <p:childTnLst>
                                    <p:set>
                                      <p:cBhvr>
                                        <p:cTn id="298" dur="1" fill="hold">
                                          <p:stCondLst>
                                            <p:cond delay="0"/>
                                          </p:stCondLst>
                                        </p:cTn>
                                        <p:tgtEl>
                                          <p:spTgt spid="85">
                                            <p:txEl>
                                              <p:pRg st="1" end="1"/>
                                            </p:txEl>
                                          </p:spTgt>
                                        </p:tgtEl>
                                        <p:attrNameLst>
                                          <p:attrName>style.visibility</p:attrName>
                                        </p:attrNameLst>
                                      </p:cBhvr>
                                      <p:to>
                                        <p:strVal val="visible"/>
                                      </p:to>
                                    </p:set>
                                  </p:childTnLst>
                                </p:cTn>
                              </p:par>
                            </p:childTnLst>
                          </p:cTn>
                        </p:par>
                      </p:childTnLst>
                    </p:cTn>
                  </p:par>
                  <p:par>
                    <p:cTn id="299" fill="hold">
                      <p:stCondLst>
                        <p:cond delay="indefinite"/>
                      </p:stCondLst>
                      <p:childTnLst>
                        <p:par>
                          <p:cTn id="300" fill="hold">
                            <p:stCondLst>
                              <p:cond delay="0"/>
                            </p:stCondLst>
                            <p:childTnLst>
                              <p:par>
                                <p:cTn id="301" presetID="1" presetClass="entr" presetSubtype="0" fill="hold" nodeType="clickEffect">
                                  <p:stCondLst>
                                    <p:cond delay="0"/>
                                  </p:stCondLst>
                                  <p:childTnLst>
                                    <p:set>
                                      <p:cBhvr>
                                        <p:cTn id="302" dur="1" fill="hold">
                                          <p:stCondLst>
                                            <p:cond delay="0"/>
                                          </p:stCondLst>
                                        </p:cTn>
                                        <p:tgtEl>
                                          <p:spTgt spid="85">
                                            <p:txEl>
                                              <p:pRg st="2" end="2"/>
                                            </p:txEl>
                                          </p:spTgt>
                                        </p:tgtEl>
                                        <p:attrNameLst>
                                          <p:attrName>style.visibility</p:attrName>
                                        </p:attrNameLst>
                                      </p:cBhvr>
                                      <p:to>
                                        <p:strVal val="visible"/>
                                      </p:to>
                                    </p:set>
                                  </p:childTnLst>
                                </p:cTn>
                              </p:par>
                            </p:childTnLst>
                          </p:cTn>
                        </p:par>
                      </p:childTnLst>
                    </p:cTn>
                  </p:par>
                  <p:par>
                    <p:cTn id="303" fill="hold">
                      <p:stCondLst>
                        <p:cond delay="indefinite"/>
                      </p:stCondLst>
                      <p:childTnLst>
                        <p:par>
                          <p:cTn id="304" fill="hold">
                            <p:stCondLst>
                              <p:cond delay="0"/>
                            </p:stCondLst>
                            <p:childTnLst>
                              <p:par>
                                <p:cTn id="305" presetID="1" presetClass="entr" presetSubtype="0" fill="hold" nodeType="clickEffect">
                                  <p:stCondLst>
                                    <p:cond delay="0"/>
                                  </p:stCondLst>
                                  <p:childTnLst>
                                    <p:set>
                                      <p:cBhvr>
                                        <p:cTn id="306" dur="1" fill="hold">
                                          <p:stCondLst>
                                            <p:cond delay="0"/>
                                          </p:stCondLst>
                                        </p:cTn>
                                        <p:tgtEl>
                                          <p:spTgt spid="85">
                                            <p:txEl>
                                              <p:pRg st="3" end="3"/>
                                            </p:txEl>
                                          </p:spTgt>
                                        </p:tgtEl>
                                        <p:attrNameLst>
                                          <p:attrName>style.visibility</p:attrName>
                                        </p:attrNameLst>
                                      </p:cBhvr>
                                      <p:to>
                                        <p:strVal val="visible"/>
                                      </p:to>
                                    </p:set>
                                  </p:childTnLst>
                                </p:cTn>
                              </p:par>
                            </p:childTnLst>
                          </p:cTn>
                        </p:par>
                      </p:childTnLst>
                    </p:cTn>
                  </p:par>
                  <p:par>
                    <p:cTn id="307" fill="hold">
                      <p:stCondLst>
                        <p:cond delay="indefinite"/>
                      </p:stCondLst>
                      <p:childTnLst>
                        <p:par>
                          <p:cTn id="308" fill="hold">
                            <p:stCondLst>
                              <p:cond delay="0"/>
                            </p:stCondLst>
                            <p:childTnLst>
                              <p:par>
                                <p:cTn id="309" presetID="1" presetClass="entr" presetSubtype="0" fill="hold" nodeType="clickEffect">
                                  <p:stCondLst>
                                    <p:cond delay="0"/>
                                  </p:stCondLst>
                                  <p:childTnLst>
                                    <p:set>
                                      <p:cBhvr>
                                        <p:cTn id="310" dur="1" fill="hold">
                                          <p:stCondLst>
                                            <p:cond delay="0"/>
                                          </p:stCondLst>
                                        </p:cTn>
                                        <p:tgtEl>
                                          <p:spTgt spid="85">
                                            <p:txEl>
                                              <p:pRg st="4" end="4"/>
                                            </p:txEl>
                                          </p:spTgt>
                                        </p:tgtEl>
                                        <p:attrNameLst>
                                          <p:attrName>style.visibility</p:attrName>
                                        </p:attrNameLst>
                                      </p:cBhvr>
                                      <p:to>
                                        <p:strVal val="visible"/>
                                      </p:to>
                                    </p:set>
                                  </p:childTnLst>
                                </p:cTn>
                              </p:par>
                            </p:childTnLst>
                          </p:cTn>
                        </p:par>
                      </p:childTnLst>
                    </p:cTn>
                  </p:par>
                  <p:par>
                    <p:cTn id="311" fill="hold">
                      <p:stCondLst>
                        <p:cond delay="indefinite"/>
                      </p:stCondLst>
                      <p:childTnLst>
                        <p:par>
                          <p:cTn id="312" fill="hold">
                            <p:stCondLst>
                              <p:cond delay="0"/>
                            </p:stCondLst>
                            <p:childTnLst>
                              <p:par>
                                <p:cTn id="313" presetID="1" presetClass="entr" presetSubtype="0" fill="hold" nodeType="clickEffect">
                                  <p:stCondLst>
                                    <p:cond delay="0"/>
                                  </p:stCondLst>
                                  <p:childTnLst>
                                    <p:set>
                                      <p:cBhvr>
                                        <p:cTn id="314" dur="1" fill="hold">
                                          <p:stCondLst>
                                            <p:cond delay="0"/>
                                          </p:stCondLst>
                                        </p:cTn>
                                        <p:tgtEl>
                                          <p:spTgt spid="85">
                                            <p:txEl>
                                              <p:pRg st="5" end="5"/>
                                            </p:txEl>
                                          </p:spTgt>
                                        </p:tgtEl>
                                        <p:attrNameLst>
                                          <p:attrName>style.visibility</p:attrName>
                                        </p:attrNameLst>
                                      </p:cBhvr>
                                      <p:to>
                                        <p:strVal val="visible"/>
                                      </p:to>
                                    </p:set>
                                  </p:childTnLst>
                                </p:cTn>
                              </p:par>
                            </p:childTnLst>
                          </p:cTn>
                        </p:par>
                      </p:childTnLst>
                    </p:cTn>
                  </p:par>
                  <p:par>
                    <p:cTn id="315" fill="hold">
                      <p:stCondLst>
                        <p:cond delay="indefinite"/>
                      </p:stCondLst>
                      <p:childTnLst>
                        <p:par>
                          <p:cTn id="316" fill="hold">
                            <p:stCondLst>
                              <p:cond delay="0"/>
                            </p:stCondLst>
                            <p:childTnLst>
                              <p:par>
                                <p:cTn id="317" presetID="1" presetClass="entr" presetSubtype="0" fill="hold" nodeType="clickEffect">
                                  <p:stCondLst>
                                    <p:cond delay="0"/>
                                  </p:stCondLst>
                                  <p:childTnLst>
                                    <p:set>
                                      <p:cBhvr>
                                        <p:cTn id="318" dur="1" fill="hold">
                                          <p:stCondLst>
                                            <p:cond delay="0"/>
                                          </p:stCondLst>
                                        </p:cTn>
                                        <p:tgtEl>
                                          <p:spTgt spid="85">
                                            <p:txEl>
                                              <p:pRg st="6" end="6"/>
                                            </p:txEl>
                                          </p:spTgt>
                                        </p:tgtEl>
                                        <p:attrNameLst>
                                          <p:attrName>style.visibility</p:attrName>
                                        </p:attrNameLst>
                                      </p:cBhvr>
                                      <p:to>
                                        <p:strVal val="visible"/>
                                      </p:to>
                                    </p:set>
                                  </p:childTnLst>
                                </p:cTn>
                              </p:par>
                            </p:childTnLst>
                          </p:cTn>
                        </p:par>
                      </p:childTnLst>
                    </p:cTn>
                  </p:par>
                  <p:par>
                    <p:cTn id="319" fill="hold">
                      <p:stCondLst>
                        <p:cond delay="indefinite"/>
                      </p:stCondLst>
                      <p:childTnLst>
                        <p:par>
                          <p:cTn id="320" fill="hold">
                            <p:stCondLst>
                              <p:cond delay="0"/>
                            </p:stCondLst>
                            <p:childTnLst>
                              <p:par>
                                <p:cTn id="321" presetID="1" presetClass="entr" presetSubtype="0" fill="hold" nodeType="clickEffect">
                                  <p:stCondLst>
                                    <p:cond delay="0"/>
                                  </p:stCondLst>
                                  <p:childTnLst>
                                    <p:set>
                                      <p:cBhvr>
                                        <p:cTn id="322" dur="1" fill="hold">
                                          <p:stCondLst>
                                            <p:cond delay="0"/>
                                          </p:stCondLst>
                                        </p:cTn>
                                        <p:tgtEl>
                                          <p:spTgt spid="85">
                                            <p:txEl>
                                              <p:pRg st="7" end="7"/>
                                            </p:txEl>
                                          </p:spTgt>
                                        </p:tgtEl>
                                        <p:attrNameLst>
                                          <p:attrName>style.visibility</p:attrName>
                                        </p:attrNameLst>
                                      </p:cBhvr>
                                      <p:to>
                                        <p:strVal val="visible"/>
                                      </p:to>
                                    </p:set>
                                  </p:childTnLst>
                                </p:cTn>
                              </p:par>
                            </p:childTnLst>
                          </p:cTn>
                        </p:par>
                      </p:childTnLst>
                    </p:cTn>
                  </p:par>
                  <p:par>
                    <p:cTn id="323" fill="hold">
                      <p:stCondLst>
                        <p:cond delay="indefinite"/>
                      </p:stCondLst>
                      <p:childTnLst>
                        <p:par>
                          <p:cTn id="324" fill="hold">
                            <p:stCondLst>
                              <p:cond delay="0"/>
                            </p:stCondLst>
                            <p:childTnLst>
                              <p:par>
                                <p:cTn id="325" presetID="1" presetClass="entr" presetSubtype="0" fill="hold" nodeType="clickEffect">
                                  <p:stCondLst>
                                    <p:cond delay="0"/>
                                  </p:stCondLst>
                                  <p:childTnLst>
                                    <p:set>
                                      <p:cBhvr>
                                        <p:cTn id="326" dur="1" fill="hold">
                                          <p:stCondLst>
                                            <p:cond delay="0"/>
                                          </p:stCondLst>
                                        </p:cTn>
                                        <p:tgtEl>
                                          <p:spTgt spid="85">
                                            <p:txEl>
                                              <p:pRg st="8" end="8"/>
                                            </p:txEl>
                                          </p:spTgt>
                                        </p:tgtEl>
                                        <p:attrNameLst>
                                          <p:attrName>style.visibility</p:attrName>
                                        </p:attrNameLst>
                                      </p:cBhvr>
                                      <p:to>
                                        <p:strVal val="visible"/>
                                      </p:to>
                                    </p:set>
                                  </p:childTnLst>
                                </p:cTn>
                              </p:par>
                            </p:childTnLst>
                          </p:cTn>
                        </p:par>
                      </p:childTnLst>
                    </p:cTn>
                  </p:par>
                  <p:par>
                    <p:cTn id="327" fill="hold">
                      <p:stCondLst>
                        <p:cond delay="indefinite"/>
                      </p:stCondLst>
                      <p:childTnLst>
                        <p:par>
                          <p:cTn id="328" fill="hold">
                            <p:stCondLst>
                              <p:cond delay="0"/>
                            </p:stCondLst>
                            <p:childTnLst>
                              <p:par>
                                <p:cTn id="329" presetID="1" presetClass="entr" presetSubtype="0" fill="hold" nodeType="clickEffect">
                                  <p:stCondLst>
                                    <p:cond delay="0"/>
                                  </p:stCondLst>
                                  <p:childTnLst>
                                    <p:set>
                                      <p:cBhvr>
                                        <p:cTn id="330" dur="1" fill="hold">
                                          <p:stCondLst>
                                            <p:cond delay="0"/>
                                          </p:stCondLst>
                                        </p:cTn>
                                        <p:tgtEl>
                                          <p:spTgt spid="86">
                                            <p:txEl>
                                              <p:pRg st="0" end="0"/>
                                            </p:txEl>
                                          </p:spTgt>
                                        </p:tgtEl>
                                        <p:attrNameLst>
                                          <p:attrName>style.visibility</p:attrName>
                                        </p:attrNameLst>
                                      </p:cBhvr>
                                      <p:to>
                                        <p:strVal val="visible"/>
                                      </p:to>
                                    </p:set>
                                  </p:childTnLst>
                                </p:cTn>
                              </p:par>
                            </p:childTnLst>
                          </p:cTn>
                        </p:par>
                      </p:childTnLst>
                    </p:cTn>
                  </p:par>
                  <p:par>
                    <p:cTn id="331" fill="hold">
                      <p:stCondLst>
                        <p:cond delay="indefinite"/>
                      </p:stCondLst>
                      <p:childTnLst>
                        <p:par>
                          <p:cTn id="332" fill="hold">
                            <p:stCondLst>
                              <p:cond delay="0"/>
                            </p:stCondLst>
                            <p:childTnLst>
                              <p:par>
                                <p:cTn id="333" presetID="1" presetClass="entr" presetSubtype="0" fill="hold" nodeType="clickEffect">
                                  <p:stCondLst>
                                    <p:cond delay="0"/>
                                  </p:stCondLst>
                                  <p:childTnLst>
                                    <p:set>
                                      <p:cBhvr>
                                        <p:cTn id="334" dur="1" fill="hold">
                                          <p:stCondLst>
                                            <p:cond delay="0"/>
                                          </p:stCondLst>
                                        </p:cTn>
                                        <p:tgtEl>
                                          <p:spTgt spid="86">
                                            <p:txEl>
                                              <p:pRg st="1" end="1"/>
                                            </p:txEl>
                                          </p:spTgt>
                                        </p:tgtEl>
                                        <p:attrNameLst>
                                          <p:attrName>style.visibility</p:attrName>
                                        </p:attrNameLst>
                                      </p:cBhvr>
                                      <p:to>
                                        <p:strVal val="visible"/>
                                      </p:to>
                                    </p:set>
                                  </p:childTnLst>
                                </p:cTn>
                              </p:par>
                            </p:childTnLst>
                          </p:cTn>
                        </p:par>
                      </p:childTnLst>
                    </p:cTn>
                  </p:par>
                  <p:par>
                    <p:cTn id="335" fill="hold">
                      <p:stCondLst>
                        <p:cond delay="indefinite"/>
                      </p:stCondLst>
                      <p:childTnLst>
                        <p:par>
                          <p:cTn id="336" fill="hold">
                            <p:stCondLst>
                              <p:cond delay="0"/>
                            </p:stCondLst>
                            <p:childTnLst>
                              <p:par>
                                <p:cTn id="337" presetID="1" presetClass="entr" presetSubtype="0" fill="hold" nodeType="clickEffect">
                                  <p:stCondLst>
                                    <p:cond delay="0"/>
                                  </p:stCondLst>
                                  <p:childTnLst>
                                    <p:set>
                                      <p:cBhvr>
                                        <p:cTn id="338" dur="1" fill="hold">
                                          <p:stCondLst>
                                            <p:cond delay="0"/>
                                          </p:stCondLst>
                                        </p:cTn>
                                        <p:tgtEl>
                                          <p:spTgt spid="86">
                                            <p:txEl>
                                              <p:pRg st="2" end="2"/>
                                            </p:txEl>
                                          </p:spTgt>
                                        </p:tgtEl>
                                        <p:attrNameLst>
                                          <p:attrName>style.visibility</p:attrName>
                                        </p:attrNameLst>
                                      </p:cBhvr>
                                      <p:to>
                                        <p:strVal val="visible"/>
                                      </p:to>
                                    </p:set>
                                  </p:childTnLst>
                                </p:cTn>
                              </p:par>
                            </p:childTnLst>
                          </p:cTn>
                        </p:par>
                      </p:childTnLst>
                    </p:cTn>
                  </p:par>
                  <p:par>
                    <p:cTn id="339" fill="hold">
                      <p:stCondLst>
                        <p:cond delay="indefinite"/>
                      </p:stCondLst>
                      <p:childTnLst>
                        <p:par>
                          <p:cTn id="340" fill="hold">
                            <p:stCondLst>
                              <p:cond delay="0"/>
                            </p:stCondLst>
                            <p:childTnLst>
                              <p:par>
                                <p:cTn id="341" presetID="1" presetClass="entr" presetSubtype="0" fill="hold" nodeType="clickEffect">
                                  <p:stCondLst>
                                    <p:cond delay="0"/>
                                  </p:stCondLst>
                                  <p:childTnLst>
                                    <p:set>
                                      <p:cBhvr>
                                        <p:cTn id="342" dur="1" fill="hold">
                                          <p:stCondLst>
                                            <p:cond delay="0"/>
                                          </p:stCondLst>
                                        </p:cTn>
                                        <p:tgtEl>
                                          <p:spTgt spid="86">
                                            <p:txEl>
                                              <p:pRg st="3" end="3"/>
                                            </p:txEl>
                                          </p:spTgt>
                                        </p:tgtEl>
                                        <p:attrNameLst>
                                          <p:attrName>style.visibility</p:attrName>
                                        </p:attrNameLst>
                                      </p:cBhvr>
                                      <p:to>
                                        <p:strVal val="visible"/>
                                      </p:to>
                                    </p:set>
                                  </p:childTnLst>
                                </p:cTn>
                              </p:par>
                            </p:childTnLst>
                          </p:cTn>
                        </p:par>
                      </p:childTnLst>
                    </p:cTn>
                  </p:par>
                  <p:par>
                    <p:cTn id="343" fill="hold">
                      <p:stCondLst>
                        <p:cond delay="indefinite"/>
                      </p:stCondLst>
                      <p:childTnLst>
                        <p:par>
                          <p:cTn id="344" fill="hold">
                            <p:stCondLst>
                              <p:cond delay="0"/>
                            </p:stCondLst>
                            <p:childTnLst>
                              <p:par>
                                <p:cTn id="345" presetID="1" presetClass="entr" presetSubtype="0" fill="hold" nodeType="clickEffect">
                                  <p:stCondLst>
                                    <p:cond delay="0"/>
                                  </p:stCondLst>
                                  <p:childTnLst>
                                    <p:set>
                                      <p:cBhvr>
                                        <p:cTn id="346" dur="1" fill="hold">
                                          <p:stCondLst>
                                            <p:cond delay="0"/>
                                          </p:stCondLst>
                                        </p:cTn>
                                        <p:tgtEl>
                                          <p:spTgt spid="86">
                                            <p:txEl>
                                              <p:pRg st="4" end="4"/>
                                            </p:txEl>
                                          </p:spTgt>
                                        </p:tgtEl>
                                        <p:attrNameLst>
                                          <p:attrName>style.visibility</p:attrName>
                                        </p:attrNameLst>
                                      </p:cBhvr>
                                      <p:to>
                                        <p:strVal val="visible"/>
                                      </p:to>
                                    </p:set>
                                  </p:childTnLst>
                                </p:cTn>
                              </p:par>
                            </p:childTnLst>
                          </p:cTn>
                        </p:par>
                      </p:childTnLst>
                    </p:cTn>
                  </p:par>
                  <p:par>
                    <p:cTn id="347" fill="hold">
                      <p:stCondLst>
                        <p:cond delay="indefinite"/>
                      </p:stCondLst>
                      <p:childTnLst>
                        <p:par>
                          <p:cTn id="348" fill="hold">
                            <p:stCondLst>
                              <p:cond delay="0"/>
                            </p:stCondLst>
                            <p:childTnLst>
                              <p:par>
                                <p:cTn id="349" presetID="1" presetClass="entr" presetSubtype="0" fill="hold" nodeType="clickEffect">
                                  <p:stCondLst>
                                    <p:cond delay="0"/>
                                  </p:stCondLst>
                                  <p:childTnLst>
                                    <p:set>
                                      <p:cBhvr>
                                        <p:cTn id="350" dur="1" fill="hold">
                                          <p:stCondLst>
                                            <p:cond delay="0"/>
                                          </p:stCondLst>
                                        </p:cTn>
                                        <p:tgtEl>
                                          <p:spTgt spid="86">
                                            <p:txEl>
                                              <p:pRg st="5" end="5"/>
                                            </p:txEl>
                                          </p:spTgt>
                                        </p:tgtEl>
                                        <p:attrNameLst>
                                          <p:attrName>style.visibility</p:attrName>
                                        </p:attrNameLst>
                                      </p:cBhvr>
                                      <p:to>
                                        <p:strVal val="visible"/>
                                      </p:to>
                                    </p:set>
                                  </p:childTnLst>
                                </p:cTn>
                              </p:par>
                            </p:childTnLst>
                          </p:cTn>
                        </p:par>
                      </p:childTnLst>
                    </p:cTn>
                  </p:par>
                  <p:par>
                    <p:cTn id="351" fill="hold">
                      <p:stCondLst>
                        <p:cond delay="indefinite"/>
                      </p:stCondLst>
                      <p:childTnLst>
                        <p:par>
                          <p:cTn id="352" fill="hold">
                            <p:stCondLst>
                              <p:cond delay="0"/>
                            </p:stCondLst>
                            <p:childTnLst>
                              <p:par>
                                <p:cTn id="353" presetID="1" presetClass="entr" presetSubtype="0" fill="hold" nodeType="clickEffect">
                                  <p:stCondLst>
                                    <p:cond delay="0"/>
                                  </p:stCondLst>
                                  <p:childTnLst>
                                    <p:set>
                                      <p:cBhvr>
                                        <p:cTn id="354" dur="1" fill="hold">
                                          <p:stCondLst>
                                            <p:cond delay="0"/>
                                          </p:stCondLst>
                                        </p:cTn>
                                        <p:tgtEl>
                                          <p:spTgt spid="86">
                                            <p:txEl>
                                              <p:pRg st="6" end="6"/>
                                            </p:txEl>
                                          </p:spTgt>
                                        </p:tgtEl>
                                        <p:attrNameLst>
                                          <p:attrName>style.visibility</p:attrName>
                                        </p:attrNameLst>
                                      </p:cBhvr>
                                      <p:to>
                                        <p:strVal val="visible"/>
                                      </p:to>
                                    </p:set>
                                  </p:childTnLst>
                                </p:cTn>
                              </p:par>
                            </p:childTnLst>
                          </p:cTn>
                        </p:par>
                      </p:childTnLst>
                    </p:cTn>
                  </p:par>
                  <p:par>
                    <p:cTn id="355" fill="hold">
                      <p:stCondLst>
                        <p:cond delay="indefinite"/>
                      </p:stCondLst>
                      <p:childTnLst>
                        <p:par>
                          <p:cTn id="356" fill="hold">
                            <p:stCondLst>
                              <p:cond delay="0"/>
                            </p:stCondLst>
                            <p:childTnLst>
                              <p:par>
                                <p:cTn id="357" presetID="1" presetClass="entr" presetSubtype="0" fill="hold" nodeType="clickEffect">
                                  <p:stCondLst>
                                    <p:cond delay="0"/>
                                  </p:stCondLst>
                                  <p:childTnLst>
                                    <p:set>
                                      <p:cBhvr>
                                        <p:cTn id="358" dur="1" fill="hold">
                                          <p:stCondLst>
                                            <p:cond delay="0"/>
                                          </p:stCondLst>
                                        </p:cTn>
                                        <p:tgtEl>
                                          <p:spTgt spid="86">
                                            <p:txEl>
                                              <p:pRg st="7" end="7"/>
                                            </p:txEl>
                                          </p:spTgt>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nodeType="clickEffect">
                                  <p:stCondLst>
                                    <p:cond delay="0"/>
                                  </p:stCondLst>
                                  <p:childTnLst>
                                    <p:set>
                                      <p:cBhvr>
                                        <p:cTn id="362" dur="1" fill="hold">
                                          <p:stCondLst>
                                            <p:cond delay="0"/>
                                          </p:stCondLst>
                                        </p:cTn>
                                        <p:tgtEl>
                                          <p:spTgt spid="86">
                                            <p:txEl>
                                              <p:pRg st="8" end="8"/>
                                            </p:txEl>
                                          </p:spTgt>
                                        </p:tgtEl>
                                        <p:attrNameLst>
                                          <p:attrName>style.visibility</p:attrName>
                                        </p:attrNameLst>
                                      </p:cBhvr>
                                      <p:to>
                                        <p:strVal val="visible"/>
                                      </p:to>
                                    </p:set>
                                  </p:childTnLst>
                                </p:cTn>
                              </p:par>
                            </p:childTnLst>
                          </p:cTn>
                        </p:par>
                      </p:childTnLst>
                    </p:cTn>
                  </p:par>
                  <p:par>
                    <p:cTn id="363" fill="hold">
                      <p:stCondLst>
                        <p:cond delay="indefinite"/>
                      </p:stCondLst>
                      <p:childTnLst>
                        <p:par>
                          <p:cTn id="364" fill="hold">
                            <p:stCondLst>
                              <p:cond delay="0"/>
                            </p:stCondLst>
                            <p:childTnLst>
                              <p:par>
                                <p:cTn id="365" presetID="1" presetClass="entr" presetSubtype="0" fill="hold" nodeType="clickEffect">
                                  <p:stCondLst>
                                    <p:cond delay="0"/>
                                  </p:stCondLst>
                                  <p:childTnLst>
                                    <p:set>
                                      <p:cBhvr>
                                        <p:cTn id="366" dur="1" fill="hold">
                                          <p:stCondLst>
                                            <p:cond delay="0"/>
                                          </p:stCondLst>
                                        </p:cTn>
                                        <p:tgtEl>
                                          <p:spTgt spid="87">
                                            <p:txEl>
                                              <p:pRg st="0" end="0"/>
                                            </p:txEl>
                                          </p:spTgt>
                                        </p:tgtEl>
                                        <p:attrNameLst>
                                          <p:attrName>style.visibility</p:attrName>
                                        </p:attrNameLst>
                                      </p:cBhvr>
                                      <p:to>
                                        <p:strVal val="visible"/>
                                      </p:to>
                                    </p:set>
                                  </p:childTnLst>
                                </p:cTn>
                              </p:par>
                            </p:childTnLst>
                          </p:cTn>
                        </p:par>
                      </p:childTnLst>
                    </p:cTn>
                  </p:par>
                  <p:par>
                    <p:cTn id="367" fill="hold">
                      <p:stCondLst>
                        <p:cond delay="indefinite"/>
                      </p:stCondLst>
                      <p:childTnLst>
                        <p:par>
                          <p:cTn id="368" fill="hold">
                            <p:stCondLst>
                              <p:cond delay="0"/>
                            </p:stCondLst>
                            <p:childTnLst>
                              <p:par>
                                <p:cTn id="369" presetID="1" presetClass="entr" presetSubtype="0" fill="hold" nodeType="clickEffect">
                                  <p:stCondLst>
                                    <p:cond delay="0"/>
                                  </p:stCondLst>
                                  <p:childTnLst>
                                    <p:set>
                                      <p:cBhvr>
                                        <p:cTn id="370" dur="1" fill="hold">
                                          <p:stCondLst>
                                            <p:cond delay="0"/>
                                          </p:stCondLst>
                                        </p:cTn>
                                        <p:tgtEl>
                                          <p:spTgt spid="87">
                                            <p:txEl>
                                              <p:pRg st="1" end="1"/>
                                            </p:txEl>
                                          </p:spTgt>
                                        </p:tgtEl>
                                        <p:attrNameLst>
                                          <p:attrName>style.visibility</p:attrName>
                                        </p:attrNameLst>
                                      </p:cBhvr>
                                      <p:to>
                                        <p:strVal val="visible"/>
                                      </p:to>
                                    </p:set>
                                  </p:childTnLst>
                                </p:cTn>
                              </p:par>
                            </p:childTnLst>
                          </p:cTn>
                        </p:par>
                      </p:childTnLst>
                    </p:cTn>
                  </p:par>
                  <p:par>
                    <p:cTn id="371" fill="hold">
                      <p:stCondLst>
                        <p:cond delay="indefinite"/>
                      </p:stCondLst>
                      <p:childTnLst>
                        <p:par>
                          <p:cTn id="372" fill="hold">
                            <p:stCondLst>
                              <p:cond delay="0"/>
                            </p:stCondLst>
                            <p:childTnLst>
                              <p:par>
                                <p:cTn id="373" presetID="1" presetClass="entr" presetSubtype="0" fill="hold" nodeType="clickEffect">
                                  <p:stCondLst>
                                    <p:cond delay="0"/>
                                  </p:stCondLst>
                                  <p:childTnLst>
                                    <p:set>
                                      <p:cBhvr>
                                        <p:cTn id="374" dur="1" fill="hold">
                                          <p:stCondLst>
                                            <p:cond delay="0"/>
                                          </p:stCondLst>
                                        </p:cTn>
                                        <p:tgtEl>
                                          <p:spTgt spid="87">
                                            <p:txEl>
                                              <p:pRg st="2" end="2"/>
                                            </p:txEl>
                                          </p:spTgt>
                                        </p:tgtEl>
                                        <p:attrNameLst>
                                          <p:attrName>style.visibility</p:attrName>
                                        </p:attrNameLst>
                                      </p:cBhvr>
                                      <p:to>
                                        <p:strVal val="visible"/>
                                      </p:to>
                                    </p:set>
                                  </p:childTnLst>
                                </p:cTn>
                              </p:par>
                            </p:childTnLst>
                          </p:cTn>
                        </p:par>
                      </p:childTnLst>
                    </p:cTn>
                  </p:par>
                  <p:par>
                    <p:cTn id="375" fill="hold">
                      <p:stCondLst>
                        <p:cond delay="indefinite"/>
                      </p:stCondLst>
                      <p:childTnLst>
                        <p:par>
                          <p:cTn id="376" fill="hold">
                            <p:stCondLst>
                              <p:cond delay="0"/>
                            </p:stCondLst>
                            <p:childTnLst>
                              <p:par>
                                <p:cTn id="377" presetID="1" presetClass="entr" presetSubtype="0" fill="hold" nodeType="clickEffect">
                                  <p:stCondLst>
                                    <p:cond delay="0"/>
                                  </p:stCondLst>
                                  <p:childTnLst>
                                    <p:set>
                                      <p:cBhvr>
                                        <p:cTn id="378" dur="1" fill="hold">
                                          <p:stCondLst>
                                            <p:cond delay="0"/>
                                          </p:stCondLst>
                                        </p:cTn>
                                        <p:tgtEl>
                                          <p:spTgt spid="87">
                                            <p:txEl>
                                              <p:pRg st="3" end="3"/>
                                            </p:txEl>
                                          </p:spTgt>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nodeType="clickEffect">
                                  <p:stCondLst>
                                    <p:cond delay="0"/>
                                  </p:stCondLst>
                                  <p:childTnLst>
                                    <p:set>
                                      <p:cBhvr>
                                        <p:cTn id="382" dur="1" fill="hold">
                                          <p:stCondLst>
                                            <p:cond delay="0"/>
                                          </p:stCondLst>
                                        </p:cTn>
                                        <p:tgtEl>
                                          <p:spTgt spid="87">
                                            <p:txEl>
                                              <p:pRg st="4" end="4"/>
                                            </p:txEl>
                                          </p:spTgt>
                                        </p:tgtEl>
                                        <p:attrNameLst>
                                          <p:attrName>style.visibility</p:attrName>
                                        </p:attrNameLst>
                                      </p:cBhvr>
                                      <p:to>
                                        <p:strVal val="visible"/>
                                      </p:to>
                                    </p:set>
                                  </p:childTnLst>
                                </p:cTn>
                              </p:par>
                            </p:childTnLst>
                          </p:cTn>
                        </p:par>
                      </p:childTnLst>
                    </p:cTn>
                  </p:par>
                  <p:par>
                    <p:cTn id="383" fill="hold">
                      <p:stCondLst>
                        <p:cond delay="indefinite"/>
                      </p:stCondLst>
                      <p:childTnLst>
                        <p:par>
                          <p:cTn id="384" fill="hold">
                            <p:stCondLst>
                              <p:cond delay="0"/>
                            </p:stCondLst>
                            <p:childTnLst>
                              <p:par>
                                <p:cTn id="385" presetID="1" presetClass="entr" presetSubtype="0" fill="hold" nodeType="clickEffect">
                                  <p:stCondLst>
                                    <p:cond delay="0"/>
                                  </p:stCondLst>
                                  <p:childTnLst>
                                    <p:set>
                                      <p:cBhvr>
                                        <p:cTn id="386" dur="1" fill="hold">
                                          <p:stCondLst>
                                            <p:cond delay="0"/>
                                          </p:stCondLst>
                                        </p:cTn>
                                        <p:tgtEl>
                                          <p:spTgt spid="87">
                                            <p:txEl>
                                              <p:pRg st="5" end="5"/>
                                            </p:txEl>
                                          </p:spTgt>
                                        </p:tgtEl>
                                        <p:attrNameLst>
                                          <p:attrName>style.visibility</p:attrName>
                                        </p:attrNameLst>
                                      </p:cBhvr>
                                      <p:to>
                                        <p:strVal val="visible"/>
                                      </p:to>
                                    </p:set>
                                  </p:childTnLst>
                                </p:cTn>
                              </p:par>
                            </p:childTnLst>
                          </p:cTn>
                        </p:par>
                      </p:childTnLst>
                    </p:cTn>
                  </p:par>
                  <p:par>
                    <p:cTn id="387" fill="hold">
                      <p:stCondLst>
                        <p:cond delay="indefinite"/>
                      </p:stCondLst>
                      <p:childTnLst>
                        <p:par>
                          <p:cTn id="388" fill="hold">
                            <p:stCondLst>
                              <p:cond delay="0"/>
                            </p:stCondLst>
                            <p:childTnLst>
                              <p:par>
                                <p:cTn id="389" presetID="1" presetClass="entr" presetSubtype="0" fill="hold" nodeType="clickEffect">
                                  <p:stCondLst>
                                    <p:cond delay="0"/>
                                  </p:stCondLst>
                                  <p:childTnLst>
                                    <p:set>
                                      <p:cBhvr>
                                        <p:cTn id="390" dur="1" fill="hold">
                                          <p:stCondLst>
                                            <p:cond delay="0"/>
                                          </p:stCondLst>
                                        </p:cTn>
                                        <p:tgtEl>
                                          <p:spTgt spid="87">
                                            <p:txEl>
                                              <p:pRg st="6" end="6"/>
                                            </p:txEl>
                                          </p:spTgt>
                                        </p:tgtEl>
                                        <p:attrNameLst>
                                          <p:attrName>style.visibility</p:attrName>
                                        </p:attrNameLst>
                                      </p:cBhvr>
                                      <p:to>
                                        <p:strVal val="visible"/>
                                      </p:to>
                                    </p:set>
                                  </p:childTnLst>
                                </p:cTn>
                              </p:par>
                            </p:childTnLst>
                          </p:cTn>
                        </p:par>
                      </p:childTnLst>
                    </p:cTn>
                  </p:par>
                  <p:par>
                    <p:cTn id="391" fill="hold">
                      <p:stCondLst>
                        <p:cond delay="indefinite"/>
                      </p:stCondLst>
                      <p:childTnLst>
                        <p:par>
                          <p:cTn id="392" fill="hold">
                            <p:stCondLst>
                              <p:cond delay="0"/>
                            </p:stCondLst>
                            <p:childTnLst>
                              <p:par>
                                <p:cTn id="393" presetID="1" presetClass="entr" presetSubtype="0" fill="hold" nodeType="clickEffect">
                                  <p:stCondLst>
                                    <p:cond delay="0"/>
                                  </p:stCondLst>
                                  <p:childTnLst>
                                    <p:set>
                                      <p:cBhvr>
                                        <p:cTn id="394" dur="1" fill="hold">
                                          <p:stCondLst>
                                            <p:cond delay="0"/>
                                          </p:stCondLst>
                                        </p:cTn>
                                        <p:tgtEl>
                                          <p:spTgt spid="87">
                                            <p:txEl>
                                              <p:pRg st="7" end="7"/>
                                            </p:txEl>
                                          </p:spTgt>
                                        </p:tgtEl>
                                        <p:attrNameLst>
                                          <p:attrName>style.visibility</p:attrName>
                                        </p:attrNameLst>
                                      </p:cBhvr>
                                      <p:to>
                                        <p:strVal val="visible"/>
                                      </p:to>
                                    </p:set>
                                  </p:childTnLst>
                                </p:cTn>
                              </p:par>
                            </p:childTnLst>
                          </p:cTn>
                        </p:par>
                      </p:childTnLst>
                    </p:cTn>
                  </p:par>
                  <p:par>
                    <p:cTn id="395" fill="hold">
                      <p:stCondLst>
                        <p:cond delay="indefinite"/>
                      </p:stCondLst>
                      <p:childTnLst>
                        <p:par>
                          <p:cTn id="396" fill="hold">
                            <p:stCondLst>
                              <p:cond delay="0"/>
                            </p:stCondLst>
                            <p:childTnLst>
                              <p:par>
                                <p:cTn id="397" presetID="1" presetClass="entr" presetSubtype="0" fill="hold" nodeType="clickEffect">
                                  <p:stCondLst>
                                    <p:cond delay="0"/>
                                  </p:stCondLst>
                                  <p:childTnLst>
                                    <p:set>
                                      <p:cBhvr>
                                        <p:cTn id="398" dur="1" fill="hold">
                                          <p:stCondLst>
                                            <p:cond delay="0"/>
                                          </p:stCondLst>
                                        </p:cTn>
                                        <p:tgtEl>
                                          <p:spTgt spid="87">
                                            <p:txEl>
                                              <p:pRg st="8" end="8"/>
                                            </p:txEl>
                                          </p:spTgt>
                                        </p:tgtEl>
                                        <p:attrNameLst>
                                          <p:attrName>style.visibility</p:attrName>
                                        </p:attrNameLst>
                                      </p:cBhvr>
                                      <p:to>
                                        <p:strVal val="visible"/>
                                      </p:to>
                                    </p:set>
                                  </p:childTnLst>
                                </p:cTn>
                              </p:par>
                            </p:childTnLst>
                          </p:cTn>
                        </p:par>
                      </p:childTnLst>
                    </p:cTn>
                  </p:par>
                  <p:par>
                    <p:cTn id="399" fill="hold">
                      <p:stCondLst>
                        <p:cond delay="indefinite"/>
                      </p:stCondLst>
                      <p:childTnLst>
                        <p:par>
                          <p:cTn id="400" fill="hold">
                            <p:stCondLst>
                              <p:cond delay="0"/>
                            </p:stCondLst>
                            <p:childTnLst>
                              <p:par>
                                <p:cTn id="401" presetID="1" presetClass="entr" presetSubtype="0" fill="hold" nodeType="clickEffect">
                                  <p:stCondLst>
                                    <p:cond delay="0"/>
                                  </p:stCondLst>
                                  <p:childTnLst>
                                    <p:set>
                                      <p:cBhvr>
                                        <p:cTn id="402" dur="1" fill="hold">
                                          <p:stCondLst>
                                            <p:cond delay="0"/>
                                          </p:stCondLst>
                                        </p:cTn>
                                        <p:tgtEl>
                                          <p:spTgt spid="88">
                                            <p:txEl>
                                              <p:pRg st="0" end="0"/>
                                            </p:txEl>
                                          </p:spTgt>
                                        </p:tgtEl>
                                        <p:attrNameLst>
                                          <p:attrName>style.visibility</p:attrName>
                                        </p:attrNameLst>
                                      </p:cBhvr>
                                      <p:to>
                                        <p:strVal val="visible"/>
                                      </p:to>
                                    </p:set>
                                  </p:childTnLst>
                                </p:cTn>
                              </p:par>
                            </p:childTnLst>
                          </p:cTn>
                        </p:par>
                      </p:childTnLst>
                    </p:cTn>
                  </p:par>
                  <p:par>
                    <p:cTn id="403" fill="hold">
                      <p:stCondLst>
                        <p:cond delay="indefinite"/>
                      </p:stCondLst>
                      <p:childTnLst>
                        <p:par>
                          <p:cTn id="404" fill="hold">
                            <p:stCondLst>
                              <p:cond delay="0"/>
                            </p:stCondLst>
                            <p:childTnLst>
                              <p:par>
                                <p:cTn id="405" presetID="1" presetClass="entr" presetSubtype="0" fill="hold" nodeType="clickEffect">
                                  <p:stCondLst>
                                    <p:cond delay="0"/>
                                  </p:stCondLst>
                                  <p:childTnLst>
                                    <p:set>
                                      <p:cBhvr>
                                        <p:cTn id="406" dur="1" fill="hold">
                                          <p:stCondLst>
                                            <p:cond delay="0"/>
                                          </p:stCondLst>
                                        </p:cTn>
                                        <p:tgtEl>
                                          <p:spTgt spid="88">
                                            <p:txEl>
                                              <p:pRg st="1" end="1"/>
                                            </p:txEl>
                                          </p:spTgt>
                                        </p:tgtEl>
                                        <p:attrNameLst>
                                          <p:attrName>style.visibility</p:attrName>
                                        </p:attrNameLst>
                                      </p:cBhvr>
                                      <p:to>
                                        <p:strVal val="visible"/>
                                      </p:to>
                                    </p:set>
                                  </p:childTnLst>
                                </p:cTn>
                              </p:par>
                            </p:childTnLst>
                          </p:cTn>
                        </p:par>
                      </p:childTnLst>
                    </p:cTn>
                  </p:par>
                  <p:par>
                    <p:cTn id="407" fill="hold">
                      <p:stCondLst>
                        <p:cond delay="indefinite"/>
                      </p:stCondLst>
                      <p:childTnLst>
                        <p:par>
                          <p:cTn id="408" fill="hold">
                            <p:stCondLst>
                              <p:cond delay="0"/>
                            </p:stCondLst>
                            <p:childTnLst>
                              <p:par>
                                <p:cTn id="409" presetID="1" presetClass="entr" presetSubtype="0" fill="hold" nodeType="clickEffect">
                                  <p:stCondLst>
                                    <p:cond delay="0"/>
                                  </p:stCondLst>
                                  <p:childTnLst>
                                    <p:set>
                                      <p:cBhvr>
                                        <p:cTn id="410" dur="1" fill="hold">
                                          <p:stCondLst>
                                            <p:cond delay="0"/>
                                          </p:stCondLst>
                                        </p:cTn>
                                        <p:tgtEl>
                                          <p:spTgt spid="88">
                                            <p:txEl>
                                              <p:pRg st="2" end="2"/>
                                            </p:txEl>
                                          </p:spTgt>
                                        </p:tgtEl>
                                        <p:attrNameLst>
                                          <p:attrName>style.visibility</p:attrName>
                                        </p:attrNameLst>
                                      </p:cBhvr>
                                      <p:to>
                                        <p:strVal val="visible"/>
                                      </p:to>
                                    </p:set>
                                  </p:childTnLst>
                                </p:cTn>
                              </p:par>
                            </p:childTnLst>
                          </p:cTn>
                        </p:par>
                      </p:childTnLst>
                    </p:cTn>
                  </p:par>
                  <p:par>
                    <p:cTn id="411" fill="hold">
                      <p:stCondLst>
                        <p:cond delay="indefinite"/>
                      </p:stCondLst>
                      <p:childTnLst>
                        <p:par>
                          <p:cTn id="412" fill="hold">
                            <p:stCondLst>
                              <p:cond delay="0"/>
                            </p:stCondLst>
                            <p:childTnLst>
                              <p:par>
                                <p:cTn id="413" presetID="1" presetClass="entr" presetSubtype="0" fill="hold" nodeType="clickEffect">
                                  <p:stCondLst>
                                    <p:cond delay="0"/>
                                  </p:stCondLst>
                                  <p:childTnLst>
                                    <p:set>
                                      <p:cBhvr>
                                        <p:cTn id="414" dur="1" fill="hold">
                                          <p:stCondLst>
                                            <p:cond delay="0"/>
                                          </p:stCondLst>
                                        </p:cTn>
                                        <p:tgtEl>
                                          <p:spTgt spid="88">
                                            <p:txEl>
                                              <p:pRg st="3" end="3"/>
                                            </p:txEl>
                                          </p:spTgt>
                                        </p:tgtEl>
                                        <p:attrNameLst>
                                          <p:attrName>style.visibility</p:attrName>
                                        </p:attrNameLst>
                                      </p:cBhvr>
                                      <p:to>
                                        <p:strVal val="visible"/>
                                      </p:to>
                                    </p:set>
                                  </p:childTnLst>
                                </p:cTn>
                              </p:par>
                            </p:childTnLst>
                          </p:cTn>
                        </p:par>
                      </p:childTnLst>
                    </p:cTn>
                  </p:par>
                  <p:par>
                    <p:cTn id="415" fill="hold">
                      <p:stCondLst>
                        <p:cond delay="indefinite"/>
                      </p:stCondLst>
                      <p:childTnLst>
                        <p:par>
                          <p:cTn id="416" fill="hold">
                            <p:stCondLst>
                              <p:cond delay="0"/>
                            </p:stCondLst>
                            <p:childTnLst>
                              <p:par>
                                <p:cTn id="417" presetID="1" presetClass="entr" presetSubtype="0" fill="hold" nodeType="clickEffect">
                                  <p:stCondLst>
                                    <p:cond delay="0"/>
                                  </p:stCondLst>
                                  <p:childTnLst>
                                    <p:set>
                                      <p:cBhvr>
                                        <p:cTn id="418" dur="1" fill="hold">
                                          <p:stCondLst>
                                            <p:cond delay="0"/>
                                          </p:stCondLst>
                                        </p:cTn>
                                        <p:tgtEl>
                                          <p:spTgt spid="88">
                                            <p:txEl>
                                              <p:pRg st="4" end="4"/>
                                            </p:txEl>
                                          </p:spTgt>
                                        </p:tgtEl>
                                        <p:attrNameLst>
                                          <p:attrName>style.visibility</p:attrName>
                                        </p:attrNameLst>
                                      </p:cBhvr>
                                      <p:to>
                                        <p:strVal val="visible"/>
                                      </p:to>
                                    </p:set>
                                  </p:childTnLst>
                                </p:cTn>
                              </p:par>
                            </p:childTnLst>
                          </p:cTn>
                        </p:par>
                      </p:childTnLst>
                    </p:cTn>
                  </p:par>
                  <p:par>
                    <p:cTn id="419" fill="hold">
                      <p:stCondLst>
                        <p:cond delay="indefinite"/>
                      </p:stCondLst>
                      <p:childTnLst>
                        <p:par>
                          <p:cTn id="420" fill="hold">
                            <p:stCondLst>
                              <p:cond delay="0"/>
                            </p:stCondLst>
                            <p:childTnLst>
                              <p:par>
                                <p:cTn id="421" presetID="1" presetClass="entr" presetSubtype="0" fill="hold" nodeType="clickEffect">
                                  <p:stCondLst>
                                    <p:cond delay="0"/>
                                  </p:stCondLst>
                                  <p:childTnLst>
                                    <p:set>
                                      <p:cBhvr>
                                        <p:cTn id="422" dur="1" fill="hold">
                                          <p:stCondLst>
                                            <p:cond delay="0"/>
                                          </p:stCondLst>
                                        </p:cTn>
                                        <p:tgtEl>
                                          <p:spTgt spid="88">
                                            <p:txEl>
                                              <p:pRg st="5" end="5"/>
                                            </p:txEl>
                                          </p:spTgt>
                                        </p:tgtEl>
                                        <p:attrNameLst>
                                          <p:attrName>style.visibility</p:attrName>
                                        </p:attrNameLst>
                                      </p:cBhvr>
                                      <p:to>
                                        <p:strVal val="visible"/>
                                      </p:to>
                                    </p:set>
                                  </p:childTnLst>
                                </p:cTn>
                              </p:par>
                            </p:childTnLst>
                          </p:cTn>
                        </p:par>
                      </p:childTnLst>
                    </p:cTn>
                  </p:par>
                  <p:par>
                    <p:cTn id="423" fill="hold">
                      <p:stCondLst>
                        <p:cond delay="indefinite"/>
                      </p:stCondLst>
                      <p:childTnLst>
                        <p:par>
                          <p:cTn id="424" fill="hold">
                            <p:stCondLst>
                              <p:cond delay="0"/>
                            </p:stCondLst>
                            <p:childTnLst>
                              <p:par>
                                <p:cTn id="425" presetID="1" presetClass="entr" presetSubtype="0" fill="hold" nodeType="clickEffect">
                                  <p:stCondLst>
                                    <p:cond delay="0"/>
                                  </p:stCondLst>
                                  <p:childTnLst>
                                    <p:set>
                                      <p:cBhvr>
                                        <p:cTn id="426" dur="1" fill="hold">
                                          <p:stCondLst>
                                            <p:cond delay="0"/>
                                          </p:stCondLst>
                                        </p:cTn>
                                        <p:tgtEl>
                                          <p:spTgt spid="88">
                                            <p:txEl>
                                              <p:pRg st="6" end="6"/>
                                            </p:txEl>
                                          </p:spTgt>
                                        </p:tgtEl>
                                        <p:attrNameLst>
                                          <p:attrName>style.visibility</p:attrName>
                                        </p:attrNameLst>
                                      </p:cBhvr>
                                      <p:to>
                                        <p:strVal val="visible"/>
                                      </p:to>
                                    </p:set>
                                  </p:childTnLst>
                                </p:cTn>
                              </p:par>
                            </p:childTnLst>
                          </p:cTn>
                        </p:par>
                      </p:childTnLst>
                    </p:cTn>
                  </p:par>
                  <p:par>
                    <p:cTn id="427" fill="hold">
                      <p:stCondLst>
                        <p:cond delay="indefinite"/>
                      </p:stCondLst>
                      <p:childTnLst>
                        <p:par>
                          <p:cTn id="428" fill="hold">
                            <p:stCondLst>
                              <p:cond delay="0"/>
                            </p:stCondLst>
                            <p:childTnLst>
                              <p:par>
                                <p:cTn id="429" presetID="1" presetClass="entr" presetSubtype="0" fill="hold" nodeType="clickEffect">
                                  <p:stCondLst>
                                    <p:cond delay="0"/>
                                  </p:stCondLst>
                                  <p:childTnLst>
                                    <p:set>
                                      <p:cBhvr>
                                        <p:cTn id="430" dur="1" fill="hold">
                                          <p:stCondLst>
                                            <p:cond delay="0"/>
                                          </p:stCondLst>
                                        </p:cTn>
                                        <p:tgtEl>
                                          <p:spTgt spid="88">
                                            <p:txEl>
                                              <p:pRg st="7" end="7"/>
                                            </p:txEl>
                                          </p:spTgt>
                                        </p:tgtEl>
                                        <p:attrNameLst>
                                          <p:attrName>style.visibility</p:attrName>
                                        </p:attrNameLst>
                                      </p:cBhvr>
                                      <p:to>
                                        <p:strVal val="visible"/>
                                      </p:to>
                                    </p:set>
                                  </p:childTnLst>
                                </p:cTn>
                              </p:par>
                            </p:childTnLst>
                          </p:cTn>
                        </p:par>
                      </p:childTnLst>
                    </p:cTn>
                  </p:par>
                  <p:par>
                    <p:cTn id="431" fill="hold">
                      <p:stCondLst>
                        <p:cond delay="indefinite"/>
                      </p:stCondLst>
                      <p:childTnLst>
                        <p:par>
                          <p:cTn id="432" fill="hold">
                            <p:stCondLst>
                              <p:cond delay="0"/>
                            </p:stCondLst>
                            <p:childTnLst>
                              <p:par>
                                <p:cTn id="433" presetID="1" presetClass="entr" presetSubtype="0" fill="hold" nodeType="clickEffect">
                                  <p:stCondLst>
                                    <p:cond delay="0"/>
                                  </p:stCondLst>
                                  <p:childTnLst>
                                    <p:set>
                                      <p:cBhvr>
                                        <p:cTn id="434" dur="1" fill="hold">
                                          <p:stCondLst>
                                            <p:cond delay="0"/>
                                          </p:stCondLst>
                                        </p:cTn>
                                        <p:tgtEl>
                                          <p:spTgt spid="88">
                                            <p:txEl>
                                              <p:pRg st="8" end="8"/>
                                            </p:txEl>
                                          </p:spTgt>
                                        </p:tgtEl>
                                        <p:attrNameLst>
                                          <p:attrName>style.visibility</p:attrName>
                                        </p:attrNameLst>
                                      </p:cBhvr>
                                      <p:to>
                                        <p:strVal val="visible"/>
                                      </p:to>
                                    </p:set>
                                  </p:childTnLst>
                                </p:cTn>
                              </p:par>
                            </p:childTnLst>
                          </p:cTn>
                        </p:par>
                      </p:childTnLst>
                    </p:cTn>
                  </p:par>
                  <p:par>
                    <p:cTn id="435" fill="hold">
                      <p:stCondLst>
                        <p:cond delay="indefinite"/>
                      </p:stCondLst>
                      <p:childTnLst>
                        <p:par>
                          <p:cTn id="436" fill="hold">
                            <p:stCondLst>
                              <p:cond delay="0"/>
                            </p:stCondLst>
                            <p:childTnLst>
                              <p:par>
                                <p:cTn id="437" presetID="1" presetClass="entr" presetSubtype="0" fill="hold" nodeType="clickEffect">
                                  <p:stCondLst>
                                    <p:cond delay="0"/>
                                  </p:stCondLst>
                                  <p:childTnLst>
                                    <p:set>
                                      <p:cBhvr>
                                        <p:cTn id="438" dur="1" fill="hold">
                                          <p:stCondLst>
                                            <p:cond delay="0"/>
                                          </p:stCondLst>
                                        </p:cTn>
                                        <p:tgtEl>
                                          <p:spTgt spid="89">
                                            <p:txEl>
                                              <p:pRg st="0" end="0"/>
                                            </p:txEl>
                                          </p:spTgt>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nodeType="clickEffect">
                                  <p:stCondLst>
                                    <p:cond delay="0"/>
                                  </p:stCondLst>
                                  <p:childTnLst>
                                    <p:set>
                                      <p:cBhvr>
                                        <p:cTn id="442" dur="1" fill="hold">
                                          <p:stCondLst>
                                            <p:cond delay="0"/>
                                          </p:stCondLst>
                                        </p:cTn>
                                        <p:tgtEl>
                                          <p:spTgt spid="89">
                                            <p:txEl>
                                              <p:pRg st="1" end="1"/>
                                            </p:txEl>
                                          </p:spTgt>
                                        </p:tgtEl>
                                        <p:attrNameLst>
                                          <p:attrName>style.visibility</p:attrName>
                                        </p:attrNameLst>
                                      </p:cBhvr>
                                      <p:to>
                                        <p:strVal val="visible"/>
                                      </p:to>
                                    </p:set>
                                  </p:childTnLst>
                                </p:cTn>
                              </p:par>
                            </p:childTnLst>
                          </p:cTn>
                        </p:par>
                      </p:childTnLst>
                    </p:cTn>
                  </p:par>
                  <p:par>
                    <p:cTn id="443" fill="hold">
                      <p:stCondLst>
                        <p:cond delay="indefinite"/>
                      </p:stCondLst>
                      <p:childTnLst>
                        <p:par>
                          <p:cTn id="444" fill="hold">
                            <p:stCondLst>
                              <p:cond delay="0"/>
                            </p:stCondLst>
                            <p:childTnLst>
                              <p:par>
                                <p:cTn id="445" presetID="1" presetClass="entr" presetSubtype="0" fill="hold" nodeType="clickEffect">
                                  <p:stCondLst>
                                    <p:cond delay="0"/>
                                  </p:stCondLst>
                                  <p:childTnLst>
                                    <p:set>
                                      <p:cBhvr>
                                        <p:cTn id="446" dur="1" fill="hold">
                                          <p:stCondLst>
                                            <p:cond delay="0"/>
                                          </p:stCondLst>
                                        </p:cTn>
                                        <p:tgtEl>
                                          <p:spTgt spid="89">
                                            <p:txEl>
                                              <p:pRg st="2" end="2"/>
                                            </p:txEl>
                                          </p:spTgt>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presetSubtype="0" fill="hold" nodeType="clickEffect">
                                  <p:stCondLst>
                                    <p:cond delay="0"/>
                                  </p:stCondLst>
                                  <p:childTnLst>
                                    <p:set>
                                      <p:cBhvr>
                                        <p:cTn id="450" dur="1" fill="hold">
                                          <p:stCondLst>
                                            <p:cond delay="0"/>
                                          </p:stCondLst>
                                        </p:cTn>
                                        <p:tgtEl>
                                          <p:spTgt spid="89">
                                            <p:txEl>
                                              <p:pRg st="3" end="3"/>
                                            </p:txEl>
                                          </p:spTgt>
                                        </p:tgtEl>
                                        <p:attrNameLst>
                                          <p:attrName>style.visibility</p:attrName>
                                        </p:attrNameLst>
                                      </p:cBhvr>
                                      <p:to>
                                        <p:strVal val="visible"/>
                                      </p:to>
                                    </p:set>
                                  </p:childTnLst>
                                </p:cTn>
                              </p:par>
                            </p:childTnLst>
                          </p:cTn>
                        </p:par>
                      </p:childTnLst>
                    </p:cTn>
                  </p:par>
                  <p:par>
                    <p:cTn id="451" fill="hold">
                      <p:stCondLst>
                        <p:cond delay="indefinite"/>
                      </p:stCondLst>
                      <p:childTnLst>
                        <p:par>
                          <p:cTn id="452" fill="hold">
                            <p:stCondLst>
                              <p:cond delay="0"/>
                            </p:stCondLst>
                            <p:childTnLst>
                              <p:par>
                                <p:cTn id="453" presetID="1" presetClass="entr" presetSubtype="0" fill="hold" nodeType="clickEffect">
                                  <p:stCondLst>
                                    <p:cond delay="0"/>
                                  </p:stCondLst>
                                  <p:childTnLst>
                                    <p:set>
                                      <p:cBhvr>
                                        <p:cTn id="454" dur="1" fill="hold">
                                          <p:stCondLst>
                                            <p:cond delay="0"/>
                                          </p:stCondLst>
                                        </p:cTn>
                                        <p:tgtEl>
                                          <p:spTgt spid="89">
                                            <p:txEl>
                                              <p:pRg st="4" end="4"/>
                                            </p:txEl>
                                          </p:spTgt>
                                        </p:tgtEl>
                                        <p:attrNameLst>
                                          <p:attrName>style.visibility</p:attrName>
                                        </p:attrNameLst>
                                      </p:cBhvr>
                                      <p:to>
                                        <p:strVal val="visible"/>
                                      </p:to>
                                    </p:set>
                                  </p:childTnLst>
                                </p:cTn>
                              </p:par>
                            </p:childTnLst>
                          </p:cTn>
                        </p:par>
                      </p:childTnLst>
                    </p:cTn>
                  </p:par>
                  <p:par>
                    <p:cTn id="455" fill="hold">
                      <p:stCondLst>
                        <p:cond delay="indefinite"/>
                      </p:stCondLst>
                      <p:childTnLst>
                        <p:par>
                          <p:cTn id="456" fill="hold">
                            <p:stCondLst>
                              <p:cond delay="0"/>
                            </p:stCondLst>
                            <p:childTnLst>
                              <p:par>
                                <p:cTn id="457" presetID="1" presetClass="entr" presetSubtype="0" fill="hold" nodeType="clickEffect">
                                  <p:stCondLst>
                                    <p:cond delay="0"/>
                                  </p:stCondLst>
                                  <p:childTnLst>
                                    <p:set>
                                      <p:cBhvr>
                                        <p:cTn id="458" dur="1" fill="hold">
                                          <p:stCondLst>
                                            <p:cond delay="0"/>
                                          </p:stCondLst>
                                        </p:cTn>
                                        <p:tgtEl>
                                          <p:spTgt spid="89">
                                            <p:txEl>
                                              <p:pRg st="5" end="5"/>
                                            </p:txEl>
                                          </p:spTgt>
                                        </p:tgtEl>
                                        <p:attrNameLst>
                                          <p:attrName>style.visibility</p:attrName>
                                        </p:attrNameLst>
                                      </p:cBhvr>
                                      <p:to>
                                        <p:strVal val="visible"/>
                                      </p:to>
                                    </p:set>
                                  </p:childTnLst>
                                </p:cTn>
                              </p:par>
                            </p:childTnLst>
                          </p:cTn>
                        </p:par>
                      </p:childTnLst>
                    </p:cTn>
                  </p:par>
                  <p:par>
                    <p:cTn id="459" fill="hold">
                      <p:stCondLst>
                        <p:cond delay="indefinite"/>
                      </p:stCondLst>
                      <p:childTnLst>
                        <p:par>
                          <p:cTn id="460" fill="hold">
                            <p:stCondLst>
                              <p:cond delay="0"/>
                            </p:stCondLst>
                            <p:childTnLst>
                              <p:par>
                                <p:cTn id="461" presetID="1" presetClass="entr" presetSubtype="0" fill="hold" nodeType="clickEffect">
                                  <p:stCondLst>
                                    <p:cond delay="0"/>
                                  </p:stCondLst>
                                  <p:childTnLst>
                                    <p:set>
                                      <p:cBhvr>
                                        <p:cTn id="462" dur="1" fill="hold">
                                          <p:stCondLst>
                                            <p:cond delay="0"/>
                                          </p:stCondLst>
                                        </p:cTn>
                                        <p:tgtEl>
                                          <p:spTgt spid="89">
                                            <p:txEl>
                                              <p:pRg st="6" end="6"/>
                                            </p:txEl>
                                          </p:spTgt>
                                        </p:tgtEl>
                                        <p:attrNameLst>
                                          <p:attrName>style.visibility</p:attrName>
                                        </p:attrNameLst>
                                      </p:cBhvr>
                                      <p:to>
                                        <p:strVal val="visible"/>
                                      </p:to>
                                    </p:set>
                                  </p:childTnLst>
                                </p:cTn>
                              </p:par>
                            </p:childTnLst>
                          </p:cTn>
                        </p:par>
                      </p:childTnLst>
                    </p:cTn>
                  </p:par>
                  <p:par>
                    <p:cTn id="463" fill="hold">
                      <p:stCondLst>
                        <p:cond delay="indefinite"/>
                      </p:stCondLst>
                      <p:childTnLst>
                        <p:par>
                          <p:cTn id="464" fill="hold">
                            <p:stCondLst>
                              <p:cond delay="0"/>
                            </p:stCondLst>
                            <p:childTnLst>
                              <p:par>
                                <p:cTn id="465" presetID="1" presetClass="entr" presetSubtype="0" fill="hold" nodeType="clickEffect">
                                  <p:stCondLst>
                                    <p:cond delay="0"/>
                                  </p:stCondLst>
                                  <p:childTnLst>
                                    <p:set>
                                      <p:cBhvr>
                                        <p:cTn id="466" dur="1" fill="hold">
                                          <p:stCondLst>
                                            <p:cond delay="0"/>
                                          </p:stCondLst>
                                        </p:cTn>
                                        <p:tgtEl>
                                          <p:spTgt spid="89">
                                            <p:txEl>
                                              <p:pRg st="7" end="7"/>
                                            </p:txEl>
                                          </p:spTgt>
                                        </p:tgtEl>
                                        <p:attrNameLst>
                                          <p:attrName>style.visibility</p:attrName>
                                        </p:attrNameLst>
                                      </p:cBhvr>
                                      <p:to>
                                        <p:strVal val="visible"/>
                                      </p:to>
                                    </p:set>
                                  </p:childTnLst>
                                </p:cTn>
                              </p:par>
                            </p:childTnLst>
                          </p:cTn>
                        </p:par>
                      </p:childTnLst>
                    </p:cTn>
                  </p:par>
                  <p:par>
                    <p:cTn id="467" fill="hold">
                      <p:stCondLst>
                        <p:cond delay="indefinite"/>
                      </p:stCondLst>
                      <p:childTnLst>
                        <p:par>
                          <p:cTn id="468" fill="hold">
                            <p:stCondLst>
                              <p:cond delay="0"/>
                            </p:stCondLst>
                            <p:childTnLst>
                              <p:par>
                                <p:cTn id="469" presetID="1" presetClass="entr" presetSubtype="0" fill="hold" nodeType="clickEffect">
                                  <p:stCondLst>
                                    <p:cond delay="0"/>
                                  </p:stCondLst>
                                  <p:childTnLst>
                                    <p:set>
                                      <p:cBhvr>
                                        <p:cTn id="470" dur="1" fill="hold">
                                          <p:stCondLst>
                                            <p:cond delay="0"/>
                                          </p:stCondLst>
                                        </p:cTn>
                                        <p:tgtEl>
                                          <p:spTgt spid="89">
                                            <p:txEl>
                                              <p:pRg st="8" end="8"/>
                                            </p:txEl>
                                          </p:spTgt>
                                        </p:tgtEl>
                                        <p:attrNameLst>
                                          <p:attrName>style.visibility</p:attrName>
                                        </p:attrNameLst>
                                      </p:cBhvr>
                                      <p:to>
                                        <p:strVal val="visible"/>
                                      </p:to>
                                    </p:set>
                                  </p:childTnLst>
                                </p:cTn>
                              </p:par>
                            </p:childTnLst>
                          </p:cTn>
                        </p:par>
                      </p:childTnLst>
                    </p:cTn>
                  </p:par>
                  <p:par>
                    <p:cTn id="471" fill="hold">
                      <p:stCondLst>
                        <p:cond delay="indefinite"/>
                      </p:stCondLst>
                      <p:childTnLst>
                        <p:par>
                          <p:cTn id="472" fill="hold">
                            <p:stCondLst>
                              <p:cond delay="0"/>
                            </p:stCondLst>
                            <p:childTnLst>
                              <p:par>
                                <p:cTn id="473" presetID="1" presetClass="entr" presetSubtype="0" fill="hold" nodeType="clickEffect">
                                  <p:stCondLst>
                                    <p:cond delay="0"/>
                                  </p:stCondLst>
                                  <p:childTnLst>
                                    <p:set>
                                      <p:cBhvr>
                                        <p:cTn id="474" dur="1" fill="hold">
                                          <p:stCondLst>
                                            <p:cond delay="0"/>
                                          </p:stCondLst>
                                        </p:cTn>
                                        <p:tgtEl>
                                          <p:spTgt spid="90">
                                            <p:txEl>
                                              <p:pRg st="0" end="0"/>
                                            </p:txEl>
                                          </p:spTgt>
                                        </p:tgtEl>
                                        <p:attrNameLst>
                                          <p:attrName>style.visibility</p:attrName>
                                        </p:attrNameLst>
                                      </p:cBhvr>
                                      <p:to>
                                        <p:strVal val="visible"/>
                                      </p:to>
                                    </p:set>
                                  </p:childTnLst>
                                </p:cTn>
                              </p:par>
                            </p:childTnLst>
                          </p:cTn>
                        </p:par>
                      </p:childTnLst>
                    </p:cTn>
                  </p:par>
                  <p:par>
                    <p:cTn id="475" fill="hold">
                      <p:stCondLst>
                        <p:cond delay="indefinite"/>
                      </p:stCondLst>
                      <p:childTnLst>
                        <p:par>
                          <p:cTn id="476" fill="hold">
                            <p:stCondLst>
                              <p:cond delay="0"/>
                            </p:stCondLst>
                            <p:childTnLst>
                              <p:par>
                                <p:cTn id="477" presetID="1" presetClass="entr" presetSubtype="0" fill="hold" nodeType="clickEffect">
                                  <p:stCondLst>
                                    <p:cond delay="0"/>
                                  </p:stCondLst>
                                  <p:childTnLst>
                                    <p:set>
                                      <p:cBhvr>
                                        <p:cTn id="478" dur="1" fill="hold">
                                          <p:stCondLst>
                                            <p:cond delay="0"/>
                                          </p:stCondLst>
                                        </p:cTn>
                                        <p:tgtEl>
                                          <p:spTgt spid="90">
                                            <p:txEl>
                                              <p:pRg st="1" end="1"/>
                                            </p:txEl>
                                          </p:spTgt>
                                        </p:tgtEl>
                                        <p:attrNameLst>
                                          <p:attrName>style.visibility</p:attrName>
                                        </p:attrNameLst>
                                      </p:cBhvr>
                                      <p:to>
                                        <p:strVal val="visible"/>
                                      </p:to>
                                    </p:set>
                                  </p:childTnLst>
                                </p:cTn>
                              </p:par>
                            </p:childTnLst>
                          </p:cTn>
                        </p:par>
                      </p:childTnLst>
                    </p:cTn>
                  </p:par>
                  <p:par>
                    <p:cTn id="479" fill="hold">
                      <p:stCondLst>
                        <p:cond delay="indefinite"/>
                      </p:stCondLst>
                      <p:childTnLst>
                        <p:par>
                          <p:cTn id="480" fill="hold">
                            <p:stCondLst>
                              <p:cond delay="0"/>
                            </p:stCondLst>
                            <p:childTnLst>
                              <p:par>
                                <p:cTn id="481" presetID="1" presetClass="entr" presetSubtype="0" fill="hold" nodeType="clickEffect">
                                  <p:stCondLst>
                                    <p:cond delay="0"/>
                                  </p:stCondLst>
                                  <p:childTnLst>
                                    <p:set>
                                      <p:cBhvr>
                                        <p:cTn id="482" dur="1" fill="hold">
                                          <p:stCondLst>
                                            <p:cond delay="0"/>
                                          </p:stCondLst>
                                        </p:cTn>
                                        <p:tgtEl>
                                          <p:spTgt spid="90">
                                            <p:txEl>
                                              <p:pRg st="2" end="2"/>
                                            </p:txEl>
                                          </p:spTgt>
                                        </p:tgtEl>
                                        <p:attrNameLst>
                                          <p:attrName>style.visibility</p:attrName>
                                        </p:attrNameLst>
                                      </p:cBhvr>
                                      <p:to>
                                        <p:strVal val="visible"/>
                                      </p:to>
                                    </p:set>
                                  </p:childTnLst>
                                </p:cTn>
                              </p:par>
                            </p:childTnLst>
                          </p:cTn>
                        </p:par>
                      </p:childTnLst>
                    </p:cTn>
                  </p:par>
                  <p:par>
                    <p:cTn id="483" fill="hold">
                      <p:stCondLst>
                        <p:cond delay="indefinite"/>
                      </p:stCondLst>
                      <p:childTnLst>
                        <p:par>
                          <p:cTn id="484" fill="hold">
                            <p:stCondLst>
                              <p:cond delay="0"/>
                            </p:stCondLst>
                            <p:childTnLst>
                              <p:par>
                                <p:cTn id="485" presetID="1" presetClass="entr" presetSubtype="0" fill="hold" nodeType="clickEffect">
                                  <p:stCondLst>
                                    <p:cond delay="0"/>
                                  </p:stCondLst>
                                  <p:childTnLst>
                                    <p:set>
                                      <p:cBhvr>
                                        <p:cTn id="486" dur="1" fill="hold">
                                          <p:stCondLst>
                                            <p:cond delay="0"/>
                                          </p:stCondLst>
                                        </p:cTn>
                                        <p:tgtEl>
                                          <p:spTgt spid="90">
                                            <p:txEl>
                                              <p:pRg st="3" end="3"/>
                                            </p:txEl>
                                          </p:spTgt>
                                        </p:tgtEl>
                                        <p:attrNameLst>
                                          <p:attrName>style.visibility</p:attrName>
                                        </p:attrNameLst>
                                      </p:cBhvr>
                                      <p:to>
                                        <p:strVal val="visible"/>
                                      </p:to>
                                    </p:set>
                                  </p:childTnLst>
                                </p:cTn>
                              </p:par>
                            </p:childTnLst>
                          </p:cTn>
                        </p:par>
                      </p:childTnLst>
                    </p:cTn>
                  </p:par>
                  <p:par>
                    <p:cTn id="487" fill="hold">
                      <p:stCondLst>
                        <p:cond delay="indefinite"/>
                      </p:stCondLst>
                      <p:childTnLst>
                        <p:par>
                          <p:cTn id="488" fill="hold">
                            <p:stCondLst>
                              <p:cond delay="0"/>
                            </p:stCondLst>
                            <p:childTnLst>
                              <p:par>
                                <p:cTn id="489" presetID="1" presetClass="entr" presetSubtype="0" fill="hold" nodeType="clickEffect">
                                  <p:stCondLst>
                                    <p:cond delay="0"/>
                                  </p:stCondLst>
                                  <p:childTnLst>
                                    <p:set>
                                      <p:cBhvr>
                                        <p:cTn id="490" dur="1" fill="hold">
                                          <p:stCondLst>
                                            <p:cond delay="0"/>
                                          </p:stCondLst>
                                        </p:cTn>
                                        <p:tgtEl>
                                          <p:spTgt spid="90">
                                            <p:txEl>
                                              <p:pRg st="4" end="4"/>
                                            </p:txEl>
                                          </p:spTgt>
                                        </p:tgtEl>
                                        <p:attrNameLst>
                                          <p:attrName>style.visibility</p:attrName>
                                        </p:attrNameLst>
                                      </p:cBhvr>
                                      <p:to>
                                        <p:strVal val="visible"/>
                                      </p:to>
                                    </p:set>
                                  </p:childTnLst>
                                </p:cTn>
                              </p:par>
                            </p:childTnLst>
                          </p:cTn>
                        </p:par>
                      </p:childTnLst>
                    </p:cTn>
                  </p:par>
                  <p:par>
                    <p:cTn id="491" fill="hold">
                      <p:stCondLst>
                        <p:cond delay="indefinite"/>
                      </p:stCondLst>
                      <p:childTnLst>
                        <p:par>
                          <p:cTn id="492" fill="hold">
                            <p:stCondLst>
                              <p:cond delay="0"/>
                            </p:stCondLst>
                            <p:childTnLst>
                              <p:par>
                                <p:cTn id="493" presetID="1" presetClass="entr" presetSubtype="0" fill="hold" nodeType="clickEffect">
                                  <p:stCondLst>
                                    <p:cond delay="0"/>
                                  </p:stCondLst>
                                  <p:childTnLst>
                                    <p:set>
                                      <p:cBhvr>
                                        <p:cTn id="494" dur="1" fill="hold">
                                          <p:stCondLst>
                                            <p:cond delay="0"/>
                                          </p:stCondLst>
                                        </p:cTn>
                                        <p:tgtEl>
                                          <p:spTgt spid="90">
                                            <p:txEl>
                                              <p:pRg st="5" end="5"/>
                                            </p:txEl>
                                          </p:spTgt>
                                        </p:tgtEl>
                                        <p:attrNameLst>
                                          <p:attrName>style.visibility</p:attrName>
                                        </p:attrNameLst>
                                      </p:cBhvr>
                                      <p:to>
                                        <p:strVal val="visible"/>
                                      </p:to>
                                    </p:set>
                                  </p:childTnLst>
                                </p:cTn>
                              </p:par>
                            </p:childTnLst>
                          </p:cTn>
                        </p:par>
                      </p:childTnLst>
                    </p:cTn>
                  </p:par>
                  <p:par>
                    <p:cTn id="495" fill="hold">
                      <p:stCondLst>
                        <p:cond delay="indefinite"/>
                      </p:stCondLst>
                      <p:childTnLst>
                        <p:par>
                          <p:cTn id="496" fill="hold">
                            <p:stCondLst>
                              <p:cond delay="0"/>
                            </p:stCondLst>
                            <p:childTnLst>
                              <p:par>
                                <p:cTn id="497" presetID="1" presetClass="entr" presetSubtype="0" fill="hold" nodeType="clickEffect">
                                  <p:stCondLst>
                                    <p:cond delay="0"/>
                                  </p:stCondLst>
                                  <p:childTnLst>
                                    <p:set>
                                      <p:cBhvr>
                                        <p:cTn id="498" dur="1" fill="hold">
                                          <p:stCondLst>
                                            <p:cond delay="0"/>
                                          </p:stCondLst>
                                        </p:cTn>
                                        <p:tgtEl>
                                          <p:spTgt spid="90">
                                            <p:txEl>
                                              <p:pRg st="6" end="6"/>
                                            </p:txEl>
                                          </p:spTgt>
                                        </p:tgtEl>
                                        <p:attrNameLst>
                                          <p:attrName>style.visibility</p:attrName>
                                        </p:attrNameLst>
                                      </p:cBhvr>
                                      <p:to>
                                        <p:strVal val="visible"/>
                                      </p:to>
                                    </p:set>
                                  </p:childTnLst>
                                </p:cTn>
                              </p:par>
                            </p:childTnLst>
                          </p:cTn>
                        </p:par>
                      </p:childTnLst>
                    </p:cTn>
                  </p:par>
                  <p:par>
                    <p:cTn id="499" fill="hold">
                      <p:stCondLst>
                        <p:cond delay="indefinite"/>
                      </p:stCondLst>
                      <p:childTnLst>
                        <p:par>
                          <p:cTn id="500" fill="hold">
                            <p:stCondLst>
                              <p:cond delay="0"/>
                            </p:stCondLst>
                            <p:childTnLst>
                              <p:par>
                                <p:cTn id="501" presetID="1" presetClass="entr" presetSubtype="0" fill="hold" nodeType="clickEffect">
                                  <p:stCondLst>
                                    <p:cond delay="0"/>
                                  </p:stCondLst>
                                  <p:childTnLst>
                                    <p:set>
                                      <p:cBhvr>
                                        <p:cTn id="502" dur="1" fill="hold">
                                          <p:stCondLst>
                                            <p:cond delay="0"/>
                                          </p:stCondLst>
                                        </p:cTn>
                                        <p:tgtEl>
                                          <p:spTgt spid="90">
                                            <p:txEl>
                                              <p:pRg st="7" end="7"/>
                                            </p:txEl>
                                          </p:spTgt>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nodeType="clickEffect">
                                  <p:stCondLst>
                                    <p:cond delay="0"/>
                                  </p:stCondLst>
                                  <p:childTnLst>
                                    <p:set>
                                      <p:cBhvr>
                                        <p:cTn id="506" dur="1" fill="hold">
                                          <p:stCondLst>
                                            <p:cond delay="0"/>
                                          </p:stCondLst>
                                        </p:cTn>
                                        <p:tgtEl>
                                          <p:spTgt spid="90">
                                            <p:txEl>
                                              <p:pRg st="8" end="8"/>
                                            </p:txEl>
                                          </p:spTgt>
                                        </p:tgtEl>
                                        <p:attrNameLst>
                                          <p:attrName>style.visibility</p:attrName>
                                        </p:attrNameLst>
                                      </p:cBhvr>
                                      <p:to>
                                        <p:strVal val="visible"/>
                                      </p:to>
                                    </p:set>
                                  </p:childTnLst>
                                </p:cTn>
                              </p:par>
                            </p:childTnLst>
                          </p:cTn>
                        </p:par>
                      </p:childTnLst>
                    </p:cTn>
                  </p:par>
                  <p:par>
                    <p:cTn id="507" fill="hold">
                      <p:stCondLst>
                        <p:cond delay="indefinite"/>
                      </p:stCondLst>
                      <p:childTnLst>
                        <p:par>
                          <p:cTn id="508" fill="hold">
                            <p:stCondLst>
                              <p:cond delay="0"/>
                            </p:stCondLst>
                            <p:childTnLst>
                              <p:par>
                                <p:cTn id="509" presetID="1" presetClass="entr" presetSubtype="0" fill="hold" nodeType="clickEffect">
                                  <p:stCondLst>
                                    <p:cond delay="0"/>
                                  </p:stCondLst>
                                  <p:childTnLst>
                                    <p:set>
                                      <p:cBhvr>
                                        <p:cTn id="510" dur="1" fill="hold">
                                          <p:stCondLst>
                                            <p:cond delay="0"/>
                                          </p:stCondLst>
                                        </p:cTn>
                                        <p:tgtEl>
                                          <p:spTgt spid="91">
                                            <p:txEl>
                                              <p:pRg st="0" end="0"/>
                                            </p:txEl>
                                          </p:spTgt>
                                        </p:tgtEl>
                                        <p:attrNameLst>
                                          <p:attrName>style.visibility</p:attrName>
                                        </p:attrNameLst>
                                      </p:cBhvr>
                                      <p:to>
                                        <p:strVal val="visible"/>
                                      </p:to>
                                    </p:set>
                                  </p:childTnLst>
                                </p:cTn>
                              </p:par>
                            </p:childTnLst>
                          </p:cTn>
                        </p:par>
                      </p:childTnLst>
                    </p:cTn>
                  </p:par>
                  <p:par>
                    <p:cTn id="511" fill="hold">
                      <p:stCondLst>
                        <p:cond delay="indefinite"/>
                      </p:stCondLst>
                      <p:childTnLst>
                        <p:par>
                          <p:cTn id="512" fill="hold">
                            <p:stCondLst>
                              <p:cond delay="0"/>
                            </p:stCondLst>
                            <p:childTnLst>
                              <p:par>
                                <p:cTn id="513" presetID="1" presetClass="entr" presetSubtype="0" fill="hold" nodeType="clickEffect">
                                  <p:stCondLst>
                                    <p:cond delay="0"/>
                                  </p:stCondLst>
                                  <p:childTnLst>
                                    <p:set>
                                      <p:cBhvr>
                                        <p:cTn id="514" dur="1" fill="hold">
                                          <p:stCondLst>
                                            <p:cond delay="0"/>
                                          </p:stCondLst>
                                        </p:cTn>
                                        <p:tgtEl>
                                          <p:spTgt spid="91">
                                            <p:txEl>
                                              <p:pRg st="1" end="1"/>
                                            </p:txEl>
                                          </p:spTgt>
                                        </p:tgtEl>
                                        <p:attrNameLst>
                                          <p:attrName>style.visibility</p:attrName>
                                        </p:attrNameLst>
                                      </p:cBhvr>
                                      <p:to>
                                        <p:strVal val="visible"/>
                                      </p:to>
                                    </p:set>
                                  </p:childTnLst>
                                </p:cTn>
                              </p:par>
                            </p:childTnLst>
                          </p:cTn>
                        </p:par>
                      </p:childTnLst>
                    </p:cTn>
                  </p:par>
                  <p:par>
                    <p:cTn id="515" fill="hold">
                      <p:stCondLst>
                        <p:cond delay="indefinite"/>
                      </p:stCondLst>
                      <p:childTnLst>
                        <p:par>
                          <p:cTn id="516" fill="hold">
                            <p:stCondLst>
                              <p:cond delay="0"/>
                            </p:stCondLst>
                            <p:childTnLst>
                              <p:par>
                                <p:cTn id="517" presetID="1" presetClass="entr" presetSubtype="0" fill="hold" nodeType="clickEffect">
                                  <p:stCondLst>
                                    <p:cond delay="0"/>
                                  </p:stCondLst>
                                  <p:childTnLst>
                                    <p:set>
                                      <p:cBhvr>
                                        <p:cTn id="518" dur="1" fill="hold">
                                          <p:stCondLst>
                                            <p:cond delay="0"/>
                                          </p:stCondLst>
                                        </p:cTn>
                                        <p:tgtEl>
                                          <p:spTgt spid="91">
                                            <p:txEl>
                                              <p:pRg st="2" end="2"/>
                                            </p:txEl>
                                          </p:spTgt>
                                        </p:tgtEl>
                                        <p:attrNameLst>
                                          <p:attrName>style.visibility</p:attrName>
                                        </p:attrNameLst>
                                      </p:cBhvr>
                                      <p:to>
                                        <p:strVal val="visible"/>
                                      </p:to>
                                    </p:set>
                                  </p:childTnLst>
                                </p:cTn>
                              </p:par>
                            </p:childTnLst>
                          </p:cTn>
                        </p:par>
                      </p:childTnLst>
                    </p:cTn>
                  </p:par>
                  <p:par>
                    <p:cTn id="519" fill="hold">
                      <p:stCondLst>
                        <p:cond delay="indefinite"/>
                      </p:stCondLst>
                      <p:childTnLst>
                        <p:par>
                          <p:cTn id="520" fill="hold">
                            <p:stCondLst>
                              <p:cond delay="0"/>
                            </p:stCondLst>
                            <p:childTnLst>
                              <p:par>
                                <p:cTn id="521" presetID="1" presetClass="entr" presetSubtype="0" fill="hold" nodeType="clickEffect">
                                  <p:stCondLst>
                                    <p:cond delay="0"/>
                                  </p:stCondLst>
                                  <p:childTnLst>
                                    <p:set>
                                      <p:cBhvr>
                                        <p:cTn id="522" dur="1" fill="hold">
                                          <p:stCondLst>
                                            <p:cond delay="0"/>
                                          </p:stCondLst>
                                        </p:cTn>
                                        <p:tgtEl>
                                          <p:spTgt spid="91">
                                            <p:txEl>
                                              <p:pRg st="3" end="3"/>
                                            </p:txEl>
                                          </p:spTgt>
                                        </p:tgtEl>
                                        <p:attrNameLst>
                                          <p:attrName>style.visibility</p:attrName>
                                        </p:attrNameLst>
                                      </p:cBhvr>
                                      <p:to>
                                        <p:strVal val="visible"/>
                                      </p:to>
                                    </p:set>
                                  </p:childTnLst>
                                </p:cTn>
                              </p:par>
                            </p:childTnLst>
                          </p:cTn>
                        </p:par>
                      </p:childTnLst>
                    </p:cTn>
                  </p:par>
                  <p:par>
                    <p:cTn id="523" fill="hold">
                      <p:stCondLst>
                        <p:cond delay="indefinite"/>
                      </p:stCondLst>
                      <p:childTnLst>
                        <p:par>
                          <p:cTn id="524" fill="hold">
                            <p:stCondLst>
                              <p:cond delay="0"/>
                            </p:stCondLst>
                            <p:childTnLst>
                              <p:par>
                                <p:cTn id="525" presetID="1" presetClass="entr" presetSubtype="0" fill="hold" nodeType="clickEffect">
                                  <p:stCondLst>
                                    <p:cond delay="0"/>
                                  </p:stCondLst>
                                  <p:childTnLst>
                                    <p:set>
                                      <p:cBhvr>
                                        <p:cTn id="526" dur="1" fill="hold">
                                          <p:stCondLst>
                                            <p:cond delay="0"/>
                                          </p:stCondLst>
                                        </p:cTn>
                                        <p:tgtEl>
                                          <p:spTgt spid="91">
                                            <p:txEl>
                                              <p:pRg st="4" end="4"/>
                                            </p:txEl>
                                          </p:spTgt>
                                        </p:tgtEl>
                                        <p:attrNameLst>
                                          <p:attrName>style.visibility</p:attrName>
                                        </p:attrNameLst>
                                      </p:cBhvr>
                                      <p:to>
                                        <p:strVal val="visible"/>
                                      </p:to>
                                    </p:set>
                                  </p:childTnLst>
                                </p:cTn>
                              </p:par>
                            </p:childTnLst>
                          </p:cTn>
                        </p:par>
                      </p:childTnLst>
                    </p:cTn>
                  </p:par>
                  <p:par>
                    <p:cTn id="527" fill="hold">
                      <p:stCondLst>
                        <p:cond delay="indefinite"/>
                      </p:stCondLst>
                      <p:childTnLst>
                        <p:par>
                          <p:cTn id="528" fill="hold">
                            <p:stCondLst>
                              <p:cond delay="0"/>
                            </p:stCondLst>
                            <p:childTnLst>
                              <p:par>
                                <p:cTn id="529" presetID="1" presetClass="entr" presetSubtype="0" fill="hold" nodeType="clickEffect">
                                  <p:stCondLst>
                                    <p:cond delay="0"/>
                                  </p:stCondLst>
                                  <p:childTnLst>
                                    <p:set>
                                      <p:cBhvr>
                                        <p:cTn id="530" dur="1" fill="hold">
                                          <p:stCondLst>
                                            <p:cond delay="0"/>
                                          </p:stCondLst>
                                        </p:cTn>
                                        <p:tgtEl>
                                          <p:spTgt spid="91">
                                            <p:txEl>
                                              <p:pRg st="5" end="5"/>
                                            </p:txEl>
                                          </p:spTgt>
                                        </p:tgtEl>
                                        <p:attrNameLst>
                                          <p:attrName>style.visibility</p:attrName>
                                        </p:attrNameLst>
                                      </p:cBhvr>
                                      <p:to>
                                        <p:strVal val="visible"/>
                                      </p:to>
                                    </p:set>
                                  </p:childTnLst>
                                </p:cTn>
                              </p:par>
                            </p:childTnLst>
                          </p:cTn>
                        </p:par>
                      </p:childTnLst>
                    </p:cTn>
                  </p:par>
                  <p:par>
                    <p:cTn id="531" fill="hold">
                      <p:stCondLst>
                        <p:cond delay="indefinite"/>
                      </p:stCondLst>
                      <p:childTnLst>
                        <p:par>
                          <p:cTn id="532" fill="hold">
                            <p:stCondLst>
                              <p:cond delay="0"/>
                            </p:stCondLst>
                            <p:childTnLst>
                              <p:par>
                                <p:cTn id="533" presetID="1" presetClass="entr" presetSubtype="0" fill="hold" nodeType="clickEffect">
                                  <p:stCondLst>
                                    <p:cond delay="0"/>
                                  </p:stCondLst>
                                  <p:childTnLst>
                                    <p:set>
                                      <p:cBhvr>
                                        <p:cTn id="534" dur="1" fill="hold">
                                          <p:stCondLst>
                                            <p:cond delay="0"/>
                                          </p:stCondLst>
                                        </p:cTn>
                                        <p:tgtEl>
                                          <p:spTgt spid="91">
                                            <p:txEl>
                                              <p:pRg st="6" end="6"/>
                                            </p:txEl>
                                          </p:spTgt>
                                        </p:tgtEl>
                                        <p:attrNameLst>
                                          <p:attrName>style.visibility</p:attrName>
                                        </p:attrNameLst>
                                      </p:cBhvr>
                                      <p:to>
                                        <p:strVal val="visible"/>
                                      </p:to>
                                    </p:set>
                                  </p:childTnLst>
                                </p:cTn>
                              </p:par>
                            </p:childTnLst>
                          </p:cTn>
                        </p:par>
                      </p:childTnLst>
                    </p:cTn>
                  </p:par>
                  <p:par>
                    <p:cTn id="535" fill="hold">
                      <p:stCondLst>
                        <p:cond delay="indefinite"/>
                      </p:stCondLst>
                      <p:childTnLst>
                        <p:par>
                          <p:cTn id="536" fill="hold">
                            <p:stCondLst>
                              <p:cond delay="0"/>
                            </p:stCondLst>
                            <p:childTnLst>
                              <p:par>
                                <p:cTn id="537" presetID="1" presetClass="entr" presetSubtype="0" fill="hold" nodeType="clickEffect">
                                  <p:stCondLst>
                                    <p:cond delay="0"/>
                                  </p:stCondLst>
                                  <p:childTnLst>
                                    <p:set>
                                      <p:cBhvr>
                                        <p:cTn id="538" dur="1" fill="hold">
                                          <p:stCondLst>
                                            <p:cond delay="0"/>
                                          </p:stCondLst>
                                        </p:cTn>
                                        <p:tgtEl>
                                          <p:spTgt spid="91">
                                            <p:txEl>
                                              <p:pRg st="7" end="7"/>
                                            </p:txEl>
                                          </p:spTgt>
                                        </p:tgtEl>
                                        <p:attrNameLst>
                                          <p:attrName>style.visibility</p:attrName>
                                        </p:attrNameLst>
                                      </p:cBhvr>
                                      <p:to>
                                        <p:strVal val="visible"/>
                                      </p:to>
                                    </p:set>
                                  </p:childTnLst>
                                </p:cTn>
                              </p:par>
                            </p:childTnLst>
                          </p:cTn>
                        </p:par>
                      </p:childTnLst>
                    </p:cTn>
                  </p:par>
                  <p:par>
                    <p:cTn id="539" fill="hold">
                      <p:stCondLst>
                        <p:cond delay="indefinite"/>
                      </p:stCondLst>
                      <p:childTnLst>
                        <p:par>
                          <p:cTn id="540" fill="hold">
                            <p:stCondLst>
                              <p:cond delay="0"/>
                            </p:stCondLst>
                            <p:childTnLst>
                              <p:par>
                                <p:cTn id="541" presetID="1" presetClass="entr" presetSubtype="0" fill="hold" nodeType="clickEffect">
                                  <p:stCondLst>
                                    <p:cond delay="0"/>
                                  </p:stCondLst>
                                  <p:childTnLst>
                                    <p:set>
                                      <p:cBhvr>
                                        <p:cTn id="542" dur="1" fill="hold">
                                          <p:stCondLst>
                                            <p:cond delay="0"/>
                                          </p:stCondLst>
                                        </p:cTn>
                                        <p:tgtEl>
                                          <p:spTgt spid="91">
                                            <p:txEl>
                                              <p:pRg st="8" end="8"/>
                                            </p:txEl>
                                          </p:spTgt>
                                        </p:tgtEl>
                                        <p:attrNameLst>
                                          <p:attrName>style.visibility</p:attrName>
                                        </p:attrNameLst>
                                      </p:cBhvr>
                                      <p:to>
                                        <p:strVal val="visible"/>
                                      </p:to>
                                    </p:set>
                                  </p:childTnLst>
                                </p:cTn>
                              </p:par>
                            </p:childTnLst>
                          </p:cTn>
                        </p:par>
                      </p:childTnLst>
                    </p:cTn>
                  </p:par>
                  <p:par>
                    <p:cTn id="543" fill="hold">
                      <p:stCondLst>
                        <p:cond delay="indefinite"/>
                      </p:stCondLst>
                      <p:childTnLst>
                        <p:par>
                          <p:cTn id="544" fill="hold">
                            <p:stCondLst>
                              <p:cond delay="0"/>
                            </p:stCondLst>
                            <p:childTnLst>
                              <p:par>
                                <p:cTn id="545" presetID="1" presetClass="entr" presetSubtype="0" fill="hold" nodeType="clickEffect">
                                  <p:stCondLst>
                                    <p:cond delay="0"/>
                                  </p:stCondLst>
                                  <p:childTnLst>
                                    <p:set>
                                      <p:cBhvr>
                                        <p:cTn id="546" dur="1" fill="hold">
                                          <p:stCondLst>
                                            <p:cond delay="0"/>
                                          </p:stCondLst>
                                        </p:cTn>
                                        <p:tgtEl>
                                          <p:spTgt spid="92">
                                            <p:txEl>
                                              <p:pRg st="0" end="0"/>
                                            </p:txEl>
                                          </p:spTgt>
                                        </p:tgtEl>
                                        <p:attrNameLst>
                                          <p:attrName>style.visibility</p:attrName>
                                        </p:attrNameLst>
                                      </p:cBhvr>
                                      <p:to>
                                        <p:strVal val="visible"/>
                                      </p:to>
                                    </p:set>
                                  </p:childTnLst>
                                </p:cTn>
                              </p:par>
                            </p:childTnLst>
                          </p:cTn>
                        </p:par>
                      </p:childTnLst>
                    </p:cTn>
                  </p:par>
                  <p:par>
                    <p:cTn id="547" fill="hold">
                      <p:stCondLst>
                        <p:cond delay="indefinite"/>
                      </p:stCondLst>
                      <p:childTnLst>
                        <p:par>
                          <p:cTn id="548" fill="hold">
                            <p:stCondLst>
                              <p:cond delay="0"/>
                            </p:stCondLst>
                            <p:childTnLst>
                              <p:par>
                                <p:cTn id="549" presetID="1" presetClass="entr" presetSubtype="0" fill="hold" nodeType="clickEffect">
                                  <p:stCondLst>
                                    <p:cond delay="0"/>
                                  </p:stCondLst>
                                  <p:childTnLst>
                                    <p:set>
                                      <p:cBhvr>
                                        <p:cTn id="550" dur="1" fill="hold">
                                          <p:stCondLst>
                                            <p:cond delay="0"/>
                                          </p:stCondLst>
                                        </p:cTn>
                                        <p:tgtEl>
                                          <p:spTgt spid="92">
                                            <p:txEl>
                                              <p:pRg st="1" end="1"/>
                                            </p:txEl>
                                          </p:spTgt>
                                        </p:tgtEl>
                                        <p:attrNameLst>
                                          <p:attrName>style.visibility</p:attrName>
                                        </p:attrNameLst>
                                      </p:cBhvr>
                                      <p:to>
                                        <p:strVal val="visible"/>
                                      </p:to>
                                    </p:set>
                                  </p:childTnLst>
                                </p:cTn>
                              </p:par>
                            </p:childTnLst>
                          </p:cTn>
                        </p:par>
                      </p:childTnLst>
                    </p:cTn>
                  </p:par>
                  <p:par>
                    <p:cTn id="551" fill="hold">
                      <p:stCondLst>
                        <p:cond delay="indefinite"/>
                      </p:stCondLst>
                      <p:childTnLst>
                        <p:par>
                          <p:cTn id="552" fill="hold">
                            <p:stCondLst>
                              <p:cond delay="0"/>
                            </p:stCondLst>
                            <p:childTnLst>
                              <p:par>
                                <p:cTn id="553" presetID="1" presetClass="entr" presetSubtype="0" fill="hold" nodeType="clickEffect">
                                  <p:stCondLst>
                                    <p:cond delay="0"/>
                                  </p:stCondLst>
                                  <p:childTnLst>
                                    <p:set>
                                      <p:cBhvr>
                                        <p:cTn id="554" dur="1" fill="hold">
                                          <p:stCondLst>
                                            <p:cond delay="0"/>
                                          </p:stCondLst>
                                        </p:cTn>
                                        <p:tgtEl>
                                          <p:spTgt spid="92">
                                            <p:txEl>
                                              <p:pRg st="2" end="2"/>
                                            </p:txEl>
                                          </p:spTgt>
                                        </p:tgtEl>
                                        <p:attrNameLst>
                                          <p:attrName>style.visibility</p:attrName>
                                        </p:attrNameLst>
                                      </p:cBhvr>
                                      <p:to>
                                        <p:strVal val="visible"/>
                                      </p:to>
                                    </p:set>
                                  </p:childTnLst>
                                </p:cTn>
                              </p:par>
                            </p:childTnLst>
                          </p:cTn>
                        </p:par>
                      </p:childTnLst>
                    </p:cTn>
                  </p:par>
                  <p:par>
                    <p:cTn id="555" fill="hold">
                      <p:stCondLst>
                        <p:cond delay="indefinite"/>
                      </p:stCondLst>
                      <p:childTnLst>
                        <p:par>
                          <p:cTn id="556" fill="hold">
                            <p:stCondLst>
                              <p:cond delay="0"/>
                            </p:stCondLst>
                            <p:childTnLst>
                              <p:par>
                                <p:cTn id="557" presetID="1" presetClass="entr" presetSubtype="0" fill="hold" nodeType="clickEffect">
                                  <p:stCondLst>
                                    <p:cond delay="0"/>
                                  </p:stCondLst>
                                  <p:childTnLst>
                                    <p:set>
                                      <p:cBhvr>
                                        <p:cTn id="558" dur="1" fill="hold">
                                          <p:stCondLst>
                                            <p:cond delay="0"/>
                                          </p:stCondLst>
                                        </p:cTn>
                                        <p:tgtEl>
                                          <p:spTgt spid="92">
                                            <p:txEl>
                                              <p:pRg st="3" end="3"/>
                                            </p:txEl>
                                          </p:spTgt>
                                        </p:tgtEl>
                                        <p:attrNameLst>
                                          <p:attrName>style.visibility</p:attrName>
                                        </p:attrNameLst>
                                      </p:cBhvr>
                                      <p:to>
                                        <p:strVal val="visible"/>
                                      </p:to>
                                    </p:set>
                                  </p:childTnLst>
                                </p:cTn>
                              </p:par>
                            </p:childTnLst>
                          </p:cTn>
                        </p:par>
                      </p:childTnLst>
                    </p:cTn>
                  </p:par>
                  <p:par>
                    <p:cTn id="559" fill="hold">
                      <p:stCondLst>
                        <p:cond delay="indefinite"/>
                      </p:stCondLst>
                      <p:childTnLst>
                        <p:par>
                          <p:cTn id="560" fill="hold">
                            <p:stCondLst>
                              <p:cond delay="0"/>
                            </p:stCondLst>
                            <p:childTnLst>
                              <p:par>
                                <p:cTn id="561" presetID="1" presetClass="entr" presetSubtype="0" fill="hold" nodeType="clickEffect">
                                  <p:stCondLst>
                                    <p:cond delay="0"/>
                                  </p:stCondLst>
                                  <p:childTnLst>
                                    <p:set>
                                      <p:cBhvr>
                                        <p:cTn id="562" dur="1" fill="hold">
                                          <p:stCondLst>
                                            <p:cond delay="0"/>
                                          </p:stCondLst>
                                        </p:cTn>
                                        <p:tgtEl>
                                          <p:spTgt spid="92">
                                            <p:txEl>
                                              <p:pRg st="4" end="4"/>
                                            </p:txEl>
                                          </p:spTgt>
                                        </p:tgtEl>
                                        <p:attrNameLst>
                                          <p:attrName>style.visibility</p:attrName>
                                        </p:attrNameLst>
                                      </p:cBhvr>
                                      <p:to>
                                        <p:strVal val="visible"/>
                                      </p:to>
                                    </p:set>
                                  </p:childTnLst>
                                </p:cTn>
                              </p:par>
                            </p:childTnLst>
                          </p:cTn>
                        </p:par>
                      </p:childTnLst>
                    </p:cTn>
                  </p:par>
                  <p:par>
                    <p:cTn id="563" fill="hold">
                      <p:stCondLst>
                        <p:cond delay="indefinite"/>
                      </p:stCondLst>
                      <p:childTnLst>
                        <p:par>
                          <p:cTn id="564" fill="hold">
                            <p:stCondLst>
                              <p:cond delay="0"/>
                            </p:stCondLst>
                            <p:childTnLst>
                              <p:par>
                                <p:cTn id="565" presetID="1" presetClass="entr" presetSubtype="0" fill="hold" nodeType="clickEffect">
                                  <p:stCondLst>
                                    <p:cond delay="0"/>
                                  </p:stCondLst>
                                  <p:childTnLst>
                                    <p:set>
                                      <p:cBhvr>
                                        <p:cTn id="566" dur="1" fill="hold">
                                          <p:stCondLst>
                                            <p:cond delay="0"/>
                                          </p:stCondLst>
                                        </p:cTn>
                                        <p:tgtEl>
                                          <p:spTgt spid="92">
                                            <p:txEl>
                                              <p:pRg st="5" end="5"/>
                                            </p:txEl>
                                          </p:spTgt>
                                        </p:tgtEl>
                                        <p:attrNameLst>
                                          <p:attrName>style.visibility</p:attrName>
                                        </p:attrNameLst>
                                      </p:cBhvr>
                                      <p:to>
                                        <p:strVal val="visible"/>
                                      </p:to>
                                    </p:set>
                                  </p:childTnLst>
                                </p:cTn>
                              </p:par>
                            </p:childTnLst>
                          </p:cTn>
                        </p:par>
                      </p:childTnLst>
                    </p:cTn>
                  </p:par>
                  <p:par>
                    <p:cTn id="567" fill="hold">
                      <p:stCondLst>
                        <p:cond delay="indefinite"/>
                      </p:stCondLst>
                      <p:childTnLst>
                        <p:par>
                          <p:cTn id="568" fill="hold">
                            <p:stCondLst>
                              <p:cond delay="0"/>
                            </p:stCondLst>
                            <p:childTnLst>
                              <p:par>
                                <p:cTn id="569" presetID="1" presetClass="entr" presetSubtype="0" fill="hold" nodeType="clickEffect">
                                  <p:stCondLst>
                                    <p:cond delay="0"/>
                                  </p:stCondLst>
                                  <p:childTnLst>
                                    <p:set>
                                      <p:cBhvr>
                                        <p:cTn id="570" dur="1" fill="hold">
                                          <p:stCondLst>
                                            <p:cond delay="0"/>
                                          </p:stCondLst>
                                        </p:cTn>
                                        <p:tgtEl>
                                          <p:spTgt spid="92">
                                            <p:txEl>
                                              <p:pRg st="6" end="6"/>
                                            </p:txEl>
                                          </p:spTgt>
                                        </p:tgtEl>
                                        <p:attrNameLst>
                                          <p:attrName>style.visibility</p:attrName>
                                        </p:attrNameLst>
                                      </p:cBhvr>
                                      <p:to>
                                        <p:strVal val="visible"/>
                                      </p:to>
                                    </p:set>
                                  </p:childTnLst>
                                </p:cTn>
                              </p:par>
                            </p:childTnLst>
                          </p:cTn>
                        </p:par>
                      </p:childTnLst>
                    </p:cTn>
                  </p:par>
                  <p:par>
                    <p:cTn id="571" fill="hold">
                      <p:stCondLst>
                        <p:cond delay="indefinite"/>
                      </p:stCondLst>
                      <p:childTnLst>
                        <p:par>
                          <p:cTn id="572" fill="hold">
                            <p:stCondLst>
                              <p:cond delay="0"/>
                            </p:stCondLst>
                            <p:childTnLst>
                              <p:par>
                                <p:cTn id="573" presetID="1" presetClass="entr" presetSubtype="0" fill="hold" nodeType="clickEffect">
                                  <p:stCondLst>
                                    <p:cond delay="0"/>
                                  </p:stCondLst>
                                  <p:childTnLst>
                                    <p:set>
                                      <p:cBhvr>
                                        <p:cTn id="574" dur="1" fill="hold">
                                          <p:stCondLst>
                                            <p:cond delay="0"/>
                                          </p:stCondLst>
                                        </p:cTn>
                                        <p:tgtEl>
                                          <p:spTgt spid="92">
                                            <p:txEl>
                                              <p:pRg st="7" end="7"/>
                                            </p:txEl>
                                          </p:spTgt>
                                        </p:tgtEl>
                                        <p:attrNameLst>
                                          <p:attrName>style.visibility</p:attrName>
                                        </p:attrNameLst>
                                      </p:cBhvr>
                                      <p:to>
                                        <p:strVal val="visible"/>
                                      </p:to>
                                    </p:set>
                                  </p:childTnLst>
                                </p:cTn>
                              </p:par>
                            </p:childTnLst>
                          </p:cTn>
                        </p:par>
                      </p:childTnLst>
                    </p:cTn>
                  </p:par>
                  <p:par>
                    <p:cTn id="575" fill="hold">
                      <p:stCondLst>
                        <p:cond delay="indefinite"/>
                      </p:stCondLst>
                      <p:childTnLst>
                        <p:par>
                          <p:cTn id="576" fill="hold">
                            <p:stCondLst>
                              <p:cond delay="0"/>
                            </p:stCondLst>
                            <p:childTnLst>
                              <p:par>
                                <p:cTn id="577" presetID="1" presetClass="entr" presetSubtype="0" fill="hold" nodeType="clickEffect">
                                  <p:stCondLst>
                                    <p:cond delay="0"/>
                                  </p:stCondLst>
                                  <p:childTnLst>
                                    <p:set>
                                      <p:cBhvr>
                                        <p:cTn id="578" dur="1" fill="hold">
                                          <p:stCondLst>
                                            <p:cond delay="0"/>
                                          </p:stCondLst>
                                        </p:cTn>
                                        <p:tgtEl>
                                          <p:spTgt spid="92">
                                            <p:txEl>
                                              <p:pRg st="8" end="8"/>
                                            </p:txEl>
                                          </p:spTgt>
                                        </p:tgtEl>
                                        <p:attrNameLst>
                                          <p:attrName>style.visibility</p:attrName>
                                        </p:attrNameLst>
                                      </p:cBhvr>
                                      <p:to>
                                        <p:strVal val="visible"/>
                                      </p:to>
                                    </p:set>
                                  </p:childTnLst>
                                </p:cTn>
                              </p:par>
                            </p:childTnLst>
                          </p:cTn>
                        </p:par>
                      </p:childTnLst>
                    </p:cTn>
                  </p:par>
                  <p:par>
                    <p:cTn id="579" fill="hold">
                      <p:stCondLst>
                        <p:cond delay="indefinite"/>
                      </p:stCondLst>
                      <p:childTnLst>
                        <p:par>
                          <p:cTn id="580" fill="hold">
                            <p:stCondLst>
                              <p:cond delay="0"/>
                            </p:stCondLst>
                            <p:childTnLst>
                              <p:par>
                                <p:cTn id="581" presetID="1" presetClass="entr" presetSubtype="0" fill="hold" nodeType="clickEffect">
                                  <p:stCondLst>
                                    <p:cond delay="0"/>
                                  </p:stCondLst>
                                  <p:childTnLst>
                                    <p:set>
                                      <p:cBhvr>
                                        <p:cTn id="582" dur="1" fill="hold">
                                          <p:stCondLst>
                                            <p:cond delay="0"/>
                                          </p:stCondLst>
                                        </p:cTn>
                                        <p:tgtEl>
                                          <p:spTgt spid="93">
                                            <p:txEl>
                                              <p:pRg st="0" end="0"/>
                                            </p:txEl>
                                          </p:spTgt>
                                        </p:tgtEl>
                                        <p:attrNameLst>
                                          <p:attrName>style.visibility</p:attrName>
                                        </p:attrNameLst>
                                      </p:cBhvr>
                                      <p:to>
                                        <p:strVal val="visible"/>
                                      </p:to>
                                    </p:set>
                                  </p:childTnLst>
                                </p:cTn>
                              </p:par>
                            </p:childTnLst>
                          </p:cTn>
                        </p:par>
                      </p:childTnLst>
                    </p:cTn>
                  </p:par>
                  <p:par>
                    <p:cTn id="583" fill="hold">
                      <p:stCondLst>
                        <p:cond delay="indefinite"/>
                      </p:stCondLst>
                      <p:childTnLst>
                        <p:par>
                          <p:cTn id="584" fill="hold">
                            <p:stCondLst>
                              <p:cond delay="0"/>
                            </p:stCondLst>
                            <p:childTnLst>
                              <p:par>
                                <p:cTn id="585" presetID="1" presetClass="entr" presetSubtype="0" fill="hold" nodeType="clickEffect">
                                  <p:stCondLst>
                                    <p:cond delay="0"/>
                                  </p:stCondLst>
                                  <p:childTnLst>
                                    <p:set>
                                      <p:cBhvr>
                                        <p:cTn id="586" dur="1" fill="hold">
                                          <p:stCondLst>
                                            <p:cond delay="0"/>
                                          </p:stCondLst>
                                        </p:cTn>
                                        <p:tgtEl>
                                          <p:spTgt spid="93">
                                            <p:txEl>
                                              <p:pRg st="1" end="1"/>
                                            </p:txEl>
                                          </p:spTgt>
                                        </p:tgtEl>
                                        <p:attrNameLst>
                                          <p:attrName>style.visibility</p:attrName>
                                        </p:attrNameLst>
                                      </p:cBhvr>
                                      <p:to>
                                        <p:strVal val="visible"/>
                                      </p:to>
                                    </p:set>
                                  </p:childTnLst>
                                </p:cTn>
                              </p:par>
                            </p:childTnLst>
                          </p:cTn>
                        </p:par>
                      </p:childTnLst>
                    </p:cTn>
                  </p:par>
                  <p:par>
                    <p:cTn id="587" fill="hold">
                      <p:stCondLst>
                        <p:cond delay="indefinite"/>
                      </p:stCondLst>
                      <p:childTnLst>
                        <p:par>
                          <p:cTn id="588" fill="hold">
                            <p:stCondLst>
                              <p:cond delay="0"/>
                            </p:stCondLst>
                            <p:childTnLst>
                              <p:par>
                                <p:cTn id="589" presetID="1" presetClass="entr" presetSubtype="0" fill="hold" nodeType="clickEffect">
                                  <p:stCondLst>
                                    <p:cond delay="0"/>
                                  </p:stCondLst>
                                  <p:childTnLst>
                                    <p:set>
                                      <p:cBhvr>
                                        <p:cTn id="590" dur="1" fill="hold">
                                          <p:stCondLst>
                                            <p:cond delay="0"/>
                                          </p:stCondLst>
                                        </p:cTn>
                                        <p:tgtEl>
                                          <p:spTgt spid="93">
                                            <p:txEl>
                                              <p:pRg st="2" end="2"/>
                                            </p:txEl>
                                          </p:spTgt>
                                        </p:tgtEl>
                                        <p:attrNameLst>
                                          <p:attrName>style.visibility</p:attrName>
                                        </p:attrNameLst>
                                      </p:cBhvr>
                                      <p:to>
                                        <p:strVal val="visible"/>
                                      </p:to>
                                    </p:set>
                                  </p:childTnLst>
                                </p:cTn>
                              </p:par>
                            </p:childTnLst>
                          </p:cTn>
                        </p:par>
                      </p:childTnLst>
                    </p:cTn>
                  </p:par>
                  <p:par>
                    <p:cTn id="591" fill="hold">
                      <p:stCondLst>
                        <p:cond delay="indefinite"/>
                      </p:stCondLst>
                      <p:childTnLst>
                        <p:par>
                          <p:cTn id="592" fill="hold">
                            <p:stCondLst>
                              <p:cond delay="0"/>
                            </p:stCondLst>
                            <p:childTnLst>
                              <p:par>
                                <p:cTn id="593" presetID="1" presetClass="entr" presetSubtype="0" fill="hold" nodeType="clickEffect">
                                  <p:stCondLst>
                                    <p:cond delay="0"/>
                                  </p:stCondLst>
                                  <p:childTnLst>
                                    <p:set>
                                      <p:cBhvr>
                                        <p:cTn id="594" dur="1" fill="hold">
                                          <p:stCondLst>
                                            <p:cond delay="0"/>
                                          </p:stCondLst>
                                        </p:cTn>
                                        <p:tgtEl>
                                          <p:spTgt spid="93">
                                            <p:txEl>
                                              <p:pRg st="3" end="3"/>
                                            </p:txEl>
                                          </p:spTgt>
                                        </p:tgtEl>
                                        <p:attrNameLst>
                                          <p:attrName>style.visibility</p:attrName>
                                        </p:attrNameLst>
                                      </p:cBhvr>
                                      <p:to>
                                        <p:strVal val="visible"/>
                                      </p:to>
                                    </p:set>
                                  </p:childTnLst>
                                </p:cTn>
                              </p:par>
                            </p:childTnLst>
                          </p:cTn>
                        </p:par>
                      </p:childTnLst>
                    </p:cTn>
                  </p:par>
                  <p:par>
                    <p:cTn id="595" fill="hold">
                      <p:stCondLst>
                        <p:cond delay="indefinite"/>
                      </p:stCondLst>
                      <p:childTnLst>
                        <p:par>
                          <p:cTn id="596" fill="hold">
                            <p:stCondLst>
                              <p:cond delay="0"/>
                            </p:stCondLst>
                            <p:childTnLst>
                              <p:par>
                                <p:cTn id="597" presetID="1" presetClass="entr" presetSubtype="0" fill="hold" nodeType="clickEffect">
                                  <p:stCondLst>
                                    <p:cond delay="0"/>
                                  </p:stCondLst>
                                  <p:childTnLst>
                                    <p:set>
                                      <p:cBhvr>
                                        <p:cTn id="598" dur="1" fill="hold">
                                          <p:stCondLst>
                                            <p:cond delay="0"/>
                                          </p:stCondLst>
                                        </p:cTn>
                                        <p:tgtEl>
                                          <p:spTgt spid="93">
                                            <p:txEl>
                                              <p:pRg st="4" end="4"/>
                                            </p:txEl>
                                          </p:spTgt>
                                        </p:tgtEl>
                                        <p:attrNameLst>
                                          <p:attrName>style.visibility</p:attrName>
                                        </p:attrNameLst>
                                      </p:cBhvr>
                                      <p:to>
                                        <p:strVal val="visible"/>
                                      </p:to>
                                    </p:set>
                                  </p:childTnLst>
                                </p:cTn>
                              </p:par>
                            </p:childTnLst>
                          </p:cTn>
                        </p:par>
                      </p:childTnLst>
                    </p:cTn>
                  </p:par>
                  <p:par>
                    <p:cTn id="599" fill="hold">
                      <p:stCondLst>
                        <p:cond delay="indefinite"/>
                      </p:stCondLst>
                      <p:childTnLst>
                        <p:par>
                          <p:cTn id="600" fill="hold">
                            <p:stCondLst>
                              <p:cond delay="0"/>
                            </p:stCondLst>
                            <p:childTnLst>
                              <p:par>
                                <p:cTn id="601" presetID="1" presetClass="entr" presetSubtype="0" fill="hold" nodeType="clickEffect">
                                  <p:stCondLst>
                                    <p:cond delay="0"/>
                                  </p:stCondLst>
                                  <p:childTnLst>
                                    <p:set>
                                      <p:cBhvr>
                                        <p:cTn id="602" dur="1" fill="hold">
                                          <p:stCondLst>
                                            <p:cond delay="0"/>
                                          </p:stCondLst>
                                        </p:cTn>
                                        <p:tgtEl>
                                          <p:spTgt spid="93">
                                            <p:txEl>
                                              <p:pRg st="5" end="5"/>
                                            </p:txEl>
                                          </p:spTgt>
                                        </p:tgtEl>
                                        <p:attrNameLst>
                                          <p:attrName>style.visibility</p:attrName>
                                        </p:attrNameLst>
                                      </p:cBhvr>
                                      <p:to>
                                        <p:strVal val="visible"/>
                                      </p:to>
                                    </p:set>
                                  </p:childTnLst>
                                </p:cTn>
                              </p:par>
                            </p:childTnLst>
                          </p:cTn>
                        </p:par>
                      </p:childTnLst>
                    </p:cTn>
                  </p:par>
                  <p:par>
                    <p:cTn id="603" fill="hold">
                      <p:stCondLst>
                        <p:cond delay="indefinite"/>
                      </p:stCondLst>
                      <p:childTnLst>
                        <p:par>
                          <p:cTn id="604" fill="hold">
                            <p:stCondLst>
                              <p:cond delay="0"/>
                            </p:stCondLst>
                            <p:childTnLst>
                              <p:par>
                                <p:cTn id="605" presetID="1" presetClass="entr" presetSubtype="0" fill="hold" nodeType="clickEffect">
                                  <p:stCondLst>
                                    <p:cond delay="0"/>
                                  </p:stCondLst>
                                  <p:childTnLst>
                                    <p:set>
                                      <p:cBhvr>
                                        <p:cTn id="606" dur="1" fill="hold">
                                          <p:stCondLst>
                                            <p:cond delay="0"/>
                                          </p:stCondLst>
                                        </p:cTn>
                                        <p:tgtEl>
                                          <p:spTgt spid="93">
                                            <p:txEl>
                                              <p:pRg st="6" end="6"/>
                                            </p:txEl>
                                          </p:spTgt>
                                        </p:tgtEl>
                                        <p:attrNameLst>
                                          <p:attrName>style.visibility</p:attrName>
                                        </p:attrNameLst>
                                      </p:cBhvr>
                                      <p:to>
                                        <p:strVal val="visible"/>
                                      </p:to>
                                    </p:set>
                                  </p:childTnLst>
                                </p:cTn>
                              </p:par>
                            </p:childTnLst>
                          </p:cTn>
                        </p:par>
                      </p:childTnLst>
                    </p:cTn>
                  </p:par>
                  <p:par>
                    <p:cTn id="607" fill="hold">
                      <p:stCondLst>
                        <p:cond delay="indefinite"/>
                      </p:stCondLst>
                      <p:childTnLst>
                        <p:par>
                          <p:cTn id="608" fill="hold">
                            <p:stCondLst>
                              <p:cond delay="0"/>
                            </p:stCondLst>
                            <p:childTnLst>
                              <p:par>
                                <p:cTn id="609" presetID="1" presetClass="entr" presetSubtype="0" fill="hold" nodeType="clickEffect">
                                  <p:stCondLst>
                                    <p:cond delay="0"/>
                                  </p:stCondLst>
                                  <p:childTnLst>
                                    <p:set>
                                      <p:cBhvr>
                                        <p:cTn id="610" dur="1" fill="hold">
                                          <p:stCondLst>
                                            <p:cond delay="0"/>
                                          </p:stCondLst>
                                        </p:cTn>
                                        <p:tgtEl>
                                          <p:spTgt spid="93">
                                            <p:txEl>
                                              <p:pRg st="7" end="7"/>
                                            </p:txEl>
                                          </p:spTgt>
                                        </p:tgtEl>
                                        <p:attrNameLst>
                                          <p:attrName>style.visibility</p:attrName>
                                        </p:attrNameLst>
                                      </p:cBhvr>
                                      <p:to>
                                        <p:strVal val="visible"/>
                                      </p:to>
                                    </p:set>
                                  </p:childTnLst>
                                </p:cTn>
                              </p:par>
                            </p:childTnLst>
                          </p:cTn>
                        </p:par>
                      </p:childTnLst>
                    </p:cTn>
                  </p:par>
                  <p:par>
                    <p:cTn id="611" fill="hold">
                      <p:stCondLst>
                        <p:cond delay="indefinite"/>
                      </p:stCondLst>
                      <p:childTnLst>
                        <p:par>
                          <p:cTn id="612" fill="hold">
                            <p:stCondLst>
                              <p:cond delay="0"/>
                            </p:stCondLst>
                            <p:childTnLst>
                              <p:par>
                                <p:cTn id="613" presetID="1" presetClass="entr" presetSubtype="0" fill="hold" nodeType="clickEffect">
                                  <p:stCondLst>
                                    <p:cond delay="0"/>
                                  </p:stCondLst>
                                  <p:childTnLst>
                                    <p:set>
                                      <p:cBhvr>
                                        <p:cTn id="614" dur="1" fill="hold">
                                          <p:stCondLst>
                                            <p:cond delay="0"/>
                                          </p:stCondLst>
                                        </p:cTn>
                                        <p:tgtEl>
                                          <p:spTgt spid="93">
                                            <p:txEl>
                                              <p:pRg st="8" end="8"/>
                                            </p:txEl>
                                          </p:spTgt>
                                        </p:tgtEl>
                                        <p:attrNameLst>
                                          <p:attrName>style.visibility</p:attrName>
                                        </p:attrNameLst>
                                      </p:cBhvr>
                                      <p:to>
                                        <p:strVal val="visible"/>
                                      </p:to>
                                    </p:set>
                                  </p:childTnLst>
                                </p:cTn>
                              </p:par>
                            </p:childTnLst>
                          </p:cTn>
                        </p:par>
                      </p:childTnLst>
                    </p:cTn>
                  </p:par>
                  <p:par>
                    <p:cTn id="615" fill="hold">
                      <p:stCondLst>
                        <p:cond delay="indefinite"/>
                      </p:stCondLst>
                      <p:childTnLst>
                        <p:par>
                          <p:cTn id="616" fill="hold">
                            <p:stCondLst>
                              <p:cond delay="0"/>
                            </p:stCondLst>
                            <p:childTnLst>
                              <p:par>
                                <p:cTn id="617" presetID="1" presetClass="entr" presetSubtype="0" fill="hold" nodeType="clickEffect">
                                  <p:stCondLst>
                                    <p:cond delay="0"/>
                                  </p:stCondLst>
                                  <p:childTnLst>
                                    <p:set>
                                      <p:cBhvr>
                                        <p:cTn id="618" dur="1" fill="hold">
                                          <p:stCondLst>
                                            <p:cond delay="0"/>
                                          </p:stCondLst>
                                        </p:cTn>
                                        <p:tgtEl>
                                          <p:spTgt spid="94">
                                            <p:txEl>
                                              <p:pRg st="0" end="0"/>
                                            </p:txEl>
                                          </p:spTgt>
                                        </p:tgtEl>
                                        <p:attrNameLst>
                                          <p:attrName>style.visibility</p:attrName>
                                        </p:attrNameLst>
                                      </p:cBhvr>
                                      <p:to>
                                        <p:strVal val="visible"/>
                                      </p:to>
                                    </p:set>
                                  </p:childTnLst>
                                </p:cTn>
                              </p:par>
                            </p:childTnLst>
                          </p:cTn>
                        </p:par>
                      </p:childTnLst>
                    </p:cTn>
                  </p:par>
                  <p:par>
                    <p:cTn id="619" fill="hold">
                      <p:stCondLst>
                        <p:cond delay="indefinite"/>
                      </p:stCondLst>
                      <p:childTnLst>
                        <p:par>
                          <p:cTn id="620" fill="hold">
                            <p:stCondLst>
                              <p:cond delay="0"/>
                            </p:stCondLst>
                            <p:childTnLst>
                              <p:par>
                                <p:cTn id="621" presetID="1" presetClass="entr" presetSubtype="0" fill="hold" nodeType="clickEffect">
                                  <p:stCondLst>
                                    <p:cond delay="0"/>
                                  </p:stCondLst>
                                  <p:childTnLst>
                                    <p:set>
                                      <p:cBhvr>
                                        <p:cTn id="622" dur="1" fill="hold">
                                          <p:stCondLst>
                                            <p:cond delay="0"/>
                                          </p:stCondLst>
                                        </p:cTn>
                                        <p:tgtEl>
                                          <p:spTgt spid="94">
                                            <p:txEl>
                                              <p:pRg st="1" end="1"/>
                                            </p:txEl>
                                          </p:spTgt>
                                        </p:tgtEl>
                                        <p:attrNameLst>
                                          <p:attrName>style.visibility</p:attrName>
                                        </p:attrNameLst>
                                      </p:cBhvr>
                                      <p:to>
                                        <p:strVal val="visible"/>
                                      </p:to>
                                    </p:set>
                                  </p:childTnLst>
                                </p:cTn>
                              </p:par>
                            </p:childTnLst>
                          </p:cTn>
                        </p:par>
                      </p:childTnLst>
                    </p:cTn>
                  </p:par>
                  <p:par>
                    <p:cTn id="623" fill="hold">
                      <p:stCondLst>
                        <p:cond delay="indefinite"/>
                      </p:stCondLst>
                      <p:childTnLst>
                        <p:par>
                          <p:cTn id="624" fill="hold">
                            <p:stCondLst>
                              <p:cond delay="0"/>
                            </p:stCondLst>
                            <p:childTnLst>
                              <p:par>
                                <p:cTn id="625" presetID="1" presetClass="entr" presetSubtype="0" fill="hold" nodeType="clickEffect">
                                  <p:stCondLst>
                                    <p:cond delay="0"/>
                                  </p:stCondLst>
                                  <p:childTnLst>
                                    <p:set>
                                      <p:cBhvr>
                                        <p:cTn id="626" dur="1" fill="hold">
                                          <p:stCondLst>
                                            <p:cond delay="0"/>
                                          </p:stCondLst>
                                        </p:cTn>
                                        <p:tgtEl>
                                          <p:spTgt spid="94">
                                            <p:txEl>
                                              <p:pRg st="2" end="2"/>
                                            </p:txEl>
                                          </p:spTgt>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nodeType="clickEffect">
                                  <p:stCondLst>
                                    <p:cond delay="0"/>
                                  </p:stCondLst>
                                  <p:childTnLst>
                                    <p:set>
                                      <p:cBhvr>
                                        <p:cTn id="630" dur="1" fill="hold">
                                          <p:stCondLst>
                                            <p:cond delay="0"/>
                                          </p:stCondLst>
                                        </p:cTn>
                                        <p:tgtEl>
                                          <p:spTgt spid="94">
                                            <p:txEl>
                                              <p:pRg st="3" end="3"/>
                                            </p:txEl>
                                          </p:spTgt>
                                        </p:tgtEl>
                                        <p:attrNameLst>
                                          <p:attrName>style.visibility</p:attrName>
                                        </p:attrNameLst>
                                      </p:cBhvr>
                                      <p:to>
                                        <p:strVal val="visible"/>
                                      </p:to>
                                    </p:set>
                                  </p:childTnLst>
                                </p:cTn>
                              </p:par>
                            </p:childTnLst>
                          </p:cTn>
                        </p:par>
                      </p:childTnLst>
                    </p:cTn>
                  </p:par>
                  <p:par>
                    <p:cTn id="631" fill="hold">
                      <p:stCondLst>
                        <p:cond delay="indefinite"/>
                      </p:stCondLst>
                      <p:childTnLst>
                        <p:par>
                          <p:cTn id="632" fill="hold">
                            <p:stCondLst>
                              <p:cond delay="0"/>
                            </p:stCondLst>
                            <p:childTnLst>
                              <p:par>
                                <p:cTn id="633" presetID="1" presetClass="entr" presetSubtype="0" fill="hold" nodeType="clickEffect">
                                  <p:stCondLst>
                                    <p:cond delay="0"/>
                                  </p:stCondLst>
                                  <p:childTnLst>
                                    <p:set>
                                      <p:cBhvr>
                                        <p:cTn id="634" dur="1" fill="hold">
                                          <p:stCondLst>
                                            <p:cond delay="0"/>
                                          </p:stCondLst>
                                        </p:cTn>
                                        <p:tgtEl>
                                          <p:spTgt spid="94">
                                            <p:txEl>
                                              <p:pRg st="4" end="4"/>
                                            </p:txEl>
                                          </p:spTgt>
                                        </p:tgtEl>
                                        <p:attrNameLst>
                                          <p:attrName>style.visibility</p:attrName>
                                        </p:attrNameLst>
                                      </p:cBhvr>
                                      <p:to>
                                        <p:strVal val="visible"/>
                                      </p:to>
                                    </p:set>
                                  </p:childTnLst>
                                </p:cTn>
                              </p:par>
                            </p:childTnLst>
                          </p:cTn>
                        </p:par>
                      </p:childTnLst>
                    </p:cTn>
                  </p:par>
                  <p:par>
                    <p:cTn id="635" fill="hold">
                      <p:stCondLst>
                        <p:cond delay="indefinite"/>
                      </p:stCondLst>
                      <p:childTnLst>
                        <p:par>
                          <p:cTn id="636" fill="hold">
                            <p:stCondLst>
                              <p:cond delay="0"/>
                            </p:stCondLst>
                            <p:childTnLst>
                              <p:par>
                                <p:cTn id="637" presetID="1" presetClass="entr" presetSubtype="0" fill="hold" nodeType="clickEffect">
                                  <p:stCondLst>
                                    <p:cond delay="0"/>
                                  </p:stCondLst>
                                  <p:childTnLst>
                                    <p:set>
                                      <p:cBhvr>
                                        <p:cTn id="638" dur="1" fill="hold">
                                          <p:stCondLst>
                                            <p:cond delay="0"/>
                                          </p:stCondLst>
                                        </p:cTn>
                                        <p:tgtEl>
                                          <p:spTgt spid="94">
                                            <p:txEl>
                                              <p:pRg st="5" end="5"/>
                                            </p:txEl>
                                          </p:spTgt>
                                        </p:tgtEl>
                                        <p:attrNameLst>
                                          <p:attrName>style.visibility</p:attrName>
                                        </p:attrNameLst>
                                      </p:cBhvr>
                                      <p:to>
                                        <p:strVal val="visible"/>
                                      </p:to>
                                    </p:set>
                                  </p:childTnLst>
                                </p:cTn>
                              </p:par>
                            </p:childTnLst>
                          </p:cTn>
                        </p:par>
                      </p:childTnLst>
                    </p:cTn>
                  </p:par>
                  <p:par>
                    <p:cTn id="639" fill="hold">
                      <p:stCondLst>
                        <p:cond delay="indefinite"/>
                      </p:stCondLst>
                      <p:childTnLst>
                        <p:par>
                          <p:cTn id="640" fill="hold">
                            <p:stCondLst>
                              <p:cond delay="0"/>
                            </p:stCondLst>
                            <p:childTnLst>
                              <p:par>
                                <p:cTn id="641" presetID="1" presetClass="entr" presetSubtype="0" fill="hold" nodeType="clickEffect">
                                  <p:stCondLst>
                                    <p:cond delay="0"/>
                                  </p:stCondLst>
                                  <p:childTnLst>
                                    <p:set>
                                      <p:cBhvr>
                                        <p:cTn id="642" dur="1" fill="hold">
                                          <p:stCondLst>
                                            <p:cond delay="0"/>
                                          </p:stCondLst>
                                        </p:cTn>
                                        <p:tgtEl>
                                          <p:spTgt spid="94">
                                            <p:txEl>
                                              <p:pRg st="6" end="6"/>
                                            </p:txEl>
                                          </p:spTgt>
                                        </p:tgtEl>
                                        <p:attrNameLst>
                                          <p:attrName>style.visibility</p:attrName>
                                        </p:attrNameLst>
                                      </p:cBhvr>
                                      <p:to>
                                        <p:strVal val="visible"/>
                                      </p:to>
                                    </p:set>
                                  </p:childTnLst>
                                </p:cTn>
                              </p:par>
                            </p:childTnLst>
                          </p:cTn>
                        </p:par>
                      </p:childTnLst>
                    </p:cTn>
                  </p:par>
                  <p:par>
                    <p:cTn id="643" fill="hold">
                      <p:stCondLst>
                        <p:cond delay="indefinite"/>
                      </p:stCondLst>
                      <p:childTnLst>
                        <p:par>
                          <p:cTn id="644" fill="hold">
                            <p:stCondLst>
                              <p:cond delay="0"/>
                            </p:stCondLst>
                            <p:childTnLst>
                              <p:par>
                                <p:cTn id="645" presetID="1" presetClass="entr" presetSubtype="0" fill="hold" nodeType="clickEffect">
                                  <p:stCondLst>
                                    <p:cond delay="0"/>
                                  </p:stCondLst>
                                  <p:childTnLst>
                                    <p:set>
                                      <p:cBhvr>
                                        <p:cTn id="646" dur="1" fill="hold">
                                          <p:stCondLst>
                                            <p:cond delay="0"/>
                                          </p:stCondLst>
                                        </p:cTn>
                                        <p:tgtEl>
                                          <p:spTgt spid="94">
                                            <p:txEl>
                                              <p:pRg st="7" end="7"/>
                                            </p:txEl>
                                          </p:spTgt>
                                        </p:tgtEl>
                                        <p:attrNameLst>
                                          <p:attrName>style.visibility</p:attrName>
                                        </p:attrNameLst>
                                      </p:cBhvr>
                                      <p:to>
                                        <p:strVal val="visible"/>
                                      </p:to>
                                    </p:set>
                                  </p:childTnLst>
                                </p:cTn>
                              </p:par>
                            </p:childTnLst>
                          </p:cTn>
                        </p:par>
                      </p:childTnLst>
                    </p:cTn>
                  </p:par>
                  <p:par>
                    <p:cTn id="647" fill="hold">
                      <p:stCondLst>
                        <p:cond delay="indefinite"/>
                      </p:stCondLst>
                      <p:childTnLst>
                        <p:par>
                          <p:cTn id="648" fill="hold">
                            <p:stCondLst>
                              <p:cond delay="0"/>
                            </p:stCondLst>
                            <p:childTnLst>
                              <p:par>
                                <p:cTn id="649" presetID="1" presetClass="entr" presetSubtype="0" fill="hold" nodeType="clickEffect">
                                  <p:stCondLst>
                                    <p:cond delay="0"/>
                                  </p:stCondLst>
                                  <p:childTnLst>
                                    <p:set>
                                      <p:cBhvr>
                                        <p:cTn id="650" dur="1" fill="hold">
                                          <p:stCondLst>
                                            <p:cond delay="0"/>
                                          </p:stCondLst>
                                        </p:cTn>
                                        <p:tgtEl>
                                          <p:spTgt spid="94">
                                            <p:txEl>
                                              <p:pRg st="8" end="8"/>
                                            </p:txEl>
                                          </p:spTgt>
                                        </p:tgtEl>
                                        <p:attrNameLst>
                                          <p:attrName>style.visibility</p:attrName>
                                        </p:attrNameLst>
                                      </p:cBhvr>
                                      <p:to>
                                        <p:strVal val="visible"/>
                                      </p:to>
                                    </p:set>
                                  </p:childTnLst>
                                </p:cTn>
                              </p:par>
                            </p:childTnLst>
                          </p:cTn>
                        </p:par>
                      </p:childTnLst>
                    </p:cTn>
                  </p:par>
                  <p:par>
                    <p:cTn id="651" fill="hold">
                      <p:stCondLst>
                        <p:cond delay="indefinite"/>
                      </p:stCondLst>
                      <p:childTnLst>
                        <p:par>
                          <p:cTn id="652" fill="hold">
                            <p:stCondLst>
                              <p:cond delay="0"/>
                            </p:stCondLst>
                            <p:childTnLst>
                              <p:par>
                                <p:cTn id="653" presetID="1" presetClass="entr" presetSubtype="0" fill="hold" nodeType="clickEffect">
                                  <p:stCondLst>
                                    <p:cond delay="0"/>
                                  </p:stCondLst>
                                  <p:childTnLst>
                                    <p:set>
                                      <p:cBhvr>
                                        <p:cTn id="654" dur="1" fill="hold">
                                          <p:stCondLst>
                                            <p:cond delay="0"/>
                                          </p:stCondLst>
                                        </p:cTn>
                                        <p:tgtEl>
                                          <p:spTgt spid="95">
                                            <p:txEl>
                                              <p:pRg st="0" end="0"/>
                                            </p:txEl>
                                          </p:spTgt>
                                        </p:tgtEl>
                                        <p:attrNameLst>
                                          <p:attrName>style.visibility</p:attrName>
                                        </p:attrNameLst>
                                      </p:cBhvr>
                                      <p:to>
                                        <p:strVal val="visible"/>
                                      </p:to>
                                    </p:set>
                                  </p:childTnLst>
                                </p:cTn>
                              </p:par>
                            </p:childTnLst>
                          </p:cTn>
                        </p:par>
                      </p:childTnLst>
                    </p:cTn>
                  </p:par>
                  <p:par>
                    <p:cTn id="655" fill="hold">
                      <p:stCondLst>
                        <p:cond delay="indefinite"/>
                      </p:stCondLst>
                      <p:childTnLst>
                        <p:par>
                          <p:cTn id="656" fill="hold">
                            <p:stCondLst>
                              <p:cond delay="0"/>
                            </p:stCondLst>
                            <p:childTnLst>
                              <p:par>
                                <p:cTn id="657" presetID="1" presetClass="entr" presetSubtype="0" fill="hold" nodeType="clickEffect">
                                  <p:stCondLst>
                                    <p:cond delay="0"/>
                                  </p:stCondLst>
                                  <p:childTnLst>
                                    <p:set>
                                      <p:cBhvr>
                                        <p:cTn id="658" dur="1" fill="hold">
                                          <p:stCondLst>
                                            <p:cond delay="0"/>
                                          </p:stCondLst>
                                        </p:cTn>
                                        <p:tgtEl>
                                          <p:spTgt spid="95">
                                            <p:txEl>
                                              <p:pRg st="1" end="1"/>
                                            </p:txEl>
                                          </p:spTgt>
                                        </p:tgtEl>
                                        <p:attrNameLst>
                                          <p:attrName>style.visibility</p:attrName>
                                        </p:attrNameLst>
                                      </p:cBhvr>
                                      <p:to>
                                        <p:strVal val="visible"/>
                                      </p:to>
                                    </p:set>
                                  </p:childTnLst>
                                </p:cTn>
                              </p:par>
                            </p:childTnLst>
                          </p:cTn>
                        </p:par>
                      </p:childTnLst>
                    </p:cTn>
                  </p:par>
                  <p:par>
                    <p:cTn id="659" fill="hold">
                      <p:stCondLst>
                        <p:cond delay="indefinite"/>
                      </p:stCondLst>
                      <p:childTnLst>
                        <p:par>
                          <p:cTn id="660" fill="hold">
                            <p:stCondLst>
                              <p:cond delay="0"/>
                            </p:stCondLst>
                            <p:childTnLst>
                              <p:par>
                                <p:cTn id="661" presetID="1" presetClass="entr" presetSubtype="0" fill="hold" nodeType="clickEffect">
                                  <p:stCondLst>
                                    <p:cond delay="0"/>
                                  </p:stCondLst>
                                  <p:childTnLst>
                                    <p:set>
                                      <p:cBhvr>
                                        <p:cTn id="662" dur="1" fill="hold">
                                          <p:stCondLst>
                                            <p:cond delay="0"/>
                                          </p:stCondLst>
                                        </p:cTn>
                                        <p:tgtEl>
                                          <p:spTgt spid="95">
                                            <p:txEl>
                                              <p:pRg st="2" end="2"/>
                                            </p:txEl>
                                          </p:spTgt>
                                        </p:tgtEl>
                                        <p:attrNameLst>
                                          <p:attrName>style.visibility</p:attrName>
                                        </p:attrNameLst>
                                      </p:cBhvr>
                                      <p:to>
                                        <p:strVal val="visible"/>
                                      </p:to>
                                    </p:set>
                                  </p:childTnLst>
                                </p:cTn>
                              </p:par>
                            </p:childTnLst>
                          </p:cTn>
                        </p:par>
                      </p:childTnLst>
                    </p:cTn>
                  </p:par>
                  <p:par>
                    <p:cTn id="663" fill="hold">
                      <p:stCondLst>
                        <p:cond delay="indefinite"/>
                      </p:stCondLst>
                      <p:childTnLst>
                        <p:par>
                          <p:cTn id="664" fill="hold">
                            <p:stCondLst>
                              <p:cond delay="0"/>
                            </p:stCondLst>
                            <p:childTnLst>
                              <p:par>
                                <p:cTn id="665" presetID="1" presetClass="entr" presetSubtype="0" fill="hold" nodeType="clickEffect">
                                  <p:stCondLst>
                                    <p:cond delay="0"/>
                                  </p:stCondLst>
                                  <p:childTnLst>
                                    <p:set>
                                      <p:cBhvr>
                                        <p:cTn id="666" dur="1" fill="hold">
                                          <p:stCondLst>
                                            <p:cond delay="0"/>
                                          </p:stCondLst>
                                        </p:cTn>
                                        <p:tgtEl>
                                          <p:spTgt spid="95">
                                            <p:txEl>
                                              <p:pRg st="3" end="3"/>
                                            </p:txEl>
                                          </p:spTgt>
                                        </p:tgtEl>
                                        <p:attrNameLst>
                                          <p:attrName>style.visibility</p:attrName>
                                        </p:attrNameLst>
                                      </p:cBhvr>
                                      <p:to>
                                        <p:strVal val="visible"/>
                                      </p:to>
                                    </p:set>
                                  </p:childTnLst>
                                </p:cTn>
                              </p:par>
                            </p:childTnLst>
                          </p:cTn>
                        </p:par>
                      </p:childTnLst>
                    </p:cTn>
                  </p:par>
                  <p:par>
                    <p:cTn id="667" fill="hold">
                      <p:stCondLst>
                        <p:cond delay="indefinite"/>
                      </p:stCondLst>
                      <p:childTnLst>
                        <p:par>
                          <p:cTn id="668" fill="hold">
                            <p:stCondLst>
                              <p:cond delay="0"/>
                            </p:stCondLst>
                            <p:childTnLst>
                              <p:par>
                                <p:cTn id="669" presetID="1" presetClass="entr" presetSubtype="0" fill="hold" nodeType="clickEffect">
                                  <p:stCondLst>
                                    <p:cond delay="0"/>
                                  </p:stCondLst>
                                  <p:childTnLst>
                                    <p:set>
                                      <p:cBhvr>
                                        <p:cTn id="670" dur="1" fill="hold">
                                          <p:stCondLst>
                                            <p:cond delay="0"/>
                                          </p:stCondLst>
                                        </p:cTn>
                                        <p:tgtEl>
                                          <p:spTgt spid="95">
                                            <p:txEl>
                                              <p:pRg st="4" end="4"/>
                                            </p:txEl>
                                          </p:spTgt>
                                        </p:tgtEl>
                                        <p:attrNameLst>
                                          <p:attrName>style.visibility</p:attrName>
                                        </p:attrNameLst>
                                      </p:cBhvr>
                                      <p:to>
                                        <p:strVal val="visible"/>
                                      </p:to>
                                    </p:set>
                                  </p:childTnLst>
                                </p:cTn>
                              </p:par>
                            </p:childTnLst>
                          </p:cTn>
                        </p:par>
                      </p:childTnLst>
                    </p:cTn>
                  </p:par>
                  <p:par>
                    <p:cTn id="671" fill="hold">
                      <p:stCondLst>
                        <p:cond delay="indefinite"/>
                      </p:stCondLst>
                      <p:childTnLst>
                        <p:par>
                          <p:cTn id="672" fill="hold">
                            <p:stCondLst>
                              <p:cond delay="0"/>
                            </p:stCondLst>
                            <p:childTnLst>
                              <p:par>
                                <p:cTn id="673" presetID="1" presetClass="entr" presetSubtype="0" fill="hold" nodeType="clickEffect">
                                  <p:stCondLst>
                                    <p:cond delay="0"/>
                                  </p:stCondLst>
                                  <p:childTnLst>
                                    <p:set>
                                      <p:cBhvr>
                                        <p:cTn id="674" dur="1" fill="hold">
                                          <p:stCondLst>
                                            <p:cond delay="0"/>
                                          </p:stCondLst>
                                        </p:cTn>
                                        <p:tgtEl>
                                          <p:spTgt spid="95">
                                            <p:txEl>
                                              <p:pRg st="5" end="5"/>
                                            </p:txEl>
                                          </p:spTgt>
                                        </p:tgtEl>
                                        <p:attrNameLst>
                                          <p:attrName>style.visibility</p:attrName>
                                        </p:attrNameLst>
                                      </p:cBhvr>
                                      <p:to>
                                        <p:strVal val="visible"/>
                                      </p:to>
                                    </p:set>
                                  </p:childTnLst>
                                </p:cTn>
                              </p:par>
                            </p:childTnLst>
                          </p:cTn>
                        </p:par>
                      </p:childTnLst>
                    </p:cTn>
                  </p:par>
                  <p:par>
                    <p:cTn id="675" fill="hold">
                      <p:stCondLst>
                        <p:cond delay="indefinite"/>
                      </p:stCondLst>
                      <p:childTnLst>
                        <p:par>
                          <p:cTn id="676" fill="hold">
                            <p:stCondLst>
                              <p:cond delay="0"/>
                            </p:stCondLst>
                            <p:childTnLst>
                              <p:par>
                                <p:cTn id="677" presetID="1" presetClass="entr" presetSubtype="0" fill="hold" nodeType="clickEffect">
                                  <p:stCondLst>
                                    <p:cond delay="0"/>
                                  </p:stCondLst>
                                  <p:childTnLst>
                                    <p:set>
                                      <p:cBhvr>
                                        <p:cTn id="678" dur="1" fill="hold">
                                          <p:stCondLst>
                                            <p:cond delay="0"/>
                                          </p:stCondLst>
                                        </p:cTn>
                                        <p:tgtEl>
                                          <p:spTgt spid="95">
                                            <p:txEl>
                                              <p:pRg st="6" end="6"/>
                                            </p:txEl>
                                          </p:spTgt>
                                        </p:tgtEl>
                                        <p:attrNameLst>
                                          <p:attrName>style.visibility</p:attrName>
                                        </p:attrNameLst>
                                      </p:cBhvr>
                                      <p:to>
                                        <p:strVal val="visible"/>
                                      </p:to>
                                    </p:set>
                                  </p:childTnLst>
                                </p:cTn>
                              </p:par>
                            </p:childTnLst>
                          </p:cTn>
                        </p:par>
                      </p:childTnLst>
                    </p:cTn>
                  </p:par>
                  <p:par>
                    <p:cTn id="679" fill="hold">
                      <p:stCondLst>
                        <p:cond delay="indefinite"/>
                      </p:stCondLst>
                      <p:childTnLst>
                        <p:par>
                          <p:cTn id="680" fill="hold">
                            <p:stCondLst>
                              <p:cond delay="0"/>
                            </p:stCondLst>
                            <p:childTnLst>
                              <p:par>
                                <p:cTn id="681" presetID="1" presetClass="entr" presetSubtype="0" fill="hold" nodeType="clickEffect">
                                  <p:stCondLst>
                                    <p:cond delay="0"/>
                                  </p:stCondLst>
                                  <p:childTnLst>
                                    <p:set>
                                      <p:cBhvr>
                                        <p:cTn id="682" dur="1" fill="hold">
                                          <p:stCondLst>
                                            <p:cond delay="0"/>
                                          </p:stCondLst>
                                        </p:cTn>
                                        <p:tgtEl>
                                          <p:spTgt spid="95">
                                            <p:txEl>
                                              <p:pRg st="7" end="7"/>
                                            </p:txEl>
                                          </p:spTgt>
                                        </p:tgtEl>
                                        <p:attrNameLst>
                                          <p:attrName>style.visibility</p:attrName>
                                        </p:attrNameLst>
                                      </p:cBhvr>
                                      <p:to>
                                        <p:strVal val="visible"/>
                                      </p:to>
                                    </p:set>
                                  </p:childTnLst>
                                </p:cTn>
                              </p:par>
                            </p:childTnLst>
                          </p:cTn>
                        </p:par>
                      </p:childTnLst>
                    </p:cTn>
                  </p:par>
                  <p:par>
                    <p:cTn id="683" fill="hold">
                      <p:stCondLst>
                        <p:cond delay="indefinite"/>
                      </p:stCondLst>
                      <p:childTnLst>
                        <p:par>
                          <p:cTn id="684" fill="hold">
                            <p:stCondLst>
                              <p:cond delay="0"/>
                            </p:stCondLst>
                            <p:childTnLst>
                              <p:par>
                                <p:cTn id="685" presetID="1" presetClass="entr" presetSubtype="0" fill="hold" nodeType="clickEffect">
                                  <p:stCondLst>
                                    <p:cond delay="0"/>
                                  </p:stCondLst>
                                  <p:childTnLst>
                                    <p:set>
                                      <p:cBhvr>
                                        <p:cTn id="686" dur="1" fill="hold">
                                          <p:stCondLst>
                                            <p:cond delay="0"/>
                                          </p:stCondLst>
                                        </p:cTn>
                                        <p:tgtEl>
                                          <p:spTgt spid="95">
                                            <p:txEl>
                                              <p:pRg st="8" end="8"/>
                                            </p:txEl>
                                          </p:spTgt>
                                        </p:tgtEl>
                                        <p:attrNameLst>
                                          <p:attrName>style.visibility</p:attrName>
                                        </p:attrNameLst>
                                      </p:cBhvr>
                                      <p:to>
                                        <p:strVal val="visible"/>
                                      </p:to>
                                    </p:set>
                                  </p:childTnLst>
                                </p:cTn>
                              </p:par>
                            </p:childTnLst>
                          </p:cTn>
                        </p:par>
                      </p:childTnLst>
                    </p:cTn>
                  </p:par>
                  <p:par>
                    <p:cTn id="687" fill="hold">
                      <p:stCondLst>
                        <p:cond delay="indefinite"/>
                      </p:stCondLst>
                      <p:childTnLst>
                        <p:par>
                          <p:cTn id="688" fill="hold">
                            <p:stCondLst>
                              <p:cond delay="0"/>
                            </p:stCondLst>
                            <p:childTnLst>
                              <p:par>
                                <p:cTn id="689" presetID="1" presetClass="entr" presetSubtype="0" fill="hold" nodeType="clickEffect">
                                  <p:stCondLst>
                                    <p:cond delay="0"/>
                                  </p:stCondLst>
                                  <p:childTnLst>
                                    <p:set>
                                      <p:cBhvr>
                                        <p:cTn id="690" dur="1" fill="hold">
                                          <p:stCondLst>
                                            <p:cond delay="0"/>
                                          </p:stCondLst>
                                        </p:cTn>
                                        <p:tgtEl>
                                          <p:spTgt spid="96">
                                            <p:txEl>
                                              <p:pRg st="0" end="0"/>
                                            </p:txEl>
                                          </p:spTgt>
                                        </p:tgtEl>
                                        <p:attrNameLst>
                                          <p:attrName>style.visibility</p:attrName>
                                        </p:attrNameLst>
                                      </p:cBhvr>
                                      <p:to>
                                        <p:strVal val="visible"/>
                                      </p:to>
                                    </p:set>
                                  </p:childTnLst>
                                </p:cTn>
                              </p:par>
                            </p:childTnLst>
                          </p:cTn>
                        </p:par>
                      </p:childTnLst>
                    </p:cTn>
                  </p:par>
                  <p:par>
                    <p:cTn id="691" fill="hold">
                      <p:stCondLst>
                        <p:cond delay="indefinite"/>
                      </p:stCondLst>
                      <p:childTnLst>
                        <p:par>
                          <p:cTn id="692" fill="hold">
                            <p:stCondLst>
                              <p:cond delay="0"/>
                            </p:stCondLst>
                            <p:childTnLst>
                              <p:par>
                                <p:cTn id="693" presetID="1" presetClass="entr" presetSubtype="0" fill="hold" nodeType="clickEffect">
                                  <p:stCondLst>
                                    <p:cond delay="0"/>
                                  </p:stCondLst>
                                  <p:childTnLst>
                                    <p:set>
                                      <p:cBhvr>
                                        <p:cTn id="694" dur="1" fill="hold">
                                          <p:stCondLst>
                                            <p:cond delay="0"/>
                                          </p:stCondLst>
                                        </p:cTn>
                                        <p:tgtEl>
                                          <p:spTgt spid="96">
                                            <p:txEl>
                                              <p:pRg st="1" end="1"/>
                                            </p:txEl>
                                          </p:spTgt>
                                        </p:tgtEl>
                                        <p:attrNameLst>
                                          <p:attrName>style.visibility</p:attrName>
                                        </p:attrNameLst>
                                      </p:cBhvr>
                                      <p:to>
                                        <p:strVal val="visible"/>
                                      </p:to>
                                    </p:set>
                                  </p:childTnLst>
                                </p:cTn>
                              </p:par>
                            </p:childTnLst>
                          </p:cTn>
                        </p:par>
                      </p:childTnLst>
                    </p:cTn>
                  </p:par>
                  <p:par>
                    <p:cTn id="695" fill="hold">
                      <p:stCondLst>
                        <p:cond delay="indefinite"/>
                      </p:stCondLst>
                      <p:childTnLst>
                        <p:par>
                          <p:cTn id="696" fill="hold">
                            <p:stCondLst>
                              <p:cond delay="0"/>
                            </p:stCondLst>
                            <p:childTnLst>
                              <p:par>
                                <p:cTn id="697" presetID="1" presetClass="entr" presetSubtype="0" fill="hold" nodeType="clickEffect">
                                  <p:stCondLst>
                                    <p:cond delay="0"/>
                                  </p:stCondLst>
                                  <p:childTnLst>
                                    <p:set>
                                      <p:cBhvr>
                                        <p:cTn id="698" dur="1" fill="hold">
                                          <p:stCondLst>
                                            <p:cond delay="0"/>
                                          </p:stCondLst>
                                        </p:cTn>
                                        <p:tgtEl>
                                          <p:spTgt spid="96">
                                            <p:txEl>
                                              <p:pRg st="2" end="2"/>
                                            </p:txEl>
                                          </p:spTgt>
                                        </p:tgtEl>
                                        <p:attrNameLst>
                                          <p:attrName>style.visibility</p:attrName>
                                        </p:attrNameLst>
                                      </p:cBhvr>
                                      <p:to>
                                        <p:strVal val="visible"/>
                                      </p:to>
                                    </p:set>
                                  </p:childTnLst>
                                </p:cTn>
                              </p:par>
                            </p:childTnLst>
                          </p:cTn>
                        </p:par>
                      </p:childTnLst>
                    </p:cTn>
                  </p:par>
                  <p:par>
                    <p:cTn id="699" fill="hold">
                      <p:stCondLst>
                        <p:cond delay="indefinite"/>
                      </p:stCondLst>
                      <p:childTnLst>
                        <p:par>
                          <p:cTn id="700" fill="hold">
                            <p:stCondLst>
                              <p:cond delay="0"/>
                            </p:stCondLst>
                            <p:childTnLst>
                              <p:par>
                                <p:cTn id="701" presetID="1" presetClass="entr" presetSubtype="0" fill="hold" nodeType="clickEffect">
                                  <p:stCondLst>
                                    <p:cond delay="0"/>
                                  </p:stCondLst>
                                  <p:childTnLst>
                                    <p:set>
                                      <p:cBhvr>
                                        <p:cTn id="702" dur="1" fill="hold">
                                          <p:stCondLst>
                                            <p:cond delay="0"/>
                                          </p:stCondLst>
                                        </p:cTn>
                                        <p:tgtEl>
                                          <p:spTgt spid="96">
                                            <p:txEl>
                                              <p:pRg st="3" end="3"/>
                                            </p:txEl>
                                          </p:spTgt>
                                        </p:tgtEl>
                                        <p:attrNameLst>
                                          <p:attrName>style.visibility</p:attrName>
                                        </p:attrNameLst>
                                      </p:cBhvr>
                                      <p:to>
                                        <p:strVal val="visible"/>
                                      </p:to>
                                    </p:set>
                                  </p:childTnLst>
                                </p:cTn>
                              </p:par>
                            </p:childTnLst>
                          </p:cTn>
                        </p:par>
                      </p:childTnLst>
                    </p:cTn>
                  </p:par>
                  <p:par>
                    <p:cTn id="703" fill="hold">
                      <p:stCondLst>
                        <p:cond delay="indefinite"/>
                      </p:stCondLst>
                      <p:childTnLst>
                        <p:par>
                          <p:cTn id="704" fill="hold">
                            <p:stCondLst>
                              <p:cond delay="0"/>
                            </p:stCondLst>
                            <p:childTnLst>
                              <p:par>
                                <p:cTn id="705" presetID="1" presetClass="entr" presetSubtype="0" fill="hold" nodeType="clickEffect">
                                  <p:stCondLst>
                                    <p:cond delay="0"/>
                                  </p:stCondLst>
                                  <p:childTnLst>
                                    <p:set>
                                      <p:cBhvr>
                                        <p:cTn id="706" dur="1" fill="hold">
                                          <p:stCondLst>
                                            <p:cond delay="0"/>
                                          </p:stCondLst>
                                        </p:cTn>
                                        <p:tgtEl>
                                          <p:spTgt spid="96">
                                            <p:txEl>
                                              <p:pRg st="4" end="4"/>
                                            </p:txEl>
                                          </p:spTgt>
                                        </p:tgtEl>
                                        <p:attrNameLst>
                                          <p:attrName>style.visibility</p:attrName>
                                        </p:attrNameLst>
                                      </p:cBhvr>
                                      <p:to>
                                        <p:strVal val="visible"/>
                                      </p:to>
                                    </p:set>
                                  </p:childTnLst>
                                </p:cTn>
                              </p:par>
                            </p:childTnLst>
                          </p:cTn>
                        </p:par>
                      </p:childTnLst>
                    </p:cTn>
                  </p:par>
                  <p:par>
                    <p:cTn id="707" fill="hold">
                      <p:stCondLst>
                        <p:cond delay="indefinite"/>
                      </p:stCondLst>
                      <p:childTnLst>
                        <p:par>
                          <p:cTn id="708" fill="hold">
                            <p:stCondLst>
                              <p:cond delay="0"/>
                            </p:stCondLst>
                            <p:childTnLst>
                              <p:par>
                                <p:cTn id="709" presetID="1" presetClass="entr" presetSubtype="0" fill="hold" nodeType="clickEffect">
                                  <p:stCondLst>
                                    <p:cond delay="0"/>
                                  </p:stCondLst>
                                  <p:childTnLst>
                                    <p:set>
                                      <p:cBhvr>
                                        <p:cTn id="710" dur="1" fill="hold">
                                          <p:stCondLst>
                                            <p:cond delay="0"/>
                                          </p:stCondLst>
                                        </p:cTn>
                                        <p:tgtEl>
                                          <p:spTgt spid="96">
                                            <p:txEl>
                                              <p:pRg st="5" end="5"/>
                                            </p:txEl>
                                          </p:spTgt>
                                        </p:tgtEl>
                                        <p:attrNameLst>
                                          <p:attrName>style.visibility</p:attrName>
                                        </p:attrNameLst>
                                      </p:cBhvr>
                                      <p:to>
                                        <p:strVal val="visible"/>
                                      </p:to>
                                    </p:set>
                                  </p:childTnLst>
                                </p:cTn>
                              </p:par>
                            </p:childTnLst>
                          </p:cTn>
                        </p:par>
                      </p:childTnLst>
                    </p:cTn>
                  </p:par>
                  <p:par>
                    <p:cTn id="711" fill="hold">
                      <p:stCondLst>
                        <p:cond delay="indefinite"/>
                      </p:stCondLst>
                      <p:childTnLst>
                        <p:par>
                          <p:cTn id="712" fill="hold">
                            <p:stCondLst>
                              <p:cond delay="0"/>
                            </p:stCondLst>
                            <p:childTnLst>
                              <p:par>
                                <p:cTn id="713" presetID="1" presetClass="entr" presetSubtype="0" fill="hold" nodeType="clickEffect">
                                  <p:stCondLst>
                                    <p:cond delay="0"/>
                                  </p:stCondLst>
                                  <p:childTnLst>
                                    <p:set>
                                      <p:cBhvr>
                                        <p:cTn id="714" dur="1" fill="hold">
                                          <p:stCondLst>
                                            <p:cond delay="0"/>
                                          </p:stCondLst>
                                        </p:cTn>
                                        <p:tgtEl>
                                          <p:spTgt spid="96">
                                            <p:txEl>
                                              <p:pRg st="6" end="6"/>
                                            </p:txEl>
                                          </p:spTgt>
                                        </p:tgtEl>
                                        <p:attrNameLst>
                                          <p:attrName>style.visibility</p:attrName>
                                        </p:attrNameLst>
                                      </p:cBhvr>
                                      <p:to>
                                        <p:strVal val="visible"/>
                                      </p:to>
                                    </p:set>
                                  </p:childTnLst>
                                </p:cTn>
                              </p:par>
                            </p:childTnLst>
                          </p:cTn>
                        </p:par>
                      </p:childTnLst>
                    </p:cTn>
                  </p:par>
                  <p:par>
                    <p:cTn id="715" fill="hold">
                      <p:stCondLst>
                        <p:cond delay="indefinite"/>
                      </p:stCondLst>
                      <p:childTnLst>
                        <p:par>
                          <p:cTn id="716" fill="hold">
                            <p:stCondLst>
                              <p:cond delay="0"/>
                            </p:stCondLst>
                            <p:childTnLst>
                              <p:par>
                                <p:cTn id="717" presetID="1" presetClass="entr" presetSubtype="0" fill="hold" nodeType="clickEffect">
                                  <p:stCondLst>
                                    <p:cond delay="0"/>
                                  </p:stCondLst>
                                  <p:childTnLst>
                                    <p:set>
                                      <p:cBhvr>
                                        <p:cTn id="718" dur="1" fill="hold">
                                          <p:stCondLst>
                                            <p:cond delay="0"/>
                                          </p:stCondLst>
                                        </p:cTn>
                                        <p:tgtEl>
                                          <p:spTgt spid="96">
                                            <p:txEl>
                                              <p:pRg st="7" end="7"/>
                                            </p:txEl>
                                          </p:spTgt>
                                        </p:tgtEl>
                                        <p:attrNameLst>
                                          <p:attrName>style.visibility</p:attrName>
                                        </p:attrNameLst>
                                      </p:cBhvr>
                                      <p:to>
                                        <p:strVal val="visible"/>
                                      </p:to>
                                    </p:set>
                                  </p:childTnLst>
                                </p:cTn>
                              </p:par>
                            </p:childTnLst>
                          </p:cTn>
                        </p:par>
                      </p:childTnLst>
                    </p:cTn>
                  </p:par>
                  <p:par>
                    <p:cTn id="719" fill="hold">
                      <p:stCondLst>
                        <p:cond delay="indefinite"/>
                      </p:stCondLst>
                      <p:childTnLst>
                        <p:par>
                          <p:cTn id="720" fill="hold">
                            <p:stCondLst>
                              <p:cond delay="0"/>
                            </p:stCondLst>
                            <p:childTnLst>
                              <p:par>
                                <p:cTn id="721" presetID="1" presetClass="entr" presetSubtype="0" fill="hold" nodeType="clickEffect">
                                  <p:stCondLst>
                                    <p:cond delay="0"/>
                                  </p:stCondLst>
                                  <p:childTnLst>
                                    <p:set>
                                      <p:cBhvr>
                                        <p:cTn id="722" dur="1" fill="hold">
                                          <p:stCondLst>
                                            <p:cond delay="0"/>
                                          </p:stCondLst>
                                        </p:cTn>
                                        <p:tgtEl>
                                          <p:spTgt spid="96">
                                            <p:txEl>
                                              <p:pRg st="8" end="8"/>
                                            </p:txEl>
                                          </p:spTgt>
                                        </p:tgtEl>
                                        <p:attrNameLst>
                                          <p:attrName>style.visibility</p:attrName>
                                        </p:attrNameLst>
                                      </p:cBhvr>
                                      <p:to>
                                        <p:strVal val="visible"/>
                                      </p:to>
                                    </p:set>
                                  </p:childTnLst>
                                </p:cTn>
                              </p:par>
                            </p:childTnLst>
                          </p:cTn>
                        </p:par>
                      </p:childTnLst>
                    </p:cTn>
                  </p:par>
                  <p:par>
                    <p:cTn id="723" fill="hold">
                      <p:stCondLst>
                        <p:cond delay="indefinite"/>
                      </p:stCondLst>
                      <p:childTnLst>
                        <p:par>
                          <p:cTn id="724" fill="hold">
                            <p:stCondLst>
                              <p:cond delay="0"/>
                            </p:stCondLst>
                            <p:childTnLst>
                              <p:par>
                                <p:cTn id="725" presetID="1" presetClass="entr" presetSubtype="0" fill="hold" nodeType="clickEffect">
                                  <p:stCondLst>
                                    <p:cond delay="0"/>
                                  </p:stCondLst>
                                  <p:childTnLst>
                                    <p:set>
                                      <p:cBhvr>
                                        <p:cTn id="726" dur="1" fill="hold">
                                          <p:stCondLst>
                                            <p:cond delay="0"/>
                                          </p:stCondLst>
                                        </p:cTn>
                                        <p:tgtEl>
                                          <p:spTgt spid="97">
                                            <p:txEl>
                                              <p:pRg st="0" end="0"/>
                                            </p:txEl>
                                          </p:spTgt>
                                        </p:tgtEl>
                                        <p:attrNameLst>
                                          <p:attrName>style.visibility</p:attrName>
                                        </p:attrNameLst>
                                      </p:cBhvr>
                                      <p:to>
                                        <p:strVal val="visible"/>
                                      </p:to>
                                    </p:set>
                                  </p:childTnLst>
                                </p:cTn>
                              </p:par>
                            </p:childTnLst>
                          </p:cTn>
                        </p:par>
                      </p:childTnLst>
                    </p:cTn>
                  </p:par>
                  <p:par>
                    <p:cTn id="727" fill="hold">
                      <p:stCondLst>
                        <p:cond delay="indefinite"/>
                      </p:stCondLst>
                      <p:childTnLst>
                        <p:par>
                          <p:cTn id="728" fill="hold">
                            <p:stCondLst>
                              <p:cond delay="0"/>
                            </p:stCondLst>
                            <p:childTnLst>
                              <p:par>
                                <p:cTn id="729" presetID="1" presetClass="entr" presetSubtype="0" fill="hold" nodeType="clickEffect">
                                  <p:stCondLst>
                                    <p:cond delay="0"/>
                                  </p:stCondLst>
                                  <p:childTnLst>
                                    <p:set>
                                      <p:cBhvr>
                                        <p:cTn id="730" dur="1" fill="hold">
                                          <p:stCondLst>
                                            <p:cond delay="0"/>
                                          </p:stCondLst>
                                        </p:cTn>
                                        <p:tgtEl>
                                          <p:spTgt spid="97">
                                            <p:txEl>
                                              <p:pRg st="1" end="1"/>
                                            </p:txEl>
                                          </p:spTgt>
                                        </p:tgtEl>
                                        <p:attrNameLst>
                                          <p:attrName>style.visibility</p:attrName>
                                        </p:attrNameLst>
                                      </p:cBhvr>
                                      <p:to>
                                        <p:strVal val="visible"/>
                                      </p:to>
                                    </p:set>
                                  </p:childTnLst>
                                </p:cTn>
                              </p:par>
                            </p:childTnLst>
                          </p:cTn>
                        </p:par>
                      </p:childTnLst>
                    </p:cTn>
                  </p:par>
                  <p:par>
                    <p:cTn id="731" fill="hold">
                      <p:stCondLst>
                        <p:cond delay="indefinite"/>
                      </p:stCondLst>
                      <p:childTnLst>
                        <p:par>
                          <p:cTn id="732" fill="hold">
                            <p:stCondLst>
                              <p:cond delay="0"/>
                            </p:stCondLst>
                            <p:childTnLst>
                              <p:par>
                                <p:cTn id="733" presetID="1" presetClass="entr" presetSubtype="0" fill="hold" nodeType="clickEffect">
                                  <p:stCondLst>
                                    <p:cond delay="0"/>
                                  </p:stCondLst>
                                  <p:childTnLst>
                                    <p:set>
                                      <p:cBhvr>
                                        <p:cTn id="734" dur="1" fill="hold">
                                          <p:stCondLst>
                                            <p:cond delay="0"/>
                                          </p:stCondLst>
                                        </p:cTn>
                                        <p:tgtEl>
                                          <p:spTgt spid="97">
                                            <p:txEl>
                                              <p:pRg st="2" end="2"/>
                                            </p:txEl>
                                          </p:spTgt>
                                        </p:tgtEl>
                                        <p:attrNameLst>
                                          <p:attrName>style.visibility</p:attrName>
                                        </p:attrNameLst>
                                      </p:cBhvr>
                                      <p:to>
                                        <p:strVal val="visible"/>
                                      </p:to>
                                    </p:set>
                                  </p:childTnLst>
                                </p:cTn>
                              </p:par>
                            </p:childTnLst>
                          </p:cTn>
                        </p:par>
                      </p:childTnLst>
                    </p:cTn>
                  </p:par>
                  <p:par>
                    <p:cTn id="735" fill="hold">
                      <p:stCondLst>
                        <p:cond delay="indefinite"/>
                      </p:stCondLst>
                      <p:childTnLst>
                        <p:par>
                          <p:cTn id="736" fill="hold">
                            <p:stCondLst>
                              <p:cond delay="0"/>
                            </p:stCondLst>
                            <p:childTnLst>
                              <p:par>
                                <p:cTn id="737" presetID="1" presetClass="entr" presetSubtype="0" fill="hold" nodeType="clickEffect">
                                  <p:stCondLst>
                                    <p:cond delay="0"/>
                                  </p:stCondLst>
                                  <p:childTnLst>
                                    <p:set>
                                      <p:cBhvr>
                                        <p:cTn id="738" dur="1" fill="hold">
                                          <p:stCondLst>
                                            <p:cond delay="0"/>
                                          </p:stCondLst>
                                        </p:cTn>
                                        <p:tgtEl>
                                          <p:spTgt spid="97">
                                            <p:txEl>
                                              <p:pRg st="3" end="3"/>
                                            </p:txEl>
                                          </p:spTgt>
                                        </p:tgtEl>
                                        <p:attrNameLst>
                                          <p:attrName>style.visibility</p:attrName>
                                        </p:attrNameLst>
                                      </p:cBhvr>
                                      <p:to>
                                        <p:strVal val="visible"/>
                                      </p:to>
                                    </p:set>
                                  </p:childTnLst>
                                </p:cTn>
                              </p:par>
                            </p:childTnLst>
                          </p:cTn>
                        </p:par>
                      </p:childTnLst>
                    </p:cTn>
                  </p:par>
                  <p:par>
                    <p:cTn id="739" fill="hold">
                      <p:stCondLst>
                        <p:cond delay="indefinite"/>
                      </p:stCondLst>
                      <p:childTnLst>
                        <p:par>
                          <p:cTn id="740" fill="hold">
                            <p:stCondLst>
                              <p:cond delay="0"/>
                            </p:stCondLst>
                            <p:childTnLst>
                              <p:par>
                                <p:cTn id="741" presetID="1" presetClass="entr" presetSubtype="0" fill="hold" nodeType="clickEffect">
                                  <p:stCondLst>
                                    <p:cond delay="0"/>
                                  </p:stCondLst>
                                  <p:childTnLst>
                                    <p:set>
                                      <p:cBhvr>
                                        <p:cTn id="742" dur="1" fill="hold">
                                          <p:stCondLst>
                                            <p:cond delay="0"/>
                                          </p:stCondLst>
                                        </p:cTn>
                                        <p:tgtEl>
                                          <p:spTgt spid="97">
                                            <p:txEl>
                                              <p:pRg st="4" end="4"/>
                                            </p:txEl>
                                          </p:spTgt>
                                        </p:tgtEl>
                                        <p:attrNameLst>
                                          <p:attrName>style.visibility</p:attrName>
                                        </p:attrNameLst>
                                      </p:cBhvr>
                                      <p:to>
                                        <p:strVal val="visible"/>
                                      </p:to>
                                    </p:set>
                                  </p:childTnLst>
                                </p:cTn>
                              </p:par>
                            </p:childTnLst>
                          </p:cTn>
                        </p:par>
                      </p:childTnLst>
                    </p:cTn>
                  </p:par>
                  <p:par>
                    <p:cTn id="743" fill="hold">
                      <p:stCondLst>
                        <p:cond delay="indefinite"/>
                      </p:stCondLst>
                      <p:childTnLst>
                        <p:par>
                          <p:cTn id="744" fill="hold">
                            <p:stCondLst>
                              <p:cond delay="0"/>
                            </p:stCondLst>
                            <p:childTnLst>
                              <p:par>
                                <p:cTn id="745" presetID="1" presetClass="entr" presetSubtype="0" fill="hold" nodeType="clickEffect">
                                  <p:stCondLst>
                                    <p:cond delay="0"/>
                                  </p:stCondLst>
                                  <p:childTnLst>
                                    <p:set>
                                      <p:cBhvr>
                                        <p:cTn id="746" dur="1" fill="hold">
                                          <p:stCondLst>
                                            <p:cond delay="0"/>
                                          </p:stCondLst>
                                        </p:cTn>
                                        <p:tgtEl>
                                          <p:spTgt spid="97">
                                            <p:txEl>
                                              <p:pRg st="5" end="5"/>
                                            </p:txEl>
                                          </p:spTgt>
                                        </p:tgtEl>
                                        <p:attrNameLst>
                                          <p:attrName>style.visibility</p:attrName>
                                        </p:attrNameLst>
                                      </p:cBhvr>
                                      <p:to>
                                        <p:strVal val="visible"/>
                                      </p:to>
                                    </p:set>
                                  </p:childTnLst>
                                </p:cTn>
                              </p:par>
                            </p:childTnLst>
                          </p:cTn>
                        </p:par>
                      </p:childTnLst>
                    </p:cTn>
                  </p:par>
                  <p:par>
                    <p:cTn id="747" fill="hold">
                      <p:stCondLst>
                        <p:cond delay="indefinite"/>
                      </p:stCondLst>
                      <p:childTnLst>
                        <p:par>
                          <p:cTn id="748" fill="hold">
                            <p:stCondLst>
                              <p:cond delay="0"/>
                            </p:stCondLst>
                            <p:childTnLst>
                              <p:par>
                                <p:cTn id="749" presetID="1" presetClass="entr" presetSubtype="0" fill="hold" nodeType="clickEffect">
                                  <p:stCondLst>
                                    <p:cond delay="0"/>
                                  </p:stCondLst>
                                  <p:childTnLst>
                                    <p:set>
                                      <p:cBhvr>
                                        <p:cTn id="750" dur="1" fill="hold">
                                          <p:stCondLst>
                                            <p:cond delay="0"/>
                                          </p:stCondLst>
                                        </p:cTn>
                                        <p:tgtEl>
                                          <p:spTgt spid="97">
                                            <p:txEl>
                                              <p:pRg st="6" end="6"/>
                                            </p:txEl>
                                          </p:spTgt>
                                        </p:tgtEl>
                                        <p:attrNameLst>
                                          <p:attrName>style.visibility</p:attrName>
                                        </p:attrNameLst>
                                      </p:cBhvr>
                                      <p:to>
                                        <p:strVal val="visible"/>
                                      </p:to>
                                    </p:set>
                                  </p:childTnLst>
                                </p:cTn>
                              </p:par>
                            </p:childTnLst>
                          </p:cTn>
                        </p:par>
                      </p:childTnLst>
                    </p:cTn>
                  </p:par>
                  <p:par>
                    <p:cTn id="751" fill="hold">
                      <p:stCondLst>
                        <p:cond delay="indefinite"/>
                      </p:stCondLst>
                      <p:childTnLst>
                        <p:par>
                          <p:cTn id="752" fill="hold">
                            <p:stCondLst>
                              <p:cond delay="0"/>
                            </p:stCondLst>
                            <p:childTnLst>
                              <p:par>
                                <p:cTn id="753" presetID="1" presetClass="entr" presetSubtype="0" fill="hold" nodeType="clickEffect">
                                  <p:stCondLst>
                                    <p:cond delay="0"/>
                                  </p:stCondLst>
                                  <p:childTnLst>
                                    <p:set>
                                      <p:cBhvr>
                                        <p:cTn id="754" dur="1" fill="hold">
                                          <p:stCondLst>
                                            <p:cond delay="0"/>
                                          </p:stCondLst>
                                        </p:cTn>
                                        <p:tgtEl>
                                          <p:spTgt spid="97">
                                            <p:txEl>
                                              <p:pRg st="7" end="7"/>
                                            </p:txEl>
                                          </p:spTgt>
                                        </p:tgtEl>
                                        <p:attrNameLst>
                                          <p:attrName>style.visibility</p:attrName>
                                        </p:attrNameLst>
                                      </p:cBhvr>
                                      <p:to>
                                        <p:strVal val="visible"/>
                                      </p:to>
                                    </p:set>
                                  </p:childTnLst>
                                </p:cTn>
                              </p:par>
                            </p:childTnLst>
                          </p:cTn>
                        </p:par>
                      </p:childTnLst>
                    </p:cTn>
                  </p:par>
                  <p:par>
                    <p:cTn id="755" fill="hold">
                      <p:stCondLst>
                        <p:cond delay="indefinite"/>
                      </p:stCondLst>
                      <p:childTnLst>
                        <p:par>
                          <p:cTn id="756" fill="hold">
                            <p:stCondLst>
                              <p:cond delay="0"/>
                            </p:stCondLst>
                            <p:childTnLst>
                              <p:par>
                                <p:cTn id="757" presetID="1" presetClass="entr" presetSubtype="0" fill="hold" nodeType="clickEffect">
                                  <p:stCondLst>
                                    <p:cond delay="0"/>
                                  </p:stCondLst>
                                  <p:childTnLst>
                                    <p:set>
                                      <p:cBhvr>
                                        <p:cTn id="758" dur="1" fill="hold">
                                          <p:stCondLst>
                                            <p:cond delay="0"/>
                                          </p:stCondLst>
                                        </p:cTn>
                                        <p:tgtEl>
                                          <p:spTgt spid="97">
                                            <p:txEl>
                                              <p:pRg st="8" end="8"/>
                                            </p:txEl>
                                          </p:spTgt>
                                        </p:tgtEl>
                                        <p:attrNameLst>
                                          <p:attrName>style.visibility</p:attrName>
                                        </p:attrNameLst>
                                      </p:cBhvr>
                                      <p:to>
                                        <p:strVal val="visible"/>
                                      </p:to>
                                    </p:set>
                                  </p:childTnLst>
                                </p:cTn>
                              </p:par>
                            </p:childTnLst>
                          </p:cTn>
                        </p:par>
                      </p:childTnLst>
                    </p:cTn>
                  </p:par>
                  <p:par>
                    <p:cTn id="759" fill="hold">
                      <p:stCondLst>
                        <p:cond delay="indefinite"/>
                      </p:stCondLst>
                      <p:childTnLst>
                        <p:par>
                          <p:cTn id="760" fill="hold">
                            <p:stCondLst>
                              <p:cond delay="0"/>
                            </p:stCondLst>
                            <p:childTnLst>
                              <p:par>
                                <p:cTn id="761" presetID="1" presetClass="entr" presetSubtype="0" fill="hold" nodeType="clickEffect">
                                  <p:stCondLst>
                                    <p:cond delay="0"/>
                                  </p:stCondLst>
                                  <p:childTnLst>
                                    <p:set>
                                      <p:cBhvr>
                                        <p:cTn id="762" dur="1" fill="hold">
                                          <p:stCondLst>
                                            <p:cond delay="0"/>
                                          </p:stCondLst>
                                        </p:cTn>
                                        <p:tgtEl>
                                          <p:spTgt spid="98">
                                            <p:txEl>
                                              <p:pRg st="0" end="0"/>
                                            </p:txEl>
                                          </p:spTgt>
                                        </p:tgtEl>
                                        <p:attrNameLst>
                                          <p:attrName>style.visibility</p:attrName>
                                        </p:attrNameLst>
                                      </p:cBhvr>
                                      <p:to>
                                        <p:strVal val="visible"/>
                                      </p:to>
                                    </p:set>
                                  </p:childTnLst>
                                </p:cTn>
                              </p:par>
                            </p:childTnLst>
                          </p:cTn>
                        </p:par>
                      </p:childTnLst>
                    </p:cTn>
                  </p:par>
                  <p:par>
                    <p:cTn id="763" fill="hold">
                      <p:stCondLst>
                        <p:cond delay="indefinite"/>
                      </p:stCondLst>
                      <p:childTnLst>
                        <p:par>
                          <p:cTn id="764" fill="hold">
                            <p:stCondLst>
                              <p:cond delay="0"/>
                            </p:stCondLst>
                            <p:childTnLst>
                              <p:par>
                                <p:cTn id="765" presetID="1" presetClass="entr" presetSubtype="0" fill="hold" nodeType="clickEffect">
                                  <p:stCondLst>
                                    <p:cond delay="0"/>
                                  </p:stCondLst>
                                  <p:childTnLst>
                                    <p:set>
                                      <p:cBhvr>
                                        <p:cTn id="766" dur="1" fill="hold">
                                          <p:stCondLst>
                                            <p:cond delay="0"/>
                                          </p:stCondLst>
                                        </p:cTn>
                                        <p:tgtEl>
                                          <p:spTgt spid="98">
                                            <p:txEl>
                                              <p:pRg st="1" end="1"/>
                                            </p:txEl>
                                          </p:spTgt>
                                        </p:tgtEl>
                                        <p:attrNameLst>
                                          <p:attrName>style.visibility</p:attrName>
                                        </p:attrNameLst>
                                      </p:cBhvr>
                                      <p:to>
                                        <p:strVal val="visible"/>
                                      </p:to>
                                    </p:set>
                                  </p:childTnLst>
                                </p:cTn>
                              </p:par>
                            </p:childTnLst>
                          </p:cTn>
                        </p:par>
                      </p:childTnLst>
                    </p:cTn>
                  </p:par>
                  <p:par>
                    <p:cTn id="767" fill="hold">
                      <p:stCondLst>
                        <p:cond delay="indefinite"/>
                      </p:stCondLst>
                      <p:childTnLst>
                        <p:par>
                          <p:cTn id="768" fill="hold">
                            <p:stCondLst>
                              <p:cond delay="0"/>
                            </p:stCondLst>
                            <p:childTnLst>
                              <p:par>
                                <p:cTn id="769" presetID="1" presetClass="entr" presetSubtype="0" fill="hold" nodeType="clickEffect">
                                  <p:stCondLst>
                                    <p:cond delay="0"/>
                                  </p:stCondLst>
                                  <p:childTnLst>
                                    <p:set>
                                      <p:cBhvr>
                                        <p:cTn id="770" dur="1" fill="hold">
                                          <p:stCondLst>
                                            <p:cond delay="0"/>
                                          </p:stCondLst>
                                        </p:cTn>
                                        <p:tgtEl>
                                          <p:spTgt spid="98">
                                            <p:txEl>
                                              <p:pRg st="2" end="2"/>
                                            </p:txEl>
                                          </p:spTgt>
                                        </p:tgtEl>
                                        <p:attrNameLst>
                                          <p:attrName>style.visibility</p:attrName>
                                        </p:attrNameLst>
                                      </p:cBhvr>
                                      <p:to>
                                        <p:strVal val="visible"/>
                                      </p:to>
                                    </p:set>
                                  </p:childTnLst>
                                </p:cTn>
                              </p:par>
                            </p:childTnLst>
                          </p:cTn>
                        </p:par>
                      </p:childTnLst>
                    </p:cTn>
                  </p:par>
                  <p:par>
                    <p:cTn id="771" fill="hold">
                      <p:stCondLst>
                        <p:cond delay="indefinite"/>
                      </p:stCondLst>
                      <p:childTnLst>
                        <p:par>
                          <p:cTn id="772" fill="hold">
                            <p:stCondLst>
                              <p:cond delay="0"/>
                            </p:stCondLst>
                            <p:childTnLst>
                              <p:par>
                                <p:cTn id="773" presetID="1" presetClass="entr" presetSubtype="0" fill="hold" nodeType="clickEffect">
                                  <p:stCondLst>
                                    <p:cond delay="0"/>
                                  </p:stCondLst>
                                  <p:childTnLst>
                                    <p:set>
                                      <p:cBhvr>
                                        <p:cTn id="774" dur="1" fill="hold">
                                          <p:stCondLst>
                                            <p:cond delay="0"/>
                                          </p:stCondLst>
                                        </p:cTn>
                                        <p:tgtEl>
                                          <p:spTgt spid="98">
                                            <p:txEl>
                                              <p:pRg st="3" end="3"/>
                                            </p:txEl>
                                          </p:spTgt>
                                        </p:tgtEl>
                                        <p:attrNameLst>
                                          <p:attrName>style.visibility</p:attrName>
                                        </p:attrNameLst>
                                      </p:cBhvr>
                                      <p:to>
                                        <p:strVal val="visible"/>
                                      </p:to>
                                    </p:set>
                                  </p:childTnLst>
                                </p:cTn>
                              </p:par>
                            </p:childTnLst>
                          </p:cTn>
                        </p:par>
                      </p:childTnLst>
                    </p:cTn>
                  </p:par>
                  <p:par>
                    <p:cTn id="775" fill="hold">
                      <p:stCondLst>
                        <p:cond delay="indefinite"/>
                      </p:stCondLst>
                      <p:childTnLst>
                        <p:par>
                          <p:cTn id="776" fill="hold">
                            <p:stCondLst>
                              <p:cond delay="0"/>
                            </p:stCondLst>
                            <p:childTnLst>
                              <p:par>
                                <p:cTn id="777" presetID="1" presetClass="entr" presetSubtype="0" fill="hold" nodeType="clickEffect">
                                  <p:stCondLst>
                                    <p:cond delay="0"/>
                                  </p:stCondLst>
                                  <p:childTnLst>
                                    <p:set>
                                      <p:cBhvr>
                                        <p:cTn id="778" dur="1" fill="hold">
                                          <p:stCondLst>
                                            <p:cond delay="0"/>
                                          </p:stCondLst>
                                        </p:cTn>
                                        <p:tgtEl>
                                          <p:spTgt spid="98">
                                            <p:txEl>
                                              <p:pRg st="4" end="4"/>
                                            </p:txEl>
                                          </p:spTgt>
                                        </p:tgtEl>
                                        <p:attrNameLst>
                                          <p:attrName>style.visibility</p:attrName>
                                        </p:attrNameLst>
                                      </p:cBhvr>
                                      <p:to>
                                        <p:strVal val="visible"/>
                                      </p:to>
                                    </p:set>
                                  </p:childTnLst>
                                </p:cTn>
                              </p:par>
                            </p:childTnLst>
                          </p:cTn>
                        </p:par>
                      </p:childTnLst>
                    </p:cTn>
                  </p:par>
                  <p:par>
                    <p:cTn id="779" fill="hold">
                      <p:stCondLst>
                        <p:cond delay="indefinite"/>
                      </p:stCondLst>
                      <p:childTnLst>
                        <p:par>
                          <p:cTn id="780" fill="hold">
                            <p:stCondLst>
                              <p:cond delay="0"/>
                            </p:stCondLst>
                            <p:childTnLst>
                              <p:par>
                                <p:cTn id="781" presetID="1" presetClass="entr" presetSubtype="0" fill="hold" nodeType="clickEffect">
                                  <p:stCondLst>
                                    <p:cond delay="0"/>
                                  </p:stCondLst>
                                  <p:childTnLst>
                                    <p:set>
                                      <p:cBhvr>
                                        <p:cTn id="782" dur="1" fill="hold">
                                          <p:stCondLst>
                                            <p:cond delay="0"/>
                                          </p:stCondLst>
                                        </p:cTn>
                                        <p:tgtEl>
                                          <p:spTgt spid="98">
                                            <p:txEl>
                                              <p:pRg st="5" end="5"/>
                                            </p:txEl>
                                          </p:spTgt>
                                        </p:tgtEl>
                                        <p:attrNameLst>
                                          <p:attrName>style.visibility</p:attrName>
                                        </p:attrNameLst>
                                      </p:cBhvr>
                                      <p:to>
                                        <p:strVal val="visible"/>
                                      </p:to>
                                    </p:set>
                                  </p:childTnLst>
                                </p:cTn>
                              </p:par>
                            </p:childTnLst>
                          </p:cTn>
                        </p:par>
                      </p:childTnLst>
                    </p:cTn>
                  </p:par>
                  <p:par>
                    <p:cTn id="783" fill="hold">
                      <p:stCondLst>
                        <p:cond delay="indefinite"/>
                      </p:stCondLst>
                      <p:childTnLst>
                        <p:par>
                          <p:cTn id="784" fill="hold">
                            <p:stCondLst>
                              <p:cond delay="0"/>
                            </p:stCondLst>
                            <p:childTnLst>
                              <p:par>
                                <p:cTn id="785" presetID="1" presetClass="entr" presetSubtype="0" fill="hold" nodeType="clickEffect">
                                  <p:stCondLst>
                                    <p:cond delay="0"/>
                                  </p:stCondLst>
                                  <p:childTnLst>
                                    <p:set>
                                      <p:cBhvr>
                                        <p:cTn id="786" dur="1" fill="hold">
                                          <p:stCondLst>
                                            <p:cond delay="0"/>
                                          </p:stCondLst>
                                        </p:cTn>
                                        <p:tgtEl>
                                          <p:spTgt spid="98">
                                            <p:txEl>
                                              <p:pRg st="6" end="6"/>
                                            </p:txEl>
                                          </p:spTgt>
                                        </p:tgtEl>
                                        <p:attrNameLst>
                                          <p:attrName>style.visibility</p:attrName>
                                        </p:attrNameLst>
                                      </p:cBhvr>
                                      <p:to>
                                        <p:strVal val="visible"/>
                                      </p:to>
                                    </p:set>
                                  </p:childTnLst>
                                </p:cTn>
                              </p:par>
                            </p:childTnLst>
                          </p:cTn>
                        </p:par>
                      </p:childTnLst>
                    </p:cTn>
                  </p:par>
                  <p:par>
                    <p:cTn id="787" fill="hold">
                      <p:stCondLst>
                        <p:cond delay="indefinite"/>
                      </p:stCondLst>
                      <p:childTnLst>
                        <p:par>
                          <p:cTn id="788" fill="hold">
                            <p:stCondLst>
                              <p:cond delay="0"/>
                            </p:stCondLst>
                            <p:childTnLst>
                              <p:par>
                                <p:cTn id="789" presetID="1" presetClass="entr" presetSubtype="0" fill="hold" nodeType="clickEffect">
                                  <p:stCondLst>
                                    <p:cond delay="0"/>
                                  </p:stCondLst>
                                  <p:childTnLst>
                                    <p:set>
                                      <p:cBhvr>
                                        <p:cTn id="790" dur="1" fill="hold">
                                          <p:stCondLst>
                                            <p:cond delay="0"/>
                                          </p:stCondLst>
                                        </p:cTn>
                                        <p:tgtEl>
                                          <p:spTgt spid="98">
                                            <p:txEl>
                                              <p:pRg st="7" end="7"/>
                                            </p:txEl>
                                          </p:spTgt>
                                        </p:tgtEl>
                                        <p:attrNameLst>
                                          <p:attrName>style.visibility</p:attrName>
                                        </p:attrNameLst>
                                      </p:cBhvr>
                                      <p:to>
                                        <p:strVal val="visible"/>
                                      </p:to>
                                    </p:set>
                                  </p:childTnLst>
                                </p:cTn>
                              </p:par>
                            </p:childTnLst>
                          </p:cTn>
                        </p:par>
                      </p:childTnLst>
                    </p:cTn>
                  </p:par>
                  <p:par>
                    <p:cTn id="791" fill="hold">
                      <p:stCondLst>
                        <p:cond delay="indefinite"/>
                      </p:stCondLst>
                      <p:childTnLst>
                        <p:par>
                          <p:cTn id="792" fill="hold">
                            <p:stCondLst>
                              <p:cond delay="0"/>
                            </p:stCondLst>
                            <p:childTnLst>
                              <p:par>
                                <p:cTn id="793" presetID="1" presetClass="entr" presetSubtype="0" fill="hold" nodeType="clickEffect">
                                  <p:stCondLst>
                                    <p:cond delay="0"/>
                                  </p:stCondLst>
                                  <p:childTnLst>
                                    <p:set>
                                      <p:cBhvr>
                                        <p:cTn id="794" dur="1" fill="hold">
                                          <p:stCondLst>
                                            <p:cond delay="0"/>
                                          </p:stCondLst>
                                        </p:cTn>
                                        <p:tgtEl>
                                          <p:spTgt spid="98">
                                            <p:txEl>
                                              <p:pRg st="8" end="8"/>
                                            </p:txEl>
                                          </p:spTgt>
                                        </p:tgtEl>
                                        <p:attrNameLst>
                                          <p:attrName>style.visibility</p:attrName>
                                        </p:attrNameLst>
                                      </p:cBhvr>
                                      <p:to>
                                        <p:strVal val="visible"/>
                                      </p:to>
                                    </p:set>
                                  </p:childTnLst>
                                </p:cTn>
                              </p:par>
                            </p:childTnLst>
                          </p:cTn>
                        </p:par>
                      </p:childTnLst>
                    </p:cTn>
                  </p:par>
                  <p:par>
                    <p:cTn id="795" fill="hold">
                      <p:stCondLst>
                        <p:cond delay="indefinite"/>
                      </p:stCondLst>
                      <p:childTnLst>
                        <p:par>
                          <p:cTn id="796" fill="hold">
                            <p:stCondLst>
                              <p:cond delay="0"/>
                            </p:stCondLst>
                            <p:childTnLst>
                              <p:par>
                                <p:cTn id="797" presetID="1" presetClass="entr" presetSubtype="0" fill="hold" nodeType="clickEffect">
                                  <p:stCondLst>
                                    <p:cond delay="0"/>
                                  </p:stCondLst>
                                  <p:childTnLst>
                                    <p:set>
                                      <p:cBhvr>
                                        <p:cTn id="798" dur="1" fill="hold">
                                          <p:stCondLst>
                                            <p:cond delay="0"/>
                                          </p:stCondLst>
                                        </p:cTn>
                                        <p:tgtEl>
                                          <p:spTgt spid="99">
                                            <p:txEl>
                                              <p:pRg st="0" end="0"/>
                                            </p:txEl>
                                          </p:spTgt>
                                        </p:tgtEl>
                                        <p:attrNameLst>
                                          <p:attrName>style.visibility</p:attrName>
                                        </p:attrNameLst>
                                      </p:cBhvr>
                                      <p:to>
                                        <p:strVal val="visible"/>
                                      </p:to>
                                    </p:set>
                                  </p:childTnLst>
                                </p:cTn>
                              </p:par>
                            </p:childTnLst>
                          </p:cTn>
                        </p:par>
                      </p:childTnLst>
                    </p:cTn>
                  </p:par>
                  <p:par>
                    <p:cTn id="799" fill="hold">
                      <p:stCondLst>
                        <p:cond delay="indefinite"/>
                      </p:stCondLst>
                      <p:childTnLst>
                        <p:par>
                          <p:cTn id="800" fill="hold">
                            <p:stCondLst>
                              <p:cond delay="0"/>
                            </p:stCondLst>
                            <p:childTnLst>
                              <p:par>
                                <p:cTn id="801" presetID="1" presetClass="entr" presetSubtype="0" fill="hold" nodeType="clickEffect">
                                  <p:stCondLst>
                                    <p:cond delay="0"/>
                                  </p:stCondLst>
                                  <p:childTnLst>
                                    <p:set>
                                      <p:cBhvr>
                                        <p:cTn id="802" dur="1" fill="hold">
                                          <p:stCondLst>
                                            <p:cond delay="0"/>
                                          </p:stCondLst>
                                        </p:cTn>
                                        <p:tgtEl>
                                          <p:spTgt spid="99">
                                            <p:txEl>
                                              <p:pRg st="1" end="1"/>
                                            </p:txEl>
                                          </p:spTgt>
                                        </p:tgtEl>
                                        <p:attrNameLst>
                                          <p:attrName>style.visibility</p:attrName>
                                        </p:attrNameLst>
                                      </p:cBhvr>
                                      <p:to>
                                        <p:strVal val="visible"/>
                                      </p:to>
                                    </p:set>
                                  </p:childTnLst>
                                </p:cTn>
                              </p:par>
                            </p:childTnLst>
                          </p:cTn>
                        </p:par>
                      </p:childTnLst>
                    </p:cTn>
                  </p:par>
                  <p:par>
                    <p:cTn id="803" fill="hold">
                      <p:stCondLst>
                        <p:cond delay="indefinite"/>
                      </p:stCondLst>
                      <p:childTnLst>
                        <p:par>
                          <p:cTn id="804" fill="hold">
                            <p:stCondLst>
                              <p:cond delay="0"/>
                            </p:stCondLst>
                            <p:childTnLst>
                              <p:par>
                                <p:cTn id="805" presetID="1" presetClass="entr" presetSubtype="0" fill="hold" nodeType="clickEffect">
                                  <p:stCondLst>
                                    <p:cond delay="0"/>
                                  </p:stCondLst>
                                  <p:childTnLst>
                                    <p:set>
                                      <p:cBhvr>
                                        <p:cTn id="806" dur="1" fill="hold">
                                          <p:stCondLst>
                                            <p:cond delay="0"/>
                                          </p:stCondLst>
                                        </p:cTn>
                                        <p:tgtEl>
                                          <p:spTgt spid="99">
                                            <p:txEl>
                                              <p:pRg st="2" end="2"/>
                                            </p:txEl>
                                          </p:spTgt>
                                        </p:tgtEl>
                                        <p:attrNameLst>
                                          <p:attrName>style.visibility</p:attrName>
                                        </p:attrNameLst>
                                      </p:cBhvr>
                                      <p:to>
                                        <p:strVal val="visible"/>
                                      </p:to>
                                    </p:set>
                                  </p:childTnLst>
                                </p:cTn>
                              </p:par>
                            </p:childTnLst>
                          </p:cTn>
                        </p:par>
                      </p:childTnLst>
                    </p:cTn>
                  </p:par>
                  <p:par>
                    <p:cTn id="807" fill="hold">
                      <p:stCondLst>
                        <p:cond delay="indefinite"/>
                      </p:stCondLst>
                      <p:childTnLst>
                        <p:par>
                          <p:cTn id="808" fill="hold">
                            <p:stCondLst>
                              <p:cond delay="0"/>
                            </p:stCondLst>
                            <p:childTnLst>
                              <p:par>
                                <p:cTn id="809" presetID="1" presetClass="entr" presetSubtype="0" fill="hold" nodeType="clickEffect">
                                  <p:stCondLst>
                                    <p:cond delay="0"/>
                                  </p:stCondLst>
                                  <p:childTnLst>
                                    <p:set>
                                      <p:cBhvr>
                                        <p:cTn id="810" dur="1" fill="hold">
                                          <p:stCondLst>
                                            <p:cond delay="0"/>
                                          </p:stCondLst>
                                        </p:cTn>
                                        <p:tgtEl>
                                          <p:spTgt spid="99">
                                            <p:txEl>
                                              <p:pRg st="3" end="3"/>
                                            </p:txEl>
                                          </p:spTgt>
                                        </p:tgtEl>
                                        <p:attrNameLst>
                                          <p:attrName>style.visibility</p:attrName>
                                        </p:attrNameLst>
                                      </p:cBhvr>
                                      <p:to>
                                        <p:strVal val="visible"/>
                                      </p:to>
                                    </p:set>
                                  </p:childTnLst>
                                </p:cTn>
                              </p:par>
                            </p:childTnLst>
                          </p:cTn>
                        </p:par>
                      </p:childTnLst>
                    </p:cTn>
                  </p:par>
                  <p:par>
                    <p:cTn id="811" fill="hold">
                      <p:stCondLst>
                        <p:cond delay="indefinite"/>
                      </p:stCondLst>
                      <p:childTnLst>
                        <p:par>
                          <p:cTn id="812" fill="hold">
                            <p:stCondLst>
                              <p:cond delay="0"/>
                            </p:stCondLst>
                            <p:childTnLst>
                              <p:par>
                                <p:cTn id="813" presetID="1" presetClass="entr" presetSubtype="0" fill="hold" nodeType="clickEffect">
                                  <p:stCondLst>
                                    <p:cond delay="0"/>
                                  </p:stCondLst>
                                  <p:childTnLst>
                                    <p:set>
                                      <p:cBhvr>
                                        <p:cTn id="814" dur="1" fill="hold">
                                          <p:stCondLst>
                                            <p:cond delay="0"/>
                                          </p:stCondLst>
                                        </p:cTn>
                                        <p:tgtEl>
                                          <p:spTgt spid="99">
                                            <p:txEl>
                                              <p:pRg st="4" end="4"/>
                                            </p:txEl>
                                          </p:spTgt>
                                        </p:tgtEl>
                                        <p:attrNameLst>
                                          <p:attrName>style.visibility</p:attrName>
                                        </p:attrNameLst>
                                      </p:cBhvr>
                                      <p:to>
                                        <p:strVal val="visible"/>
                                      </p:to>
                                    </p:set>
                                  </p:childTnLst>
                                </p:cTn>
                              </p:par>
                            </p:childTnLst>
                          </p:cTn>
                        </p:par>
                      </p:childTnLst>
                    </p:cTn>
                  </p:par>
                  <p:par>
                    <p:cTn id="815" fill="hold">
                      <p:stCondLst>
                        <p:cond delay="indefinite"/>
                      </p:stCondLst>
                      <p:childTnLst>
                        <p:par>
                          <p:cTn id="816" fill="hold">
                            <p:stCondLst>
                              <p:cond delay="0"/>
                            </p:stCondLst>
                            <p:childTnLst>
                              <p:par>
                                <p:cTn id="817" presetID="1" presetClass="entr" presetSubtype="0" fill="hold" nodeType="clickEffect">
                                  <p:stCondLst>
                                    <p:cond delay="0"/>
                                  </p:stCondLst>
                                  <p:childTnLst>
                                    <p:set>
                                      <p:cBhvr>
                                        <p:cTn id="818" dur="1" fill="hold">
                                          <p:stCondLst>
                                            <p:cond delay="0"/>
                                          </p:stCondLst>
                                        </p:cTn>
                                        <p:tgtEl>
                                          <p:spTgt spid="99">
                                            <p:txEl>
                                              <p:pRg st="5" end="5"/>
                                            </p:txEl>
                                          </p:spTgt>
                                        </p:tgtEl>
                                        <p:attrNameLst>
                                          <p:attrName>style.visibility</p:attrName>
                                        </p:attrNameLst>
                                      </p:cBhvr>
                                      <p:to>
                                        <p:strVal val="visible"/>
                                      </p:to>
                                    </p:set>
                                  </p:childTnLst>
                                </p:cTn>
                              </p:par>
                            </p:childTnLst>
                          </p:cTn>
                        </p:par>
                      </p:childTnLst>
                    </p:cTn>
                  </p:par>
                  <p:par>
                    <p:cTn id="819" fill="hold">
                      <p:stCondLst>
                        <p:cond delay="indefinite"/>
                      </p:stCondLst>
                      <p:childTnLst>
                        <p:par>
                          <p:cTn id="820" fill="hold">
                            <p:stCondLst>
                              <p:cond delay="0"/>
                            </p:stCondLst>
                            <p:childTnLst>
                              <p:par>
                                <p:cTn id="821" presetID="1" presetClass="entr" presetSubtype="0" fill="hold" nodeType="clickEffect">
                                  <p:stCondLst>
                                    <p:cond delay="0"/>
                                  </p:stCondLst>
                                  <p:childTnLst>
                                    <p:set>
                                      <p:cBhvr>
                                        <p:cTn id="822" dur="1" fill="hold">
                                          <p:stCondLst>
                                            <p:cond delay="0"/>
                                          </p:stCondLst>
                                        </p:cTn>
                                        <p:tgtEl>
                                          <p:spTgt spid="99">
                                            <p:txEl>
                                              <p:pRg st="6" end="6"/>
                                            </p:txEl>
                                          </p:spTgt>
                                        </p:tgtEl>
                                        <p:attrNameLst>
                                          <p:attrName>style.visibility</p:attrName>
                                        </p:attrNameLst>
                                      </p:cBhvr>
                                      <p:to>
                                        <p:strVal val="visible"/>
                                      </p:to>
                                    </p:set>
                                  </p:childTnLst>
                                </p:cTn>
                              </p:par>
                            </p:childTnLst>
                          </p:cTn>
                        </p:par>
                      </p:childTnLst>
                    </p:cTn>
                  </p:par>
                  <p:par>
                    <p:cTn id="823" fill="hold">
                      <p:stCondLst>
                        <p:cond delay="indefinite"/>
                      </p:stCondLst>
                      <p:childTnLst>
                        <p:par>
                          <p:cTn id="824" fill="hold">
                            <p:stCondLst>
                              <p:cond delay="0"/>
                            </p:stCondLst>
                            <p:childTnLst>
                              <p:par>
                                <p:cTn id="825" presetID="1" presetClass="entr" presetSubtype="0" fill="hold" nodeType="clickEffect">
                                  <p:stCondLst>
                                    <p:cond delay="0"/>
                                  </p:stCondLst>
                                  <p:childTnLst>
                                    <p:set>
                                      <p:cBhvr>
                                        <p:cTn id="826" dur="1" fill="hold">
                                          <p:stCondLst>
                                            <p:cond delay="0"/>
                                          </p:stCondLst>
                                        </p:cTn>
                                        <p:tgtEl>
                                          <p:spTgt spid="99">
                                            <p:txEl>
                                              <p:pRg st="7" end="7"/>
                                            </p:txEl>
                                          </p:spTgt>
                                        </p:tgtEl>
                                        <p:attrNameLst>
                                          <p:attrName>style.visibility</p:attrName>
                                        </p:attrNameLst>
                                      </p:cBhvr>
                                      <p:to>
                                        <p:strVal val="visible"/>
                                      </p:to>
                                    </p:set>
                                  </p:childTnLst>
                                </p:cTn>
                              </p:par>
                            </p:childTnLst>
                          </p:cTn>
                        </p:par>
                      </p:childTnLst>
                    </p:cTn>
                  </p:par>
                  <p:par>
                    <p:cTn id="827" fill="hold">
                      <p:stCondLst>
                        <p:cond delay="indefinite"/>
                      </p:stCondLst>
                      <p:childTnLst>
                        <p:par>
                          <p:cTn id="828" fill="hold">
                            <p:stCondLst>
                              <p:cond delay="0"/>
                            </p:stCondLst>
                            <p:childTnLst>
                              <p:par>
                                <p:cTn id="829" presetID="1" presetClass="entr" presetSubtype="0" fill="hold" nodeType="clickEffect">
                                  <p:stCondLst>
                                    <p:cond delay="0"/>
                                  </p:stCondLst>
                                  <p:childTnLst>
                                    <p:set>
                                      <p:cBhvr>
                                        <p:cTn id="830" dur="1" fill="hold">
                                          <p:stCondLst>
                                            <p:cond delay="0"/>
                                          </p:stCondLst>
                                        </p:cTn>
                                        <p:tgtEl>
                                          <p:spTgt spid="99">
                                            <p:txEl>
                                              <p:pRg st="8" end="8"/>
                                            </p:txEl>
                                          </p:spTgt>
                                        </p:tgtEl>
                                        <p:attrNameLst>
                                          <p:attrName>style.visibility</p:attrName>
                                        </p:attrNameLst>
                                      </p:cBhvr>
                                      <p:to>
                                        <p:strVal val="visible"/>
                                      </p:to>
                                    </p:set>
                                  </p:childTnLst>
                                </p:cTn>
                              </p:par>
                            </p:childTnLst>
                          </p:cTn>
                        </p:par>
                      </p:childTnLst>
                    </p:cTn>
                  </p:par>
                  <p:par>
                    <p:cTn id="831" fill="hold">
                      <p:stCondLst>
                        <p:cond delay="indefinite"/>
                      </p:stCondLst>
                      <p:childTnLst>
                        <p:par>
                          <p:cTn id="832" fill="hold">
                            <p:stCondLst>
                              <p:cond delay="0"/>
                            </p:stCondLst>
                            <p:childTnLst>
                              <p:par>
                                <p:cTn id="833" presetID="1" presetClass="entr" presetSubtype="0" fill="hold" nodeType="clickEffect">
                                  <p:stCondLst>
                                    <p:cond delay="0"/>
                                  </p:stCondLst>
                                  <p:childTnLst>
                                    <p:set>
                                      <p:cBhvr>
                                        <p:cTn id="834" dur="1" fill="hold">
                                          <p:stCondLst>
                                            <p:cond delay="0"/>
                                          </p:stCondLst>
                                        </p:cTn>
                                        <p:tgtEl>
                                          <p:spTgt spid="100">
                                            <p:txEl>
                                              <p:pRg st="0" end="0"/>
                                            </p:txEl>
                                          </p:spTgt>
                                        </p:tgtEl>
                                        <p:attrNameLst>
                                          <p:attrName>style.visibility</p:attrName>
                                        </p:attrNameLst>
                                      </p:cBhvr>
                                      <p:to>
                                        <p:strVal val="visible"/>
                                      </p:to>
                                    </p:set>
                                  </p:childTnLst>
                                </p:cTn>
                              </p:par>
                            </p:childTnLst>
                          </p:cTn>
                        </p:par>
                      </p:childTnLst>
                    </p:cTn>
                  </p:par>
                  <p:par>
                    <p:cTn id="835" fill="hold">
                      <p:stCondLst>
                        <p:cond delay="indefinite"/>
                      </p:stCondLst>
                      <p:childTnLst>
                        <p:par>
                          <p:cTn id="836" fill="hold">
                            <p:stCondLst>
                              <p:cond delay="0"/>
                            </p:stCondLst>
                            <p:childTnLst>
                              <p:par>
                                <p:cTn id="837" presetID="1" presetClass="entr" presetSubtype="0" fill="hold" nodeType="clickEffect">
                                  <p:stCondLst>
                                    <p:cond delay="0"/>
                                  </p:stCondLst>
                                  <p:childTnLst>
                                    <p:set>
                                      <p:cBhvr>
                                        <p:cTn id="838" dur="1" fill="hold">
                                          <p:stCondLst>
                                            <p:cond delay="0"/>
                                          </p:stCondLst>
                                        </p:cTn>
                                        <p:tgtEl>
                                          <p:spTgt spid="100">
                                            <p:txEl>
                                              <p:pRg st="1" end="1"/>
                                            </p:txEl>
                                          </p:spTgt>
                                        </p:tgtEl>
                                        <p:attrNameLst>
                                          <p:attrName>style.visibility</p:attrName>
                                        </p:attrNameLst>
                                      </p:cBhvr>
                                      <p:to>
                                        <p:strVal val="visible"/>
                                      </p:to>
                                    </p:set>
                                  </p:childTnLst>
                                </p:cTn>
                              </p:par>
                            </p:childTnLst>
                          </p:cTn>
                        </p:par>
                      </p:childTnLst>
                    </p:cTn>
                  </p:par>
                  <p:par>
                    <p:cTn id="839" fill="hold">
                      <p:stCondLst>
                        <p:cond delay="indefinite"/>
                      </p:stCondLst>
                      <p:childTnLst>
                        <p:par>
                          <p:cTn id="840" fill="hold">
                            <p:stCondLst>
                              <p:cond delay="0"/>
                            </p:stCondLst>
                            <p:childTnLst>
                              <p:par>
                                <p:cTn id="841" presetID="1" presetClass="entr" presetSubtype="0" fill="hold" nodeType="clickEffect">
                                  <p:stCondLst>
                                    <p:cond delay="0"/>
                                  </p:stCondLst>
                                  <p:childTnLst>
                                    <p:set>
                                      <p:cBhvr>
                                        <p:cTn id="842" dur="1" fill="hold">
                                          <p:stCondLst>
                                            <p:cond delay="0"/>
                                          </p:stCondLst>
                                        </p:cTn>
                                        <p:tgtEl>
                                          <p:spTgt spid="100">
                                            <p:txEl>
                                              <p:pRg st="2" end="2"/>
                                            </p:txEl>
                                          </p:spTgt>
                                        </p:tgtEl>
                                        <p:attrNameLst>
                                          <p:attrName>style.visibility</p:attrName>
                                        </p:attrNameLst>
                                      </p:cBhvr>
                                      <p:to>
                                        <p:strVal val="visible"/>
                                      </p:to>
                                    </p:set>
                                  </p:childTnLst>
                                </p:cTn>
                              </p:par>
                            </p:childTnLst>
                          </p:cTn>
                        </p:par>
                      </p:childTnLst>
                    </p:cTn>
                  </p:par>
                  <p:par>
                    <p:cTn id="843" fill="hold">
                      <p:stCondLst>
                        <p:cond delay="indefinite"/>
                      </p:stCondLst>
                      <p:childTnLst>
                        <p:par>
                          <p:cTn id="844" fill="hold">
                            <p:stCondLst>
                              <p:cond delay="0"/>
                            </p:stCondLst>
                            <p:childTnLst>
                              <p:par>
                                <p:cTn id="845" presetID="1" presetClass="entr" presetSubtype="0" fill="hold" nodeType="clickEffect">
                                  <p:stCondLst>
                                    <p:cond delay="0"/>
                                  </p:stCondLst>
                                  <p:childTnLst>
                                    <p:set>
                                      <p:cBhvr>
                                        <p:cTn id="846" dur="1" fill="hold">
                                          <p:stCondLst>
                                            <p:cond delay="0"/>
                                          </p:stCondLst>
                                        </p:cTn>
                                        <p:tgtEl>
                                          <p:spTgt spid="100">
                                            <p:txEl>
                                              <p:pRg st="3" end="3"/>
                                            </p:txEl>
                                          </p:spTgt>
                                        </p:tgtEl>
                                        <p:attrNameLst>
                                          <p:attrName>style.visibility</p:attrName>
                                        </p:attrNameLst>
                                      </p:cBhvr>
                                      <p:to>
                                        <p:strVal val="visible"/>
                                      </p:to>
                                    </p:set>
                                  </p:childTnLst>
                                </p:cTn>
                              </p:par>
                            </p:childTnLst>
                          </p:cTn>
                        </p:par>
                      </p:childTnLst>
                    </p:cTn>
                  </p:par>
                  <p:par>
                    <p:cTn id="847" fill="hold">
                      <p:stCondLst>
                        <p:cond delay="indefinite"/>
                      </p:stCondLst>
                      <p:childTnLst>
                        <p:par>
                          <p:cTn id="848" fill="hold">
                            <p:stCondLst>
                              <p:cond delay="0"/>
                            </p:stCondLst>
                            <p:childTnLst>
                              <p:par>
                                <p:cTn id="849" presetID="1" presetClass="entr" presetSubtype="0" fill="hold" nodeType="clickEffect">
                                  <p:stCondLst>
                                    <p:cond delay="0"/>
                                  </p:stCondLst>
                                  <p:childTnLst>
                                    <p:set>
                                      <p:cBhvr>
                                        <p:cTn id="850" dur="1" fill="hold">
                                          <p:stCondLst>
                                            <p:cond delay="0"/>
                                          </p:stCondLst>
                                        </p:cTn>
                                        <p:tgtEl>
                                          <p:spTgt spid="100">
                                            <p:txEl>
                                              <p:pRg st="4" end="4"/>
                                            </p:txEl>
                                          </p:spTgt>
                                        </p:tgtEl>
                                        <p:attrNameLst>
                                          <p:attrName>style.visibility</p:attrName>
                                        </p:attrNameLst>
                                      </p:cBhvr>
                                      <p:to>
                                        <p:strVal val="visible"/>
                                      </p:to>
                                    </p:set>
                                  </p:childTnLst>
                                </p:cTn>
                              </p:par>
                            </p:childTnLst>
                          </p:cTn>
                        </p:par>
                      </p:childTnLst>
                    </p:cTn>
                  </p:par>
                  <p:par>
                    <p:cTn id="851" fill="hold">
                      <p:stCondLst>
                        <p:cond delay="indefinite"/>
                      </p:stCondLst>
                      <p:childTnLst>
                        <p:par>
                          <p:cTn id="852" fill="hold">
                            <p:stCondLst>
                              <p:cond delay="0"/>
                            </p:stCondLst>
                            <p:childTnLst>
                              <p:par>
                                <p:cTn id="853" presetID="1" presetClass="entr" presetSubtype="0" fill="hold" nodeType="clickEffect">
                                  <p:stCondLst>
                                    <p:cond delay="0"/>
                                  </p:stCondLst>
                                  <p:childTnLst>
                                    <p:set>
                                      <p:cBhvr>
                                        <p:cTn id="854" dur="1" fill="hold">
                                          <p:stCondLst>
                                            <p:cond delay="0"/>
                                          </p:stCondLst>
                                        </p:cTn>
                                        <p:tgtEl>
                                          <p:spTgt spid="100">
                                            <p:txEl>
                                              <p:pRg st="5" end="5"/>
                                            </p:txEl>
                                          </p:spTgt>
                                        </p:tgtEl>
                                        <p:attrNameLst>
                                          <p:attrName>style.visibility</p:attrName>
                                        </p:attrNameLst>
                                      </p:cBhvr>
                                      <p:to>
                                        <p:strVal val="visible"/>
                                      </p:to>
                                    </p:set>
                                  </p:childTnLst>
                                </p:cTn>
                              </p:par>
                            </p:childTnLst>
                          </p:cTn>
                        </p:par>
                      </p:childTnLst>
                    </p:cTn>
                  </p:par>
                  <p:par>
                    <p:cTn id="855" fill="hold">
                      <p:stCondLst>
                        <p:cond delay="indefinite"/>
                      </p:stCondLst>
                      <p:childTnLst>
                        <p:par>
                          <p:cTn id="856" fill="hold">
                            <p:stCondLst>
                              <p:cond delay="0"/>
                            </p:stCondLst>
                            <p:childTnLst>
                              <p:par>
                                <p:cTn id="857" presetID="1" presetClass="entr" presetSubtype="0" fill="hold" nodeType="clickEffect">
                                  <p:stCondLst>
                                    <p:cond delay="0"/>
                                  </p:stCondLst>
                                  <p:childTnLst>
                                    <p:set>
                                      <p:cBhvr>
                                        <p:cTn id="858" dur="1" fill="hold">
                                          <p:stCondLst>
                                            <p:cond delay="0"/>
                                          </p:stCondLst>
                                        </p:cTn>
                                        <p:tgtEl>
                                          <p:spTgt spid="100">
                                            <p:txEl>
                                              <p:pRg st="6" end="6"/>
                                            </p:txEl>
                                          </p:spTgt>
                                        </p:tgtEl>
                                        <p:attrNameLst>
                                          <p:attrName>style.visibility</p:attrName>
                                        </p:attrNameLst>
                                      </p:cBhvr>
                                      <p:to>
                                        <p:strVal val="visible"/>
                                      </p:to>
                                    </p:set>
                                  </p:childTnLst>
                                </p:cTn>
                              </p:par>
                            </p:childTnLst>
                          </p:cTn>
                        </p:par>
                      </p:childTnLst>
                    </p:cTn>
                  </p:par>
                  <p:par>
                    <p:cTn id="859" fill="hold">
                      <p:stCondLst>
                        <p:cond delay="indefinite"/>
                      </p:stCondLst>
                      <p:childTnLst>
                        <p:par>
                          <p:cTn id="860" fill="hold">
                            <p:stCondLst>
                              <p:cond delay="0"/>
                            </p:stCondLst>
                            <p:childTnLst>
                              <p:par>
                                <p:cTn id="861" presetID="1" presetClass="entr" presetSubtype="0" fill="hold" nodeType="clickEffect">
                                  <p:stCondLst>
                                    <p:cond delay="0"/>
                                  </p:stCondLst>
                                  <p:childTnLst>
                                    <p:set>
                                      <p:cBhvr>
                                        <p:cTn id="862" dur="1" fill="hold">
                                          <p:stCondLst>
                                            <p:cond delay="0"/>
                                          </p:stCondLst>
                                        </p:cTn>
                                        <p:tgtEl>
                                          <p:spTgt spid="100">
                                            <p:txEl>
                                              <p:pRg st="7" end="7"/>
                                            </p:txEl>
                                          </p:spTgt>
                                        </p:tgtEl>
                                        <p:attrNameLst>
                                          <p:attrName>style.visibility</p:attrName>
                                        </p:attrNameLst>
                                      </p:cBhvr>
                                      <p:to>
                                        <p:strVal val="visible"/>
                                      </p:to>
                                    </p:set>
                                  </p:childTnLst>
                                </p:cTn>
                              </p:par>
                            </p:childTnLst>
                          </p:cTn>
                        </p:par>
                      </p:childTnLst>
                    </p:cTn>
                  </p:par>
                  <p:par>
                    <p:cTn id="863" fill="hold">
                      <p:stCondLst>
                        <p:cond delay="indefinite"/>
                      </p:stCondLst>
                      <p:childTnLst>
                        <p:par>
                          <p:cTn id="864" fill="hold">
                            <p:stCondLst>
                              <p:cond delay="0"/>
                            </p:stCondLst>
                            <p:childTnLst>
                              <p:par>
                                <p:cTn id="865" presetID="1" presetClass="entr" presetSubtype="0" fill="hold" nodeType="clickEffect">
                                  <p:stCondLst>
                                    <p:cond delay="0"/>
                                  </p:stCondLst>
                                  <p:childTnLst>
                                    <p:set>
                                      <p:cBhvr>
                                        <p:cTn id="866" dur="1" fill="hold">
                                          <p:stCondLst>
                                            <p:cond delay="0"/>
                                          </p:stCondLst>
                                        </p:cTn>
                                        <p:tgtEl>
                                          <p:spTgt spid="100">
                                            <p:txEl>
                                              <p:pRg st="8" end="8"/>
                                            </p:txEl>
                                          </p:spTgt>
                                        </p:tgtEl>
                                        <p:attrNameLst>
                                          <p:attrName>style.visibility</p:attrName>
                                        </p:attrNameLst>
                                      </p:cBhvr>
                                      <p:to>
                                        <p:strVal val="visible"/>
                                      </p:to>
                                    </p:set>
                                  </p:childTnLst>
                                </p:cTn>
                              </p:par>
                            </p:childTnLst>
                          </p:cTn>
                        </p:par>
                      </p:childTnLst>
                    </p:cTn>
                  </p:par>
                  <p:par>
                    <p:cTn id="867" fill="hold">
                      <p:stCondLst>
                        <p:cond delay="indefinite"/>
                      </p:stCondLst>
                      <p:childTnLst>
                        <p:par>
                          <p:cTn id="868" fill="hold">
                            <p:stCondLst>
                              <p:cond delay="0"/>
                            </p:stCondLst>
                            <p:childTnLst>
                              <p:par>
                                <p:cTn id="869" presetID="1" presetClass="entr" presetSubtype="0" fill="hold" nodeType="clickEffect">
                                  <p:stCondLst>
                                    <p:cond delay="0"/>
                                  </p:stCondLst>
                                  <p:childTnLst>
                                    <p:set>
                                      <p:cBhvr>
                                        <p:cTn id="870" dur="1" fill="hold">
                                          <p:stCondLst>
                                            <p:cond delay="0"/>
                                          </p:stCondLst>
                                        </p:cTn>
                                        <p:tgtEl>
                                          <p:spTgt spid="101">
                                            <p:txEl>
                                              <p:pRg st="0" end="0"/>
                                            </p:txEl>
                                          </p:spTgt>
                                        </p:tgtEl>
                                        <p:attrNameLst>
                                          <p:attrName>style.visibility</p:attrName>
                                        </p:attrNameLst>
                                      </p:cBhvr>
                                      <p:to>
                                        <p:strVal val="visible"/>
                                      </p:to>
                                    </p:set>
                                  </p:childTnLst>
                                </p:cTn>
                              </p:par>
                            </p:childTnLst>
                          </p:cTn>
                        </p:par>
                      </p:childTnLst>
                    </p:cTn>
                  </p:par>
                  <p:par>
                    <p:cTn id="871" fill="hold">
                      <p:stCondLst>
                        <p:cond delay="indefinite"/>
                      </p:stCondLst>
                      <p:childTnLst>
                        <p:par>
                          <p:cTn id="872" fill="hold">
                            <p:stCondLst>
                              <p:cond delay="0"/>
                            </p:stCondLst>
                            <p:childTnLst>
                              <p:par>
                                <p:cTn id="873" presetID="1" presetClass="entr" presetSubtype="0" fill="hold" nodeType="clickEffect">
                                  <p:stCondLst>
                                    <p:cond delay="0"/>
                                  </p:stCondLst>
                                  <p:childTnLst>
                                    <p:set>
                                      <p:cBhvr>
                                        <p:cTn id="874" dur="1" fill="hold">
                                          <p:stCondLst>
                                            <p:cond delay="0"/>
                                          </p:stCondLst>
                                        </p:cTn>
                                        <p:tgtEl>
                                          <p:spTgt spid="101">
                                            <p:txEl>
                                              <p:pRg st="1" end="1"/>
                                            </p:txEl>
                                          </p:spTgt>
                                        </p:tgtEl>
                                        <p:attrNameLst>
                                          <p:attrName>style.visibility</p:attrName>
                                        </p:attrNameLst>
                                      </p:cBhvr>
                                      <p:to>
                                        <p:strVal val="visible"/>
                                      </p:to>
                                    </p:set>
                                  </p:childTnLst>
                                </p:cTn>
                              </p:par>
                            </p:childTnLst>
                          </p:cTn>
                        </p:par>
                      </p:childTnLst>
                    </p:cTn>
                  </p:par>
                  <p:par>
                    <p:cTn id="875" fill="hold">
                      <p:stCondLst>
                        <p:cond delay="indefinite"/>
                      </p:stCondLst>
                      <p:childTnLst>
                        <p:par>
                          <p:cTn id="876" fill="hold">
                            <p:stCondLst>
                              <p:cond delay="0"/>
                            </p:stCondLst>
                            <p:childTnLst>
                              <p:par>
                                <p:cTn id="877" presetID="1" presetClass="entr" presetSubtype="0" fill="hold" nodeType="clickEffect">
                                  <p:stCondLst>
                                    <p:cond delay="0"/>
                                  </p:stCondLst>
                                  <p:childTnLst>
                                    <p:set>
                                      <p:cBhvr>
                                        <p:cTn id="878" dur="1" fill="hold">
                                          <p:stCondLst>
                                            <p:cond delay="0"/>
                                          </p:stCondLst>
                                        </p:cTn>
                                        <p:tgtEl>
                                          <p:spTgt spid="101">
                                            <p:txEl>
                                              <p:pRg st="2" end="2"/>
                                            </p:txEl>
                                          </p:spTgt>
                                        </p:tgtEl>
                                        <p:attrNameLst>
                                          <p:attrName>style.visibility</p:attrName>
                                        </p:attrNameLst>
                                      </p:cBhvr>
                                      <p:to>
                                        <p:strVal val="visible"/>
                                      </p:to>
                                    </p:set>
                                  </p:childTnLst>
                                </p:cTn>
                              </p:par>
                            </p:childTnLst>
                          </p:cTn>
                        </p:par>
                      </p:childTnLst>
                    </p:cTn>
                  </p:par>
                  <p:par>
                    <p:cTn id="879" fill="hold">
                      <p:stCondLst>
                        <p:cond delay="indefinite"/>
                      </p:stCondLst>
                      <p:childTnLst>
                        <p:par>
                          <p:cTn id="880" fill="hold">
                            <p:stCondLst>
                              <p:cond delay="0"/>
                            </p:stCondLst>
                            <p:childTnLst>
                              <p:par>
                                <p:cTn id="881" presetID="1" presetClass="entr" presetSubtype="0" fill="hold" nodeType="clickEffect">
                                  <p:stCondLst>
                                    <p:cond delay="0"/>
                                  </p:stCondLst>
                                  <p:childTnLst>
                                    <p:set>
                                      <p:cBhvr>
                                        <p:cTn id="882" dur="1" fill="hold">
                                          <p:stCondLst>
                                            <p:cond delay="0"/>
                                          </p:stCondLst>
                                        </p:cTn>
                                        <p:tgtEl>
                                          <p:spTgt spid="101">
                                            <p:txEl>
                                              <p:pRg st="3" end="3"/>
                                            </p:txEl>
                                          </p:spTgt>
                                        </p:tgtEl>
                                        <p:attrNameLst>
                                          <p:attrName>style.visibility</p:attrName>
                                        </p:attrNameLst>
                                      </p:cBhvr>
                                      <p:to>
                                        <p:strVal val="visible"/>
                                      </p:to>
                                    </p:set>
                                  </p:childTnLst>
                                </p:cTn>
                              </p:par>
                            </p:childTnLst>
                          </p:cTn>
                        </p:par>
                      </p:childTnLst>
                    </p:cTn>
                  </p:par>
                  <p:par>
                    <p:cTn id="883" fill="hold">
                      <p:stCondLst>
                        <p:cond delay="indefinite"/>
                      </p:stCondLst>
                      <p:childTnLst>
                        <p:par>
                          <p:cTn id="884" fill="hold">
                            <p:stCondLst>
                              <p:cond delay="0"/>
                            </p:stCondLst>
                            <p:childTnLst>
                              <p:par>
                                <p:cTn id="885" presetID="1" presetClass="entr" presetSubtype="0" fill="hold" nodeType="clickEffect">
                                  <p:stCondLst>
                                    <p:cond delay="0"/>
                                  </p:stCondLst>
                                  <p:childTnLst>
                                    <p:set>
                                      <p:cBhvr>
                                        <p:cTn id="886" dur="1" fill="hold">
                                          <p:stCondLst>
                                            <p:cond delay="0"/>
                                          </p:stCondLst>
                                        </p:cTn>
                                        <p:tgtEl>
                                          <p:spTgt spid="101">
                                            <p:txEl>
                                              <p:pRg st="4" end="4"/>
                                            </p:txEl>
                                          </p:spTgt>
                                        </p:tgtEl>
                                        <p:attrNameLst>
                                          <p:attrName>style.visibility</p:attrName>
                                        </p:attrNameLst>
                                      </p:cBhvr>
                                      <p:to>
                                        <p:strVal val="visible"/>
                                      </p:to>
                                    </p:set>
                                  </p:childTnLst>
                                </p:cTn>
                              </p:par>
                            </p:childTnLst>
                          </p:cTn>
                        </p:par>
                      </p:childTnLst>
                    </p:cTn>
                  </p:par>
                  <p:par>
                    <p:cTn id="887" fill="hold">
                      <p:stCondLst>
                        <p:cond delay="indefinite"/>
                      </p:stCondLst>
                      <p:childTnLst>
                        <p:par>
                          <p:cTn id="888" fill="hold">
                            <p:stCondLst>
                              <p:cond delay="0"/>
                            </p:stCondLst>
                            <p:childTnLst>
                              <p:par>
                                <p:cTn id="889" presetID="1" presetClass="entr" presetSubtype="0" fill="hold" nodeType="clickEffect">
                                  <p:stCondLst>
                                    <p:cond delay="0"/>
                                  </p:stCondLst>
                                  <p:childTnLst>
                                    <p:set>
                                      <p:cBhvr>
                                        <p:cTn id="890" dur="1" fill="hold">
                                          <p:stCondLst>
                                            <p:cond delay="0"/>
                                          </p:stCondLst>
                                        </p:cTn>
                                        <p:tgtEl>
                                          <p:spTgt spid="101">
                                            <p:txEl>
                                              <p:pRg st="5" end="5"/>
                                            </p:txEl>
                                          </p:spTgt>
                                        </p:tgtEl>
                                        <p:attrNameLst>
                                          <p:attrName>style.visibility</p:attrName>
                                        </p:attrNameLst>
                                      </p:cBhvr>
                                      <p:to>
                                        <p:strVal val="visible"/>
                                      </p:to>
                                    </p:set>
                                  </p:childTnLst>
                                </p:cTn>
                              </p:par>
                            </p:childTnLst>
                          </p:cTn>
                        </p:par>
                      </p:childTnLst>
                    </p:cTn>
                  </p:par>
                  <p:par>
                    <p:cTn id="891" fill="hold">
                      <p:stCondLst>
                        <p:cond delay="indefinite"/>
                      </p:stCondLst>
                      <p:childTnLst>
                        <p:par>
                          <p:cTn id="892" fill="hold">
                            <p:stCondLst>
                              <p:cond delay="0"/>
                            </p:stCondLst>
                            <p:childTnLst>
                              <p:par>
                                <p:cTn id="893" presetID="1" presetClass="entr" presetSubtype="0" fill="hold" nodeType="clickEffect">
                                  <p:stCondLst>
                                    <p:cond delay="0"/>
                                  </p:stCondLst>
                                  <p:childTnLst>
                                    <p:set>
                                      <p:cBhvr>
                                        <p:cTn id="894" dur="1" fill="hold">
                                          <p:stCondLst>
                                            <p:cond delay="0"/>
                                          </p:stCondLst>
                                        </p:cTn>
                                        <p:tgtEl>
                                          <p:spTgt spid="101">
                                            <p:txEl>
                                              <p:pRg st="6" end="6"/>
                                            </p:txEl>
                                          </p:spTgt>
                                        </p:tgtEl>
                                        <p:attrNameLst>
                                          <p:attrName>style.visibility</p:attrName>
                                        </p:attrNameLst>
                                      </p:cBhvr>
                                      <p:to>
                                        <p:strVal val="visible"/>
                                      </p:to>
                                    </p:set>
                                  </p:childTnLst>
                                </p:cTn>
                              </p:par>
                            </p:childTnLst>
                          </p:cTn>
                        </p:par>
                      </p:childTnLst>
                    </p:cTn>
                  </p:par>
                  <p:par>
                    <p:cTn id="895" fill="hold">
                      <p:stCondLst>
                        <p:cond delay="indefinite"/>
                      </p:stCondLst>
                      <p:childTnLst>
                        <p:par>
                          <p:cTn id="896" fill="hold">
                            <p:stCondLst>
                              <p:cond delay="0"/>
                            </p:stCondLst>
                            <p:childTnLst>
                              <p:par>
                                <p:cTn id="897" presetID="1" presetClass="entr" presetSubtype="0" fill="hold" nodeType="clickEffect">
                                  <p:stCondLst>
                                    <p:cond delay="0"/>
                                  </p:stCondLst>
                                  <p:childTnLst>
                                    <p:set>
                                      <p:cBhvr>
                                        <p:cTn id="898" dur="1" fill="hold">
                                          <p:stCondLst>
                                            <p:cond delay="0"/>
                                          </p:stCondLst>
                                        </p:cTn>
                                        <p:tgtEl>
                                          <p:spTgt spid="101">
                                            <p:txEl>
                                              <p:pRg st="7" end="7"/>
                                            </p:txEl>
                                          </p:spTgt>
                                        </p:tgtEl>
                                        <p:attrNameLst>
                                          <p:attrName>style.visibility</p:attrName>
                                        </p:attrNameLst>
                                      </p:cBhvr>
                                      <p:to>
                                        <p:strVal val="visible"/>
                                      </p:to>
                                    </p:set>
                                  </p:childTnLst>
                                </p:cTn>
                              </p:par>
                            </p:childTnLst>
                          </p:cTn>
                        </p:par>
                      </p:childTnLst>
                    </p:cTn>
                  </p:par>
                  <p:par>
                    <p:cTn id="899" fill="hold">
                      <p:stCondLst>
                        <p:cond delay="indefinite"/>
                      </p:stCondLst>
                      <p:childTnLst>
                        <p:par>
                          <p:cTn id="900" fill="hold">
                            <p:stCondLst>
                              <p:cond delay="0"/>
                            </p:stCondLst>
                            <p:childTnLst>
                              <p:par>
                                <p:cTn id="901" presetID="1" presetClass="entr" presetSubtype="0" fill="hold" nodeType="clickEffect">
                                  <p:stCondLst>
                                    <p:cond delay="0"/>
                                  </p:stCondLst>
                                  <p:childTnLst>
                                    <p:set>
                                      <p:cBhvr>
                                        <p:cTn id="902" dur="1" fill="hold">
                                          <p:stCondLst>
                                            <p:cond delay="0"/>
                                          </p:stCondLst>
                                        </p:cTn>
                                        <p:tgtEl>
                                          <p:spTgt spid="101">
                                            <p:txEl>
                                              <p:pRg st="8" end="8"/>
                                            </p:txEl>
                                          </p:spTgt>
                                        </p:tgtEl>
                                        <p:attrNameLst>
                                          <p:attrName>style.visibility</p:attrName>
                                        </p:attrNameLst>
                                      </p:cBhvr>
                                      <p:to>
                                        <p:strVal val="visible"/>
                                      </p:to>
                                    </p:set>
                                  </p:childTnLst>
                                </p:cTn>
                              </p:par>
                            </p:childTnLst>
                          </p:cTn>
                        </p:par>
                      </p:childTnLst>
                    </p:cTn>
                  </p:par>
                  <p:par>
                    <p:cTn id="903" fill="hold">
                      <p:stCondLst>
                        <p:cond delay="indefinite"/>
                      </p:stCondLst>
                      <p:childTnLst>
                        <p:par>
                          <p:cTn id="904" fill="hold">
                            <p:stCondLst>
                              <p:cond delay="0"/>
                            </p:stCondLst>
                            <p:childTnLst>
                              <p:par>
                                <p:cTn id="905" presetID="1" presetClass="entr" presetSubtype="0" fill="hold" nodeType="clickEffect">
                                  <p:stCondLst>
                                    <p:cond delay="0"/>
                                  </p:stCondLst>
                                  <p:childTnLst>
                                    <p:set>
                                      <p:cBhvr>
                                        <p:cTn id="906" dur="1" fill="hold">
                                          <p:stCondLst>
                                            <p:cond delay="0"/>
                                          </p:stCondLst>
                                        </p:cTn>
                                        <p:tgtEl>
                                          <p:spTgt spid="102">
                                            <p:txEl>
                                              <p:pRg st="0" end="0"/>
                                            </p:txEl>
                                          </p:spTgt>
                                        </p:tgtEl>
                                        <p:attrNameLst>
                                          <p:attrName>style.visibility</p:attrName>
                                        </p:attrNameLst>
                                      </p:cBhvr>
                                      <p:to>
                                        <p:strVal val="visible"/>
                                      </p:to>
                                    </p:set>
                                  </p:childTnLst>
                                </p:cTn>
                              </p:par>
                            </p:childTnLst>
                          </p:cTn>
                        </p:par>
                      </p:childTnLst>
                    </p:cTn>
                  </p:par>
                  <p:par>
                    <p:cTn id="907" fill="hold">
                      <p:stCondLst>
                        <p:cond delay="indefinite"/>
                      </p:stCondLst>
                      <p:childTnLst>
                        <p:par>
                          <p:cTn id="908" fill="hold">
                            <p:stCondLst>
                              <p:cond delay="0"/>
                            </p:stCondLst>
                            <p:childTnLst>
                              <p:par>
                                <p:cTn id="909" presetID="1" presetClass="entr" presetSubtype="0" fill="hold" nodeType="clickEffect">
                                  <p:stCondLst>
                                    <p:cond delay="0"/>
                                  </p:stCondLst>
                                  <p:childTnLst>
                                    <p:set>
                                      <p:cBhvr>
                                        <p:cTn id="910" dur="1" fill="hold">
                                          <p:stCondLst>
                                            <p:cond delay="0"/>
                                          </p:stCondLst>
                                        </p:cTn>
                                        <p:tgtEl>
                                          <p:spTgt spid="102">
                                            <p:txEl>
                                              <p:pRg st="1" end="1"/>
                                            </p:txEl>
                                          </p:spTgt>
                                        </p:tgtEl>
                                        <p:attrNameLst>
                                          <p:attrName>style.visibility</p:attrName>
                                        </p:attrNameLst>
                                      </p:cBhvr>
                                      <p:to>
                                        <p:strVal val="visible"/>
                                      </p:to>
                                    </p:set>
                                  </p:childTnLst>
                                </p:cTn>
                              </p:par>
                            </p:childTnLst>
                          </p:cTn>
                        </p:par>
                      </p:childTnLst>
                    </p:cTn>
                  </p:par>
                  <p:par>
                    <p:cTn id="911" fill="hold">
                      <p:stCondLst>
                        <p:cond delay="indefinite"/>
                      </p:stCondLst>
                      <p:childTnLst>
                        <p:par>
                          <p:cTn id="912" fill="hold">
                            <p:stCondLst>
                              <p:cond delay="0"/>
                            </p:stCondLst>
                            <p:childTnLst>
                              <p:par>
                                <p:cTn id="913" presetID="1" presetClass="entr" presetSubtype="0" fill="hold" nodeType="clickEffect">
                                  <p:stCondLst>
                                    <p:cond delay="0"/>
                                  </p:stCondLst>
                                  <p:childTnLst>
                                    <p:set>
                                      <p:cBhvr>
                                        <p:cTn id="914" dur="1" fill="hold">
                                          <p:stCondLst>
                                            <p:cond delay="0"/>
                                          </p:stCondLst>
                                        </p:cTn>
                                        <p:tgtEl>
                                          <p:spTgt spid="102">
                                            <p:txEl>
                                              <p:pRg st="2" end="2"/>
                                            </p:txEl>
                                          </p:spTgt>
                                        </p:tgtEl>
                                        <p:attrNameLst>
                                          <p:attrName>style.visibility</p:attrName>
                                        </p:attrNameLst>
                                      </p:cBhvr>
                                      <p:to>
                                        <p:strVal val="visible"/>
                                      </p:to>
                                    </p:set>
                                  </p:childTnLst>
                                </p:cTn>
                              </p:par>
                            </p:childTnLst>
                          </p:cTn>
                        </p:par>
                      </p:childTnLst>
                    </p:cTn>
                  </p:par>
                  <p:par>
                    <p:cTn id="915" fill="hold">
                      <p:stCondLst>
                        <p:cond delay="indefinite"/>
                      </p:stCondLst>
                      <p:childTnLst>
                        <p:par>
                          <p:cTn id="916" fill="hold">
                            <p:stCondLst>
                              <p:cond delay="0"/>
                            </p:stCondLst>
                            <p:childTnLst>
                              <p:par>
                                <p:cTn id="917" presetID="1" presetClass="entr" presetSubtype="0" fill="hold" nodeType="clickEffect">
                                  <p:stCondLst>
                                    <p:cond delay="0"/>
                                  </p:stCondLst>
                                  <p:childTnLst>
                                    <p:set>
                                      <p:cBhvr>
                                        <p:cTn id="918" dur="1" fill="hold">
                                          <p:stCondLst>
                                            <p:cond delay="0"/>
                                          </p:stCondLst>
                                        </p:cTn>
                                        <p:tgtEl>
                                          <p:spTgt spid="102">
                                            <p:txEl>
                                              <p:pRg st="3" end="3"/>
                                            </p:txEl>
                                          </p:spTgt>
                                        </p:tgtEl>
                                        <p:attrNameLst>
                                          <p:attrName>style.visibility</p:attrName>
                                        </p:attrNameLst>
                                      </p:cBhvr>
                                      <p:to>
                                        <p:strVal val="visible"/>
                                      </p:to>
                                    </p:set>
                                  </p:childTnLst>
                                </p:cTn>
                              </p:par>
                            </p:childTnLst>
                          </p:cTn>
                        </p:par>
                      </p:childTnLst>
                    </p:cTn>
                  </p:par>
                  <p:par>
                    <p:cTn id="919" fill="hold">
                      <p:stCondLst>
                        <p:cond delay="indefinite"/>
                      </p:stCondLst>
                      <p:childTnLst>
                        <p:par>
                          <p:cTn id="920" fill="hold">
                            <p:stCondLst>
                              <p:cond delay="0"/>
                            </p:stCondLst>
                            <p:childTnLst>
                              <p:par>
                                <p:cTn id="921" presetID="1" presetClass="entr" presetSubtype="0" fill="hold" nodeType="clickEffect">
                                  <p:stCondLst>
                                    <p:cond delay="0"/>
                                  </p:stCondLst>
                                  <p:childTnLst>
                                    <p:set>
                                      <p:cBhvr>
                                        <p:cTn id="922" dur="1" fill="hold">
                                          <p:stCondLst>
                                            <p:cond delay="0"/>
                                          </p:stCondLst>
                                        </p:cTn>
                                        <p:tgtEl>
                                          <p:spTgt spid="102">
                                            <p:txEl>
                                              <p:pRg st="4" end="4"/>
                                            </p:txEl>
                                          </p:spTgt>
                                        </p:tgtEl>
                                        <p:attrNameLst>
                                          <p:attrName>style.visibility</p:attrName>
                                        </p:attrNameLst>
                                      </p:cBhvr>
                                      <p:to>
                                        <p:strVal val="visible"/>
                                      </p:to>
                                    </p:set>
                                  </p:childTnLst>
                                </p:cTn>
                              </p:par>
                            </p:childTnLst>
                          </p:cTn>
                        </p:par>
                      </p:childTnLst>
                    </p:cTn>
                  </p:par>
                  <p:par>
                    <p:cTn id="923" fill="hold">
                      <p:stCondLst>
                        <p:cond delay="indefinite"/>
                      </p:stCondLst>
                      <p:childTnLst>
                        <p:par>
                          <p:cTn id="924" fill="hold">
                            <p:stCondLst>
                              <p:cond delay="0"/>
                            </p:stCondLst>
                            <p:childTnLst>
                              <p:par>
                                <p:cTn id="925" presetID="1" presetClass="entr" presetSubtype="0" fill="hold" nodeType="clickEffect">
                                  <p:stCondLst>
                                    <p:cond delay="0"/>
                                  </p:stCondLst>
                                  <p:childTnLst>
                                    <p:set>
                                      <p:cBhvr>
                                        <p:cTn id="926" dur="1" fill="hold">
                                          <p:stCondLst>
                                            <p:cond delay="0"/>
                                          </p:stCondLst>
                                        </p:cTn>
                                        <p:tgtEl>
                                          <p:spTgt spid="102">
                                            <p:txEl>
                                              <p:pRg st="5" end="5"/>
                                            </p:txEl>
                                          </p:spTgt>
                                        </p:tgtEl>
                                        <p:attrNameLst>
                                          <p:attrName>style.visibility</p:attrName>
                                        </p:attrNameLst>
                                      </p:cBhvr>
                                      <p:to>
                                        <p:strVal val="visible"/>
                                      </p:to>
                                    </p:set>
                                  </p:childTnLst>
                                </p:cTn>
                              </p:par>
                            </p:childTnLst>
                          </p:cTn>
                        </p:par>
                      </p:childTnLst>
                    </p:cTn>
                  </p:par>
                  <p:par>
                    <p:cTn id="927" fill="hold">
                      <p:stCondLst>
                        <p:cond delay="indefinite"/>
                      </p:stCondLst>
                      <p:childTnLst>
                        <p:par>
                          <p:cTn id="928" fill="hold">
                            <p:stCondLst>
                              <p:cond delay="0"/>
                            </p:stCondLst>
                            <p:childTnLst>
                              <p:par>
                                <p:cTn id="929" presetID="1" presetClass="entr" presetSubtype="0" fill="hold" nodeType="clickEffect">
                                  <p:stCondLst>
                                    <p:cond delay="0"/>
                                  </p:stCondLst>
                                  <p:childTnLst>
                                    <p:set>
                                      <p:cBhvr>
                                        <p:cTn id="930" dur="1" fill="hold">
                                          <p:stCondLst>
                                            <p:cond delay="0"/>
                                          </p:stCondLst>
                                        </p:cTn>
                                        <p:tgtEl>
                                          <p:spTgt spid="102">
                                            <p:txEl>
                                              <p:pRg st="6" end="6"/>
                                            </p:txEl>
                                          </p:spTgt>
                                        </p:tgtEl>
                                        <p:attrNameLst>
                                          <p:attrName>style.visibility</p:attrName>
                                        </p:attrNameLst>
                                      </p:cBhvr>
                                      <p:to>
                                        <p:strVal val="visible"/>
                                      </p:to>
                                    </p:set>
                                  </p:childTnLst>
                                </p:cTn>
                              </p:par>
                            </p:childTnLst>
                          </p:cTn>
                        </p:par>
                      </p:childTnLst>
                    </p:cTn>
                  </p:par>
                  <p:par>
                    <p:cTn id="931" fill="hold">
                      <p:stCondLst>
                        <p:cond delay="indefinite"/>
                      </p:stCondLst>
                      <p:childTnLst>
                        <p:par>
                          <p:cTn id="932" fill="hold">
                            <p:stCondLst>
                              <p:cond delay="0"/>
                            </p:stCondLst>
                            <p:childTnLst>
                              <p:par>
                                <p:cTn id="933" presetID="1" presetClass="entr" presetSubtype="0" fill="hold" nodeType="clickEffect">
                                  <p:stCondLst>
                                    <p:cond delay="0"/>
                                  </p:stCondLst>
                                  <p:childTnLst>
                                    <p:set>
                                      <p:cBhvr>
                                        <p:cTn id="934" dur="1" fill="hold">
                                          <p:stCondLst>
                                            <p:cond delay="0"/>
                                          </p:stCondLst>
                                        </p:cTn>
                                        <p:tgtEl>
                                          <p:spTgt spid="102">
                                            <p:txEl>
                                              <p:pRg st="7" end="7"/>
                                            </p:txEl>
                                          </p:spTgt>
                                        </p:tgtEl>
                                        <p:attrNameLst>
                                          <p:attrName>style.visibility</p:attrName>
                                        </p:attrNameLst>
                                      </p:cBhvr>
                                      <p:to>
                                        <p:strVal val="visible"/>
                                      </p:to>
                                    </p:set>
                                  </p:childTnLst>
                                </p:cTn>
                              </p:par>
                            </p:childTnLst>
                          </p:cTn>
                        </p:par>
                      </p:childTnLst>
                    </p:cTn>
                  </p:par>
                  <p:par>
                    <p:cTn id="935" fill="hold">
                      <p:stCondLst>
                        <p:cond delay="indefinite"/>
                      </p:stCondLst>
                      <p:childTnLst>
                        <p:par>
                          <p:cTn id="936" fill="hold">
                            <p:stCondLst>
                              <p:cond delay="0"/>
                            </p:stCondLst>
                            <p:childTnLst>
                              <p:par>
                                <p:cTn id="937" presetID="1" presetClass="entr" presetSubtype="0" fill="hold" nodeType="clickEffect">
                                  <p:stCondLst>
                                    <p:cond delay="0"/>
                                  </p:stCondLst>
                                  <p:childTnLst>
                                    <p:set>
                                      <p:cBhvr>
                                        <p:cTn id="938" dur="1" fill="hold">
                                          <p:stCondLst>
                                            <p:cond delay="0"/>
                                          </p:stCondLst>
                                        </p:cTn>
                                        <p:tgtEl>
                                          <p:spTgt spid="102">
                                            <p:txEl>
                                              <p:pRg st="8" end="8"/>
                                            </p:txEl>
                                          </p:spTgt>
                                        </p:tgtEl>
                                        <p:attrNameLst>
                                          <p:attrName>style.visibility</p:attrName>
                                        </p:attrNameLst>
                                      </p:cBhvr>
                                      <p:to>
                                        <p:strVal val="visible"/>
                                      </p:to>
                                    </p:set>
                                  </p:childTnLst>
                                </p:cTn>
                              </p:par>
                            </p:childTnLst>
                          </p:cTn>
                        </p:par>
                      </p:childTnLst>
                    </p:cTn>
                  </p:par>
                  <p:par>
                    <p:cTn id="939" fill="hold">
                      <p:stCondLst>
                        <p:cond delay="indefinite"/>
                      </p:stCondLst>
                      <p:childTnLst>
                        <p:par>
                          <p:cTn id="940" fill="hold">
                            <p:stCondLst>
                              <p:cond delay="0"/>
                            </p:stCondLst>
                            <p:childTnLst>
                              <p:par>
                                <p:cTn id="941" presetID="1" presetClass="entr" presetSubtype="0" fill="hold" nodeType="clickEffect">
                                  <p:stCondLst>
                                    <p:cond delay="0"/>
                                  </p:stCondLst>
                                  <p:childTnLst>
                                    <p:set>
                                      <p:cBhvr>
                                        <p:cTn id="942" dur="1" fill="hold">
                                          <p:stCondLst>
                                            <p:cond delay="0"/>
                                          </p:stCondLst>
                                        </p:cTn>
                                        <p:tgtEl>
                                          <p:spTgt spid="103">
                                            <p:txEl>
                                              <p:pRg st="0" end="0"/>
                                            </p:txEl>
                                          </p:spTgt>
                                        </p:tgtEl>
                                        <p:attrNameLst>
                                          <p:attrName>style.visibility</p:attrName>
                                        </p:attrNameLst>
                                      </p:cBhvr>
                                      <p:to>
                                        <p:strVal val="visible"/>
                                      </p:to>
                                    </p:set>
                                  </p:childTnLst>
                                </p:cTn>
                              </p:par>
                            </p:childTnLst>
                          </p:cTn>
                        </p:par>
                      </p:childTnLst>
                    </p:cTn>
                  </p:par>
                  <p:par>
                    <p:cTn id="943" fill="hold">
                      <p:stCondLst>
                        <p:cond delay="indefinite"/>
                      </p:stCondLst>
                      <p:childTnLst>
                        <p:par>
                          <p:cTn id="944" fill="hold">
                            <p:stCondLst>
                              <p:cond delay="0"/>
                            </p:stCondLst>
                            <p:childTnLst>
                              <p:par>
                                <p:cTn id="945" presetID="1" presetClass="entr" presetSubtype="0" fill="hold" nodeType="clickEffect">
                                  <p:stCondLst>
                                    <p:cond delay="0"/>
                                  </p:stCondLst>
                                  <p:childTnLst>
                                    <p:set>
                                      <p:cBhvr>
                                        <p:cTn id="946" dur="1" fill="hold">
                                          <p:stCondLst>
                                            <p:cond delay="0"/>
                                          </p:stCondLst>
                                        </p:cTn>
                                        <p:tgtEl>
                                          <p:spTgt spid="103">
                                            <p:txEl>
                                              <p:pRg st="1" end="1"/>
                                            </p:txEl>
                                          </p:spTgt>
                                        </p:tgtEl>
                                        <p:attrNameLst>
                                          <p:attrName>style.visibility</p:attrName>
                                        </p:attrNameLst>
                                      </p:cBhvr>
                                      <p:to>
                                        <p:strVal val="visible"/>
                                      </p:to>
                                    </p:set>
                                  </p:childTnLst>
                                </p:cTn>
                              </p:par>
                            </p:childTnLst>
                          </p:cTn>
                        </p:par>
                      </p:childTnLst>
                    </p:cTn>
                  </p:par>
                  <p:par>
                    <p:cTn id="947" fill="hold">
                      <p:stCondLst>
                        <p:cond delay="indefinite"/>
                      </p:stCondLst>
                      <p:childTnLst>
                        <p:par>
                          <p:cTn id="948" fill="hold">
                            <p:stCondLst>
                              <p:cond delay="0"/>
                            </p:stCondLst>
                            <p:childTnLst>
                              <p:par>
                                <p:cTn id="949" presetID="1" presetClass="entr" presetSubtype="0" fill="hold" nodeType="clickEffect">
                                  <p:stCondLst>
                                    <p:cond delay="0"/>
                                  </p:stCondLst>
                                  <p:childTnLst>
                                    <p:set>
                                      <p:cBhvr>
                                        <p:cTn id="950" dur="1" fill="hold">
                                          <p:stCondLst>
                                            <p:cond delay="0"/>
                                          </p:stCondLst>
                                        </p:cTn>
                                        <p:tgtEl>
                                          <p:spTgt spid="103">
                                            <p:txEl>
                                              <p:pRg st="2" end="2"/>
                                            </p:txEl>
                                          </p:spTgt>
                                        </p:tgtEl>
                                        <p:attrNameLst>
                                          <p:attrName>style.visibility</p:attrName>
                                        </p:attrNameLst>
                                      </p:cBhvr>
                                      <p:to>
                                        <p:strVal val="visible"/>
                                      </p:to>
                                    </p:set>
                                  </p:childTnLst>
                                </p:cTn>
                              </p:par>
                            </p:childTnLst>
                          </p:cTn>
                        </p:par>
                      </p:childTnLst>
                    </p:cTn>
                  </p:par>
                  <p:par>
                    <p:cTn id="951" fill="hold">
                      <p:stCondLst>
                        <p:cond delay="indefinite"/>
                      </p:stCondLst>
                      <p:childTnLst>
                        <p:par>
                          <p:cTn id="952" fill="hold">
                            <p:stCondLst>
                              <p:cond delay="0"/>
                            </p:stCondLst>
                            <p:childTnLst>
                              <p:par>
                                <p:cTn id="953" presetID="1" presetClass="entr" presetSubtype="0" fill="hold" nodeType="clickEffect">
                                  <p:stCondLst>
                                    <p:cond delay="0"/>
                                  </p:stCondLst>
                                  <p:childTnLst>
                                    <p:set>
                                      <p:cBhvr>
                                        <p:cTn id="954" dur="1" fill="hold">
                                          <p:stCondLst>
                                            <p:cond delay="0"/>
                                          </p:stCondLst>
                                        </p:cTn>
                                        <p:tgtEl>
                                          <p:spTgt spid="103">
                                            <p:txEl>
                                              <p:pRg st="3" end="3"/>
                                            </p:txEl>
                                          </p:spTgt>
                                        </p:tgtEl>
                                        <p:attrNameLst>
                                          <p:attrName>style.visibility</p:attrName>
                                        </p:attrNameLst>
                                      </p:cBhvr>
                                      <p:to>
                                        <p:strVal val="visible"/>
                                      </p:to>
                                    </p:set>
                                  </p:childTnLst>
                                </p:cTn>
                              </p:par>
                            </p:childTnLst>
                          </p:cTn>
                        </p:par>
                      </p:childTnLst>
                    </p:cTn>
                  </p:par>
                  <p:par>
                    <p:cTn id="955" fill="hold">
                      <p:stCondLst>
                        <p:cond delay="indefinite"/>
                      </p:stCondLst>
                      <p:childTnLst>
                        <p:par>
                          <p:cTn id="956" fill="hold">
                            <p:stCondLst>
                              <p:cond delay="0"/>
                            </p:stCondLst>
                            <p:childTnLst>
                              <p:par>
                                <p:cTn id="957" presetID="1" presetClass="entr" presetSubtype="0" fill="hold" nodeType="clickEffect">
                                  <p:stCondLst>
                                    <p:cond delay="0"/>
                                  </p:stCondLst>
                                  <p:childTnLst>
                                    <p:set>
                                      <p:cBhvr>
                                        <p:cTn id="958" dur="1" fill="hold">
                                          <p:stCondLst>
                                            <p:cond delay="0"/>
                                          </p:stCondLst>
                                        </p:cTn>
                                        <p:tgtEl>
                                          <p:spTgt spid="103">
                                            <p:txEl>
                                              <p:pRg st="4" end="4"/>
                                            </p:txEl>
                                          </p:spTgt>
                                        </p:tgtEl>
                                        <p:attrNameLst>
                                          <p:attrName>style.visibility</p:attrName>
                                        </p:attrNameLst>
                                      </p:cBhvr>
                                      <p:to>
                                        <p:strVal val="visible"/>
                                      </p:to>
                                    </p:set>
                                  </p:childTnLst>
                                </p:cTn>
                              </p:par>
                            </p:childTnLst>
                          </p:cTn>
                        </p:par>
                      </p:childTnLst>
                    </p:cTn>
                  </p:par>
                  <p:par>
                    <p:cTn id="959" fill="hold">
                      <p:stCondLst>
                        <p:cond delay="indefinite"/>
                      </p:stCondLst>
                      <p:childTnLst>
                        <p:par>
                          <p:cTn id="960" fill="hold">
                            <p:stCondLst>
                              <p:cond delay="0"/>
                            </p:stCondLst>
                            <p:childTnLst>
                              <p:par>
                                <p:cTn id="961" presetID="1" presetClass="entr" presetSubtype="0" fill="hold" nodeType="clickEffect">
                                  <p:stCondLst>
                                    <p:cond delay="0"/>
                                  </p:stCondLst>
                                  <p:childTnLst>
                                    <p:set>
                                      <p:cBhvr>
                                        <p:cTn id="962" dur="1" fill="hold">
                                          <p:stCondLst>
                                            <p:cond delay="0"/>
                                          </p:stCondLst>
                                        </p:cTn>
                                        <p:tgtEl>
                                          <p:spTgt spid="103">
                                            <p:txEl>
                                              <p:pRg st="5" end="5"/>
                                            </p:txEl>
                                          </p:spTgt>
                                        </p:tgtEl>
                                        <p:attrNameLst>
                                          <p:attrName>style.visibility</p:attrName>
                                        </p:attrNameLst>
                                      </p:cBhvr>
                                      <p:to>
                                        <p:strVal val="visible"/>
                                      </p:to>
                                    </p:set>
                                  </p:childTnLst>
                                </p:cTn>
                              </p:par>
                            </p:childTnLst>
                          </p:cTn>
                        </p:par>
                      </p:childTnLst>
                    </p:cTn>
                  </p:par>
                  <p:par>
                    <p:cTn id="963" fill="hold">
                      <p:stCondLst>
                        <p:cond delay="indefinite"/>
                      </p:stCondLst>
                      <p:childTnLst>
                        <p:par>
                          <p:cTn id="964" fill="hold">
                            <p:stCondLst>
                              <p:cond delay="0"/>
                            </p:stCondLst>
                            <p:childTnLst>
                              <p:par>
                                <p:cTn id="965" presetID="1" presetClass="entr" presetSubtype="0" fill="hold" nodeType="clickEffect">
                                  <p:stCondLst>
                                    <p:cond delay="0"/>
                                  </p:stCondLst>
                                  <p:childTnLst>
                                    <p:set>
                                      <p:cBhvr>
                                        <p:cTn id="966" dur="1" fill="hold">
                                          <p:stCondLst>
                                            <p:cond delay="0"/>
                                          </p:stCondLst>
                                        </p:cTn>
                                        <p:tgtEl>
                                          <p:spTgt spid="103">
                                            <p:txEl>
                                              <p:pRg st="6" end="6"/>
                                            </p:txEl>
                                          </p:spTgt>
                                        </p:tgtEl>
                                        <p:attrNameLst>
                                          <p:attrName>style.visibility</p:attrName>
                                        </p:attrNameLst>
                                      </p:cBhvr>
                                      <p:to>
                                        <p:strVal val="visible"/>
                                      </p:to>
                                    </p:set>
                                  </p:childTnLst>
                                </p:cTn>
                              </p:par>
                            </p:childTnLst>
                          </p:cTn>
                        </p:par>
                      </p:childTnLst>
                    </p:cTn>
                  </p:par>
                  <p:par>
                    <p:cTn id="967" fill="hold">
                      <p:stCondLst>
                        <p:cond delay="indefinite"/>
                      </p:stCondLst>
                      <p:childTnLst>
                        <p:par>
                          <p:cTn id="968" fill="hold">
                            <p:stCondLst>
                              <p:cond delay="0"/>
                            </p:stCondLst>
                            <p:childTnLst>
                              <p:par>
                                <p:cTn id="969" presetID="1" presetClass="entr" presetSubtype="0" fill="hold" nodeType="clickEffect">
                                  <p:stCondLst>
                                    <p:cond delay="0"/>
                                  </p:stCondLst>
                                  <p:childTnLst>
                                    <p:set>
                                      <p:cBhvr>
                                        <p:cTn id="970" dur="1" fill="hold">
                                          <p:stCondLst>
                                            <p:cond delay="0"/>
                                          </p:stCondLst>
                                        </p:cTn>
                                        <p:tgtEl>
                                          <p:spTgt spid="103">
                                            <p:txEl>
                                              <p:pRg st="7" end="7"/>
                                            </p:txEl>
                                          </p:spTgt>
                                        </p:tgtEl>
                                        <p:attrNameLst>
                                          <p:attrName>style.visibility</p:attrName>
                                        </p:attrNameLst>
                                      </p:cBhvr>
                                      <p:to>
                                        <p:strVal val="visible"/>
                                      </p:to>
                                    </p:set>
                                  </p:childTnLst>
                                </p:cTn>
                              </p:par>
                            </p:childTnLst>
                          </p:cTn>
                        </p:par>
                      </p:childTnLst>
                    </p:cTn>
                  </p:par>
                  <p:par>
                    <p:cTn id="971" fill="hold">
                      <p:stCondLst>
                        <p:cond delay="indefinite"/>
                      </p:stCondLst>
                      <p:childTnLst>
                        <p:par>
                          <p:cTn id="972" fill="hold">
                            <p:stCondLst>
                              <p:cond delay="0"/>
                            </p:stCondLst>
                            <p:childTnLst>
                              <p:par>
                                <p:cTn id="973" presetID="1" presetClass="entr" presetSubtype="0" fill="hold" nodeType="clickEffect">
                                  <p:stCondLst>
                                    <p:cond delay="0"/>
                                  </p:stCondLst>
                                  <p:childTnLst>
                                    <p:set>
                                      <p:cBhvr>
                                        <p:cTn id="974" dur="1" fill="hold">
                                          <p:stCondLst>
                                            <p:cond delay="0"/>
                                          </p:stCondLst>
                                        </p:cTn>
                                        <p:tgtEl>
                                          <p:spTgt spid="103">
                                            <p:txEl>
                                              <p:pRg st="8" end="8"/>
                                            </p:txEl>
                                          </p:spTgt>
                                        </p:tgtEl>
                                        <p:attrNameLst>
                                          <p:attrName>style.visibility</p:attrName>
                                        </p:attrNameLst>
                                      </p:cBhvr>
                                      <p:to>
                                        <p:strVal val="visible"/>
                                      </p:to>
                                    </p:set>
                                  </p:childTnLst>
                                </p:cTn>
                              </p:par>
                            </p:childTnLst>
                          </p:cTn>
                        </p:par>
                      </p:childTnLst>
                    </p:cTn>
                  </p:par>
                  <p:par>
                    <p:cTn id="975" fill="hold">
                      <p:stCondLst>
                        <p:cond delay="indefinite"/>
                      </p:stCondLst>
                      <p:childTnLst>
                        <p:par>
                          <p:cTn id="976" fill="hold">
                            <p:stCondLst>
                              <p:cond delay="0"/>
                            </p:stCondLst>
                            <p:childTnLst>
                              <p:par>
                                <p:cTn id="977" presetID="1" presetClass="entr" presetSubtype="0" fill="hold" nodeType="clickEffect">
                                  <p:stCondLst>
                                    <p:cond delay="0"/>
                                  </p:stCondLst>
                                  <p:childTnLst>
                                    <p:set>
                                      <p:cBhvr>
                                        <p:cTn id="978" dur="1" fill="hold">
                                          <p:stCondLst>
                                            <p:cond delay="0"/>
                                          </p:stCondLst>
                                        </p:cTn>
                                        <p:tgtEl>
                                          <p:spTgt spid="104">
                                            <p:txEl>
                                              <p:pRg st="0" end="0"/>
                                            </p:txEl>
                                          </p:spTgt>
                                        </p:tgtEl>
                                        <p:attrNameLst>
                                          <p:attrName>style.visibility</p:attrName>
                                        </p:attrNameLst>
                                      </p:cBhvr>
                                      <p:to>
                                        <p:strVal val="visible"/>
                                      </p:to>
                                    </p:set>
                                  </p:childTnLst>
                                </p:cTn>
                              </p:par>
                            </p:childTnLst>
                          </p:cTn>
                        </p:par>
                      </p:childTnLst>
                    </p:cTn>
                  </p:par>
                  <p:par>
                    <p:cTn id="979" fill="hold">
                      <p:stCondLst>
                        <p:cond delay="indefinite"/>
                      </p:stCondLst>
                      <p:childTnLst>
                        <p:par>
                          <p:cTn id="980" fill="hold">
                            <p:stCondLst>
                              <p:cond delay="0"/>
                            </p:stCondLst>
                            <p:childTnLst>
                              <p:par>
                                <p:cTn id="981" presetID="1" presetClass="entr" presetSubtype="0" fill="hold" nodeType="clickEffect">
                                  <p:stCondLst>
                                    <p:cond delay="0"/>
                                  </p:stCondLst>
                                  <p:childTnLst>
                                    <p:set>
                                      <p:cBhvr>
                                        <p:cTn id="982" dur="1" fill="hold">
                                          <p:stCondLst>
                                            <p:cond delay="0"/>
                                          </p:stCondLst>
                                        </p:cTn>
                                        <p:tgtEl>
                                          <p:spTgt spid="104">
                                            <p:txEl>
                                              <p:pRg st="1" end="1"/>
                                            </p:txEl>
                                          </p:spTgt>
                                        </p:tgtEl>
                                        <p:attrNameLst>
                                          <p:attrName>style.visibility</p:attrName>
                                        </p:attrNameLst>
                                      </p:cBhvr>
                                      <p:to>
                                        <p:strVal val="visible"/>
                                      </p:to>
                                    </p:set>
                                  </p:childTnLst>
                                </p:cTn>
                              </p:par>
                            </p:childTnLst>
                          </p:cTn>
                        </p:par>
                      </p:childTnLst>
                    </p:cTn>
                  </p:par>
                  <p:par>
                    <p:cTn id="983" fill="hold">
                      <p:stCondLst>
                        <p:cond delay="indefinite"/>
                      </p:stCondLst>
                      <p:childTnLst>
                        <p:par>
                          <p:cTn id="984" fill="hold">
                            <p:stCondLst>
                              <p:cond delay="0"/>
                            </p:stCondLst>
                            <p:childTnLst>
                              <p:par>
                                <p:cTn id="985" presetID="1" presetClass="entr" presetSubtype="0" fill="hold" nodeType="clickEffect">
                                  <p:stCondLst>
                                    <p:cond delay="0"/>
                                  </p:stCondLst>
                                  <p:childTnLst>
                                    <p:set>
                                      <p:cBhvr>
                                        <p:cTn id="986" dur="1" fill="hold">
                                          <p:stCondLst>
                                            <p:cond delay="0"/>
                                          </p:stCondLst>
                                        </p:cTn>
                                        <p:tgtEl>
                                          <p:spTgt spid="104">
                                            <p:txEl>
                                              <p:pRg st="2" end="2"/>
                                            </p:txEl>
                                          </p:spTgt>
                                        </p:tgtEl>
                                        <p:attrNameLst>
                                          <p:attrName>style.visibility</p:attrName>
                                        </p:attrNameLst>
                                      </p:cBhvr>
                                      <p:to>
                                        <p:strVal val="visible"/>
                                      </p:to>
                                    </p:set>
                                  </p:childTnLst>
                                </p:cTn>
                              </p:par>
                            </p:childTnLst>
                          </p:cTn>
                        </p:par>
                      </p:childTnLst>
                    </p:cTn>
                  </p:par>
                  <p:par>
                    <p:cTn id="987" fill="hold">
                      <p:stCondLst>
                        <p:cond delay="indefinite"/>
                      </p:stCondLst>
                      <p:childTnLst>
                        <p:par>
                          <p:cTn id="988" fill="hold">
                            <p:stCondLst>
                              <p:cond delay="0"/>
                            </p:stCondLst>
                            <p:childTnLst>
                              <p:par>
                                <p:cTn id="989" presetID="1" presetClass="entr" presetSubtype="0" fill="hold" nodeType="clickEffect">
                                  <p:stCondLst>
                                    <p:cond delay="0"/>
                                  </p:stCondLst>
                                  <p:childTnLst>
                                    <p:set>
                                      <p:cBhvr>
                                        <p:cTn id="990" dur="1" fill="hold">
                                          <p:stCondLst>
                                            <p:cond delay="0"/>
                                          </p:stCondLst>
                                        </p:cTn>
                                        <p:tgtEl>
                                          <p:spTgt spid="104">
                                            <p:txEl>
                                              <p:pRg st="3" end="3"/>
                                            </p:txEl>
                                          </p:spTgt>
                                        </p:tgtEl>
                                        <p:attrNameLst>
                                          <p:attrName>style.visibility</p:attrName>
                                        </p:attrNameLst>
                                      </p:cBhvr>
                                      <p:to>
                                        <p:strVal val="visible"/>
                                      </p:to>
                                    </p:set>
                                  </p:childTnLst>
                                </p:cTn>
                              </p:par>
                            </p:childTnLst>
                          </p:cTn>
                        </p:par>
                      </p:childTnLst>
                    </p:cTn>
                  </p:par>
                  <p:par>
                    <p:cTn id="991" fill="hold">
                      <p:stCondLst>
                        <p:cond delay="indefinite"/>
                      </p:stCondLst>
                      <p:childTnLst>
                        <p:par>
                          <p:cTn id="992" fill="hold">
                            <p:stCondLst>
                              <p:cond delay="0"/>
                            </p:stCondLst>
                            <p:childTnLst>
                              <p:par>
                                <p:cTn id="993" presetID="1" presetClass="entr" presetSubtype="0" fill="hold" nodeType="clickEffect">
                                  <p:stCondLst>
                                    <p:cond delay="0"/>
                                  </p:stCondLst>
                                  <p:childTnLst>
                                    <p:set>
                                      <p:cBhvr>
                                        <p:cTn id="994" dur="1" fill="hold">
                                          <p:stCondLst>
                                            <p:cond delay="0"/>
                                          </p:stCondLst>
                                        </p:cTn>
                                        <p:tgtEl>
                                          <p:spTgt spid="104">
                                            <p:txEl>
                                              <p:pRg st="4" end="4"/>
                                            </p:txEl>
                                          </p:spTgt>
                                        </p:tgtEl>
                                        <p:attrNameLst>
                                          <p:attrName>style.visibility</p:attrName>
                                        </p:attrNameLst>
                                      </p:cBhvr>
                                      <p:to>
                                        <p:strVal val="visible"/>
                                      </p:to>
                                    </p:set>
                                  </p:childTnLst>
                                </p:cTn>
                              </p:par>
                            </p:childTnLst>
                          </p:cTn>
                        </p:par>
                      </p:childTnLst>
                    </p:cTn>
                  </p:par>
                  <p:par>
                    <p:cTn id="995" fill="hold">
                      <p:stCondLst>
                        <p:cond delay="indefinite"/>
                      </p:stCondLst>
                      <p:childTnLst>
                        <p:par>
                          <p:cTn id="996" fill="hold">
                            <p:stCondLst>
                              <p:cond delay="0"/>
                            </p:stCondLst>
                            <p:childTnLst>
                              <p:par>
                                <p:cTn id="997" presetID="1" presetClass="entr" presetSubtype="0" fill="hold" nodeType="clickEffect">
                                  <p:stCondLst>
                                    <p:cond delay="0"/>
                                  </p:stCondLst>
                                  <p:childTnLst>
                                    <p:set>
                                      <p:cBhvr>
                                        <p:cTn id="998" dur="1" fill="hold">
                                          <p:stCondLst>
                                            <p:cond delay="0"/>
                                          </p:stCondLst>
                                        </p:cTn>
                                        <p:tgtEl>
                                          <p:spTgt spid="104">
                                            <p:txEl>
                                              <p:pRg st="5" end="5"/>
                                            </p:txEl>
                                          </p:spTgt>
                                        </p:tgtEl>
                                        <p:attrNameLst>
                                          <p:attrName>style.visibility</p:attrName>
                                        </p:attrNameLst>
                                      </p:cBhvr>
                                      <p:to>
                                        <p:strVal val="visible"/>
                                      </p:to>
                                    </p:set>
                                  </p:childTnLst>
                                </p:cTn>
                              </p:par>
                            </p:childTnLst>
                          </p:cTn>
                        </p:par>
                      </p:childTnLst>
                    </p:cTn>
                  </p:par>
                  <p:par>
                    <p:cTn id="999" fill="hold">
                      <p:stCondLst>
                        <p:cond delay="indefinite"/>
                      </p:stCondLst>
                      <p:childTnLst>
                        <p:par>
                          <p:cTn id="1000" fill="hold">
                            <p:stCondLst>
                              <p:cond delay="0"/>
                            </p:stCondLst>
                            <p:childTnLst>
                              <p:par>
                                <p:cTn id="1001" presetID="1" presetClass="entr" presetSubtype="0" fill="hold" nodeType="clickEffect">
                                  <p:stCondLst>
                                    <p:cond delay="0"/>
                                  </p:stCondLst>
                                  <p:childTnLst>
                                    <p:set>
                                      <p:cBhvr>
                                        <p:cTn id="1002" dur="1" fill="hold">
                                          <p:stCondLst>
                                            <p:cond delay="0"/>
                                          </p:stCondLst>
                                        </p:cTn>
                                        <p:tgtEl>
                                          <p:spTgt spid="104">
                                            <p:txEl>
                                              <p:pRg st="6" end="6"/>
                                            </p:txEl>
                                          </p:spTgt>
                                        </p:tgtEl>
                                        <p:attrNameLst>
                                          <p:attrName>style.visibility</p:attrName>
                                        </p:attrNameLst>
                                      </p:cBhvr>
                                      <p:to>
                                        <p:strVal val="visible"/>
                                      </p:to>
                                    </p:set>
                                  </p:childTnLst>
                                </p:cTn>
                              </p:par>
                            </p:childTnLst>
                          </p:cTn>
                        </p:par>
                      </p:childTnLst>
                    </p:cTn>
                  </p:par>
                  <p:par>
                    <p:cTn id="1003" fill="hold">
                      <p:stCondLst>
                        <p:cond delay="indefinite"/>
                      </p:stCondLst>
                      <p:childTnLst>
                        <p:par>
                          <p:cTn id="1004" fill="hold">
                            <p:stCondLst>
                              <p:cond delay="0"/>
                            </p:stCondLst>
                            <p:childTnLst>
                              <p:par>
                                <p:cTn id="1005" presetID="1" presetClass="entr" presetSubtype="0" fill="hold" nodeType="clickEffect">
                                  <p:stCondLst>
                                    <p:cond delay="0"/>
                                  </p:stCondLst>
                                  <p:childTnLst>
                                    <p:set>
                                      <p:cBhvr>
                                        <p:cTn id="1006" dur="1" fill="hold">
                                          <p:stCondLst>
                                            <p:cond delay="0"/>
                                          </p:stCondLst>
                                        </p:cTn>
                                        <p:tgtEl>
                                          <p:spTgt spid="104">
                                            <p:txEl>
                                              <p:pRg st="7" end="7"/>
                                            </p:txEl>
                                          </p:spTgt>
                                        </p:tgtEl>
                                        <p:attrNameLst>
                                          <p:attrName>style.visibility</p:attrName>
                                        </p:attrNameLst>
                                      </p:cBhvr>
                                      <p:to>
                                        <p:strVal val="visible"/>
                                      </p:to>
                                    </p:set>
                                  </p:childTnLst>
                                </p:cTn>
                              </p:par>
                            </p:childTnLst>
                          </p:cTn>
                        </p:par>
                      </p:childTnLst>
                    </p:cTn>
                  </p:par>
                  <p:par>
                    <p:cTn id="1007" fill="hold">
                      <p:stCondLst>
                        <p:cond delay="indefinite"/>
                      </p:stCondLst>
                      <p:childTnLst>
                        <p:par>
                          <p:cTn id="1008" fill="hold">
                            <p:stCondLst>
                              <p:cond delay="0"/>
                            </p:stCondLst>
                            <p:childTnLst>
                              <p:par>
                                <p:cTn id="1009" presetID="1" presetClass="entr" presetSubtype="0" fill="hold" nodeType="clickEffect">
                                  <p:stCondLst>
                                    <p:cond delay="0"/>
                                  </p:stCondLst>
                                  <p:childTnLst>
                                    <p:set>
                                      <p:cBhvr>
                                        <p:cTn id="1010" dur="1" fill="hold">
                                          <p:stCondLst>
                                            <p:cond delay="0"/>
                                          </p:stCondLst>
                                        </p:cTn>
                                        <p:tgtEl>
                                          <p:spTgt spid="104">
                                            <p:txEl>
                                              <p:pRg st="8" end="8"/>
                                            </p:txEl>
                                          </p:spTgt>
                                        </p:tgtEl>
                                        <p:attrNameLst>
                                          <p:attrName>style.visibility</p:attrName>
                                        </p:attrNameLst>
                                      </p:cBhvr>
                                      <p:to>
                                        <p:strVal val="visible"/>
                                      </p:to>
                                    </p:set>
                                  </p:childTnLst>
                                </p:cTn>
                              </p:par>
                            </p:childTnLst>
                          </p:cTn>
                        </p:par>
                      </p:childTnLst>
                    </p:cTn>
                  </p:par>
                  <p:par>
                    <p:cTn id="1011" fill="hold">
                      <p:stCondLst>
                        <p:cond delay="indefinite"/>
                      </p:stCondLst>
                      <p:childTnLst>
                        <p:par>
                          <p:cTn id="1012" fill="hold">
                            <p:stCondLst>
                              <p:cond delay="0"/>
                            </p:stCondLst>
                            <p:childTnLst>
                              <p:par>
                                <p:cTn id="1013" presetID="1" presetClass="entr" presetSubtype="0" fill="hold" nodeType="clickEffect">
                                  <p:stCondLst>
                                    <p:cond delay="0"/>
                                  </p:stCondLst>
                                  <p:childTnLst>
                                    <p:set>
                                      <p:cBhvr>
                                        <p:cTn id="1014" dur="1" fill="hold">
                                          <p:stCondLst>
                                            <p:cond delay="0"/>
                                          </p:stCondLst>
                                        </p:cTn>
                                        <p:tgtEl>
                                          <p:spTgt spid="105">
                                            <p:txEl>
                                              <p:pRg st="0" end="0"/>
                                            </p:txEl>
                                          </p:spTgt>
                                        </p:tgtEl>
                                        <p:attrNameLst>
                                          <p:attrName>style.visibility</p:attrName>
                                        </p:attrNameLst>
                                      </p:cBhvr>
                                      <p:to>
                                        <p:strVal val="visible"/>
                                      </p:to>
                                    </p:set>
                                  </p:childTnLst>
                                </p:cTn>
                              </p:par>
                            </p:childTnLst>
                          </p:cTn>
                        </p:par>
                      </p:childTnLst>
                    </p:cTn>
                  </p:par>
                  <p:par>
                    <p:cTn id="1015" fill="hold">
                      <p:stCondLst>
                        <p:cond delay="indefinite"/>
                      </p:stCondLst>
                      <p:childTnLst>
                        <p:par>
                          <p:cTn id="1016" fill="hold">
                            <p:stCondLst>
                              <p:cond delay="0"/>
                            </p:stCondLst>
                            <p:childTnLst>
                              <p:par>
                                <p:cTn id="1017" presetID="1" presetClass="entr" presetSubtype="0" fill="hold" nodeType="clickEffect">
                                  <p:stCondLst>
                                    <p:cond delay="0"/>
                                  </p:stCondLst>
                                  <p:childTnLst>
                                    <p:set>
                                      <p:cBhvr>
                                        <p:cTn id="1018" dur="1" fill="hold">
                                          <p:stCondLst>
                                            <p:cond delay="0"/>
                                          </p:stCondLst>
                                        </p:cTn>
                                        <p:tgtEl>
                                          <p:spTgt spid="105">
                                            <p:txEl>
                                              <p:pRg st="1" end="1"/>
                                            </p:txEl>
                                          </p:spTgt>
                                        </p:tgtEl>
                                        <p:attrNameLst>
                                          <p:attrName>style.visibility</p:attrName>
                                        </p:attrNameLst>
                                      </p:cBhvr>
                                      <p:to>
                                        <p:strVal val="visible"/>
                                      </p:to>
                                    </p:set>
                                  </p:childTnLst>
                                </p:cTn>
                              </p:par>
                            </p:childTnLst>
                          </p:cTn>
                        </p:par>
                      </p:childTnLst>
                    </p:cTn>
                  </p:par>
                  <p:par>
                    <p:cTn id="1019" fill="hold">
                      <p:stCondLst>
                        <p:cond delay="indefinite"/>
                      </p:stCondLst>
                      <p:childTnLst>
                        <p:par>
                          <p:cTn id="1020" fill="hold">
                            <p:stCondLst>
                              <p:cond delay="0"/>
                            </p:stCondLst>
                            <p:childTnLst>
                              <p:par>
                                <p:cTn id="1021" presetID="1" presetClass="entr" presetSubtype="0" fill="hold" nodeType="clickEffect">
                                  <p:stCondLst>
                                    <p:cond delay="0"/>
                                  </p:stCondLst>
                                  <p:childTnLst>
                                    <p:set>
                                      <p:cBhvr>
                                        <p:cTn id="1022" dur="1" fill="hold">
                                          <p:stCondLst>
                                            <p:cond delay="0"/>
                                          </p:stCondLst>
                                        </p:cTn>
                                        <p:tgtEl>
                                          <p:spTgt spid="105">
                                            <p:txEl>
                                              <p:pRg st="2" end="2"/>
                                            </p:txEl>
                                          </p:spTgt>
                                        </p:tgtEl>
                                        <p:attrNameLst>
                                          <p:attrName>style.visibility</p:attrName>
                                        </p:attrNameLst>
                                      </p:cBhvr>
                                      <p:to>
                                        <p:strVal val="visible"/>
                                      </p:to>
                                    </p:set>
                                  </p:childTnLst>
                                </p:cTn>
                              </p:par>
                            </p:childTnLst>
                          </p:cTn>
                        </p:par>
                      </p:childTnLst>
                    </p:cTn>
                  </p:par>
                  <p:par>
                    <p:cTn id="1023" fill="hold">
                      <p:stCondLst>
                        <p:cond delay="indefinite"/>
                      </p:stCondLst>
                      <p:childTnLst>
                        <p:par>
                          <p:cTn id="1024" fill="hold">
                            <p:stCondLst>
                              <p:cond delay="0"/>
                            </p:stCondLst>
                            <p:childTnLst>
                              <p:par>
                                <p:cTn id="1025" presetID="1" presetClass="entr" presetSubtype="0" fill="hold" nodeType="clickEffect">
                                  <p:stCondLst>
                                    <p:cond delay="0"/>
                                  </p:stCondLst>
                                  <p:childTnLst>
                                    <p:set>
                                      <p:cBhvr>
                                        <p:cTn id="1026" dur="1" fill="hold">
                                          <p:stCondLst>
                                            <p:cond delay="0"/>
                                          </p:stCondLst>
                                        </p:cTn>
                                        <p:tgtEl>
                                          <p:spTgt spid="105">
                                            <p:txEl>
                                              <p:pRg st="3" end="3"/>
                                            </p:txEl>
                                          </p:spTgt>
                                        </p:tgtEl>
                                        <p:attrNameLst>
                                          <p:attrName>style.visibility</p:attrName>
                                        </p:attrNameLst>
                                      </p:cBhvr>
                                      <p:to>
                                        <p:strVal val="visible"/>
                                      </p:to>
                                    </p:set>
                                  </p:childTnLst>
                                </p:cTn>
                              </p:par>
                            </p:childTnLst>
                          </p:cTn>
                        </p:par>
                      </p:childTnLst>
                    </p:cTn>
                  </p:par>
                  <p:par>
                    <p:cTn id="1027" fill="hold">
                      <p:stCondLst>
                        <p:cond delay="indefinite"/>
                      </p:stCondLst>
                      <p:childTnLst>
                        <p:par>
                          <p:cTn id="1028" fill="hold">
                            <p:stCondLst>
                              <p:cond delay="0"/>
                            </p:stCondLst>
                            <p:childTnLst>
                              <p:par>
                                <p:cTn id="1029" presetID="1" presetClass="entr" presetSubtype="0" fill="hold" nodeType="clickEffect">
                                  <p:stCondLst>
                                    <p:cond delay="0"/>
                                  </p:stCondLst>
                                  <p:childTnLst>
                                    <p:set>
                                      <p:cBhvr>
                                        <p:cTn id="1030" dur="1" fill="hold">
                                          <p:stCondLst>
                                            <p:cond delay="0"/>
                                          </p:stCondLst>
                                        </p:cTn>
                                        <p:tgtEl>
                                          <p:spTgt spid="105">
                                            <p:txEl>
                                              <p:pRg st="4" end="4"/>
                                            </p:txEl>
                                          </p:spTgt>
                                        </p:tgtEl>
                                        <p:attrNameLst>
                                          <p:attrName>style.visibility</p:attrName>
                                        </p:attrNameLst>
                                      </p:cBhvr>
                                      <p:to>
                                        <p:strVal val="visible"/>
                                      </p:to>
                                    </p:set>
                                  </p:childTnLst>
                                </p:cTn>
                              </p:par>
                            </p:childTnLst>
                          </p:cTn>
                        </p:par>
                      </p:childTnLst>
                    </p:cTn>
                  </p:par>
                  <p:par>
                    <p:cTn id="1031" fill="hold">
                      <p:stCondLst>
                        <p:cond delay="indefinite"/>
                      </p:stCondLst>
                      <p:childTnLst>
                        <p:par>
                          <p:cTn id="1032" fill="hold">
                            <p:stCondLst>
                              <p:cond delay="0"/>
                            </p:stCondLst>
                            <p:childTnLst>
                              <p:par>
                                <p:cTn id="1033" presetID="1" presetClass="entr" presetSubtype="0" fill="hold" nodeType="clickEffect">
                                  <p:stCondLst>
                                    <p:cond delay="0"/>
                                  </p:stCondLst>
                                  <p:childTnLst>
                                    <p:set>
                                      <p:cBhvr>
                                        <p:cTn id="1034" dur="1" fill="hold">
                                          <p:stCondLst>
                                            <p:cond delay="0"/>
                                          </p:stCondLst>
                                        </p:cTn>
                                        <p:tgtEl>
                                          <p:spTgt spid="105">
                                            <p:txEl>
                                              <p:pRg st="5" end="5"/>
                                            </p:txEl>
                                          </p:spTgt>
                                        </p:tgtEl>
                                        <p:attrNameLst>
                                          <p:attrName>style.visibility</p:attrName>
                                        </p:attrNameLst>
                                      </p:cBhvr>
                                      <p:to>
                                        <p:strVal val="visible"/>
                                      </p:to>
                                    </p:set>
                                  </p:childTnLst>
                                </p:cTn>
                              </p:par>
                            </p:childTnLst>
                          </p:cTn>
                        </p:par>
                      </p:childTnLst>
                    </p:cTn>
                  </p:par>
                  <p:par>
                    <p:cTn id="1035" fill="hold">
                      <p:stCondLst>
                        <p:cond delay="indefinite"/>
                      </p:stCondLst>
                      <p:childTnLst>
                        <p:par>
                          <p:cTn id="1036" fill="hold">
                            <p:stCondLst>
                              <p:cond delay="0"/>
                            </p:stCondLst>
                            <p:childTnLst>
                              <p:par>
                                <p:cTn id="1037" presetID="1" presetClass="entr" presetSubtype="0" fill="hold" nodeType="clickEffect">
                                  <p:stCondLst>
                                    <p:cond delay="0"/>
                                  </p:stCondLst>
                                  <p:childTnLst>
                                    <p:set>
                                      <p:cBhvr>
                                        <p:cTn id="1038" dur="1" fill="hold">
                                          <p:stCondLst>
                                            <p:cond delay="0"/>
                                          </p:stCondLst>
                                        </p:cTn>
                                        <p:tgtEl>
                                          <p:spTgt spid="105">
                                            <p:txEl>
                                              <p:pRg st="6" end="6"/>
                                            </p:txEl>
                                          </p:spTgt>
                                        </p:tgtEl>
                                        <p:attrNameLst>
                                          <p:attrName>style.visibility</p:attrName>
                                        </p:attrNameLst>
                                      </p:cBhvr>
                                      <p:to>
                                        <p:strVal val="visible"/>
                                      </p:to>
                                    </p:set>
                                  </p:childTnLst>
                                </p:cTn>
                              </p:par>
                            </p:childTnLst>
                          </p:cTn>
                        </p:par>
                      </p:childTnLst>
                    </p:cTn>
                  </p:par>
                  <p:par>
                    <p:cTn id="1039" fill="hold">
                      <p:stCondLst>
                        <p:cond delay="indefinite"/>
                      </p:stCondLst>
                      <p:childTnLst>
                        <p:par>
                          <p:cTn id="1040" fill="hold">
                            <p:stCondLst>
                              <p:cond delay="0"/>
                            </p:stCondLst>
                            <p:childTnLst>
                              <p:par>
                                <p:cTn id="1041" presetID="1" presetClass="entr" presetSubtype="0" fill="hold" nodeType="clickEffect">
                                  <p:stCondLst>
                                    <p:cond delay="0"/>
                                  </p:stCondLst>
                                  <p:childTnLst>
                                    <p:set>
                                      <p:cBhvr>
                                        <p:cTn id="1042" dur="1" fill="hold">
                                          <p:stCondLst>
                                            <p:cond delay="0"/>
                                          </p:stCondLst>
                                        </p:cTn>
                                        <p:tgtEl>
                                          <p:spTgt spid="105">
                                            <p:txEl>
                                              <p:pRg st="7" end="7"/>
                                            </p:txEl>
                                          </p:spTgt>
                                        </p:tgtEl>
                                        <p:attrNameLst>
                                          <p:attrName>style.visibility</p:attrName>
                                        </p:attrNameLst>
                                      </p:cBhvr>
                                      <p:to>
                                        <p:strVal val="visible"/>
                                      </p:to>
                                    </p:set>
                                  </p:childTnLst>
                                </p:cTn>
                              </p:par>
                            </p:childTnLst>
                          </p:cTn>
                        </p:par>
                      </p:childTnLst>
                    </p:cTn>
                  </p:par>
                  <p:par>
                    <p:cTn id="1043" fill="hold">
                      <p:stCondLst>
                        <p:cond delay="indefinite"/>
                      </p:stCondLst>
                      <p:childTnLst>
                        <p:par>
                          <p:cTn id="1044" fill="hold">
                            <p:stCondLst>
                              <p:cond delay="0"/>
                            </p:stCondLst>
                            <p:childTnLst>
                              <p:par>
                                <p:cTn id="1045" presetID="1" presetClass="entr" presetSubtype="0" fill="hold" nodeType="clickEffect">
                                  <p:stCondLst>
                                    <p:cond delay="0"/>
                                  </p:stCondLst>
                                  <p:childTnLst>
                                    <p:set>
                                      <p:cBhvr>
                                        <p:cTn id="1046" dur="1" fill="hold">
                                          <p:stCondLst>
                                            <p:cond delay="0"/>
                                          </p:stCondLst>
                                        </p:cTn>
                                        <p:tgtEl>
                                          <p:spTgt spid="105">
                                            <p:txEl>
                                              <p:pRg st="8" end="8"/>
                                            </p:txEl>
                                          </p:spTgt>
                                        </p:tgtEl>
                                        <p:attrNameLst>
                                          <p:attrName>style.visibility</p:attrName>
                                        </p:attrNameLst>
                                      </p:cBhvr>
                                      <p:to>
                                        <p:strVal val="visible"/>
                                      </p:to>
                                    </p:set>
                                  </p:childTnLst>
                                </p:cTn>
                              </p:par>
                            </p:childTnLst>
                          </p:cTn>
                        </p:par>
                      </p:childTnLst>
                    </p:cTn>
                  </p:par>
                  <p:par>
                    <p:cTn id="1047" fill="hold">
                      <p:stCondLst>
                        <p:cond delay="indefinite"/>
                      </p:stCondLst>
                      <p:childTnLst>
                        <p:par>
                          <p:cTn id="1048" fill="hold">
                            <p:stCondLst>
                              <p:cond delay="0"/>
                            </p:stCondLst>
                            <p:childTnLst>
                              <p:par>
                                <p:cTn id="1049" presetID="1" presetClass="entr" presetSubtype="0" fill="hold" nodeType="clickEffect">
                                  <p:stCondLst>
                                    <p:cond delay="0"/>
                                  </p:stCondLst>
                                  <p:childTnLst>
                                    <p:set>
                                      <p:cBhvr>
                                        <p:cTn id="1050" dur="1" fill="hold">
                                          <p:stCondLst>
                                            <p:cond delay="0"/>
                                          </p:stCondLst>
                                        </p:cTn>
                                        <p:tgtEl>
                                          <p:spTgt spid="106">
                                            <p:txEl>
                                              <p:pRg st="0" end="0"/>
                                            </p:txEl>
                                          </p:spTgt>
                                        </p:tgtEl>
                                        <p:attrNameLst>
                                          <p:attrName>style.visibility</p:attrName>
                                        </p:attrNameLst>
                                      </p:cBhvr>
                                      <p:to>
                                        <p:strVal val="visible"/>
                                      </p:to>
                                    </p:set>
                                  </p:childTnLst>
                                </p:cTn>
                              </p:par>
                            </p:childTnLst>
                          </p:cTn>
                        </p:par>
                      </p:childTnLst>
                    </p:cTn>
                  </p:par>
                  <p:par>
                    <p:cTn id="1051" fill="hold">
                      <p:stCondLst>
                        <p:cond delay="indefinite"/>
                      </p:stCondLst>
                      <p:childTnLst>
                        <p:par>
                          <p:cTn id="1052" fill="hold">
                            <p:stCondLst>
                              <p:cond delay="0"/>
                            </p:stCondLst>
                            <p:childTnLst>
                              <p:par>
                                <p:cTn id="1053" presetID="1" presetClass="entr" presetSubtype="0" fill="hold" nodeType="clickEffect">
                                  <p:stCondLst>
                                    <p:cond delay="0"/>
                                  </p:stCondLst>
                                  <p:childTnLst>
                                    <p:set>
                                      <p:cBhvr>
                                        <p:cTn id="1054" dur="1" fill="hold">
                                          <p:stCondLst>
                                            <p:cond delay="0"/>
                                          </p:stCondLst>
                                        </p:cTn>
                                        <p:tgtEl>
                                          <p:spTgt spid="106">
                                            <p:txEl>
                                              <p:pRg st="1" end="1"/>
                                            </p:txEl>
                                          </p:spTgt>
                                        </p:tgtEl>
                                        <p:attrNameLst>
                                          <p:attrName>style.visibility</p:attrName>
                                        </p:attrNameLst>
                                      </p:cBhvr>
                                      <p:to>
                                        <p:strVal val="visible"/>
                                      </p:to>
                                    </p:set>
                                  </p:childTnLst>
                                </p:cTn>
                              </p:par>
                            </p:childTnLst>
                          </p:cTn>
                        </p:par>
                      </p:childTnLst>
                    </p:cTn>
                  </p:par>
                  <p:par>
                    <p:cTn id="1055" fill="hold">
                      <p:stCondLst>
                        <p:cond delay="indefinite"/>
                      </p:stCondLst>
                      <p:childTnLst>
                        <p:par>
                          <p:cTn id="1056" fill="hold">
                            <p:stCondLst>
                              <p:cond delay="0"/>
                            </p:stCondLst>
                            <p:childTnLst>
                              <p:par>
                                <p:cTn id="1057" presetID="1" presetClass="entr" presetSubtype="0" fill="hold" nodeType="clickEffect">
                                  <p:stCondLst>
                                    <p:cond delay="0"/>
                                  </p:stCondLst>
                                  <p:childTnLst>
                                    <p:set>
                                      <p:cBhvr>
                                        <p:cTn id="1058" dur="1" fill="hold">
                                          <p:stCondLst>
                                            <p:cond delay="0"/>
                                          </p:stCondLst>
                                        </p:cTn>
                                        <p:tgtEl>
                                          <p:spTgt spid="106">
                                            <p:txEl>
                                              <p:pRg st="2" end="2"/>
                                            </p:txEl>
                                          </p:spTgt>
                                        </p:tgtEl>
                                        <p:attrNameLst>
                                          <p:attrName>style.visibility</p:attrName>
                                        </p:attrNameLst>
                                      </p:cBhvr>
                                      <p:to>
                                        <p:strVal val="visible"/>
                                      </p:to>
                                    </p:set>
                                  </p:childTnLst>
                                </p:cTn>
                              </p:par>
                            </p:childTnLst>
                          </p:cTn>
                        </p:par>
                      </p:childTnLst>
                    </p:cTn>
                  </p:par>
                  <p:par>
                    <p:cTn id="1059" fill="hold">
                      <p:stCondLst>
                        <p:cond delay="indefinite"/>
                      </p:stCondLst>
                      <p:childTnLst>
                        <p:par>
                          <p:cTn id="1060" fill="hold">
                            <p:stCondLst>
                              <p:cond delay="0"/>
                            </p:stCondLst>
                            <p:childTnLst>
                              <p:par>
                                <p:cTn id="1061" presetID="1" presetClass="entr" presetSubtype="0" fill="hold" nodeType="clickEffect">
                                  <p:stCondLst>
                                    <p:cond delay="0"/>
                                  </p:stCondLst>
                                  <p:childTnLst>
                                    <p:set>
                                      <p:cBhvr>
                                        <p:cTn id="1062" dur="1" fill="hold">
                                          <p:stCondLst>
                                            <p:cond delay="0"/>
                                          </p:stCondLst>
                                        </p:cTn>
                                        <p:tgtEl>
                                          <p:spTgt spid="106">
                                            <p:txEl>
                                              <p:pRg st="3" end="3"/>
                                            </p:txEl>
                                          </p:spTgt>
                                        </p:tgtEl>
                                        <p:attrNameLst>
                                          <p:attrName>style.visibility</p:attrName>
                                        </p:attrNameLst>
                                      </p:cBhvr>
                                      <p:to>
                                        <p:strVal val="visible"/>
                                      </p:to>
                                    </p:set>
                                  </p:childTnLst>
                                </p:cTn>
                              </p:par>
                            </p:childTnLst>
                          </p:cTn>
                        </p:par>
                      </p:childTnLst>
                    </p:cTn>
                  </p:par>
                  <p:par>
                    <p:cTn id="1063" fill="hold">
                      <p:stCondLst>
                        <p:cond delay="indefinite"/>
                      </p:stCondLst>
                      <p:childTnLst>
                        <p:par>
                          <p:cTn id="1064" fill="hold">
                            <p:stCondLst>
                              <p:cond delay="0"/>
                            </p:stCondLst>
                            <p:childTnLst>
                              <p:par>
                                <p:cTn id="1065" presetID="1" presetClass="entr" presetSubtype="0" fill="hold" nodeType="clickEffect">
                                  <p:stCondLst>
                                    <p:cond delay="0"/>
                                  </p:stCondLst>
                                  <p:childTnLst>
                                    <p:set>
                                      <p:cBhvr>
                                        <p:cTn id="1066" dur="1" fill="hold">
                                          <p:stCondLst>
                                            <p:cond delay="0"/>
                                          </p:stCondLst>
                                        </p:cTn>
                                        <p:tgtEl>
                                          <p:spTgt spid="106">
                                            <p:txEl>
                                              <p:pRg st="4" end="4"/>
                                            </p:txEl>
                                          </p:spTgt>
                                        </p:tgtEl>
                                        <p:attrNameLst>
                                          <p:attrName>style.visibility</p:attrName>
                                        </p:attrNameLst>
                                      </p:cBhvr>
                                      <p:to>
                                        <p:strVal val="visible"/>
                                      </p:to>
                                    </p:set>
                                  </p:childTnLst>
                                </p:cTn>
                              </p:par>
                            </p:childTnLst>
                          </p:cTn>
                        </p:par>
                      </p:childTnLst>
                    </p:cTn>
                  </p:par>
                  <p:par>
                    <p:cTn id="1067" fill="hold">
                      <p:stCondLst>
                        <p:cond delay="indefinite"/>
                      </p:stCondLst>
                      <p:childTnLst>
                        <p:par>
                          <p:cTn id="1068" fill="hold">
                            <p:stCondLst>
                              <p:cond delay="0"/>
                            </p:stCondLst>
                            <p:childTnLst>
                              <p:par>
                                <p:cTn id="1069" presetID="1" presetClass="entr" presetSubtype="0" fill="hold" nodeType="clickEffect">
                                  <p:stCondLst>
                                    <p:cond delay="0"/>
                                  </p:stCondLst>
                                  <p:childTnLst>
                                    <p:set>
                                      <p:cBhvr>
                                        <p:cTn id="1070" dur="1" fill="hold">
                                          <p:stCondLst>
                                            <p:cond delay="0"/>
                                          </p:stCondLst>
                                        </p:cTn>
                                        <p:tgtEl>
                                          <p:spTgt spid="106">
                                            <p:txEl>
                                              <p:pRg st="5" end="5"/>
                                            </p:txEl>
                                          </p:spTgt>
                                        </p:tgtEl>
                                        <p:attrNameLst>
                                          <p:attrName>style.visibility</p:attrName>
                                        </p:attrNameLst>
                                      </p:cBhvr>
                                      <p:to>
                                        <p:strVal val="visible"/>
                                      </p:to>
                                    </p:set>
                                  </p:childTnLst>
                                </p:cTn>
                              </p:par>
                            </p:childTnLst>
                          </p:cTn>
                        </p:par>
                      </p:childTnLst>
                    </p:cTn>
                  </p:par>
                  <p:par>
                    <p:cTn id="1071" fill="hold">
                      <p:stCondLst>
                        <p:cond delay="indefinite"/>
                      </p:stCondLst>
                      <p:childTnLst>
                        <p:par>
                          <p:cTn id="1072" fill="hold">
                            <p:stCondLst>
                              <p:cond delay="0"/>
                            </p:stCondLst>
                            <p:childTnLst>
                              <p:par>
                                <p:cTn id="1073" presetID="1" presetClass="entr" presetSubtype="0" fill="hold" nodeType="clickEffect">
                                  <p:stCondLst>
                                    <p:cond delay="0"/>
                                  </p:stCondLst>
                                  <p:childTnLst>
                                    <p:set>
                                      <p:cBhvr>
                                        <p:cTn id="1074" dur="1" fill="hold">
                                          <p:stCondLst>
                                            <p:cond delay="0"/>
                                          </p:stCondLst>
                                        </p:cTn>
                                        <p:tgtEl>
                                          <p:spTgt spid="106">
                                            <p:txEl>
                                              <p:pRg st="6" end="6"/>
                                            </p:txEl>
                                          </p:spTgt>
                                        </p:tgtEl>
                                        <p:attrNameLst>
                                          <p:attrName>style.visibility</p:attrName>
                                        </p:attrNameLst>
                                      </p:cBhvr>
                                      <p:to>
                                        <p:strVal val="visible"/>
                                      </p:to>
                                    </p:set>
                                  </p:childTnLst>
                                </p:cTn>
                              </p:par>
                            </p:childTnLst>
                          </p:cTn>
                        </p:par>
                      </p:childTnLst>
                    </p:cTn>
                  </p:par>
                  <p:par>
                    <p:cTn id="1075" fill="hold">
                      <p:stCondLst>
                        <p:cond delay="indefinite"/>
                      </p:stCondLst>
                      <p:childTnLst>
                        <p:par>
                          <p:cTn id="1076" fill="hold">
                            <p:stCondLst>
                              <p:cond delay="0"/>
                            </p:stCondLst>
                            <p:childTnLst>
                              <p:par>
                                <p:cTn id="1077" presetID="1" presetClass="entr" presetSubtype="0" fill="hold" nodeType="clickEffect">
                                  <p:stCondLst>
                                    <p:cond delay="0"/>
                                  </p:stCondLst>
                                  <p:childTnLst>
                                    <p:set>
                                      <p:cBhvr>
                                        <p:cTn id="1078" dur="1" fill="hold">
                                          <p:stCondLst>
                                            <p:cond delay="0"/>
                                          </p:stCondLst>
                                        </p:cTn>
                                        <p:tgtEl>
                                          <p:spTgt spid="106">
                                            <p:txEl>
                                              <p:pRg st="7" end="7"/>
                                            </p:txEl>
                                          </p:spTgt>
                                        </p:tgtEl>
                                        <p:attrNameLst>
                                          <p:attrName>style.visibility</p:attrName>
                                        </p:attrNameLst>
                                      </p:cBhvr>
                                      <p:to>
                                        <p:strVal val="visible"/>
                                      </p:to>
                                    </p:set>
                                  </p:childTnLst>
                                </p:cTn>
                              </p:par>
                            </p:childTnLst>
                          </p:cTn>
                        </p:par>
                      </p:childTnLst>
                    </p:cTn>
                  </p:par>
                  <p:par>
                    <p:cTn id="1079" fill="hold">
                      <p:stCondLst>
                        <p:cond delay="indefinite"/>
                      </p:stCondLst>
                      <p:childTnLst>
                        <p:par>
                          <p:cTn id="1080" fill="hold">
                            <p:stCondLst>
                              <p:cond delay="0"/>
                            </p:stCondLst>
                            <p:childTnLst>
                              <p:par>
                                <p:cTn id="1081" presetID="1" presetClass="entr" presetSubtype="0" fill="hold" nodeType="clickEffect">
                                  <p:stCondLst>
                                    <p:cond delay="0"/>
                                  </p:stCondLst>
                                  <p:childTnLst>
                                    <p:set>
                                      <p:cBhvr>
                                        <p:cTn id="1082" dur="1" fill="hold">
                                          <p:stCondLst>
                                            <p:cond delay="0"/>
                                          </p:stCondLst>
                                        </p:cTn>
                                        <p:tgtEl>
                                          <p:spTgt spid="106">
                                            <p:txEl>
                                              <p:pRg st="8" end="8"/>
                                            </p:txEl>
                                          </p:spTgt>
                                        </p:tgtEl>
                                        <p:attrNameLst>
                                          <p:attrName>style.visibility</p:attrName>
                                        </p:attrNameLst>
                                      </p:cBhvr>
                                      <p:to>
                                        <p:strVal val="visible"/>
                                      </p:to>
                                    </p:set>
                                  </p:childTnLst>
                                </p:cTn>
                              </p:par>
                            </p:childTnLst>
                          </p:cTn>
                        </p:par>
                      </p:childTnLst>
                    </p:cTn>
                  </p:par>
                  <p:par>
                    <p:cTn id="1083" fill="hold">
                      <p:stCondLst>
                        <p:cond delay="indefinite"/>
                      </p:stCondLst>
                      <p:childTnLst>
                        <p:par>
                          <p:cTn id="1084" fill="hold">
                            <p:stCondLst>
                              <p:cond delay="0"/>
                            </p:stCondLst>
                            <p:childTnLst>
                              <p:par>
                                <p:cTn id="1085" presetID="1" presetClass="entr" presetSubtype="0" fill="hold" nodeType="clickEffect">
                                  <p:stCondLst>
                                    <p:cond delay="0"/>
                                  </p:stCondLst>
                                  <p:childTnLst>
                                    <p:set>
                                      <p:cBhvr>
                                        <p:cTn id="1086" dur="1" fill="hold">
                                          <p:stCondLst>
                                            <p:cond delay="0"/>
                                          </p:stCondLst>
                                        </p:cTn>
                                        <p:tgtEl>
                                          <p:spTgt spid="107">
                                            <p:txEl>
                                              <p:pRg st="0" end="0"/>
                                            </p:txEl>
                                          </p:spTgt>
                                        </p:tgtEl>
                                        <p:attrNameLst>
                                          <p:attrName>style.visibility</p:attrName>
                                        </p:attrNameLst>
                                      </p:cBhvr>
                                      <p:to>
                                        <p:strVal val="visible"/>
                                      </p:to>
                                    </p:set>
                                  </p:childTnLst>
                                </p:cTn>
                              </p:par>
                            </p:childTnLst>
                          </p:cTn>
                        </p:par>
                      </p:childTnLst>
                    </p:cTn>
                  </p:par>
                  <p:par>
                    <p:cTn id="1087" fill="hold">
                      <p:stCondLst>
                        <p:cond delay="indefinite"/>
                      </p:stCondLst>
                      <p:childTnLst>
                        <p:par>
                          <p:cTn id="1088" fill="hold">
                            <p:stCondLst>
                              <p:cond delay="0"/>
                            </p:stCondLst>
                            <p:childTnLst>
                              <p:par>
                                <p:cTn id="1089" presetID="1" presetClass="entr" presetSubtype="0" fill="hold" nodeType="clickEffect">
                                  <p:stCondLst>
                                    <p:cond delay="0"/>
                                  </p:stCondLst>
                                  <p:childTnLst>
                                    <p:set>
                                      <p:cBhvr>
                                        <p:cTn id="1090" dur="1" fill="hold">
                                          <p:stCondLst>
                                            <p:cond delay="0"/>
                                          </p:stCondLst>
                                        </p:cTn>
                                        <p:tgtEl>
                                          <p:spTgt spid="107">
                                            <p:txEl>
                                              <p:pRg st="1" end="1"/>
                                            </p:txEl>
                                          </p:spTgt>
                                        </p:tgtEl>
                                        <p:attrNameLst>
                                          <p:attrName>style.visibility</p:attrName>
                                        </p:attrNameLst>
                                      </p:cBhvr>
                                      <p:to>
                                        <p:strVal val="visible"/>
                                      </p:to>
                                    </p:set>
                                  </p:childTnLst>
                                </p:cTn>
                              </p:par>
                            </p:childTnLst>
                          </p:cTn>
                        </p:par>
                      </p:childTnLst>
                    </p:cTn>
                  </p:par>
                  <p:par>
                    <p:cTn id="1091" fill="hold">
                      <p:stCondLst>
                        <p:cond delay="indefinite"/>
                      </p:stCondLst>
                      <p:childTnLst>
                        <p:par>
                          <p:cTn id="1092" fill="hold">
                            <p:stCondLst>
                              <p:cond delay="0"/>
                            </p:stCondLst>
                            <p:childTnLst>
                              <p:par>
                                <p:cTn id="1093" presetID="1" presetClass="entr" presetSubtype="0" fill="hold" nodeType="clickEffect">
                                  <p:stCondLst>
                                    <p:cond delay="0"/>
                                  </p:stCondLst>
                                  <p:childTnLst>
                                    <p:set>
                                      <p:cBhvr>
                                        <p:cTn id="1094" dur="1" fill="hold">
                                          <p:stCondLst>
                                            <p:cond delay="0"/>
                                          </p:stCondLst>
                                        </p:cTn>
                                        <p:tgtEl>
                                          <p:spTgt spid="107">
                                            <p:txEl>
                                              <p:pRg st="2" end="2"/>
                                            </p:txEl>
                                          </p:spTgt>
                                        </p:tgtEl>
                                        <p:attrNameLst>
                                          <p:attrName>style.visibility</p:attrName>
                                        </p:attrNameLst>
                                      </p:cBhvr>
                                      <p:to>
                                        <p:strVal val="visible"/>
                                      </p:to>
                                    </p:set>
                                  </p:childTnLst>
                                </p:cTn>
                              </p:par>
                            </p:childTnLst>
                          </p:cTn>
                        </p:par>
                      </p:childTnLst>
                    </p:cTn>
                  </p:par>
                  <p:par>
                    <p:cTn id="1095" fill="hold">
                      <p:stCondLst>
                        <p:cond delay="indefinite"/>
                      </p:stCondLst>
                      <p:childTnLst>
                        <p:par>
                          <p:cTn id="1096" fill="hold">
                            <p:stCondLst>
                              <p:cond delay="0"/>
                            </p:stCondLst>
                            <p:childTnLst>
                              <p:par>
                                <p:cTn id="1097" presetID="1" presetClass="entr" presetSubtype="0" fill="hold" nodeType="clickEffect">
                                  <p:stCondLst>
                                    <p:cond delay="0"/>
                                  </p:stCondLst>
                                  <p:childTnLst>
                                    <p:set>
                                      <p:cBhvr>
                                        <p:cTn id="1098" dur="1" fill="hold">
                                          <p:stCondLst>
                                            <p:cond delay="0"/>
                                          </p:stCondLst>
                                        </p:cTn>
                                        <p:tgtEl>
                                          <p:spTgt spid="107">
                                            <p:txEl>
                                              <p:pRg st="3" end="3"/>
                                            </p:txEl>
                                          </p:spTgt>
                                        </p:tgtEl>
                                        <p:attrNameLst>
                                          <p:attrName>style.visibility</p:attrName>
                                        </p:attrNameLst>
                                      </p:cBhvr>
                                      <p:to>
                                        <p:strVal val="visible"/>
                                      </p:to>
                                    </p:set>
                                  </p:childTnLst>
                                </p:cTn>
                              </p:par>
                            </p:childTnLst>
                          </p:cTn>
                        </p:par>
                      </p:childTnLst>
                    </p:cTn>
                  </p:par>
                  <p:par>
                    <p:cTn id="1099" fill="hold">
                      <p:stCondLst>
                        <p:cond delay="indefinite"/>
                      </p:stCondLst>
                      <p:childTnLst>
                        <p:par>
                          <p:cTn id="1100" fill="hold">
                            <p:stCondLst>
                              <p:cond delay="0"/>
                            </p:stCondLst>
                            <p:childTnLst>
                              <p:par>
                                <p:cTn id="1101" presetID="1" presetClass="entr" presetSubtype="0" fill="hold" nodeType="clickEffect">
                                  <p:stCondLst>
                                    <p:cond delay="0"/>
                                  </p:stCondLst>
                                  <p:childTnLst>
                                    <p:set>
                                      <p:cBhvr>
                                        <p:cTn id="1102" dur="1" fill="hold">
                                          <p:stCondLst>
                                            <p:cond delay="0"/>
                                          </p:stCondLst>
                                        </p:cTn>
                                        <p:tgtEl>
                                          <p:spTgt spid="107">
                                            <p:txEl>
                                              <p:pRg st="4" end="4"/>
                                            </p:txEl>
                                          </p:spTgt>
                                        </p:tgtEl>
                                        <p:attrNameLst>
                                          <p:attrName>style.visibility</p:attrName>
                                        </p:attrNameLst>
                                      </p:cBhvr>
                                      <p:to>
                                        <p:strVal val="visible"/>
                                      </p:to>
                                    </p:set>
                                  </p:childTnLst>
                                </p:cTn>
                              </p:par>
                            </p:childTnLst>
                          </p:cTn>
                        </p:par>
                      </p:childTnLst>
                    </p:cTn>
                  </p:par>
                  <p:par>
                    <p:cTn id="1103" fill="hold">
                      <p:stCondLst>
                        <p:cond delay="indefinite"/>
                      </p:stCondLst>
                      <p:childTnLst>
                        <p:par>
                          <p:cTn id="1104" fill="hold">
                            <p:stCondLst>
                              <p:cond delay="0"/>
                            </p:stCondLst>
                            <p:childTnLst>
                              <p:par>
                                <p:cTn id="1105" presetID="1" presetClass="entr" presetSubtype="0" fill="hold" nodeType="clickEffect">
                                  <p:stCondLst>
                                    <p:cond delay="0"/>
                                  </p:stCondLst>
                                  <p:childTnLst>
                                    <p:set>
                                      <p:cBhvr>
                                        <p:cTn id="1106" dur="1" fill="hold">
                                          <p:stCondLst>
                                            <p:cond delay="0"/>
                                          </p:stCondLst>
                                        </p:cTn>
                                        <p:tgtEl>
                                          <p:spTgt spid="107">
                                            <p:txEl>
                                              <p:pRg st="5" end="5"/>
                                            </p:txEl>
                                          </p:spTgt>
                                        </p:tgtEl>
                                        <p:attrNameLst>
                                          <p:attrName>style.visibility</p:attrName>
                                        </p:attrNameLst>
                                      </p:cBhvr>
                                      <p:to>
                                        <p:strVal val="visible"/>
                                      </p:to>
                                    </p:set>
                                  </p:childTnLst>
                                </p:cTn>
                              </p:par>
                            </p:childTnLst>
                          </p:cTn>
                        </p:par>
                      </p:childTnLst>
                    </p:cTn>
                  </p:par>
                  <p:par>
                    <p:cTn id="1107" fill="hold">
                      <p:stCondLst>
                        <p:cond delay="indefinite"/>
                      </p:stCondLst>
                      <p:childTnLst>
                        <p:par>
                          <p:cTn id="1108" fill="hold">
                            <p:stCondLst>
                              <p:cond delay="0"/>
                            </p:stCondLst>
                            <p:childTnLst>
                              <p:par>
                                <p:cTn id="1109" presetID="1" presetClass="entr" presetSubtype="0" fill="hold" nodeType="clickEffect">
                                  <p:stCondLst>
                                    <p:cond delay="0"/>
                                  </p:stCondLst>
                                  <p:childTnLst>
                                    <p:set>
                                      <p:cBhvr>
                                        <p:cTn id="1110" dur="1" fill="hold">
                                          <p:stCondLst>
                                            <p:cond delay="0"/>
                                          </p:stCondLst>
                                        </p:cTn>
                                        <p:tgtEl>
                                          <p:spTgt spid="107">
                                            <p:txEl>
                                              <p:pRg st="6" end="6"/>
                                            </p:txEl>
                                          </p:spTgt>
                                        </p:tgtEl>
                                        <p:attrNameLst>
                                          <p:attrName>style.visibility</p:attrName>
                                        </p:attrNameLst>
                                      </p:cBhvr>
                                      <p:to>
                                        <p:strVal val="visible"/>
                                      </p:to>
                                    </p:set>
                                  </p:childTnLst>
                                </p:cTn>
                              </p:par>
                            </p:childTnLst>
                          </p:cTn>
                        </p:par>
                      </p:childTnLst>
                    </p:cTn>
                  </p:par>
                  <p:par>
                    <p:cTn id="1111" fill="hold">
                      <p:stCondLst>
                        <p:cond delay="indefinite"/>
                      </p:stCondLst>
                      <p:childTnLst>
                        <p:par>
                          <p:cTn id="1112" fill="hold">
                            <p:stCondLst>
                              <p:cond delay="0"/>
                            </p:stCondLst>
                            <p:childTnLst>
                              <p:par>
                                <p:cTn id="1113" presetID="1" presetClass="entr" presetSubtype="0" fill="hold" nodeType="clickEffect">
                                  <p:stCondLst>
                                    <p:cond delay="0"/>
                                  </p:stCondLst>
                                  <p:childTnLst>
                                    <p:set>
                                      <p:cBhvr>
                                        <p:cTn id="1114" dur="1" fill="hold">
                                          <p:stCondLst>
                                            <p:cond delay="0"/>
                                          </p:stCondLst>
                                        </p:cTn>
                                        <p:tgtEl>
                                          <p:spTgt spid="107">
                                            <p:txEl>
                                              <p:pRg st="7" end="7"/>
                                            </p:txEl>
                                          </p:spTgt>
                                        </p:tgtEl>
                                        <p:attrNameLst>
                                          <p:attrName>style.visibility</p:attrName>
                                        </p:attrNameLst>
                                      </p:cBhvr>
                                      <p:to>
                                        <p:strVal val="visible"/>
                                      </p:to>
                                    </p:set>
                                  </p:childTnLst>
                                </p:cTn>
                              </p:par>
                            </p:childTnLst>
                          </p:cTn>
                        </p:par>
                      </p:childTnLst>
                    </p:cTn>
                  </p:par>
                  <p:par>
                    <p:cTn id="1115" fill="hold">
                      <p:stCondLst>
                        <p:cond delay="indefinite"/>
                      </p:stCondLst>
                      <p:childTnLst>
                        <p:par>
                          <p:cTn id="1116" fill="hold">
                            <p:stCondLst>
                              <p:cond delay="0"/>
                            </p:stCondLst>
                            <p:childTnLst>
                              <p:par>
                                <p:cTn id="1117" presetID="1" presetClass="entr" presetSubtype="0" fill="hold" nodeType="clickEffect">
                                  <p:stCondLst>
                                    <p:cond delay="0"/>
                                  </p:stCondLst>
                                  <p:childTnLst>
                                    <p:set>
                                      <p:cBhvr>
                                        <p:cTn id="1118" dur="1" fill="hold">
                                          <p:stCondLst>
                                            <p:cond delay="0"/>
                                          </p:stCondLst>
                                        </p:cTn>
                                        <p:tgtEl>
                                          <p:spTgt spid="107">
                                            <p:txEl>
                                              <p:pRg st="8" end="8"/>
                                            </p:txEl>
                                          </p:spTgt>
                                        </p:tgtEl>
                                        <p:attrNameLst>
                                          <p:attrName>style.visibility</p:attrName>
                                        </p:attrNameLst>
                                      </p:cBhvr>
                                      <p:to>
                                        <p:strVal val="visible"/>
                                      </p:to>
                                    </p:set>
                                  </p:childTnLst>
                                </p:cTn>
                              </p:par>
                            </p:childTnLst>
                          </p:cTn>
                        </p:par>
                      </p:childTnLst>
                    </p:cTn>
                  </p:par>
                  <p:par>
                    <p:cTn id="1119" fill="hold">
                      <p:stCondLst>
                        <p:cond delay="indefinite"/>
                      </p:stCondLst>
                      <p:childTnLst>
                        <p:par>
                          <p:cTn id="1120" fill="hold">
                            <p:stCondLst>
                              <p:cond delay="0"/>
                            </p:stCondLst>
                            <p:childTnLst>
                              <p:par>
                                <p:cTn id="1121" presetID="1" presetClass="entr" presetSubtype="0" fill="hold" nodeType="clickEffect">
                                  <p:stCondLst>
                                    <p:cond delay="0"/>
                                  </p:stCondLst>
                                  <p:childTnLst>
                                    <p:set>
                                      <p:cBhvr>
                                        <p:cTn id="1122" dur="1" fill="hold">
                                          <p:stCondLst>
                                            <p:cond delay="0"/>
                                          </p:stCondLst>
                                        </p:cTn>
                                        <p:tgtEl>
                                          <p:spTgt spid="108">
                                            <p:txEl>
                                              <p:pRg st="0" end="0"/>
                                            </p:txEl>
                                          </p:spTgt>
                                        </p:tgtEl>
                                        <p:attrNameLst>
                                          <p:attrName>style.visibility</p:attrName>
                                        </p:attrNameLst>
                                      </p:cBhvr>
                                      <p:to>
                                        <p:strVal val="visible"/>
                                      </p:to>
                                    </p:set>
                                  </p:childTnLst>
                                </p:cTn>
                              </p:par>
                            </p:childTnLst>
                          </p:cTn>
                        </p:par>
                      </p:childTnLst>
                    </p:cTn>
                  </p:par>
                  <p:par>
                    <p:cTn id="1123" fill="hold">
                      <p:stCondLst>
                        <p:cond delay="indefinite"/>
                      </p:stCondLst>
                      <p:childTnLst>
                        <p:par>
                          <p:cTn id="1124" fill="hold">
                            <p:stCondLst>
                              <p:cond delay="0"/>
                            </p:stCondLst>
                            <p:childTnLst>
                              <p:par>
                                <p:cTn id="1125" presetID="1" presetClass="entr" presetSubtype="0" fill="hold" nodeType="clickEffect">
                                  <p:stCondLst>
                                    <p:cond delay="0"/>
                                  </p:stCondLst>
                                  <p:childTnLst>
                                    <p:set>
                                      <p:cBhvr>
                                        <p:cTn id="1126" dur="1" fill="hold">
                                          <p:stCondLst>
                                            <p:cond delay="0"/>
                                          </p:stCondLst>
                                        </p:cTn>
                                        <p:tgtEl>
                                          <p:spTgt spid="108">
                                            <p:txEl>
                                              <p:pRg st="1" end="1"/>
                                            </p:txEl>
                                          </p:spTgt>
                                        </p:tgtEl>
                                        <p:attrNameLst>
                                          <p:attrName>style.visibility</p:attrName>
                                        </p:attrNameLst>
                                      </p:cBhvr>
                                      <p:to>
                                        <p:strVal val="visible"/>
                                      </p:to>
                                    </p:set>
                                  </p:childTnLst>
                                </p:cTn>
                              </p:par>
                            </p:childTnLst>
                          </p:cTn>
                        </p:par>
                      </p:childTnLst>
                    </p:cTn>
                  </p:par>
                  <p:par>
                    <p:cTn id="1127" fill="hold">
                      <p:stCondLst>
                        <p:cond delay="indefinite"/>
                      </p:stCondLst>
                      <p:childTnLst>
                        <p:par>
                          <p:cTn id="1128" fill="hold">
                            <p:stCondLst>
                              <p:cond delay="0"/>
                            </p:stCondLst>
                            <p:childTnLst>
                              <p:par>
                                <p:cTn id="1129" presetID="1" presetClass="entr" presetSubtype="0" fill="hold" nodeType="clickEffect">
                                  <p:stCondLst>
                                    <p:cond delay="0"/>
                                  </p:stCondLst>
                                  <p:childTnLst>
                                    <p:set>
                                      <p:cBhvr>
                                        <p:cTn id="1130" dur="1" fill="hold">
                                          <p:stCondLst>
                                            <p:cond delay="0"/>
                                          </p:stCondLst>
                                        </p:cTn>
                                        <p:tgtEl>
                                          <p:spTgt spid="108">
                                            <p:txEl>
                                              <p:pRg st="2" end="2"/>
                                            </p:txEl>
                                          </p:spTgt>
                                        </p:tgtEl>
                                        <p:attrNameLst>
                                          <p:attrName>style.visibility</p:attrName>
                                        </p:attrNameLst>
                                      </p:cBhvr>
                                      <p:to>
                                        <p:strVal val="visible"/>
                                      </p:to>
                                    </p:set>
                                  </p:childTnLst>
                                </p:cTn>
                              </p:par>
                            </p:childTnLst>
                          </p:cTn>
                        </p:par>
                      </p:childTnLst>
                    </p:cTn>
                  </p:par>
                  <p:par>
                    <p:cTn id="1131" fill="hold">
                      <p:stCondLst>
                        <p:cond delay="indefinite"/>
                      </p:stCondLst>
                      <p:childTnLst>
                        <p:par>
                          <p:cTn id="1132" fill="hold">
                            <p:stCondLst>
                              <p:cond delay="0"/>
                            </p:stCondLst>
                            <p:childTnLst>
                              <p:par>
                                <p:cTn id="1133" presetID="1" presetClass="entr" presetSubtype="0" fill="hold" nodeType="clickEffect">
                                  <p:stCondLst>
                                    <p:cond delay="0"/>
                                  </p:stCondLst>
                                  <p:childTnLst>
                                    <p:set>
                                      <p:cBhvr>
                                        <p:cTn id="1134" dur="1" fill="hold">
                                          <p:stCondLst>
                                            <p:cond delay="0"/>
                                          </p:stCondLst>
                                        </p:cTn>
                                        <p:tgtEl>
                                          <p:spTgt spid="108">
                                            <p:txEl>
                                              <p:pRg st="3" end="3"/>
                                            </p:txEl>
                                          </p:spTgt>
                                        </p:tgtEl>
                                        <p:attrNameLst>
                                          <p:attrName>style.visibility</p:attrName>
                                        </p:attrNameLst>
                                      </p:cBhvr>
                                      <p:to>
                                        <p:strVal val="visible"/>
                                      </p:to>
                                    </p:set>
                                  </p:childTnLst>
                                </p:cTn>
                              </p:par>
                            </p:childTnLst>
                          </p:cTn>
                        </p:par>
                      </p:childTnLst>
                    </p:cTn>
                  </p:par>
                  <p:par>
                    <p:cTn id="1135" fill="hold">
                      <p:stCondLst>
                        <p:cond delay="indefinite"/>
                      </p:stCondLst>
                      <p:childTnLst>
                        <p:par>
                          <p:cTn id="1136" fill="hold">
                            <p:stCondLst>
                              <p:cond delay="0"/>
                            </p:stCondLst>
                            <p:childTnLst>
                              <p:par>
                                <p:cTn id="1137" presetID="1" presetClass="entr" presetSubtype="0" fill="hold" nodeType="clickEffect">
                                  <p:stCondLst>
                                    <p:cond delay="0"/>
                                  </p:stCondLst>
                                  <p:childTnLst>
                                    <p:set>
                                      <p:cBhvr>
                                        <p:cTn id="1138" dur="1" fill="hold">
                                          <p:stCondLst>
                                            <p:cond delay="0"/>
                                          </p:stCondLst>
                                        </p:cTn>
                                        <p:tgtEl>
                                          <p:spTgt spid="108">
                                            <p:txEl>
                                              <p:pRg st="4" end="4"/>
                                            </p:txEl>
                                          </p:spTgt>
                                        </p:tgtEl>
                                        <p:attrNameLst>
                                          <p:attrName>style.visibility</p:attrName>
                                        </p:attrNameLst>
                                      </p:cBhvr>
                                      <p:to>
                                        <p:strVal val="visible"/>
                                      </p:to>
                                    </p:set>
                                  </p:childTnLst>
                                </p:cTn>
                              </p:par>
                            </p:childTnLst>
                          </p:cTn>
                        </p:par>
                      </p:childTnLst>
                    </p:cTn>
                  </p:par>
                  <p:par>
                    <p:cTn id="1139" fill="hold">
                      <p:stCondLst>
                        <p:cond delay="indefinite"/>
                      </p:stCondLst>
                      <p:childTnLst>
                        <p:par>
                          <p:cTn id="1140" fill="hold">
                            <p:stCondLst>
                              <p:cond delay="0"/>
                            </p:stCondLst>
                            <p:childTnLst>
                              <p:par>
                                <p:cTn id="1141" presetID="1" presetClass="entr" presetSubtype="0" fill="hold" nodeType="clickEffect">
                                  <p:stCondLst>
                                    <p:cond delay="0"/>
                                  </p:stCondLst>
                                  <p:childTnLst>
                                    <p:set>
                                      <p:cBhvr>
                                        <p:cTn id="1142" dur="1" fill="hold">
                                          <p:stCondLst>
                                            <p:cond delay="0"/>
                                          </p:stCondLst>
                                        </p:cTn>
                                        <p:tgtEl>
                                          <p:spTgt spid="108">
                                            <p:txEl>
                                              <p:pRg st="5" end="5"/>
                                            </p:txEl>
                                          </p:spTgt>
                                        </p:tgtEl>
                                        <p:attrNameLst>
                                          <p:attrName>style.visibility</p:attrName>
                                        </p:attrNameLst>
                                      </p:cBhvr>
                                      <p:to>
                                        <p:strVal val="visible"/>
                                      </p:to>
                                    </p:set>
                                  </p:childTnLst>
                                </p:cTn>
                              </p:par>
                            </p:childTnLst>
                          </p:cTn>
                        </p:par>
                      </p:childTnLst>
                    </p:cTn>
                  </p:par>
                  <p:par>
                    <p:cTn id="1143" fill="hold">
                      <p:stCondLst>
                        <p:cond delay="indefinite"/>
                      </p:stCondLst>
                      <p:childTnLst>
                        <p:par>
                          <p:cTn id="1144" fill="hold">
                            <p:stCondLst>
                              <p:cond delay="0"/>
                            </p:stCondLst>
                            <p:childTnLst>
                              <p:par>
                                <p:cTn id="1145" presetID="1" presetClass="entr" presetSubtype="0" fill="hold" nodeType="clickEffect">
                                  <p:stCondLst>
                                    <p:cond delay="0"/>
                                  </p:stCondLst>
                                  <p:childTnLst>
                                    <p:set>
                                      <p:cBhvr>
                                        <p:cTn id="1146" dur="1" fill="hold">
                                          <p:stCondLst>
                                            <p:cond delay="0"/>
                                          </p:stCondLst>
                                        </p:cTn>
                                        <p:tgtEl>
                                          <p:spTgt spid="108">
                                            <p:txEl>
                                              <p:pRg st="6" end="6"/>
                                            </p:txEl>
                                          </p:spTgt>
                                        </p:tgtEl>
                                        <p:attrNameLst>
                                          <p:attrName>style.visibility</p:attrName>
                                        </p:attrNameLst>
                                      </p:cBhvr>
                                      <p:to>
                                        <p:strVal val="visible"/>
                                      </p:to>
                                    </p:set>
                                  </p:childTnLst>
                                </p:cTn>
                              </p:par>
                            </p:childTnLst>
                          </p:cTn>
                        </p:par>
                      </p:childTnLst>
                    </p:cTn>
                  </p:par>
                  <p:par>
                    <p:cTn id="1147" fill="hold">
                      <p:stCondLst>
                        <p:cond delay="indefinite"/>
                      </p:stCondLst>
                      <p:childTnLst>
                        <p:par>
                          <p:cTn id="1148" fill="hold">
                            <p:stCondLst>
                              <p:cond delay="0"/>
                            </p:stCondLst>
                            <p:childTnLst>
                              <p:par>
                                <p:cTn id="1149" presetID="1" presetClass="entr" presetSubtype="0" fill="hold" nodeType="clickEffect">
                                  <p:stCondLst>
                                    <p:cond delay="0"/>
                                  </p:stCondLst>
                                  <p:childTnLst>
                                    <p:set>
                                      <p:cBhvr>
                                        <p:cTn id="1150" dur="1" fill="hold">
                                          <p:stCondLst>
                                            <p:cond delay="0"/>
                                          </p:stCondLst>
                                        </p:cTn>
                                        <p:tgtEl>
                                          <p:spTgt spid="108">
                                            <p:txEl>
                                              <p:pRg st="7" end="7"/>
                                            </p:txEl>
                                          </p:spTgt>
                                        </p:tgtEl>
                                        <p:attrNameLst>
                                          <p:attrName>style.visibility</p:attrName>
                                        </p:attrNameLst>
                                      </p:cBhvr>
                                      <p:to>
                                        <p:strVal val="visible"/>
                                      </p:to>
                                    </p:set>
                                  </p:childTnLst>
                                </p:cTn>
                              </p:par>
                            </p:childTnLst>
                          </p:cTn>
                        </p:par>
                      </p:childTnLst>
                    </p:cTn>
                  </p:par>
                  <p:par>
                    <p:cTn id="1151" fill="hold">
                      <p:stCondLst>
                        <p:cond delay="indefinite"/>
                      </p:stCondLst>
                      <p:childTnLst>
                        <p:par>
                          <p:cTn id="1152" fill="hold">
                            <p:stCondLst>
                              <p:cond delay="0"/>
                            </p:stCondLst>
                            <p:childTnLst>
                              <p:par>
                                <p:cTn id="1153" presetID="1" presetClass="entr" presetSubtype="0" fill="hold" nodeType="clickEffect">
                                  <p:stCondLst>
                                    <p:cond delay="0"/>
                                  </p:stCondLst>
                                  <p:childTnLst>
                                    <p:set>
                                      <p:cBhvr>
                                        <p:cTn id="1154" dur="1" fill="hold">
                                          <p:stCondLst>
                                            <p:cond delay="0"/>
                                          </p:stCondLst>
                                        </p:cTn>
                                        <p:tgtEl>
                                          <p:spTgt spid="108">
                                            <p:txEl>
                                              <p:pRg st="8" end="8"/>
                                            </p:txEl>
                                          </p:spTgt>
                                        </p:tgtEl>
                                        <p:attrNameLst>
                                          <p:attrName>style.visibility</p:attrName>
                                        </p:attrNameLst>
                                      </p:cBhvr>
                                      <p:to>
                                        <p:strVal val="visible"/>
                                      </p:to>
                                    </p:set>
                                  </p:childTnLst>
                                </p:cTn>
                              </p:par>
                            </p:childTnLst>
                          </p:cTn>
                        </p:par>
                      </p:childTnLst>
                    </p:cTn>
                  </p:par>
                  <p:par>
                    <p:cTn id="1155" fill="hold">
                      <p:stCondLst>
                        <p:cond delay="indefinite"/>
                      </p:stCondLst>
                      <p:childTnLst>
                        <p:par>
                          <p:cTn id="1156" fill="hold">
                            <p:stCondLst>
                              <p:cond delay="0"/>
                            </p:stCondLst>
                            <p:childTnLst>
                              <p:par>
                                <p:cTn id="1157" presetID="1" presetClass="entr" presetSubtype="0" fill="hold" nodeType="clickEffect">
                                  <p:stCondLst>
                                    <p:cond delay="0"/>
                                  </p:stCondLst>
                                  <p:childTnLst>
                                    <p:set>
                                      <p:cBhvr>
                                        <p:cTn id="1158" dur="1" fill="hold">
                                          <p:stCondLst>
                                            <p:cond delay="0"/>
                                          </p:stCondLst>
                                        </p:cTn>
                                        <p:tgtEl>
                                          <p:spTgt spid="109">
                                            <p:txEl>
                                              <p:pRg st="0" end="0"/>
                                            </p:txEl>
                                          </p:spTgt>
                                        </p:tgtEl>
                                        <p:attrNameLst>
                                          <p:attrName>style.visibility</p:attrName>
                                        </p:attrNameLst>
                                      </p:cBhvr>
                                      <p:to>
                                        <p:strVal val="visible"/>
                                      </p:to>
                                    </p:set>
                                  </p:childTnLst>
                                </p:cTn>
                              </p:par>
                            </p:childTnLst>
                          </p:cTn>
                        </p:par>
                      </p:childTnLst>
                    </p:cTn>
                  </p:par>
                  <p:par>
                    <p:cTn id="1159" fill="hold">
                      <p:stCondLst>
                        <p:cond delay="indefinite"/>
                      </p:stCondLst>
                      <p:childTnLst>
                        <p:par>
                          <p:cTn id="1160" fill="hold">
                            <p:stCondLst>
                              <p:cond delay="0"/>
                            </p:stCondLst>
                            <p:childTnLst>
                              <p:par>
                                <p:cTn id="1161" presetID="1" presetClass="entr" presetSubtype="0" fill="hold" nodeType="clickEffect">
                                  <p:stCondLst>
                                    <p:cond delay="0"/>
                                  </p:stCondLst>
                                  <p:childTnLst>
                                    <p:set>
                                      <p:cBhvr>
                                        <p:cTn id="1162" dur="1" fill="hold">
                                          <p:stCondLst>
                                            <p:cond delay="0"/>
                                          </p:stCondLst>
                                        </p:cTn>
                                        <p:tgtEl>
                                          <p:spTgt spid="109">
                                            <p:txEl>
                                              <p:pRg st="1" end="1"/>
                                            </p:txEl>
                                          </p:spTgt>
                                        </p:tgtEl>
                                        <p:attrNameLst>
                                          <p:attrName>style.visibility</p:attrName>
                                        </p:attrNameLst>
                                      </p:cBhvr>
                                      <p:to>
                                        <p:strVal val="visible"/>
                                      </p:to>
                                    </p:set>
                                  </p:childTnLst>
                                </p:cTn>
                              </p:par>
                            </p:childTnLst>
                          </p:cTn>
                        </p:par>
                      </p:childTnLst>
                    </p:cTn>
                  </p:par>
                  <p:par>
                    <p:cTn id="1163" fill="hold">
                      <p:stCondLst>
                        <p:cond delay="indefinite"/>
                      </p:stCondLst>
                      <p:childTnLst>
                        <p:par>
                          <p:cTn id="1164" fill="hold">
                            <p:stCondLst>
                              <p:cond delay="0"/>
                            </p:stCondLst>
                            <p:childTnLst>
                              <p:par>
                                <p:cTn id="1165" presetID="1" presetClass="entr" presetSubtype="0" fill="hold" nodeType="clickEffect">
                                  <p:stCondLst>
                                    <p:cond delay="0"/>
                                  </p:stCondLst>
                                  <p:childTnLst>
                                    <p:set>
                                      <p:cBhvr>
                                        <p:cTn id="1166" dur="1" fill="hold">
                                          <p:stCondLst>
                                            <p:cond delay="0"/>
                                          </p:stCondLst>
                                        </p:cTn>
                                        <p:tgtEl>
                                          <p:spTgt spid="109">
                                            <p:txEl>
                                              <p:pRg st="2" end="2"/>
                                            </p:txEl>
                                          </p:spTgt>
                                        </p:tgtEl>
                                        <p:attrNameLst>
                                          <p:attrName>style.visibility</p:attrName>
                                        </p:attrNameLst>
                                      </p:cBhvr>
                                      <p:to>
                                        <p:strVal val="visible"/>
                                      </p:to>
                                    </p:set>
                                  </p:childTnLst>
                                </p:cTn>
                              </p:par>
                            </p:childTnLst>
                          </p:cTn>
                        </p:par>
                      </p:childTnLst>
                    </p:cTn>
                  </p:par>
                  <p:par>
                    <p:cTn id="1167" fill="hold">
                      <p:stCondLst>
                        <p:cond delay="indefinite"/>
                      </p:stCondLst>
                      <p:childTnLst>
                        <p:par>
                          <p:cTn id="1168" fill="hold">
                            <p:stCondLst>
                              <p:cond delay="0"/>
                            </p:stCondLst>
                            <p:childTnLst>
                              <p:par>
                                <p:cTn id="1169" presetID="1" presetClass="entr" presetSubtype="0" fill="hold" nodeType="clickEffect">
                                  <p:stCondLst>
                                    <p:cond delay="0"/>
                                  </p:stCondLst>
                                  <p:childTnLst>
                                    <p:set>
                                      <p:cBhvr>
                                        <p:cTn id="1170" dur="1" fill="hold">
                                          <p:stCondLst>
                                            <p:cond delay="0"/>
                                          </p:stCondLst>
                                        </p:cTn>
                                        <p:tgtEl>
                                          <p:spTgt spid="109">
                                            <p:txEl>
                                              <p:pRg st="3" end="3"/>
                                            </p:txEl>
                                          </p:spTgt>
                                        </p:tgtEl>
                                        <p:attrNameLst>
                                          <p:attrName>style.visibility</p:attrName>
                                        </p:attrNameLst>
                                      </p:cBhvr>
                                      <p:to>
                                        <p:strVal val="visible"/>
                                      </p:to>
                                    </p:set>
                                  </p:childTnLst>
                                </p:cTn>
                              </p:par>
                            </p:childTnLst>
                          </p:cTn>
                        </p:par>
                      </p:childTnLst>
                    </p:cTn>
                  </p:par>
                  <p:par>
                    <p:cTn id="1171" fill="hold">
                      <p:stCondLst>
                        <p:cond delay="indefinite"/>
                      </p:stCondLst>
                      <p:childTnLst>
                        <p:par>
                          <p:cTn id="1172" fill="hold">
                            <p:stCondLst>
                              <p:cond delay="0"/>
                            </p:stCondLst>
                            <p:childTnLst>
                              <p:par>
                                <p:cTn id="1173" presetID="1" presetClass="entr" presetSubtype="0" fill="hold" nodeType="clickEffect">
                                  <p:stCondLst>
                                    <p:cond delay="0"/>
                                  </p:stCondLst>
                                  <p:childTnLst>
                                    <p:set>
                                      <p:cBhvr>
                                        <p:cTn id="1174" dur="1" fill="hold">
                                          <p:stCondLst>
                                            <p:cond delay="0"/>
                                          </p:stCondLst>
                                        </p:cTn>
                                        <p:tgtEl>
                                          <p:spTgt spid="109">
                                            <p:txEl>
                                              <p:pRg st="4" end="4"/>
                                            </p:txEl>
                                          </p:spTgt>
                                        </p:tgtEl>
                                        <p:attrNameLst>
                                          <p:attrName>style.visibility</p:attrName>
                                        </p:attrNameLst>
                                      </p:cBhvr>
                                      <p:to>
                                        <p:strVal val="visible"/>
                                      </p:to>
                                    </p:set>
                                  </p:childTnLst>
                                </p:cTn>
                              </p:par>
                            </p:childTnLst>
                          </p:cTn>
                        </p:par>
                      </p:childTnLst>
                    </p:cTn>
                  </p:par>
                  <p:par>
                    <p:cTn id="1175" fill="hold">
                      <p:stCondLst>
                        <p:cond delay="indefinite"/>
                      </p:stCondLst>
                      <p:childTnLst>
                        <p:par>
                          <p:cTn id="1176" fill="hold">
                            <p:stCondLst>
                              <p:cond delay="0"/>
                            </p:stCondLst>
                            <p:childTnLst>
                              <p:par>
                                <p:cTn id="1177" presetID="1" presetClass="entr" presetSubtype="0" fill="hold" nodeType="clickEffect">
                                  <p:stCondLst>
                                    <p:cond delay="0"/>
                                  </p:stCondLst>
                                  <p:childTnLst>
                                    <p:set>
                                      <p:cBhvr>
                                        <p:cTn id="1178" dur="1" fill="hold">
                                          <p:stCondLst>
                                            <p:cond delay="0"/>
                                          </p:stCondLst>
                                        </p:cTn>
                                        <p:tgtEl>
                                          <p:spTgt spid="109">
                                            <p:txEl>
                                              <p:pRg st="5" end="5"/>
                                            </p:txEl>
                                          </p:spTgt>
                                        </p:tgtEl>
                                        <p:attrNameLst>
                                          <p:attrName>style.visibility</p:attrName>
                                        </p:attrNameLst>
                                      </p:cBhvr>
                                      <p:to>
                                        <p:strVal val="visible"/>
                                      </p:to>
                                    </p:set>
                                  </p:childTnLst>
                                </p:cTn>
                              </p:par>
                            </p:childTnLst>
                          </p:cTn>
                        </p:par>
                      </p:childTnLst>
                    </p:cTn>
                  </p:par>
                  <p:par>
                    <p:cTn id="1179" fill="hold">
                      <p:stCondLst>
                        <p:cond delay="indefinite"/>
                      </p:stCondLst>
                      <p:childTnLst>
                        <p:par>
                          <p:cTn id="1180" fill="hold">
                            <p:stCondLst>
                              <p:cond delay="0"/>
                            </p:stCondLst>
                            <p:childTnLst>
                              <p:par>
                                <p:cTn id="1181" presetID="1" presetClass="entr" presetSubtype="0" fill="hold" nodeType="clickEffect">
                                  <p:stCondLst>
                                    <p:cond delay="0"/>
                                  </p:stCondLst>
                                  <p:childTnLst>
                                    <p:set>
                                      <p:cBhvr>
                                        <p:cTn id="1182" dur="1" fill="hold">
                                          <p:stCondLst>
                                            <p:cond delay="0"/>
                                          </p:stCondLst>
                                        </p:cTn>
                                        <p:tgtEl>
                                          <p:spTgt spid="109">
                                            <p:txEl>
                                              <p:pRg st="6" end="6"/>
                                            </p:txEl>
                                          </p:spTgt>
                                        </p:tgtEl>
                                        <p:attrNameLst>
                                          <p:attrName>style.visibility</p:attrName>
                                        </p:attrNameLst>
                                      </p:cBhvr>
                                      <p:to>
                                        <p:strVal val="visible"/>
                                      </p:to>
                                    </p:set>
                                  </p:childTnLst>
                                </p:cTn>
                              </p:par>
                            </p:childTnLst>
                          </p:cTn>
                        </p:par>
                      </p:childTnLst>
                    </p:cTn>
                  </p:par>
                  <p:par>
                    <p:cTn id="1183" fill="hold">
                      <p:stCondLst>
                        <p:cond delay="indefinite"/>
                      </p:stCondLst>
                      <p:childTnLst>
                        <p:par>
                          <p:cTn id="1184" fill="hold">
                            <p:stCondLst>
                              <p:cond delay="0"/>
                            </p:stCondLst>
                            <p:childTnLst>
                              <p:par>
                                <p:cTn id="1185" presetID="1" presetClass="entr" presetSubtype="0" fill="hold" nodeType="clickEffect">
                                  <p:stCondLst>
                                    <p:cond delay="0"/>
                                  </p:stCondLst>
                                  <p:childTnLst>
                                    <p:set>
                                      <p:cBhvr>
                                        <p:cTn id="1186" dur="1" fill="hold">
                                          <p:stCondLst>
                                            <p:cond delay="0"/>
                                          </p:stCondLst>
                                        </p:cTn>
                                        <p:tgtEl>
                                          <p:spTgt spid="109">
                                            <p:txEl>
                                              <p:pRg st="7" end="7"/>
                                            </p:txEl>
                                          </p:spTgt>
                                        </p:tgtEl>
                                        <p:attrNameLst>
                                          <p:attrName>style.visibility</p:attrName>
                                        </p:attrNameLst>
                                      </p:cBhvr>
                                      <p:to>
                                        <p:strVal val="visible"/>
                                      </p:to>
                                    </p:set>
                                  </p:childTnLst>
                                </p:cTn>
                              </p:par>
                            </p:childTnLst>
                          </p:cTn>
                        </p:par>
                      </p:childTnLst>
                    </p:cTn>
                  </p:par>
                  <p:par>
                    <p:cTn id="1187" fill="hold">
                      <p:stCondLst>
                        <p:cond delay="indefinite"/>
                      </p:stCondLst>
                      <p:childTnLst>
                        <p:par>
                          <p:cTn id="1188" fill="hold">
                            <p:stCondLst>
                              <p:cond delay="0"/>
                            </p:stCondLst>
                            <p:childTnLst>
                              <p:par>
                                <p:cTn id="1189" presetID="1" presetClass="entr" presetSubtype="0" fill="hold" nodeType="clickEffect">
                                  <p:stCondLst>
                                    <p:cond delay="0"/>
                                  </p:stCondLst>
                                  <p:childTnLst>
                                    <p:set>
                                      <p:cBhvr>
                                        <p:cTn id="1190" dur="1" fill="hold">
                                          <p:stCondLst>
                                            <p:cond delay="0"/>
                                          </p:stCondLst>
                                        </p:cTn>
                                        <p:tgtEl>
                                          <p:spTgt spid="109">
                                            <p:txEl>
                                              <p:pRg st="8" end="8"/>
                                            </p:txEl>
                                          </p:spTgt>
                                        </p:tgtEl>
                                        <p:attrNameLst>
                                          <p:attrName>style.visibility</p:attrName>
                                        </p:attrNameLst>
                                      </p:cBhvr>
                                      <p:to>
                                        <p:strVal val="visible"/>
                                      </p:to>
                                    </p:set>
                                  </p:childTnLst>
                                </p:cTn>
                              </p:par>
                            </p:childTnLst>
                          </p:cTn>
                        </p:par>
                      </p:childTnLst>
                    </p:cTn>
                  </p:par>
                  <p:par>
                    <p:cTn id="1191" fill="hold">
                      <p:stCondLst>
                        <p:cond delay="indefinite"/>
                      </p:stCondLst>
                      <p:childTnLst>
                        <p:par>
                          <p:cTn id="1192" fill="hold">
                            <p:stCondLst>
                              <p:cond delay="0"/>
                            </p:stCondLst>
                            <p:childTnLst>
                              <p:par>
                                <p:cTn id="1193" presetID="1" presetClass="entr" presetSubtype="0" fill="hold" nodeType="clickEffect">
                                  <p:stCondLst>
                                    <p:cond delay="0"/>
                                  </p:stCondLst>
                                  <p:childTnLst>
                                    <p:set>
                                      <p:cBhvr>
                                        <p:cTn id="1194" dur="1" fill="hold">
                                          <p:stCondLst>
                                            <p:cond delay="0"/>
                                          </p:stCondLst>
                                        </p:cTn>
                                        <p:tgtEl>
                                          <p:spTgt spid="110">
                                            <p:txEl>
                                              <p:pRg st="0" end="0"/>
                                            </p:txEl>
                                          </p:spTgt>
                                        </p:tgtEl>
                                        <p:attrNameLst>
                                          <p:attrName>style.visibility</p:attrName>
                                        </p:attrNameLst>
                                      </p:cBhvr>
                                      <p:to>
                                        <p:strVal val="visible"/>
                                      </p:to>
                                    </p:set>
                                  </p:childTnLst>
                                </p:cTn>
                              </p:par>
                            </p:childTnLst>
                          </p:cTn>
                        </p:par>
                      </p:childTnLst>
                    </p:cTn>
                  </p:par>
                  <p:par>
                    <p:cTn id="1195" fill="hold">
                      <p:stCondLst>
                        <p:cond delay="indefinite"/>
                      </p:stCondLst>
                      <p:childTnLst>
                        <p:par>
                          <p:cTn id="1196" fill="hold">
                            <p:stCondLst>
                              <p:cond delay="0"/>
                            </p:stCondLst>
                            <p:childTnLst>
                              <p:par>
                                <p:cTn id="1197" presetID="1" presetClass="entr" presetSubtype="0" fill="hold" nodeType="clickEffect">
                                  <p:stCondLst>
                                    <p:cond delay="0"/>
                                  </p:stCondLst>
                                  <p:childTnLst>
                                    <p:set>
                                      <p:cBhvr>
                                        <p:cTn id="1198" dur="1" fill="hold">
                                          <p:stCondLst>
                                            <p:cond delay="0"/>
                                          </p:stCondLst>
                                        </p:cTn>
                                        <p:tgtEl>
                                          <p:spTgt spid="110">
                                            <p:txEl>
                                              <p:pRg st="1" end="1"/>
                                            </p:txEl>
                                          </p:spTgt>
                                        </p:tgtEl>
                                        <p:attrNameLst>
                                          <p:attrName>style.visibility</p:attrName>
                                        </p:attrNameLst>
                                      </p:cBhvr>
                                      <p:to>
                                        <p:strVal val="visible"/>
                                      </p:to>
                                    </p:set>
                                  </p:childTnLst>
                                </p:cTn>
                              </p:par>
                            </p:childTnLst>
                          </p:cTn>
                        </p:par>
                      </p:childTnLst>
                    </p:cTn>
                  </p:par>
                  <p:par>
                    <p:cTn id="1199" fill="hold">
                      <p:stCondLst>
                        <p:cond delay="indefinite"/>
                      </p:stCondLst>
                      <p:childTnLst>
                        <p:par>
                          <p:cTn id="1200" fill="hold">
                            <p:stCondLst>
                              <p:cond delay="0"/>
                            </p:stCondLst>
                            <p:childTnLst>
                              <p:par>
                                <p:cTn id="1201" presetID="1" presetClass="entr" presetSubtype="0" fill="hold" nodeType="clickEffect">
                                  <p:stCondLst>
                                    <p:cond delay="0"/>
                                  </p:stCondLst>
                                  <p:childTnLst>
                                    <p:set>
                                      <p:cBhvr>
                                        <p:cTn id="1202" dur="1" fill="hold">
                                          <p:stCondLst>
                                            <p:cond delay="0"/>
                                          </p:stCondLst>
                                        </p:cTn>
                                        <p:tgtEl>
                                          <p:spTgt spid="110">
                                            <p:txEl>
                                              <p:pRg st="2" end="2"/>
                                            </p:txEl>
                                          </p:spTgt>
                                        </p:tgtEl>
                                        <p:attrNameLst>
                                          <p:attrName>style.visibility</p:attrName>
                                        </p:attrNameLst>
                                      </p:cBhvr>
                                      <p:to>
                                        <p:strVal val="visible"/>
                                      </p:to>
                                    </p:set>
                                  </p:childTnLst>
                                </p:cTn>
                              </p:par>
                            </p:childTnLst>
                          </p:cTn>
                        </p:par>
                      </p:childTnLst>
                    </p:cTn>
                  </p:par>
                  <p:par>
                    <p:cTn id="1203" fill="hold">
                      <p:stCondLst>
                        <p:cond delay="indefinite"/>
                      </p:stCondLst>
                      <p:childTnLst>
                        <p:par>
                          <p:cTn id="1204" fill="hold">
                            <p:stCondLst>
                              <p:cond delay="0"/>
                            </p:stCondLst>
                            <p:childTnLst>
                              <p:par>
                                <p:cTn id="1205" presetID="1" presetClass="entr" presetSubtype="0" fill="hold" nodeType="clickEffect">
                                  <p:stCondLst>
                                    <p:cond delay="0"/>
                                  </p:stCondLst>
                                  <p:childTnLst>
                                    <p:set>
                                      <p:cBhvr>
                                        <p:cTn id="1206" dur="1" fill="hold">
                                          <p:stCondLst>
                                            <p:cond delay="0"/>
                                          </p:stCondLst>
                                        </p:cTn>
                                        <p:tgtEl>
                                          <p:spTgt spid="110">
                                            <p:txEl>
                                              <p:pRg st="3" end="3"/>
                                            </p:txEl>
                                          </p:spTgt>
                                        </p:tgtEl>
                                        <p:attrNameLst>
                                          <p:attrName>style.visibility</p:attrName>
                                        </p:attrNameLst>
                                      </p:cBhvr>
                                      <p:to>
                                        <p:strVal val="visible"/>
                                      </p:to>
                                    </p:set>
                                  </p:childTnLst>
                                </p:cTn>
                              </p:par>
                            </p:childTnLst>
                          </p:cTn>
                        </p:par>
                      </p:childTnLst>
                    </p:cTn>
                  </p:par>
                  <p:par>
                    <p:cTn id="1207" fill="hold">
                      <p:stCondLst>
                        <p:cond delay="indefinite"/>
                      </p:stCondLst>
                      <p:childTnLst>
                        <p:par>
                          <p:cTn id="1208" fill="hold">
                            <p:stCondLst>
                              <p:cond delay="0"/>
                            </p:stCondLst>
                            <p:childTnLst>
                              <p:par>
                                <p:cTn id="1209" presetID="1" presetClass="entr" presetSubtype="0" fill="hold" nodeType="clickEffect">
                                  <p:stCondLst>
                                    <p:cond delay="0"/>
                                  </p:stCondLst>
                                  <p:childTnLst>
                                    <p:set>
                                      <p:cBhvr>
                                        <p:cTn id="1210" dur="1" fill="hold">
                                          <p:stCondLst>
                                            <p:cond delay="0"/>
                                          </p:stCondLst>
                                        </p:cTn>
                                        <p:tgtEl>
                                          <p:spTgt spid="110">
                                            <p:txEl>
                                              <p:pRg st="4" end="4"/>
                                            </p:txEl>
                                          </p:spTgt>
                                        </p:tgtEl>
                                        <p:attrNameLst>
                                          <p:attrName>style.visibility</p:attrName>
                                        </p:attrNameLst>
                                      </p:cBhvr>
                                      <p:to>
                                        <p:strVal val="visible"/>
                                      </p:to>
                                    </p:set>
                                  </p:childTnLst>
                                </p:cTn>
                              </p:par>
                            </p:childTnLst>
                          </p:cTn>
                        </p:par>
                      </p:childTnLst>
                    </p:cTn>
                  </p:par>
                  <p:par>
                    <p:cTn id="1211" fill="hold">
                      <p:stCondLst>
                        <p:cond delay="indefinite"/>
                      </p:stCondLst>
                      <p:childTnLst>
                        <p:par>
                          <p:cTn id="1212" fill="hold">
                            <p:stCondLst>
                              <p:cond delay="0"/>
                            </p:stCondLst>
                            <p:childTnLst>
                              <p:par>
                                <p:cTn id="1213" presetID="1" presetClass="entr" presetSubtype="0" fill="hold" nodeType="clickEffect">
                                  <p:stCondLst>
                                    <p:cond delay="0"/>
                                  </p:stCondLst>
                                  <p:childTnLst>
                                    <p:set>
                                      <p:cBhvr>
                                        <p:cTn id="1214" dur="1" fill="hold">
                                          <p:stCondLst>
                                            <p:cond delay="0"/>
                                          </p:stCondLst>
                                        </p:cTn>
                                        <p:tgtEl>
                                          <p:spTgt spid="110">
                                            <p:txEl>
                                              <p:pRg st="5" end="5"/>
                                            </p:txEl>
                                          </p:spTgt>
                                        </p:tgtEl>
                                        <p:attrNameLst>
                                          <p:attrName>style.visibility</p:attrName>
                                        </p:attrNameLst>
                                      </p:cBhvr>
                                      <p:to>
                                        <p:strVal val="visible"/>
                                      </p:to>
                                    </p:set>
                                  </p:childTnLst>
                                </p:cTn>
                              </p:par>
                            </p:childTnLst>
                          </p:cTn>
                        </p:par>
                      </p:childTnLst>
                    </p:cTn>
                  </p:par>
                  <p:par>
                    <p:cTn id="1215" fill="hold">
                      <p:stCondLst>
                        <p:cond delay="indefinite"/>
                      </p:stCondLst>
                      <p:childTnLst>
                        <p:par>
                          <p:cTn id="1216" fill="hold">
                            <p:stCondLst>
                              <p:cond delay="0"/>
                            </p:stCondLst>
                            <p:childTnLst>
                              <p:par>
                                <p:cTn id="1217" presetID="1" presetClass="entr" presetSubtype="0" fill="hold" nodeType="clickEffect">
                                  <p:stCondLst>
                                    <p:cond delay="0"/>
                                  </p:stCondLst>
                                  <p:childTnLst>
                                    <p:set>
                                      <p:cBhvr>
                                        <p:cTn id="1218" dur="1" fill="hold">
                                          <p:stCondLst>
                                            <p:cond delay="0"/>
                                          </p:stCondLst>
                                        </p:cTn>
                                        <p:tgtEl>
                                          <p:spTgt spid="110">
                                            <p:txEl>
                                              <p:pRg st="6" end="6"/>
                                            </p:txEl>
                                          </p:spTgt>
                                        </p:tgtEl>
                                        <p:attrNameLst>
                                          <p:attrName>style.visibility</p:attrName>
                                        </p:attrNameLst>
                                      </p:cBhvr>
                                      <p:to>
                                        <p:strVal val="visible"/>
                                      </p:to>
                                    </p:set>
                                  </p:childTnLst>
                                </p:cTn>
                              </p:par>
                            </p:childTnLst>
                          </p:cTn>
                        </p:par>
                      </p:childTnLst>
                    </p:cTn>
                  </p:par>
                  <p:par>
                    <p:cTn id="1219" fill="hold">
                      <p:stCondLst>
                        <p:cond delay="indefinite"/>
                      </p:stCondLst>
                      <p:childTnLst>
                        <p:par>
                          <p:cTn id="1220" fill="hold">
                            <p:stCondLst>
                              <p:cond delay="0"/>
                            </p:stCondLst>
                            <p:childTnLst>
                              <p:par>
                                <p:cTn id="1221" presetID="1" presetClass="entr" presetSubtype="0" fill="hold" nodeType="clickEffect">
                                  <p:stCondLst>
                                    <p:cond delay="0"/>
                                  </p:stCondLst>
                                  <p:childTnLst>
                                    <p:set>
                                      <p:cBhvr>
                                        <p:cTn id="1222" dur="1" fill="hold">
                                          <p:stCondLst>
                                            <p:cond delay="0"/>
                                          </p:stCondLst>
                                        </p:cTn>
                                        <p:tgtEl>
                                          <p:spTgt spid="110">
                                            <p:txEl>
                                              <p:pRg st="7" end="7"/>
                                            </p:txEl>
                                          </p:spTgt>
                                        </p:tgtEl>
                                        <p:attrNameLst>
                                          <p:attrName>style.visibility</p:attrName>
                                        </p:attrNameLst>
                                      </p:cBhvr>
                                      <p:to>
                                        <p:strVal val="visible"/>
                                      </p:to>
                                    </p:set>
                                  </p:childTnLst>
                                </p:cTn>
                              </p:par>
                            </p:childTnLst>
                          </p:cTn>
                        </p:par>
                      </p:childTnLst>
                    </p:cTn>
                  </p:par>
                  <p:par>
                    <p:cTn id="1223" fill="hold">
                      <p:stCondLst>
                        <p:cond delay="indefinite"/>
                      </p:stCondLst>
                      <p:childTnLst>
                        <p:par>
                          <p:cTn id="1224" fill="hold">
                            <p:stCondLst>
                              <p:cond delay="0"/>
                            </p:stCondLst>
                            <p:childTnLst>
                              <p:par>
                                <p:cTn id="1225" presetID="1" presetClass="entr" presetSubtype="0" fill="hold" nodeType="clickEffect">
                                  <p:stCondLst>
                                    <p:cond delay="0"/>
                                  </p:stCondLst>
                                  <p:childTnLst>
                                    <p:set>
                                      <p:cBhvr>
                                        <p:cTn id="1226" dur="1" fill="hold">
                                          <p:stCondLst>
                                            <p:cond delay="0"/>
                                          </p:stCondLst>
                                        </p:cTn>
                                        <p:tgtEl>
                                          <p:spTgt spid="110">
                                            <p:txEl>
                                              <p:pRg st="8" end="8"/>
                                            </p:txEl>
                                          </p:spTgt>
                                        </p:tgtEl>
                                        <p:attrNameLst>
                                          <p:attrName>style.visibility</p:attrName>
                                        </p:attrNameLst>
                                      </p:cBhvr>
                                      <p:to>
                                        <p:strVal val="visible"/>
                                      </p:to>
                                    </p:set>
                                  </p:childTnLst>
                                </p:cTn>
                              </p:par>
                            </p:childTnLst>
                          </p:cTn>
                        </p:par>
                      </p:childTnLst>
                    </p:cTn>
                  </p:par>
                  <p:par>
                    <p:cTn id="1227" fill="hold">
                      <p:stCondLst>
                        <p:cond delay="indefinite"/>
                      </p:stCondLst>
                      <p:childTnLst>
                        <p:par>
                          <p:cTn id="1228" fill="hold">
                            <p:stCondLst>
                              <p:cond delay="0"/>
                            </p:stCondLst>
                            <p:childTnLst>
                              <p:par>
                                <p:cTn id="1229" presetID="1" presetClass="entr" presetSubtype="0" fill="hold" nodeType="clickEffect">
                                  <p:stCondLst>
                                    <p:cond delay="0"/>
                                  </p:stCondLst>
                                  <p:childTnLst>
                                    <p:set>
                                      <p:cBhvr>
                                        <p:cTn id="1230" dur="1" fill="hold">
                                          <p:stCondLst>
                                            <p:cond delay="0"/>
                                          </p:stCondLst>
                                        </p:cTn>
                                        <p:tgtEl>
                                          <p:spTgt spid="111">
                                            <p:txEl>
                                              <p:pRg st="0" end="0"/>
                                            </p:txEl>
                                          </p:spTgt>
                                        </p:tgtEl>
                                        <p:attrNameLst>
                                          <p:attrName>style.visibility</p:attrName>
                                        </p:attrNameLst>
                                      </p:cBhvr>
                                      <p:to>
                                        <p:strVal val="visible"/>
                                      </p:to>
                                    </p:set>
                                  </p:childTnLst>
                                </p:cTn>
                              </p:par>
                            </p:childTnLst>
                          </p:cTn>
                        </p:par>
                      </p:childTnLst>
                    </p:cTn>
                  </p:par>
                  <p:par>
                    <p:cTn id="1231" fill="hold">
                      <p:stCondLst>
                        <p:cond delay="indefinite"/>
                      </p:stCondLst>
                      <p:childTnLst>
                        <p:par>
                          <p:cTn id="1232" fill="hold">
                            <p:stCondLst>
                              <p:cond delay="0"/>
                            </p:stCondLst>
                            <p:childTnLst>
                              <p:par>
                                <p:cTn id="1233" presetID="1" presetClass="entr" presetSubtype="0" fill="hold" nodeType="clickEffect">
                                  <p:stCondLst>
                                    <p:cond delay="0"/>
                                  </p:stCondLst>
                                  <p:childTnLst>
                                    <p:set>
                                      <p:cBhvr>
                                        <p:cTn id="1234" dur="1" fill="hold">
                                          <p:stCondLst>
                                            <p:cond delay="0"/>
                                          </p:stCondLst>
                                        </p:cTn>
                                        <p:tgtEl>
                                          <p:spTgt spid="111">
                                            <p:txEl>
                                              <p:pRg st="1" end="1"/>
                                            </p:txEl>
                                          </p:spTgt>
                                        </p:tgtEl>
                                        <p:attrNameLst>
                                          <p:attrName>style.visibility</p:attrName>
                                        </p:attrNameLst>
                                      </p:cBhvr>
                                      <p:to>
                                        <p:strVal val="visible"/>
                                      </p:to>
                                    </p:set>
                                  </p:childTnLst>
                                </p:cTn>
                              </p:par>
                            </p:childTnLst>
                          </p:cTn>
                        </p:par>
                      </p:childTnLst>
                    </p:cTn>
                  </p:par>
                  <p:par>
                    <p:cTn id="1235" fill="hold">
                      <p:stCondLst>
                        <p:cond delay="indefinite"/>
                      </p:stCondLst>
                      <p:childTnLst>
                        <p:par>
                          <p:cTn id="1236" fill="hold">
                            <p:stCondLst>
                              <p:cond delay="0"/>
                            </p:stCondLst>
                            <p:childTnLst>
                              <p:par>
                                <p:cTn id="1237" presetID="1" presetClass="entr" presetSubtype="0" fill="hold" nodeType="clickEffect">
                                  <p:stCondLst>
                                    <p:cond delay="0"/>
                                  </p:stCondLst>
                                  <p:childTnLst>
                                    <p:set>
                                      <p:cBhvr>
                                        <p:cTn id="1238" dur="1" fill="hold">
                                          <p:stCondLst>
                                            <p:cond delay="0"/>
                                          </p:stCondLst>
                                        </p:cTn>
                                        <p:tgtEl>
                                          <p:spTgt spid="111">
                                            <p:txEl>
                                              <p:pRg st="2" end="2"/>
                                            </p:txEl>
                                          </p:spTgt>
                                        </p:tgtEl>
                                        <p:attrNameLst>
                                          <p:attrName>style.visibility</p:attrName>
                                        </p:attrNameLst>
                                      </p:cBhvr>
                                      <p:to>
                                        <p:strVal val="visible"/>
                                      </p:to>
                                    </p:set>
                                  </p:childTnLst>
                                </p:cTn>
                              </p:par>
                            </p:childTnLst>
                          </p:cTn>
                        </p:par>
                      </p:childTnLst>
                    </p:cTn>
                  </p:par>
                  <p:par>
                    <p:cTn id="1239" fill="hold">
                      <p:stCondLst>
                        <p:cond delay="indefinite"/>
                      </p:stCondLst>
                      <p:childTnLst>
                        <p:par>
                          <p:cTn id="1240" fill="hold">
                            <p:stCondLst>
                              <p:cond delay="0"/>
                            </p:stCondLst>
                            <p:childTnLst>
                              <p:par>
                                <p:cTn id="1241" presetID="1" presetClass="entr" presetSubtype="0" fill="hold" nodeType="clickEffect">
                                  <p:stCondLst>
                                    <p:cond delay="0"/>
                                  </p:stCondLst>
                                  <p:childTnLst>
                                    <p:set>
                                      <p:cBhvr>
                                        <p:cTn id="1242" dur="1" fill="hold">
                                          <p:stCondLst>
                                            <p:cond delay="0"/>
                                          </p:stCondLst>
                                        </p:cTn>
                                        <p:tgtEl>
                                          <p:spTgt spid="111">
                                            <p:txEl>
                                              <p:pRg st="3" end="3"/>
                                            </p:txEl>
                                          </p:spTgt>
                                        </p:tgtEl>
                                        <p:attrNameLst>
                                          <p:attrName>style.visibility</p:attrName>
                                        </p:attrNameLst>
                                      </p:cBhvr>
                                      <p:to>
                                        <p:strVal val="visible"/>
                                      </p:to>
                                    </p:set>
                                  </p:childTnLst>
                                </p:cTn>
                              </p:par>
                            </p:childTnLst>
                          </p:cTn>
                        </p:par>
                      </p:childTnLst>
                    </p:cTn>
                  </p:par>
                  <p:par>
                    <p:cTn id="1243" fill="hold">
                      <p:stCondLst>
                        <p:cond delay="indefinite"/>
                      </p:stCondLst>
                      <p:childTnLst>
                        <p:par>
                          <p:cTn id="1244" fill="hold">
                            <p:stCondLst>
                              <p:cond delay="0"/>
                            </p:stCondLst>
                            <p:childTnLst>
                              <p:par>
                                <p:cTn id="1245" presetID="1" presetClass="entr" presetSubtype="0" fill="hold" nodeType="clickEffect">
                                  <p:stCondLst>
                                    <p:cond delay="0"/>
                                  </p:stCondLst>
                                  <p:childTnLst>
                                    <p:set>
                                      <p:cBhvr>
                                        <p:cTn id="1246" dur="1" fill="hold">
                                          <p:stCondLst>
                                            <p:cond delay="0"/>
                                          </p:stCondLst>
                                        </p:cTn>
                                        <p:tgtEl>
                                          <p:spTgt spid="111">
                                            <p:txEl>
                                              <p:pRg st="4" end="4"/>
                                            </p:txEl>
                                          </p:spTgt>
                                        </p:tgtEl>
                                        <p:attrNameLst>
                                          <p:attrName>style.visibility</p:attrName>
                                        </p:attrNameLst>
                                      </p:cBhvr>
                                      <p:to>
                                        <p:strVal val="visible"/>
                                      </p:to>
                                    </p:set>
                                  </p:childTnLst>
                                </p:cTn>
                              </p:par>
                            </p:childTnLst>
                          </p:cTn>
                        </p:par>
                      </p:childTnLst>
                    </p:cTn>
                  </p:par>
                  <p:par>
                    <p:cTn id="1247" fill="hold">
                      <p:stCondLst>
                        <p:cond delay="indefinite"/>
                      </p:stCondLst>
                      <p:childTnLst>
                        <p:par>
                          <p:cTn id="1248" fill="hold">
                            <p:stCondLst>
                              <p:cond delay="0"/>
                            </p:stCondLst>
                            <p:childTnLst>
                              <p:par>
                                <p:cTn id="1249" presetID="1" presetClass="entr" presetSubtype="0" fill="hold" nodeType="clickEffect">
                                  <p:stCondLst>
                                    <p:cond delay="0"/>
                                  </p:stCondLst>
                                  <p:childTnLst>
                                    <p:set>
                                      <p:cBhvr>
                                        <p:cTn id="1250" dur="1" fill="hold">
                                          <p:stCondLst>
                                            <p:cond delay="0"/>
                                          </p:stCondLst>
                                        </p:cTn>
                                        <p:tgtEl>
                                          <p:spTgt spid="111">
                                            <p:txEl>
                                              <p:pRg st="5" end="5"/>
                                            </p:txEl>
                                          </p:spTgt>
                                        </p:tgtEl>
                                        <p:attrNameLst>
                                          <p:attrName>style.visibility</p:attrName>
                                        </p:attrNameLst>
                                      </p:cBhvr>
                                      <p:to>
                                        <p:strVal val="visible"/>
                                      </p:to>
                                    </p:set>
                                  </p:childTnLst>
                                </p:cTn>
                              </p:par>
                            </p:childTnLst>
                          </p:cTn>
                        </p:par>
                      </p:childTnLst>
                    </p:cTn>
                  </p:par>
                  <p:par>
                    <p:cTn id="1251" fill="hold">
                      <p:stCondLst>
                        <p:cond delay="indefinite"/>
                      </p:stCondLst>
                      <p:childTnLst>
                        <p:par>
                          <p:cTn id="1252" fill="hold">
                            <p:stCondLst>
                              <p:cond delay="0"/>
                            </p:stCondLst>
                            <p:childTnLst>
                              <p:par>
                                <p:cTn id="1253" presetID="1" presetClass="entr" presetSubtype="0" fill="hold" nodeType="clickEffect">
                                  <p:stCondLst>
                                    <p:cond delay="0"/>
                                  </p:stCondLst>
                                  <p:childTnLst>
                                    <p:set>
                                      <p:cBhvr>
                                        <p:cTn id="1254" dur="1" fill="hold">
                                          <p:stCondLst>
                                            <p:cond delay="0"/>
                                          </p:stCondLst>
                                        </p:cTn>
                                        <p:tgtEl>
                                          <p:spTgt spid="111">
                                            <p:txEl>
                                              <p:pRg st="6" end="6"/>
                                            </p:txEl>
                                          </p:spTgt>
                                        </p:tgtEl>
                                        <p:attrNameLst>
                                          <p:attrName>style.visibility</p:attrName>
                                        </p:attrNameLst>
                                      </p:cBhvr>
                                      <p:to>
                                        <p:strVal val="visible"/>
                                      </p:to>
                                    </p:set>
                                  </p:childTnLst>
                                </p:cTn>
                              </p:par>
                            </p:childTnLst>
                          </p:cTn>
                        </p:par>
                      </p:childTnLst>
                    </p:cTn>
                  </p:par>
                  <p:par>
                    <p:cTn id="1255" fill="hold">
                      <p:stCondLst>
                        <p:cond delay="indefinite"/>
                      </p:stCondLst>
                      <p:childTnLst>
                        <p:par>
                          <p:cTn id="1256" fill="hold">
                            <p:stCondLst>
                              <p:cond delay="0"/>
                            </p:stCondLst>
                            <p:childTnLst>
                              <p:par>
                                <p:cTn id="1257" presetID="1" presetClass="entr" presetSubtype="0" fill="hold" nodeType="clickEffect">
                                  <p:stCondLst>
                                    <p:cond delay="0"/>
                                  </p:stCondLst>
                                  <p:childTnLst>
                                    <p:set>
                                      <p:cBhvr>
                                        <p:cTn id="1258" dur="1" fill="hold">
                                          <p:stCondLst>
                                            <p:cond delay="0"/>
                                          </p:stCondLst>
                                        </p:cTn>
                                        <p:tgtEl>
                                          <p:spTgt spid="111">
                                            <p:txEl>
                                              <p:pRg st="7" end="7"/>
                                            </p:txEl>
                                          </p:spTgt>
                                        </p:tgtEl>
                                        <p:attrNameLst>
                                          <p:attrName>style.visibility</p:attrName>
                                        </p:attrNameLst>
                                      </p:cBhvr>
                                      <p:to>
                                        <p:strVal val="visible"/>
                                      </p:to>
                                    </p:set>
                                  </p:childTnLst>
                                </p:cTn>
                              </p:par>
                            </p:childTnLst>
                          </p:cTn>
                        </p:par>
                      </p:childTnLst>
                    </p:cTn>
                  </p:par>
                  <p:par>
                    <p:cTn id="1259" fill="hold">
                      <p:stCondLst>
                        <p:cond delay="indefinite"/>
                      </p:stCondLst>
                      <p:childTnLst>
                        <p:par>
                          <p:cTn id="1260" fill="hold">
                            <p:stCondLst>
                              <p:cond delay="0"/>
                            </p:stCondLst>
                            <p:childTnLst>
                              <p:par>
                                <p:cTn id="1261" presetID="1" presetClass="entr" presetSubtype="0" fill="hold" nodeType="clickEffect">
                                  <p:stCondLst>
                                    <p:cond delay="0"/>
                                  </p:stCondLst>
                                  <p:childTnLst>
                                    <p:set>
                                      <p:cBhvr>
                                        <p:cTn id="1262" dur="1" fill="hold">
                                          <p:stCondLst>
                                            <p:cond delay="0"/>
                                          </p:stCondLst>
                                        </p:cTn>
                                        <p:tgtEl>
                                          <p:spTgt spid="111">
                                            <p:txEl>
                                              <p:pRg st="8" end="8"/>
                                            </p:txEl>
                                          </p:spTgt>
                                        </p:tgtEl>
                                        <p:attrNameLst>
                                          <p:attrName>style.visibility</p:attrName>
                                        </p:attrNameLst>
                                      </p:cBhvr>
                                      <p:to>
                                        <p:strVal val="visible"/>
                                      </p:to>
                                    </p:set>
                                  </p:childTnLst>
                                </p:cTn>
                              </p:par>
                            </p:childTnLst>
                          </p:cTn>
                        </p:par>
                      </p:childTnLst>
                    </p:cTn>
                  </p:par>
                  <p:par>
                    <p:cTn id="1263" fill="hold">
                      <p:stCondLst>
                        <p:cond delay="indefinite"/>
                      </p:stCondLst>
                      <p:childTnLst>
                        <p:par>
                          <p:cTn id="1264" fill="hold">
                            <p:stCondLst>
                              <p:cond delay="0"/>
                            </p:stCondLst>
                            <p:childTnLst>
                              <p:par>
                                <p:cTn id="1265" presetID="1" presetClass="entr" presetSubtype="0" fill="hold" nodeType="clickEffect">
                                  <p:stCondLst>
                                    <p:cond delay="0"/>
                                  </p:stCondLst>
                                  <p:childTnLst>
                                    <p:set>
                                      <p:cBhvr>
                                        <p:cTn id="1266" dur="1" fill="hold">
                                          <p:stCondLst>
                                            <p:cond delay="0"/>
                                          </p:stCondLst>
                                        </p:cTn>
                                        <p:tgtEl>
                                          <p:spTgt spid="112">
                                            <p:txEl>
                                              <p:pRg st="0" end="0"/>
                                            </p:txEl>
                                          </p:spTgt>
                                        </p:tgtEl>
                                        <p:attrNameLst>
                                          <p:attrName>style.visibility</p:attrName>
                                        </p:attrNameLst>
                                      </p:cBhvr>
                                      <p:to>
                                        <p:strVal val="visible"/>
                                      </p:to>
                                    </p:set>
                                  </p:childTnLst>
                                </p:cTn>
                              </p:par>
                            </p:childTnLst>
                          </p:cTn>
                        </p:par>
                      </p:childTnLst>
                    </p:cTn>
                  </p:par>
                  <p:par>
                    <p:cTn id="1267" fill="hold">
                      <p:stCondLst>
                        <p:cond delay="indefinite"/>
                      </p:stCondLst>
                      <p:childTnLst>
                        <p:par>
                          <p:cTn id="1268" fill="hold">
                            <p:stCondLst>
                              <p:cond delay="0"/>
                            </p:stCondLst>
                            <p:childTnLst>
                              <p:par>
                                <p:cTn id="1269" presetID="1" presetClass="entr" presetSubtype="0" fill="hold" nodeType="clickEffect">
                                  <p:stCondLst>
                                    <p:cond delay="0"/>
                                  </p:stCondLst>
                                  <p:childTnLst>
                                    <p:set>
                                      <p:cBhvr>
                                        <p:cTn id="1270" dur="1" fill="hold">
                                          <p:stCondLst>
                                            <p:cond delay="0"/>
                                          </p:stCondLst>
                                        </p:cTn>
                                        <p:tgtEl>
                                          <p:spTgt spid="112">
                                            <p:txEl>
                                              <p:pRg st="1" end="1"/>
                                            </p:txEl>
                                          </p:spTgt>
                                        </p:tgtEl>
                                        <p:attrNameLst>
                                          <p:attrName>style.visibility</p:attrName>
                                        </p:attrNameLst>
                                      </p:cBhvr>
                                      <p:to>
                                        <p:strVal val="visible"/>
                                      </p:to>
                                    </p:set>
                                  </p:childTnLst>
                                </p:cTn>
                              </p:par>
                            </p:childTnLst>
                          </p:cTn>
                        </p:par>
                      </p:childTnLst>
                    </p:cTn>
                  </p:par>
                  <p:par>
                    <p:cTn id="1271" fill="hold">
                      <p:stCondLst>
                        <p:cond delay="indefinite"/>
                      </p:stCondLst>
                      <p:childTnLst>
                        <p:par>
                          <p:cTn id="1272" fill="hold">
                            <p:stCondLst>
                              <p:cond delay="0"/>
                            </p:stCondLst>
                            <p:childTnLst>
                              <p:par>
                                <p:cTn id="1273" presetID="1" presetClass="entr" presetSubtype="0" fill="hold" nodeType="clickEffect">
                                  <p:stCondLst>
                                    <p:cond delay="0"/>
                                  </p:stCondLst>
                                  <p:childTnLst>
                                    <p:set>
                                      <p:cBhvr>
                                        <p:cTn id="1274" dur="1" fill="hold">
                                          <p:stCondLst>
                                            <p:cond delay="0"/>
                                          </p:stCondLst>
                                        </p:cTn>
                                        <p:tgtEl>
                                          <p:spTgt spid="112">
                                            <p:txEl>
                                              <p:pRg st="2" end="2"/>
                                            </p:txEl>
                                          </p:spTgt>
                                        </p:tgtEl>
                                        <p:attrNameLst>
                                          <p:attrName>style.visibility</p:attrName>
                                        </p:attrNameLst>
                                      </p:cBhvr>
                                      <p:to>
                                        <p:strVal val="visible"/>
                                      </p:to>
                                    </p:set>
                                  </p:childTnLst>
                                </p:cTn>
                              </p:par>
                            </p:childTnLst>
                          </p:cTn>
                        </p:par>
                      </p:childTnLst>
                    </p:cTn>
                  </p:par>
                  <p:par>
                    <p:cTn id="1275" fill="hold">
                      <p:stCondLst>
                        <p:cond delay="indefinite"/>
                      </p:stCondLst>
                      <p:childTnLst>
                        <p:par>
                          <p:cTn id="1276" fill="hold">
                            <p:stCondLst>
                              <p:cond delay="0"/>
                            </p:stCondLst>
                            <p:childTnLst>
                              <p:par>
                                <p:cTn id="1277" presetID="1" presetClass="entr" presetSubtype="0" fill="hold" nodeType="clickEffect">
                                  <p:stCondLst>
                                    <p:cond delay="0"/>
                                  </p:stCondLst>
                                  <p:childTnLst>
                                    <p:set>
                                      <p:cBhvr>
                                        <p:cTn id="1278" dur="1" fill="hold">
                                          <p:stCondLst>
                                            <p:cond delay="0"/>
                                          </p:stCondLst>
                                        </p:cTn>
                                        <p:tgtEl>
                                          <p:spTgt spid="112">
                                            <p:txEl>
                                              <p:pRg st="3" end="3"/>
                                            </p:txEl>
                                          </p:spTgt>
                                        </p:tgtEl>
                                        <p:attrNameLst>
                                          <p:attrName>style.visibility</p:attrName>
                                        </p:attrNameLst>
                                      </p:cBhvr>
                                      <p:to>
                                        <p:strVal val="visible"/>
                                      </p:to>
                                    </p:set>
                                  </p:childTnLst>
                                </p:cTn>
                              </p:par>
                            </p:childTnLst>
                          </p:cTn>
                        </p:par>
                      </p:childTnLst>
                    </p:cTn>
                  </p:par>
                  <p:par>
                    <p:cTn id="1279" fill="hold">
                      <p:stCondLst>
                        <p:cond delay="indefinite"/>
                      </p:stCondLst>
                      <p:childTnLst>
                        <p:par>
                          <p:cTn id="1280" fill="hold">
                            <p:stCondLst>
                              <p:cond delay="0"/>
                            </p:stCondLst>
                            <p:childTnLst>
                              <p:par>
                                <p:cTn id="1281" presetID="1" presetClass="entr" presetSubtype="0" fill="hold" nodeType="clickEffect">
                                  <p:stCondLst>
                                    <p:cond delay="0"/>
                                  </p:stCondLst>
                                  <p:childTnLst>
                                    <p:set>
                                      <p:cBhvr>
                                        <p:cTn id="1282" dur="1" fill="hold">
                                          <p:stCondLst>
                                            <p:cond delay="0"/>
                                          </p:stCondLst>
                                        </p:cTn>
                                        <p:tgtEl>
                                          <p:spTgt spid="112">
                                            <p:txEl>
                                              <p:pRg st="4" end="4"/>
                                            </p:txEl>
                                          </p:spTgt>
                                        </p:tgtEl>
                                        <p:attrNameLst>
                                          <p:attrName>style.visibility</p:attrName>
                                        </p:attrNameLst>
                                      </p:cBhvr>
                                      <p:to>
                                        <p:strVal val="visible"/>
                                      </p:to>
                                    </p:set>
                                  </p:childTnLst>
                                </p:cTn>
                              </p:par>
                            </p:childTnLst>
                          </p:cTn>
                        </p:par>
                      </p:childTnLst>
                    </p:cTn>
                  </p:par>
                  <p:par>
                    <p:cTn id="1283" fill="hold">
                      <p:stCondLst>
                        <p:cond delay="indefinite"/>
                      </p:stCondLst>
                      <p:childTnLst>
                        <p:par>
                          <p:cTn id="1284" fill="hold">
                            <p:stCondLst>
                              <p:cond delay="0"/>
                            </p:stCondLst>
                            <p:childTnLst>
                              <p:par>
                                <p:cTn id="1285" presetID="1" presetClass="entr" presetSubtype="0" fill="hold" nodeType="clickEffect">
                                  <p:stCondLst>
                                    <p:cond delay="0"/>
                                  </p:stCondLst>
                                  <p:childTnLst>
                                    <p:set>
                                      <p:cBhvr>
                                        <p:cTn id="1286" dur="1" fill="hold">
                                          <p:stCondLst>
                                            <p:cond delay="0"/>
                                          </p:stCondLst>
                                        </p:cTn>
                                        <p:tgtEl>
                                          <p:spTgt spid="112">
                                            <p:txEl>
                                              <p:pRg st="5" end="5"/>
                                            </p:txEl>
                                          </p:spTgt>
                                        </p:tgtEl>
                                        <p:attrNameLst>
                                          <p:attrName>style.visibility</p:attrName>
                                        </p:attrNameLst>
                                      </p:cBhvr>
                                      <p:to>
                                        <p:strVal val="visible"/>
                                      </p:to>
                                    </p:set>
                                  </p:childTnLst>
                                </p:cTn>
                              </p:par>
                            </p:childTnLst>
                          </p:cTn>
                        </p:par>
                      </p:childTnLst>
                    </p:cTn>
                  </p:par>
                  <p:par>
                    <p:cTn id="1287" fill="hold">
                      <p:stCondLst>
                        <p:cond delay="indefinite"/>
                      </p:stCondLst>
                      <p:childTnLst>
                        <p:par>
                          <p:cTn id="1288" fill="hold">
                            <p:stCondLst>
                              <p:cond delay="0"/>
                            </p:stCondLst>
                            <p:childTnLst>
                              <p:par>
                                <p:cTn id="1289" presetID="1" presetClass="entr" presetSubtype="0" fill="hold" nodeType="clickEffect">
                                  <p:stCondLst>
                                    <p:cond delay="0"/>
                                  </p:stCondLst>
                                  <p:childTnLst>
                                    <p:set>
                                      <p:cBhvr>
                                        <p:cTn id="1290" dur="1" fill="hold">
                                          <p:stCondLst>
                                            <p:cond delay="0"/>
                                          </p:stCondLst>
                                        </p:cTn>
                                        <p:tgtEl>
                                          <p:spTgt spid="112">
                                            <p:txEl>
                                              <p:pRg st="6" end="6"/>
                                            </p:txEl>
                                          </p:spTgt>
                                        </p:tgtEl>
                                        <p:attrNameLst>
                                          <p:attrName>style.visibility</p:attrName>
                                        </p:attrNameLst>
                                      </p:cBhvr>
                                      <p:to>
                                        <p:strVal val="visible"/>
                                      </p:to>
                                    </p:set>
                                  </p:childTnLst>
                                </p:cTn>
                              </p:par>
                            </p:childTnLst>
                          </p:cTn>
                        </p:par>
                      </p:childTnLst>
                    </p:cTn>
                  </p:par>
                  <p:par>
                    <p:cTn id="1291" fill="hold">
                      <p:stCondLst>
                        <p:cond delay="indefinite"/>
                      </p:stCondLst>
                      <p:childTnLst>
                        <p:par>
                          <p:cTn id="1292" fill="hold">
                            <p:stCondLst>
                              <p:cond delay="0"/>
                            </p:stCondLst>
                            <p:childTnLst>
                              <p:par>
                                <p:cTn id="1293" presetID="1" presetClass="entr" presetSubtype="0" fill="hold" nodeType="clickEffect">
                                  <p:stCondLst>
                                    <p:cond delay="0"/>
                                  </p:stCondLst>
                                  <p:childTnLst>
                                    <p:set>
                                      <p:cBhvr>
                                        <p:cTn id="1294" dur="1" fill="hold">
                                          <p:stCondLst>
                                            <p:cond delay="0"/>
                                          </p:stCondLst>
                                        </p:cTn>
                                        <p:tgtEl>
                                          <p:spTgt spid="112">
                                            <p:txEl>
                                              <p:pRg st="7" end="7"/>
                                            </p:txEl>
                                          </p:spTgt>
                                        </p:tgtEl>
                                        <p:attrNameLst>
                                          <p:attrName>style.visibility</p:attrName>
                                        </p:attrNameLst>
                                      </p:cBhvr>
                                      <p:to>
                                        <p:strVal val="visible"/>
                                      </p:to>
                                    </p:set>
                                  </p:childTnLst>
                                </p:cTn>
                              </p:par>
                            </p:childTnLst>
                          </p:cTn>
                        </p:par>
                      </p:childTnLst>
                    </p:cTn>
                  </p:par>
                  <p:par>
                    <p:cTn id="1295" fill="hold">
                      <p:stCondLst>
                        <p:cond delay="indefinite"/>
                      </p:stCondLst>
                      <p:childTnLst>
                        <p:par>
                          <p:cTn id="1296" fill="hold">
                            <p:stCondLst>
                              <p:cond delay="0"/>
                            </p:stCondLst>
                            <p:childTnLst>
                              <p:par>
                                <p:cTn id="1297" presetID="1" presetClass="entr" presetSubtype="0" fill="hold" nodeType="clickEffect">
                                  <p:stCondLst>
                                    <p:cond delay="0"/>
                                  </p:stCondLst>
                                  <p:childTnLst>
                                    <p:set>
                                      <p:cBhvr>
                                        <p:cTn id="1298" dur="1" fill="hold">
                                          <p:stCondLst>
                                            <p:cond delay="0"/>
                                          </p:stCondLst>
                                        </p:cTn>
                                        <p:tgtEl>
                                          <p:spTgt spid="112">
                                            <p:txEl>
                                              <p:pRg st="8" end="8"/>
                                            </p:txEl>
                                          </p:spTgt>
                                        </p:tgtEl>
                                        <p:attrNameLst>
                                          <p:attrName>style.visibility</p:attrName>
                                        </p:attrNameLst>
                                      </p:cBhvr>
                                      <p:to>
                                        <p:strVal val="visible"/>
                                      </p:to>
                                    </p:set>
                                  </p:childTnLst>
                                </p:cTn>
                              </p:par>
                            </p:childTnLst>
                          </p:cTn>
                        </p:par>
                      </p:childTnLst>
                    </p:cTn>
                  </p:par>
                  <p:par>
                    <p:cTn id="1299" fill="hold">
                      <p:stCondLst>
                        <p:cond delay="indefinite"/>
                      </p:stCondLst>
                      <p:childTnLst>
                        <p:par>
                          <p:cTn id="1300" fill="hold">
                            <p:stCondLst>
                              <p:cond delay="0"/>
                            </p:stCondLst>
                            <p:childTnLst>
                              <p:par>
                                <p:cTn id="1301" presetID="1" presetClass="entr" presetSubtype="0" fill="hold" nodeType="clickEffect">
                                  <p:stCondLst>
                                    <p:cond delay="0"/>
                                  </p:stCondLst>
                                  <p:childTnLst>
                                    <p:set>
                                      <p:cBhvr>
                                        <p:cTn id="1302" dur="1" fill="hold">
                                          <p:stCondLst>
                                            <p:cond delay="0"/>
                                          </p:stCondLst>
                                        </p:cTn>
                                        <p:tgtEl>
                                          <p:spTgt spid="113">
                                            <p:txEl>
                                              <p:pRg st="0" end="0"/>
                                            </p:txEl>
                                          </p:spTgt>
                                        </p:tgtEl>
                                        <p:attrNameLst>
                                          <p:attrName>style.visibility</p:attrName>
                                        </p:attrNameLst>
                                      </p:cBhvr>
                                      <p:to>
                                        <p:strVal val="visible"/>
                                      </p:to>
                                    </p:set>
                                  </p:childTnLst>
                                </p:cTn>
                              </p:par>
                            </p:childTnLst>
                          </p:cTn>
                        </p:par>
                      </p:childTnLst>
                    </p:cTn>
                  </p:par>
                  <p:par>
                    <p:cTn id="1303" fill="hold">
                      <p:stCondLst>
                        <p:cond delay="indefinite"/>
                      </p:stCondLst>
                      <p:childTnLst>
                        <p:par>
                          <p:cTn id="1304" fill="hold">
                            <p:stCondLst>
                              <p:cond delay="0"/>
                            </p:stCondLst>
                            <p:childTnLst>
                              <p:par>
                                <p:cTn id="1305" presetID="1" presetClass="entr" presetSubtype="0" fill="hold" nodeType="clickEffect">
                                  <p:stCondLst>
                                    <p:cond delay="0"/>
                                  </p:stCondLst>
                                  <p:childTnLst>
                                    <p:set>
                                      <p:cBhvr>
                                        <p:cTn id="1306" dur="1" fill="hold">
                                          <p:stCondLst>
                                            <p:cond delay="0"/>
                                          </p:stCondLst>
                                        </p:cTn>
                                        <p:tgtEl>
                                          <p:spTgt spid="113">
                                            <p:txEl>
                                              <p:pRg st="1" end="1"/>
                                            </p:txEl>
                                          </p:spTgt>
                                        </p:tgtEl>
                                        <p:attrNameLst>
                                          <p:attrName>style.visibility</p:attrName>
                                        </p:attrNameLst>
                                      </p:cBhvr>
                                      <p:to>
                                        <p:strVal val="visible"/>
                                      </p:to>
                                    </p:set>
                                  </p:childTnLst>
                                </p:cTn>
                              </p:par>
                            </p:childTnLst>
                          </p:cTn>
                        </p:par>
                      </p:childTnLst>
                    </p:cTn>
                  </p:par>
                  <p:par>
                    <p:cTn id="1307" fill="hold">
                      <p:stCondLst>
                        <p:cond delay="indefinite"/>
                      </p:stCondLst>
                      <p:childTnLst>
                        <p:par>
                          <p:cTn id="1308" fill="hold">
                            <p:stCondLst>
                              <p:cond delay="0"/>
                            </p:stCondLst>
                            <p:childTnLst>
                              <p:par>
                                <p:cTn id="1309" presetID="1" presetClass="entr" presetSubtype="0" fill="hold" nodeType="clickEffect">
                                  <p:stCondLst>
                                    <p:cond delay="0"/>
                                  </p:stCondLst>
                                  <p:childTnLst>
                                    <p:set>
                                      <p:cBhvr>
                                        <p:cTn id="1310" dur="1" fill="hold">
                                          <p:stCondLst>
                                            <p:cond delay="0"/>
                                          </p:stCondLst>
                                        </p:cTn>
                                        <p:tgtEl>
                                          <p:spTgt spid="113">
                                            <p:txEl>
                                              <p:pRg st="2" end="2"/>
                                            </p:txEl>
                                          </p:spTgt>
                                        </p:tgtEl>
                                        <p:attrNameLst>
                                          <p:attrName>style.visibility</p:attrName>
                                        </p:attrNameLst>
                                      </p:cBhvr>
                                      <p:to>
                                        <p:strVal val="visible"/>
                                      </p:to>
                                    </p:set>
                                  </p:childTnLst>
                                </p:cTn>
                              </p:par>
                            </p:childTnLst>
                          </p:cTn>
                        </p:par>
                      </p:childTnLst>
                    </p:cTn>
                  </p:par>
                  <p:par>
                    <p:cTn id="1311" fill="hold">
                      <p:stCondLst>
                        <p:cond delay="indefinite"/>
                      </p:stCondLst>
                      <p:childTnLst>
                        <p:par>
                          <p:cTn id="1312" fill="hold">
                            <p:stCondLst>
                              <p:cond delay="0"/>
                            </p:stCondLst>
                            <p:childTnLst>
                              <p:par>
                                <p:cTn id="1313" presetID="1" presetClass="entr" presetSubtype="0" fill="hold" nodeType="clickEffect">
                                  <p:stCondLst>
                                    <p:cond delay="0"/>
                                  </p:stCondLst>
                                  <p:childTnLst>
                                    <p:set>
                                      <p:cBhvr>
                                        <p:cTn id="1314" dur="1" fill="hold">
                                          <p:stCondLst>
                                            <p:cond delay="0"/>
                                          </p:stCondLst>
                                        </p:cTn>
                                        <p:tgtEl>
                                          <p:spTgt spid="113">
                                            <p:txEl>
                                              <p:pRg st="3" end="3"/>
                                            </p:txEl>
                                          </p:spTgt>
                                        </p:tgtEl>
                                        <p:attrNameLst>
                                          <p:attrName>style.visibility</p:attrName>
                                        </p:attrNameLst>
                                      </p:cBhvr>
                                      <p:to>
                                        <p:strVal val="visible"/>
                                      </p:to>
                                    </p:set>
                                  </p:childTnLst>
                                </p:cTn>
                              </p:par>
                            </p:childTnLst>
                          </p:cTn>
                        </p:par>
                      </p:childTnLst>
                    </p:cTn>
                  </p:par>
                  <p:par>
                    <p:cTn id="1315" fill="hold">
                      <p:stCondLst>
                        <p:cond delay="indefinite"/>
                      </p:stCondLst>
                      <p:childTnLst>
                        <p:par>
                          <p:cTn id="1316" fill="hold">
                            <p:stCondLst>
                              <p:cond delay="0"/>
                            </p:stCondLst>
                            <p:childTnLst>
                              <p:par>
                                <p:cTn id="1317" presetID="1" presetClass="entr" presetSubtype="0" fill="hold" nodeType="clickEffect">
                                  <p:stCondLst>
                                    <p:cond delay="0"/>
                                  </p:stCondLst>
                                  <p:childTnLst>
                                    <p:set>
                                      <p:cBhvr>
                                        <p:cTn id="1318" dur="1" fill="hold">
                                          <p:stCondLst>
                                            <p:cond delay="0"/>
                                          </p:stCondLst>
                                        </p:cTn>
                                        <p:tgtEl>
                                          <p:spTgt spid="113">
                                            <p:txEl>
                                              <p:pRg st="4" end="4"/>
                                            </p:txEl>
                                          </p:spTgt>
                                        </p:tgtEl>
                                        <p:attrNameLst>
                                          <p:attrName>style.visibility</p:attrName>
                                        </p:attrNameLst>
                                      </p:cBhvr>
                                      <p:to>
                                        <p:strVal val="visible"/>
                                      </p:to>
                                    </p:set>
                                  </p:childTnLst>
                                </p:cTn>
                              </p:par>
                            </p:childTnLst>
                          </p:cTn>
                        </p:par>
                      </p:childTnLst>
                    </p:cTn>
                  </p:par>
                  <p:par>
                    <p:cTn id="1319" fill="hold">
                      <p:stCondLst>
                        <p:cond delay="indefinite"/>
                      </p:stCondLst>
                      <p:childTnLst>
                        <p:par>
                          <p:cTn id="1320" fill="hold">
                            <p:stCondLst>
                              <p:cond delay="0"/>
                            </p:stCondLst>
                            <p:childTnLst>
                              <p:par>
                                <p:cTn id="1321" presetID="1" presetClass="entr" presetSubtype="0" fill="hold" nodeType="clickEffect">
                                  <p:stCondLst>
                                    <p:cond delay="0"/>
                                  </p:stCondLst>
                                  <p:childTnLst>
                                    <p:set>
                                      <p:cBhvr>
                                        <p:cTn id="1322" dur="1" fill="hold">
                                          <p:stCondLst>
                                            <p:cond delay="0"/>
                                          </p:stCondLst>
                                        </p:cTn>
                                        <p:tgtEl>
                                          <p:spTgt spid="113">
                                            <p:txEl>
                                              <p:pRg st="5" end="5"/>
                                            </p:txEl>
                                          </p:spTgt>
                                        </p:tgtEl>
                                        <p:attrNameLst>
                                          <p:attrName>style.visibility</p:attrName>
                                        </p:attrNameLst>
                                      </p:cBhvr>
                                      <p:to>
                                        <p:strVal val="visible"/>
                                      </p:to>
                                    </p:set>
                                  </p:childTnLst>
                                </p:cTn>
                              </p:par>
                            </p:childTnLst>
                          </p:cTn>
                        </p:par>
                      </p:childTnLst>
                    </p:cTn>
                  </p:par>
                  <p:par>
                    <p:cTn id="1323" fill="hold">
                      <p:stCondLst>
                        <p:cond delay="indefinite"/>
                      </p:stCondLst>
                      <p:childTnLst>
                        <p:par>
                          <p:cTn id="1324" fill="hold">
                            <p:stCondLst>
                              <p:cond delay="0"/>
                            </p:stCondLst>
                            <p:childTnLst>
                              <p:par>
                                <p:cTn id="1325" presetID="1" presetClass="entr" presetSubtype="0" fill="hold" nodeType="clickEffect">
                                  <p:stCondLst>
                                    <p:cond delay="0"/>
                                  </p:stCondLst>
                                  <p:childTnLst>
                                    <p:set>
                                      <p:cBhvr>
                                        <p:cTn id="1326" dur="1" fill="hold">
                                          <p:stCondLst>
                                            <p:cond delay="0"/>
                                          </p:stCondLst>
                                        </p:cTn>
                                        <p:tgtEl>
                                          <p:spTgt spid="113">
                                            <p:txEl>
                                              <p:pRg st="6" end="6"/>
                                            </p:txEl>
                                          </p:spTgt>
                                        </p:tgtEl>
                                        <p:attrNameLst>
                                          <p:attrName>style.visibility</p:attrName>
                                        </p:attrNameLst>
                                      </p:cBhvr>
                                      <p:to>
                                        <p:strVal val="visible"/>
                                      </p:to>
                                    </p:set>
                                  </p:childTnLst>
                                </p:cTn>
                              </p:par>
                            </p:childTnLst>
                          </p:cTn>
                        </p:par>
                      </p:childTnLst>
                    </p:cTn>
                  </p:par>
                  <p:par>
                    <p:cTn id="1327" fill="hold">
                      <p:stCondLst>
                        <p:cond delay="indefinite"/>
                      </p:stCondLst>
                      <p:childTnLst>
                        <p:par>
                          <p:cTn id="1328" fill="hold">
                            <p:stCondLst>
                              <p:cond delay="0"/>
                            </p:stCondLst>
                            <p:childTnLst>
                              <p:par>
                                <p:cTn id="1329" presetID="1" presetClass="entr" presetSubtype="0" fill="hold" nodeType="clickEffect">
                                  <p:stCondLst>
                                    <p:cond delay="0"/>
                                  </p:stCondLst>
                                  <p:childTnLst>
                                    <p:set>
                                      <p:cBhvr>
                                        <p:cTn id="1330" dur="1" fill="hold">
                                          <p:stCondLst>
                                            <p:cond delay="0"/>
                                          </p:stCondLst>
                                        </p:cTn>
                                        <p:tgtEl>
                                          <p:spTgt spid="113">
                                            <p:txEl>
                                              <p:pRg st="7" end="7"/>
                                            </p:txEl>
                                          </p:spTgt>
                                        </p:tgtEl>
                                        <p:attrNameLst>
                                          <p:attrName>style.visibility</p:attrName>
                                        </p:attrNameLst>
                                      </p:cBhvr>
                                      <p:to>
                                        <p:strVal val="visible"/>
                                      </p:to>
                                    </p:set>
                                  </p:childTnLst>
                                </p:cTn>
                              </p:par>
                            </p:childTnLst>
                          </p:cTn>
                        </p:par>
                      </p:childTnLst>
                    </p:cTn>
                  </p:par>
                  <p:par>
                    <p:cTn id="1331" fill="hold">
                      <p:stCondLst>
                        <p:cond delay="indefinite"/>
                      </p:stCondLst>
                      <p:childTnLst>
                        <p:par>
                          <p:cTn id="1332" fill="hold">
                            <p:stCondLst>
                              <p:cond delay="0"/>
                            </p:stCondLst>
                            <p:childTnLst>
                              <p:par>
                                <p:cTn id="1333" presetID="1" presetClass="entr" presetSubtype="0" fill="hold" nodeType="clickEffect">
                                  <p:stCondLst>
                                    <p:cond delay="0"/>
                                  </p:stCondLst>
                                  <p:childTnLst>
                                    <p:set>
                                      <p:cBhvr>
                                        <p:cTn id="1334" dur="1" fill="hold">
                                          <p:stCondLst>
                                            <p:cond delay="0"/>
                                          </p:stCondLst>
                                        </p:cTn>
                                        <p:tgtEl>
                                          <p:spTgt spid="113">
                                            <p:txEl>
                                              <p:pRg st="8" end="8"/>
                                            </p:txEl>
                                          </p:spTgt>
                                        </p:tgtEl>
                                        <p:attrNameLst>
                                          <p:attrName>style.visibility</p:attrName>
                                        </p:attrNameLst>
                                      </p:cBhvr>
                                      <p:to>
                                        <p:strVal val="visible"/>
                                      </p:to>
                                    </p:set>
                                  </p:childTnLst>
                                </p:cTn>
                              </p:par>
                            </p:childTnLst>
                          </p:cTn>
                        </p:par>
                      </p:childTnLst>
                    </p:cTn>
                  </p:par>
                  <p:par>
                    <p:cTn id="1335" fill="hold">
                      <p:stCondLst>
                        <p:cond delay="indefinite"/>
                      </p:stCondLst>
                      <p:childTnLst>
                        <p:par>
                          <p:cTn id="1336" fill="hold">
                            <p:stCondLst>
                              <p:cond delay="0"/>
                            </p:stCondLst>
                            <p:childTnLst>
                              <p:par>
                                <p:cTn id="1337" presetID="1" presetClass="entr" presetSubtype="0" fill="hold" nodeType="clickEffect">
                                  <p:stCondLst>
                                    <p:cond delay="0"/>
                                  </p:stCondLst>
                                  <p:childTnLst>
                                    <p:set>
                                      <p:cBhvr>
                                        <p:cTn id="1338" dur="1" fill="hold">
                                          <p:stCondLst>
                                            <p:cond delay="0"/>
                                          </p:stCondLst>
                                        </p:cTn>
                                        <p:tgtEl>
                                          <p:spTgt spid="114">
                                            <p:txEl>
                                              <p:pRg st="0" end="0"/>
                                            </p:txEl>
                                          </p:spTgt>
                                        </p:tgtEl>
                                        <p:attrNameLst>
                                          <p:attrName>style.visibility</p:attrName>
                                        </p:attrNameLst>
                                      </p:cBhvr>
                                      <p:to>
                                        <p:strVal val="visible"/>
                                      </p:to>
                                    </p:set>
                                  </p:childTnLst>
                                </p:cTn>
                              </p:par>
                            </p:childTnLst>
                          </p:cTn>
                        </p:par>
                      </p:childTnLst>
                    </p:cTn>
                  </p:par>
                  <p:par>
                    <p:cTn id="1339" fill="hold">
                      <p:stCondLst>
                        <p:cond delay="indefinite"/>
                      </p:stCondLst>
                      <p:childTnLst>
                        <p:par>
                          <p:cTn id="1340" fill="hold">
                            <p:stCondLst>
                              <p:cond delay="0"/>
                            </p:stCondLst>
                            <p:childTnLst>
                              <p:par>
                                <p:cTn id="1341" presetID="1" presetClass="entr" presetSubtype="0" fill="hold" nodeType="clickEffect">
                                  <p:stCondLst>
                                    <p:cond delay="0"/>
                                  </p:stCondLst>
                                  <p:childTnLst>
                                    <p:set>
                                      <p:cBhvr>
                                        <p:cTn id="1342" dur="1" fill="hold">
                                          <p:stCondLst>
                                            <p:cond delay="0"/>
                                          </p:stCondLst>
                                        </p:cTn>
                                        <p:tgtEl>
                                          <p:spTgt spid="114">
                                            <p:txEl>
                                              <p:pRg st="1" end="1"/>
                                            </p:txEl>
                                          </p:spTgt>
                                        </p:tgtEl>
                                        <p:attrNameLst>
                                          <p:attrName>style.visibility</p:attrName>
                                        </p:attrNameLst>
                                      </p:cBhvr>
                                      <p:to>
                                        <p:strVal val="visible"/>
                                      </p:to>
                                    </p:set>
                                  </p:childTnLst>
                                </p:cTn>
                              </p:par>
                            </p:childTnLst>
                          </p:cTn>
                        </p:par>
                      </p:childTnLst>
                    </p:cTn>
                  </p:par>
                  <p:par>
                    <p:cTn id="1343" fill="hold">
                      <p:stCondLst>
                        <p:cond delay="indefinite"/>
                      </p:stCondLst>
                      <p:childTnLst>
                        <p:par>
                          <p:cTn id="1344" fill="hold">
                            <p:stCondLst>
                              <p:cond delay="0"/>
                            </p:stCondLst>
                            <p:childTnLst>
                              <p:par>
                                <p:cTn id="1345" presetID="1" presetClass="entr" presetSubtype="0" fill="hold" nodeType="clickEffect">
                                  <p:stCondLst>
                                    <p:cond delay="0"/>
                                  </p:stCondLst>
                                  <p:childTnLst>
                                    <p:set>
                                      <p:cBhvr>
                                        <p:cTn id="1346" dur="1" fill="hold">
                                          <p:stCondLst>
                                            <p:cond delay="0"/>
                                          </p:stCondLst>
                                        </p:cTn>
                                        <p:tgtEl>
                                          <p:spTgt spid="114">
                                            <p:txEl>
                                              <p:pRg st="2" end="2"/>
                                            </p:txEl>
                                          </p:spTgt>
                                        </p:tgtEl>
                                        <p:attrNameLst>
                                          <p:attrName>style.visibility</p:attrName>
                                        </p:attrNameLst>
                                      </p:cBhvr>
                                      <p:to>
                                        <p:strVal val="visible"/>
                                      </p:to>
                                    </p:set>
                                  </p:childTnLst>
                                </p:cTn>
                              </p:par>
                            </p:childTnLst>
                          </p:cTn>
                        </p:par>
                      </p:childTnLst>
                    </p:cTn>
                  </p:par>
                  <p:par>
                    <p:cTn id="1347" fill="hold">
                      <p:stCondLst>
                        <p:cond delay="indefinite"/>
                      </p:stCondLst>
                      <p:childTnLst>
                        <p:par>
                          <p:cTn id="1348" fill="hold">
                            <p:stCondLst>
                              <p:cond delay="0"/>
                            </p:stCondLst>
                            <p:childTnLst>
                              <p:par>
                                <p:cTn id="1349" presetID="1" presetClass="entr" presetSubtype="0" fill="hold" nodeType="clickEffect">
                                  <p:stCondLst>
                                    <p:cond delay="0"/>
                                  </p:stCondLst>
                                  <p:childTnLst>
                                    <p:set>
                                      <p:cBhvr>
                                        <p:cTn id="1350" dur="1" fill="hold">
                                          <p:stCondLst>
                                            <p:cond delay="0"/>
                                          </p:stCondLst>
                                        </p:cTn>
                                        <p:tgtEl>
                                          <p:spTgt spid="114">
                                            <p:txEl>
                                              <p:pRg st="3" end="3"/>
                                            </p:txEl>
                                          </p:spTgt>
                                        </p:tgtEl>
                                        <p:attrNameLst>
                                          <p:attrName>style.visibility</p:attrName>
                                        </p:attrNameLst>
                                      </p:cBhvr>
                                      <p:to>
                                        <p:strVal val="visible"/>
                                      </p:to>
                                    </p:set>
                                  </p:childTnLst>
                                </p:cTn>
                              </p:par>
                            </p:childTnLst>
                          </p:cTn>
                        </p:par>
                      </p:childTnLst>
                    </p:cTn>
                  </p:par>
                  <p:par>
                    <p:cTn id="1351" fill="hold">
                      <p:stCondLst>
                        <p:cond delay="indefinite"/>
                      </p:stCondLst>
                      <p:childTnLst>
                        <p:par>
                          <p:cTn id="1352" fill="hold">
                            <p:stCondLst>
                              <p:cond delay="0"/>
                            </p:stCondLst>
                            <p:childTnLst>
                              <p:par>
                                <p:cTn id="1353" presetID="1" presetClass="entr" presetSubtype="0" fill="hold" nodeType="clickEffect">
                                  <p:stCondLst>
                                    <p:cond delay="0"/>
                                  </p:stCondLst>
                                  <p:childTnLst>
                                    <p:set>
                                      <p:cBhvr>
                                        <p:cTn id="1354" dur="1" fill="hold">
                                          <p:stCondLst>
                                            <p:cond delay="0"/>
                                          </p:stCondLst>
                                        </p:cTn>
                                        <p:tgtEl>
                                          <p:spTgt spid="114">
                                            <p:txEl>
                                              <p:pRg st="4" end="4"/>
                                            </p:txEl>
                                          </p:spTgt>
                                        </p:tgtEl>
                                        <p:attrNameLst>
                                          <p:attrName>style.visibility</p:attrName>
                                        </p:attrNameLst>
                                      </p:cBhvr>
                                      <p:to>
                                        <p:strVal val="visible"/>
                                      </p:to>
                                    </p:set>
                                  </p:childTnLst>
                                </p:cTn>
                              </p:par>
                            </p:childTnLst>
                          </p:cTn>
                        </p:par>
                      </p:childTnLst>
                    </p:cTn>
                  </p:par>
                  <p:par>
                    <p:cTn id="1355" fill="hold">
                      <p:stCondLst>
                        <p:cond delay="indefinite"/>
                      </p:stCondLst>
                      <p:childTnLst>
                        <p:par>
                          <p:cTn id="1356" fill="hold">
                            <p:stCondLst>
                              <p:cond delay="0"/>
                            </p:stCondLst>
                            <p:childTnLst>
                              <p:par>
                                <p:cTn id="1357" presetID="1" presetClass="entr" presetSubtype="0" fill="hold" nodeType="clickEffect">
                                  <p:stCondLst>
                                    <p:cond delay="0"/>
                                  </p:stCondLst>
                                  <p:childTnLst>
                                    <p:set>
                                      <p:cBhvr>
                                        <p:cTn id="1358" dur="1" fill="hold">
                                          <p:stCondLst>
                                            <p:cond delay="0"/>
                                          </p:stCondLst>
                                        </p:cTn>
                                        <p:tgtEl>
                                          <p:spTgt spid="114">
                                            <p:txEl>
                                              <p:pRg st="5" end="5"/>
                                            </p:txEl>
                                          </p:spTgt>
                                        </p:tgtEl>
                                        <p:attrNameLst>
                                          <p:attrName>style.visibility</p:attrName>
                                        </p:attrNameLst>
                                      </p:cBhvr>
                                      <p:to>
                                        <p:strVal val="visible"/>
                                      </p:to>
                                    </p:set>
                                  </p:childTnLst>
                                </p:cTn>
                              </p:par>
                            </p:childTnLst>
                          </p:cTn>
                        </p:par>
                      </p:childTnLst>
                    </p:cTn>
                  </p:par>
                  <p:par>
                    <p:cTn id="1359" fill="hold">
                      <p:stCondLst>
                        <p:cond delay="indefinite"/>
                      </p:stCondLst>
                      <p:childTnLst>
                        <p:par>
                          <p:cTn id="1360" fill="hold">
                            <p:stCondLst>
                              <p:cond delay="0"/>
                            </p:stCondLst>
                            <p:childTnLst>
                              <p:par>
                                <p:cTn id="1361" presetID="1" presetClass="entr" presetSubtype="0" fill="hold" nodeType="clickEffect">
                                  <p:stCondLst>
                                    <p:cond delay="0"/>
                                  </p:stCondLst>
                                  <p:childTnLst>
                                    <p:set>
                                      <p:cBhvr>
                                        <p:cTn id="1362" dur="1" fill="hold">
                                          <p:stCondLst>
                                            <p:cond delay="0"/>
                                          </p:stCondLst>
                                        </p:cTn>
                                        <p:tgtEl>
                                          <p:spTgt spid="114">
                                            <p:txEl>
                                              <p:pRg st="6" end="6"/>
                                            </p:txEl>
                                          </p:spTgt>
                                        </p:tgtEl>
                                        <p:attrNameLst>
                                          <p:attrName>style.visibility</p:attrName>
                                        </p:attrNameLst>
                                      </p:cBhvr>
                                      <p:to>
                                        <p:strVal val="visible"/>
                                      </p:to>
                                    </p:set>
                                  </p:childTnLst>
                                </p:cTn>
                              </p:par>
                            </p:childTnLst>
                          </p:cTn>
                        </p:par>
                      </p:childTnLst>
                    </p:cTn>
                  </p:par>
                  <p:par>
                    <p:cTn id="1363" fill="hold">
                      <p:stCondLst>
                        <p:cond delay="indefinite"/>
                      </p:stCondLst>
                      <p:childTnLst>
                        <p:par>
                          <p:cTn id="1364" fill="hold">
                            <p:stCondLst>
                              <p:cond delay="0"/>
                            </p:stCondLst>
                            <p:childTnLst>
                              <p:par>
                                <p:cTn id="1365" presetID="1" presetClass="entr" presetSubtype="0" fill="hold" nodeType="clickEffect">
                                  <p:stCondLst>
                                    <p:cond delay="0"/>
                                  </p:stCondLst>
                                  <p:childTnLst>
                                    <p:set>
                                      <p:cBhvr>
                                        <p:cTn id="1366" dur="1" fill="hold">
                                          <p:stCondLst>
                                            <p:cond delay="0"/>
                                          </p:stCondLst>
                                        </p:cTn>
                                        <p:tgtEl>
                                          <p:spTgt spid="114">
                                            <p:txEl>
                                              <p:pRg st="7" end="7"/>
                                            </p:txEl>
                                          </p:spTgt>
                                        </p:tgtEl>
                                        <p:attrNameLst>
                                          <p:attrName>style.visibility</p:attrName>
                                        </p:attrNameLst>
                                      </p:cBhvr>
                                      <p:to>
                                        <p:strVal val="visible"/>
                                      </p:to>
                                    </p:set>
                                  </p:childTnLst>
                                </p:cTn>
                              </p:par>
                            </p:childTnLst>
                          </p:cTn>
                        </p:par>
                      </p:childTnLst>
                    </p:cTn>
                  </p:par>
                  <p:par>
                    <p:cTn id="1367" fill="hold">
                      <p:stCondLst>
                        <p:cond delay="indefinite"/>
                      </p:stCondLst>
                      <p:childTnLst>
                        <p:par>
                          <p:cTn id="1368" fill="hold">
                            <p:stCondLst>
                              <p:cond delay="0"/>
                            </p:stCondLst>
                            <p:childTnLst>
                              <p:par>
                                <p:cTn id="1369" presetID="1" presetClass="entr" presetSubtype="0" fill="hold" nodeType="clickEffect">
                                  <p:stCondLst>
                                    <p:cond delay="0"/>
                                  </p:stCondLst>
                                  <p:childTnLst>
                                    <p:set>
                                      <p:cBhvr>
                                        <p:cTn id="1370" dur="1" fill="hold">
                                          <p:stCondLst>
                                            <p:cond delay="0"/>
                                          </p:stCondLst>
                                        </p:cTn>
                                        <p:tgtEl>
                                          <p:spTgt spid="114">
                                            <p:txEl>
                                              <p:pRg st="8" end="8"/>
                                            </p:txEl>
                                          </p:spTgt>
                                        </p:tgtEl>
                                        <p:attrNameLst>
                                          <p:attrName>style.visibility</p:attrName>
                                        </p:attrNameLst>
                                      </p:cBhvr>
                                      <p:to>
                                        <p:strVal val="visible"/>
                                      </p:to>
                                    </p:set>
                                  </p:childTnLst>
                                </p:cTn>
                              </p:par>
                            </p:childTnLst>
                          </p:cTn>
                        </p:par>
                      </p:childTnLst>
                    </p:cTn>
                  </p:par>
                  <p:par>
                    <p:cTn id="1371" fill="hold">
                      <p:stCondLst>
                        <p:cond delay="indefinite"/>
                      </p:stCondLst>
                      <p:childTnLst>
                        <p:par>
                          <p:cTn id="1372" fill="hold">
                            <p:stCondLst>
                              <p:cond delay="0"/>
                            </p:stCondLst>
                            <p:childTnLst>
                              <p:par>
                                <p:cTn id="1373" presetID="1" presetClass="entr" presetSubtype="0" fill="hold" nodeType="clickEffect">
                                  <p:stCondLst>
                                    <p:cond delay="0"/>
                                  </p:stCondLst>
                                  <p:childTnLst>
                                    <p:set>
                                      <p:cBhvr>
                                        <p:cTn id="1374" dur="1" fill="hold">
                                          <p:stCondLst>
                                            <p:cond delay="0"/>
                                          </p:stCondLst>
                                        </p:cTn>
                                        <p:tgtEl>
                                          <p:spTgt spid="115">
                                            <p:txEl>
                                              <p:pRg st="0" end="0"/>
                                            </p:txEl>
                                          </p:spTgt>
                                        </p:tgtEl>
                                        <p:attrNameLst>
                                          <p:attrName>style.visibility</p:attrName>
                                        </p:attrNameLst>
                                      </p:cBhvr>
                                      <p:to>
                                        <p:strVal val="visible"/>
                                      </p:to>
                                    </p:set>
                                  </p:childTnLst>
                                </p:cTn>
                              </p:par>
                            </p:childTnLst>
                          </p:cTn>
                        </p:par>
                      </p:childTnLst>
                    </p:cTn>
                  </p:par>
                  <p:par>
                    <p:cTn id="1375" fill="hold">
                      <p:stCondLst>
                        <p:cond delay="indefinite"/>
                      </p:stCondLst>
                      <p:childTnLst>
                        <p:par>
                          <p:cTn id="1376" fill="hold">
                            <p:stCondLst>
                              <p:cond delay="0"/>
                            </p:stCondLst>
                            <p:childTnLst>
                              <p:par>
                                <p:cTn id="1377" presetID="1" presetClass="entr" presetSubtype="0" fill="hold" nodeType="clickEffect">
                                  <p:stCondLst>
                                    <p:cond delay="0"/>
                                  </p:stCondLst>
                                  <p:childTnLst>
                                    <p:set>
                                      <p:cBhvr>
                                        <p:cTn id="1378" dur="1" fill="hold">
                                          <p:stCondLst>
                                            <p:cond delay="0"/>
                                          </p:stCondLst>
                                        </p:cTn>
                                        <p:tgtEl>
                                          <p:spTgt spid="115">
                                            <p:txEl>
                                              <p:pRg st="1" end="1"/>
                                            </p:txEl>
                                          </p:spTgt>
                                        </p:tgtEl>
                                        <p:attrNameLst>
                                          <p:attrName>style.visibility</p:attrName>
                                        </p:attrNameLst>
                                      </p:cBhvr>
                                      <p:to>
                                        <p:strVal val="visible"/>
                                      </p:to>
                                    </p:set>
                                  </p:childTnLst>
                                </p:cTn>
                              </p:par>
                            </p:childTnLst>
                          </p:cTn>
                        </p:par>
                      </p:childTnLst>
                    </p:cTn>
                  </p:par>
                  <p:par>
                    <p:cTn id="1379" fill="hold">
                      <p:stCondLst>
                        <p:cond delay="indefinite"/>
                      </p:stCondLst>
                      <p:childTnLst>
                        <p:par>
                          <p:cTn id="1380" fill="hold">
                            <p:stCondLst>
                              <p:cond delay="0"/>
                            </p:stCondLst>
                            <p:childTnLst>
                              <p:par>
                                <p:cTn id="1381" presetID="1" presetClass="entr" presetSubtype="0" fill="hold" nodeType="clickEffect">
                                  <p:stCondLst>
                                    <p:cond delay="0"/>
                                  </p:stCondLst>
                                  <p:childTnLst>
                                    <p:set>
                                      <p:cBhvr>
                                        <p:cTn id="1382" dur="1" fill="hold">
                                          <p:stCondLst>
                                            <p:cond delay="0"/>
                                          </p:stCondLst>
                                        </p:cTn>
                                        <p:tgtEl>
                                          <p:spTgt spid="115">
                                            <p:txEl>
                                              <p:pRg st="2" end="2"/>
                                            </p:txEl>
                                          </p:spTgt>
                                        </p:tgtEl>
                                        <p:attrNameLst>
                                          <p:attrName>style.visibility</p:attrName>
                                        </p:attrNameLst>
                                      </p:cBhvr>
                                      <p:to>
                                        <p:strVal val="visible"/>
                                      </p:to>
                                    </p:set>
                                  </p:childTnLst>
                                </p:cTn>
                              </p:par>
                            </p:childTnLst>
                          </p:cTn>
                        </p:par>
                      </p:childTnLst>
                    </p:cTn>
                  </p:par>
                  <p:par>
                    <p:cTn id="1383" fill="hold">
                      <p:stCondLst>
                        <p:cond delay="indefinite"/>
                      </p:stCondLst>
                      <p:childTnLst>
                        <p:par>
                          <p:cTn id="1384" fill="hold">
                            <p:stCondLst>
                              <p:cond delay="0"/>
                            </p:stCondLst>
                            <p:childTnLst>
                              <p:par>
                                <p:cTn id="1385" presetID="1" presetClass="entr" presetSubtype="0" fill="hold" nodeType="clickEffect">
                                  <p:stCondLst>
                                    <p:cond delay="0"/>
                                  </p:stCondLst>
                                  <p:childTnLst>
                                    <p:set>
                                      <p:cBhvr>
                                        <p:cTn id="1386" dur="1" fill="hold">
                                          <p:stCondLst>
                                            <p:cond delay="0"/>
                                          </p:stCondLst>
                                        </p:cTn>
                                        <p:tgtEl>
                                          <p:spTgt spid="115">
                                            <p:txEl>
                                              <p:pRg st="3" end="3"/>
                                            </p:txEl>
                                          </p:spTgt>
                                        </p:tgtEl>
                                        <p:attrNameLst>
                                          <p:attrName>style.visibility</p:attrName>
                                        </p:attrNameLst>
                                      </p:cBhvr>
                                      <p:to>
                                        <p:strVal val="visible"/>
                                      </p:to>
                                    </p:set>
                                  </p:childTnLst>
                                </p:cTn>
                              </p:par>
                            </p:childTnLst>
                          </p:cTn>
                        </p:par>
                      </p:childTnLst>
                    </p:cTn>
                  </p:par>
                  <p:par>
                    <p:cTn id="1387" fill="hold">
                      <p:stCondLst>
                        <p:cond delay="indefinite"/>
                      </p:stCondLst>
                      <p:childTnLst>
                        <p:par>
                          <p:cTn id="1388" fill="hold">
                            <p:stCondLst>
                              <p:cond delay="0"/>
                            </p:stCondLst>
                            <p:childTnLst>
                              <p:par>
                                <p:cTn id="1389" presetID="1" presetClass="entr" presetSubtype="0" fill="hold" nodeType="clickEffect">
                                  <p:stCondLst>
                                    <p:cond delay="0"/>
                                  </p:stCondLst>
                                  <p:childTnLst>
                                    <p:set>
                                      <p:cBhvr>
                                        <p:cTn id="1390" dur="1" fill="hold">
                                          <p:stCondLst>
                                            <p:cond delay="0"/>
                                          </p:stCondLst>
                                        </p:cTn>
                                        <p:tgtEl>
                                          <p:spTgt spid="115">
                                            <p:txEl>
                                              <p:pRg st="4" end="4"/>
                                            </p:txEl>
                                          </p:spTgt>
                                        </p:tgtEl>
                                        <p:attrNameLst>
                                          <p:attrName>style.visibility</p:attrName>
                                        </p:attrNameLst>
                                      </p:cBhvr>
                                      <p:to>
                                        <p:strVal val="visible"/>
                                      </p:to>
                                    </p:set>
                                  </p:childTnLst>
                                </p:cTn>
                              </p:par>
                            </p:childTnLst>
                          </p:cTn>
                        </p:par>
                      </p:childTnLst>
                    </p:cTn>
                  </p:par>
                  <p:par>
                    <p:cTn id="1391" fill="hold">
                      <p:stCondLst>
                        <p:cond delay="indefinite"/>
                      </p:stCondLst>
                      <p:childTnLst>
                        <p:par>
                          <p:cTn id="1392" fill="hold">
                            <p:stCondLst>
                              <p:cond delay="0"/>
                            </p:stCondLst>
                            <p:childTnLst>
                              <p:par>
                                <p:cTn id="1393" presetID="1" presetClass="entr" presetSubtype="0" fill="hold" nodeType="clickEffect">
                                  <p:stCondLst>
                                    <p:cond delay="0"/>
                                  </p:stCondLst>
                                  <p:childTnLst>
                                    <p:set>
                                      <p:cBhvr>
                                        <p:cTn id="1394" dur="1" fill="hold">
                                          <p:stCondLst>
                                            <p:cond delay="0"/>
                                          </p:stCondLst>
                                        </p:cTn>
                                        <p:tgtEl>
                                          <p:spTgt spid="115">
                                            <p:txEl>
                                              <p:pRg st="5" end="5"/>
                                            </p:txEl>
                                          </p:spTgt>
                                        </p:tgtEl>
                                        <p:attrNameLst>
                                          <p:attrName>style.visibility</p:attrName>
                                        </p:attrNameLst>
                                      </p:cBhvr>
                                      <p:to>
                                        <p:strVal val="visible"/>
                                      </p:to>
                                    </p:set>
                                  </p:childTnLst>
                                </p:cTn>
                              </p:par>
                            </p:childTnLst>
                          </p:cTn>
                        </p:par>
                      </p:childTnLst>
                    </p:cTn>
                  </p:par>
                  <p:par>
                    <p:cTn id="1395" fill="hold">
                      <p:stCondLst>
                        <p:cond delay="indefinite"/>
                      </p:stCondLst>
                      <p:childTnLst>
                        <p:par>
                          <p:cTn id="1396" fill="hold">
                            <p:stCondLst>
                              <p:cond delay="0"/>
                            </p:stCondLst>
                            <p:childTnLst>
                              <p:par>
                                <p:cTn id="1397" presetID="1" presetClass="entr" presetSubtype="0" fill="hold" nodeType="clickEffect">
                                  <p:stCondLst>
                                    <p:cond delay="0"/>
                                  </p:stCondLst>
                                  <p:childTnLst>
                                    <p:set>
                                      <p:cBhvr>
                                        <p:cTn id="1398" dur="1" fill="hold">
                                          <p:stCondLst>
                                            <p:cond delay="0"/>
                                          </p:stCondLst>
                                        </p:cTn>
                                        <p:tgtEl>
                                          <p:spTgt spid="115">
                                            <p:txEl>
                                              <p:pRg st="6" end="6"/>
                                            </p:txEl>
                                          </p:spTgt>
                                        </p:tgtEl>
                                        <p:attrNameLst>
                                          <p:attrName>style.visibility</p:attrName>
                                        </p:attrNameLst>
                                      </p:cBhvr>
                                      <p:to>
                                        <p:strVal val="visible"/>
                                      </p:to>
                                    </p:set>
                                  </p:childTnLst>
                                </p:cTn>
                              </p:par>
                            </p:childTnLst>
                          </p:cTn>
                        </p:par>
                      </p:childTnLst>
                    </p:cTn>
                  </p:par>
                  <p:par>
                    <p:cTn id="1399" fill="hold">
                      <p:stCondLst>
                        <p:cond delay="indefinite"/>
                      </p:stCondLst>
                      <p:childTnLst>
                        <p:par>
                          <p:cTn id="1400" fill="hold">
                            <p:stCondLst>
                              <p:cond delay="0"/>
                            </p:stCondLst>
                            <p:childTnLst>
                              <p:par>
                                <p:cTn id="1401" presetID="1" presetClass="entr" presetSubtype="0" fill="hold" nodeType="clickEffect">
                                  <p:stCondLst>
                                    <p:cond delay="0"/>
                                  </p:stCondLst>
                                  <p:childTnLst>
                                    <p:set>
                                      <p:cBhvr>
                                        <p:cTn id="1402" dur="1" fill="hold">
                                          <p:stCondLst>
                                            <p:cond delay="0"/>
                                          </p:stCondLst>
                                        </p:cTn>
                                        <p:tgtEl>
                                          <p:spTgt spid="115">
                                            <p:txEl>
                                              <p:pRg st="7" end="7"/>
                                            </p:txEl>
                                          </p:spTgt>
                                        </p:tgtEl>
                                        <p:attrNameLst>
                                          <p:attrName>style.visibility</p:attrName>
                                        </p:attrNameLst>
                                      </p:cBhvr>
                                      <p:to>
                                        <p:strVal val="visible"/>
                                      </p:to>
                                    </p:set>
                                  </p:childTnLst>
                                </p:cTn>
                              </p:par>
                            </p:childTnLst>
                          </p:cTn>
                        </p:par>
                      </p:childTnLst>
                    </p:cTn>
                  </p:par>
                  <p:par>
                    <p:cTn id="1403" fill="hold">
                      <p:stCondLst>
                        <p:cond delay="indefinite"/>
                      </p:stCondLst>
                      <p:childTnLst>
                        <p:par>
                          <p:cTn id="1404" fill="hold">
                            <p:stCondLst>
                              <p:cond delay="0"/>
                            </p:stCondLst>
                            <p:childTnLst>
                              <p:par>
                                <p:cTn id="1405" presetID="1" presetClass="entr" presetSubtype="0" fill="hold" nodeType="clickEffect">
                                  <p:stCondLst>
                                    <p:cond delay="0"/>
                                  </p:stCondLst>
                                  <p:childTnLst>
                                    <p:set>
                                      <p:cBhvr>
                                        <p:cTn id="1406" dur="1" fill="hold">
                                          <p:stCondLst>
                                            <p:cond delay="0"/>
                                          </p:stCondLst>
                                        </p:cTn>
                                        <p:tgtEl>
                                          <p:spTgt spid="115">
                                            <p:txEl>
                                              <p:pRg st="8" end="8"/>
                                            </p:txEl>
                                          </p:spTgt>
                                        </p:tgtEl>
                                        <p:attrNameLst>
                                          <p:attrName>style.visibility</p:attrName>
                                        </p:attrNameLst>
                                      </p:cBhvr>
                                      <p:to>
                                        <p:strVal val="visible"/>
                                      </p:to>
                                    </p:set>
                                  </p:childTnLst>
                                </p:cTn>
                              </p:par>
                            </p:childTnLst>
                          </p:cTn>
                        </p:par>
                      </p:childTnLst>
                    </p:cTn>
                  </p:par>
                  <p:par>
                    <p:cTn id="1407" fill="hold">
                      <p:stCondLst>
                        <p:cond delay="indefinite"/>
                      </p:stCondLst>
                      <p:childTnLst>
                        <p:par>
                          <p:cTn id="1408" fill="hold">
                            <p:stCondLst>
                              <p:cond delay="0"/>
                            </p:stCondLst>
                            <p:childTnLst>
                              <p:par>
                                <p:cTn id="1409" presetID="1" presetClass="entr" presetSubtype="0" fill="hold" nodeType="clickEffect">
                                  <p:stCondLst>
                                    <p:cond delay="0"/>
                                  </p:stCondLst>
                                  <p:childTnLst>
                                    <p:set>
                                      <p:cBhvr>
                                        <p:cTn id="1410" dur="1" fill="hold">
                                          <p:stCondLst>
                                            <p:cond delay="0"/>
                                          </p:stCondLst>
                                        </p:cTn>
                                        <p:tgtEl>
                                          <p:spTgt spid="116">
                                            <p:txEl>
                                              <p:pRg st="0" end="0"/>
                                            </p:txEl>
                                          </p:spTgt>
                                        </p:tgtEl>
                                        <p:attrNameLst>
                                          <p:attrName>style.visibility</p:attrName>
                                        </p:attrNameLst>
                                      </p:cBhvr>
                                      <p:to>
                                        <p:strVal val="visible"/>
                                      </p:to>
                                    </p:set>
                                  </p:childTnLst>
                                </p:cTn>
                              </p:par>
                            </p:childTnLst>
                          </p:cTn>
                        </p:par>
                      </p:childTnLst>
                    </p:cTn>
                  </p:par>
                  <p:par>
                    <p:cTn id="1411" fill="hold">
                      <p:stCondLst>
                        <p:cond delay="indefinite"/>
                      </p:stCondLst>
                      <p:childTnLst>
                        <p:par>
                          <p:cTn id="1412" fill="hold">
                            <p:stCondLst>
                              <p:cond delay="0"/>
                            </p:stCondLst>
                            <p:childTnLst>
                              <p:par>
                                <p:cTn id="1413" presetID="1" presetClass="entr" presetSubtype="0" fill="hold" nodeType="clickEffect">
                                  <p:stCondLst>
                                    <p:cond delay="0"/>
                                  </p:stCondLst>
                                  <p:childTnLst>
                                    <p:set>
                                      <p:cBhvr>
                                        <p:cTn id="1414" dur="1" fill="hold">
                                          <p:stCondLst>
                                            <p:cond delay="0"/>
                                          </p:stCondLst>
                                        </p:cTn>
                                        <p:tgtEl>
                                          <p:spTgt spid="116">
                                            <p:txEl>
                                              <p:pRg st="1" end="1"/>
                                            </p:txEl>
                                          </p:spTgt>
                                        </p:tgtEl>
                                        <p:attrNameLst>
                                          <p:attrName>style.visibility</p:attrName>
                                        </p:attrNameLst>
                                      </p:cBhvr>
                                      <p:to>
                                        <p:strVal val="visible"/>
                                      </p:to>
                                    </p:set>
                                  </p:childTnLst>
                                </p:cTn>
                              </p:par>
                            </p:childTnLst>
                          </p:cTn>
                        </p:par>
                      </p:childTnLst>
                    </p:cTn>
                  </p:par>
                  <p:par>
                    <p:cTn id="1415" fill="hold">
                      <p:stCondLst>
                        <p:cond delay="indefinite"/>
                      </p:stCondLst>
                      <p:childTnLst>
                        <p:par>
                          <p:cTn id="1416" fill="hold">
                            <p:stCondLst>
                              <p:cond delay="0"/>
                            </p:stCondLst>
                            <p:childTnLst>
                              <p:par>
                                <p:cTn id="1417" presetID="1" presetClass="entr" presetSubtype="0" fill="hold" nodeType="clickEffect">
                                  <p:stCondLst>
                                    <p:cond delay="0"/>
                                  </p:stCondLst>
                                  <p:childTnLst>
                                    <p:set>
                                      <p:cBhvr>
                                        <p:cTn id="1418" dur="1" fill="hold">
                                          <p:stCondLst>
                                            <p:cond delay="0"/>
                                          </p:stCondLst>
                                        </p:cTn>
                                        <p:tgtEl>
                                          <p:spTgt spid="116">
                                            <p:txEl>
                                              <p:pRg st="2" end="2"/>
                                            </p:txEl>
                                          </p:spTgt>
                                        </p:tgtEl>
                                        <p:attrNameLst>
                                          <p:attrName>style.visibility</p:attrName>
                                        </p:attrNameLst>
                                      </p:cBhvr>
                                      <p:to>
                                        <p:strVal val="visible"/>
                                      </p:to>
                                    </p:set>
                                  </p:childTnLst>
                                </p:cTn>
                              </p:par>
                            </p:childTnLst>
                          </p:cTn>
                        </p:par>
                      </p:childTnLst>
                    </p:cTn>
                  </p:par>
                  <p:par>
                    <p:cTn id="1419" fill="hold">
                      <p:stCondLst>
                        <p:cond delay="indefinite"/>
                      </p:stCondLst>
                      <p:childTnLst>
                        <p:par>
                          <p:cTn id="1420" fill="hold">
                            <p:stCondLst>
                              <p:cond delay="0"/>
                            </p:stCondLst>
                            <p:childTnLst>
                              <p:par>
                                <p:cTn id="1421" presetID="1" presetClass="entr" presetSubtype="0" fill="hold" nodeType="clickEffect">
                                  <p:stCondLst>
                                    <p:cond delay="0"/>
                                  </p:stCondLst>
                                  <p:childTnLst>
                                    <p:set>
                                      <p:cBhvr>
                                        <p:cTn id="1422" dur="1" fill="hold">
                                          <p:stCondLst>
                                            <p:cond delay="0"/>
                                          </p:stCondLst>
                                        </p:cTn>
                                        <p:tgtEl>
                                          <p:spTgt spid="116">
                                            <p:txEl>
                                              <p:pRg st="3" end="3"/>
                                            </p:txEl>
                                          </p:spTgt>
                                        </p:tgtEl>
                                        <p:attrNameLst>
                                          <p:attrName>style.visibility</p:attrName>
                                        </p:attrNameLst>
                                      </p:cBhvr>
                                      <p:to>
                                        <p:strVal val="visible"/>
                                      </p:to>
                                    </p:set>
                                  </p:childTnLst>
                                </p:cTn>
                              </p:par>
                            </p:childTnLst>
                          </p:cTn>
                        </p:par>
                      </p:childTnLst>
                    </p:cTn>
                  </p:par>
                  <p:par>
                    <p:cTn id="1423" fill="hold">
                      <p:stCondLst>
                        <p:cond delay="indefinite"/>
                      </p:stCondLst>
                      <p:childTnLst>
                        <p:par>
                          <p:cTn id="1424" fill="hold">
                            <p:stCondLst>
                              <p:cond delay="0"/>
                            </p:stCondLst>
                            <p:childTnLst>
                              <p:par>
                                <p:cTn id="1425" presetID="1" presetClass="entr" presetSubtype="0" fill="hold" nodeType="clickEffect">
                                  <p:stCondLst>
                                    <p:cond delay="0"/>
                                  </p:stCondLst>
                                  <p:childTnLst>
                                    <p:set>
                                      <p:cBhvr>
                                        <p:cTn id="1426" dur="1" fill="hold">
                                          <p:stCondLst>
                                            <p:cond delay="0"/>
                                          </p:stCondLst>
                                        </p:cTn>
                                        <p:tgtEl>
                                          <p:spTgt spid="116">
                                            <p:txEl>
                                              <p:pRg st="4" end="4"/>
                                            </p:txEl>
                                          </p:spTgt>
                                        </p:tgtEl>
                                        <p:attrNameLst>
                                          <p:attrName>style.visibility</p:attrName>
                                        </p:attrNameLst>
                                      </p:cBhvr>
                                      <p:to>
                                        <p:strVal val="visible"/>
                                      </p:to>
                                    </p:set>
                                  </p:childTnLst>
                                </p:cTn>
                              </p:par>
                            </p:childTnLst>
                          </p:cTn>
                        </p:par>
                      </p:childTnLst>
                    </p:cTn>
                  </p:par>
                  <p:par>
                    <p:cTn id="1427" fill="hold">
                      <p:stCondLst>
                        <p:cond delay="indefinite"/>
                      </p:stCondLst>
                      <p:childTnLst>
                        <p:par>
                          <p:cTn id="1428" fill="hold">
                            <p:stCondLst>
                              <p:cond delay="0"/>
                            </p:stCondLst>
                            <p:childTnLst>
                              <p:par>
                                <p:cTn id="1429" presetID="1" presetClass="entr" presetSubtype="0" fill="hold" nodeType="clickEffect">
                                  <p:stCondLst>
                                    <p:cond delay="0"/>
                                  </p:stCondLst>
                                  <p:childTnLst>
                                    <p:set>
                                      <p:cBhvr>
                                        <p:cTn id="1430" dur="1" fill="hold">
                                          <p:stCondLst>
                                            <p:cond delay="0"/>
                                          </p:stCondLst>
                                        </p:cTn>
                                        <p:tgtEl>
                                          <p:spTgt spid="116">
                                            <p:txEl>
                                              <p:pRg st="5" end="5"/>
                                            </p:txEl>
                                          </p:spTgt>
                                        </p:tgtEl>
                                        <p:attrNameLst>
                                          <p:attrName>style.visibility</p:attrName>
                                        </p:attrNameLst>
                                      </p:cBhvr>
                                      <p:to>
                                        <p:strVal val="visible"/>
                                      </p:to>
                                    </p:set>
                                  </p:childTnLst>
                                </p:cTn>
                              </p:par>
                            </p:childTnLst>
                          </p:cTn>
                        </p:par>
                      </p:childTnLst>
                    </p:cTn>
                  </p:par>
                  <p:par>
                    <p:cTn id="1431" fill="hold">
                      <p:stCondLst>
                        <p:cond delay="indefinite"/>
                      </p:stCondLst>
                      <p:childTnLst>
                        <p:par>
                          <p:cTn id="1432" fill="hold">
                            <p:stCondLst>
                              <p:cond delay="0"/>
                            </p:stCondLst>
                            <p:childTnLst>
                              <p:par>
                                <p:cTn id="1433" presetID="1" presetClass="entr" presetSubtype="0" fill="hold" nodeType="clickEffect">
                                  <p:stCondLst>
                                    <p:cond delay="0"/>
                                  </p:stCondLst>
                                  <p:childTnLst>
                                    <p:set>
                                      <p:cBhvr>
                                        <p:cTn id="1434" dur="1" fill="hold">
                                          <p:stCondLst>
                                            <p:cond delay="0"/>
                                          </p:stCondLst>
                                        </p:cTn>
                                        <p:tgtEl>
                                          <p:spTgt spid="116">
                                            <p:txEl>
                                              <p:pRg st="6" end="6"/>
                                            </p:txEl>
                                          </p:spTgt>
                                        </p:tgtEl>
                                        <p:attrNameLst>
                                          <p:attrName>style.visibility</p:attrName>
                                        </p:attrNameLst>
                                      </p:cBhvr>
                                      <p:to>
                                        <p:strVal val="visible"/>
                                      </p:to>
                                    </p:set>
                                  </p:childTnLst>
                                </p:cTn>
                              </p:par>
                            </p:childTnLst>
                          </p:cTn>
                        </p:par>
                      </p:childTnLst>
                    </p:cTn>
                  </p:par>
                  <p:par>
                    <p:cTn id="1435" fill="hold">
                      <p:stCondLst>
                        <p:cond delay="indefinite"/>
                      </p:stCondLst>
                      <p:childTnLst>
                        <p:par>
                          <p:cTn id="1436" fill="hold">
                            <p:stCondLst>
                              <p:cond delay="0"/>
                            </p:stCondLst>
                            <p:childTnLst>
                              <p:par>
                                <p:cTn id="1437" presetID="1" presetClass="entr" presetSubtype="0" fill="hold" nodeType="clickEffect">
                                  <p:stCondLst>
                                    <p:cond delay="0"/>
                                  </p:stCondLst>
                                  <p:childTnLst>
                                    <p:set>
                                      <p:cBhvr>
                                        <p:cTn id="1438" dur="1" fill="hold">
                                          <p:stCondLst>
                                            <p:cond delay="0"/>
                                          </p:stCondLst>
                                        </p:cTn>
                                        <p:tgtEl>
                                          <p:spTgt spid="116">
                                            <p:txEl>
                                              <p:pRg st="7" end="7"/>
                                            </p:txEl>
                                          </p:spTgt>
                                        </p:tgtEl>
                                        <p:attrNameLst>
                                          <p:attrName>style.visibility</p:attrName>
                                        </p:attrNameLst>
                                      </p:cBhvr>
                                      <p:to>
                                        <p:strVal val="visible"/>
                                      </p:to>
                                    </p:set>
                                  </p:childTnLst>
                                </p:cTn>
                              </p:par>
                            </p:childTnLst>
                          </p:cTn>
                        </p:par>
                      </p:childTnLst>
                    </p:cTn>
                  </p:par>
                  <p:par>
                    <p:cTn id="1439" fill="hold">
                      <p:stCondLst>
                        <p:cond delay="indefinite"/>
                      </p:stCondLst>
                      <p:childTnLst>
                        <p:par>
                          <p:cTn id="1440" fill="hold">
                            <p:stCondLst>
                              <p:cond delay="0"/>
                            </p:stCondLst>
                            <p:childTnLst>
                              <p:par>
                                <p:cTn id="1441" presetID="1" presetClass="entr" presetSubtype="0" fill="hold" nodeType="clickEffect">
                                  <p:stCondLst>
                                    <p:cond delay="0"/>
                                  </p:stCondLst>
                                  <p:childTnLst>
                                    <p:set>
                                      <p:cBhvr>
                                        <p:cTn id="1442" dur="1" fill="hold">
                                          <p:stCondLst>
                                            <p:cond delay="0"/>
                                          </p:stCondLst>
                                        </p:cTn>
                                        <p:tgtEl>
                                          <p:spTgt spid="116">
                                            <p:txEl>
                                              <p:pRg st="8" end="8"/>
                                            </p:txEl>
                                          </p:spTgt>
                                        </p:tgtEl>
                                        <p:attrNameLst>
                                          <p:attrName>style.visibility</p:attrName>
                                        </p:attrNameLst>
                                      </p:cBhvr>
                                      <p:to>
                                        <p:strVal val="visible"/>
                                      </p:to>
                                    </p:set>
                                  </p:childTnLst>
                                </p:cTn>
                              </p:par>
                            </p:childTnLst>
                          </p:cTn>
                        </p:par>
                      </p:childTnLst>
                    </p:cTn>
                  </p:par>
                  <p:par>
                    <p:cTn id="1443" fill="hold">
                      <p:stCondLst>
                        <p:cond delay="indefinite"/>
                      </p:stCondLst>
                      <p:childTnLst>
                        <p:par>
                          <p:cTn id="1444" fill="hold">
                            <p:stCondLst>
                              <p:cond delay="0"/>
                            </p:stCondLst>
                            <p:childTnLst>
                              <p:par>
                                <p:cTn id="1445" presetID="1" presetClass="entr" presetSubtype="0" fill="hold" nodeType="clickEffect">
                                  <p:stCondLst>
                                    <p:cond delay="0"/>
                                  </p:stCondLst>
                                  <p:childTnLst>
                                    <p:set>
                                      <p:cBhvr>
                                        <p:cTn id="1446" dur="1" fill="hold">
                                          <p:stCondLst>
                                            <p:cond delay="0"/>
                                          </p:stCondLst>
                                        </p:cTn>
                                        <p:tgtEl>
                                          <p:spTgt spid="117">
                                            <p:txEl>
                                              <p:pRg st="0" end="0"/>
                                            </p:txEl>
                                          </p:spTgt>
                                        </p:tgtEl>
                                        <p:attrNameLst>
                                          <p:attrName>style.visibility</p:attrName>
                                        </p:attrNameLst>
                                      </p:cBhvr>
                                      <p:to>
                                        <p:strVal val="visible"/>
                                      </p:to>
                                    </p:set>
                                  </p:childTnLst>
                                </p:cTn>
                              </p:par>
                            </p:childTnLst>
                          </p:cTn>
                        </p:par>
                      </p:childTnLst>
                    </p:cTn>
                  </p:par>
                  <p:par>
                    <p:cTn id="1447" fill="hold">
                      <p:stCondLst>
                        <p:cond delay="indefinite"/>
                      </p:stCondLst>
                      <p:childTnLst>
                        <p:par>
                          <p:cTn id="1448" fill="hold">
                            <p:stCondLst>
                              <p:cond delay="0"/>
                            </p:stCondLst>
                            <p:childTnLst>
                              <p:par>
                                <p:cTn id="1449" presetID="1" presetClass="entr" presetSubtype="0" fill="hold" nodeType="clickEffect">
                                  <p:stCondLst>
                                    <p:cond delay="0"/>
                                  </p:stCondLst>
                                  <p:childTnLst>
                                    <p:set>
                                      <p:cBhvr>
                                        <p:cTn id="1450" dur="1" fill="hold">
                                          <p:stCondLst>
                                            <p:cond delay="0"/>
                                          </p:stCondLst>
                                        </p:cTn>
                                        <p:tgtEl>
                                          <p:spTgt spid="117">
                                            <p:txEl>
                                              <p:pRg st="1" end="1"/>
                                            </p:txEl>
                                          </p:spTgt>
                                        </p:tgtEl>
                                        <p:attrNameLst>
                                          <p:attrName>style.visibility</p:attrName>
                                        </p:attrNameLst>
                                      </p:cBhvr>
                                      <p:to>
                                        <p:strVal val="visible"/>
                                      </p:to>
                                    </p:set>
                                  </p:childTnLst>
                                </p:cTn>
                              </p:par>
                            </p:childTnLst>
                          </p:cTn>
                        </p:par>
                      </p:childTnLst>
                    </p:cTn>
                  </p:par>
                  <p:par>
                    <p:cTn id="1451" fill="hold">
                      <p:stCondLst>
                        <p:cond delay="indefinite"/>
                      </p:stCondLst>
                      <p:childTnLst>
                        <p:par>
                          <p:cTn id="1452" fill="hold">
                            <p:stCondLst>
                              <p:cond delay="0"/>
                            </p:stCondLst>
                            <p:childTnLst>
                              <p:par>
                                <p:cTn id="1453" presetID="1" presetClass="entr" presetSubtype="0" fill="hold" nodeType="clickEffect">
                                  <p:stCondLst>
                                    <p:cond delay="0"/>
                                  </p:stCondLst>
                                  <p:childTnLst>
                                    <p:set>
                                      <p:cBhvr>
                                        <p:cTn id="1454" dur="1" fill="hold">
                                          <p:stCondLst>
                                            <p:cond delay="0"/>
                                          </p:stCondLst>
                                        </p:cTn>
                                        <p:tgtEl>
                                          <p:spTgt spid="117">
                                            <p:txEl>
                                              <p:pRg st="2" end="2"/>
                                            </p:txEl>
                                          </p:spTgt>
                                        </p:tgtEl>
                                        <p:attrNameLst>
                                          <p:attrName>style.visibility</p:attrName>
                                        </p:attrNameLst>
                                      </p:cBhvr>
                                      <p:to>
                                        <p:strVal val="visible"/>
                                      </p:to>
                                    </p:set>
                                  </p:childTnLst>
                                </p:cTn>
                              </p:par>
                            </p:childTnLst>
                          </p:cTn>
                        </p:par>
                      </p:childTnLst>
                    </p:cTn>
                  </p:par>
                  <p:par>
                    <p:cTn id="1455" fill="hold">
                      <p:stCondLst>
                        <p:cond delay="indefinite"/>
                      </p:stCondLst>
                      <p:childTnLst>
                        <p:par>
                          <p:cTn id="1456" fill="hold">
                            <p:stCondLst>
                              <p:cond delay="0"/>
                            </p:stCondLst>
                            <p:childTnLst>
                              <p:par>
                                <p:cTn id="1457" presetID="1" presetClass="entr" presetSubtype="0" fill="hold" nodeType="clickEffect">
                                  <p:stCondLst>
                                    <p:cond delay="0"/>
                                  </p:stCondLst>
                                  <p:childTnLst>
                                    <p:set>
                                      <p:cBhvr>
                                        <p:cTn id="1458" dur="1" fill="hold">
                                          <p:stCondLst>
                                            <p:cond delay="0"/>
                                          </p:stCondLst>
                                        </p:cTn>
                                        <p:tgtEl>
                                          <p:spTgt spid="117">
                                            <p:txEl>
                                              <p:pRg st="3" end="3"/>
                                            </p:txEl>
                                          </p:spTgt>
                                        </p:tgtEl>
                                        <p:attrNameLst>
                                          <p:attrName>style.visibility</p:attrName>
                                        </p:attrNameLst>
                                      </p:cBhvr>
                                      <p:to>
                                        <p:strVal val="visible"/>
                                      </p:to>
                                    </p:set>
                                  </p:childTnLst>
                                </p:cTn>
                              </p:par>
                            </p:childTnLst>
                          </p:cTn>
                        </p:par>
                      </p:childTnLst>
                    </p:cTn>
                  </p:par>
                  <p:par>
                    <p:cTn id="1459" fill="hold">
                      <p:stCondLst>
                        <p:cond delay="indefinite"/>
                      </p:stCondLst>
                      <p:childTnLst>
                        <p:par>
                          <p:cTn id="1460" fill="hold">
                            <p:stCondLst>
                              <p:cond delay="0"/>
                            </p:stCondLst>
                            <p:childTnLst>
                              <p:par>
                                <p:cTn id="1461" presetID="1" presetClass="entr" presetSubtype="0" fill="hold" nodeType="clickEffect">
                                  <p:stCondLst>
                                    <p:cond delay="0"/>
                                  </p:stCondLst>
                                  <p:childTnLst>
                                    <p:set>
                                      <p:cBhvr>
                                        <p:cTn id="1462" dur="1" fill="hold">
                                          <p:stCondLst>
                                            <p:cond delay="0"/>
                                          </p:stCondLst>
                                        </p:cTn>
                                        <p:tgtEl>
                                          <p:spTgt spid="117">
                                            <p:txEl>
                                              <p:pRg st="4" end="4"/>
                                            </p:txEl>
                                          </p:spTgt>
                                        </p:tgtEl>
                                        <p:attrNameLst>
                                          <p:attrName>style.visibility</p:attrName>
                                        </p:attrNameLst>
                                      </p:cBhvr>
                                      <p:to>
                                        <p:strVal val="visible"/>
                                      </p:to>
                                    </p:set>
                                  </p:childTnLst>
                                </p:cTn>
                              </p:par>
                            </p:childTnLst>
                          </p:cTn>
                        </p:par>
                      </p:childTnLst>
                    </p:cTn>
                  </p:par>
                  <p:par>
                    <p:cTn id="1463" fill="hold">
                      <p:stCondLst>
                        <p:cond delay="indefinite"/>
                      </p:stCondLst>
                      <p:childTnLst>
                        <p:par>
                          <p:cTn id="1464" fill="hold">
                            <p:stCondLst>
                              <p:cond delay="0"/>
                            </p:stCondLst>
                            <p:childTnLst>
                              <p:par>
                                <p:cTn id="1465" presetID="1" presetClass="entr" presetSubtype="0" fill="hold" nodeType="clickEffect">
                                  <p:stCondLst>
                                    <p:cond delay="0"/>
                                  </p:stCondLst>
                                  <p:childTnLst>
                                    <p:set>
                                      <p:cBhvr>
                                        <p:cTn id="1466" dur="1" fill="hold">
                                          <p:stCondLst>
                                            <p:cond delay="0"/>
                                          </p:stCondLst>
                                        </p:cTn>
                                        <p:tgtEl>
                                          <p:spTgt spid="117">
                                            <p:txEl>
                                              <p:pRg st="5" end="5"/>
                                            </p:txEl>
                                          </p:spTgt>
                                        </p:tgtEl>
                                        <p:attrNameLst>
                                          <p:attrName>style.visibility</p:attrName>
                                        </p:attrNameLst>
                                      </p:cBhvr>
                                      <p:to>
                                        <p:strVal val="visible"/>
                                      </p:to>
                                    </p:set>
                                  </p:childTnLst>
                                </p:cTn>
                              </p:par>
                            </p:childTnLst>
                          </p:cTn>
                        </p:par>
                      </p:childTnLst>
                    </p:cTn>
                  </p:par>
                  <p:par>
                    <p:cTn id="1467" fill="hold">
                      <p:stCondLst>
                        <p:cond delay="indefinite"/>
                      </p:stCondLst>
                      <p:childTnLst>
                        <p:par>
                          <p:cTn id="1468" fill="hold">
                            <p:stCondLst>
                              <p:cond delay="0"/>
                            </p:stCondLst>
                            <p:childTnLst>
                              <p:par>
                                <p:cTn id="1469" presetID="1" presetClass="entr" presetSubtype="0" fill="hold" nodeType="clickEffect">
                                  <p:stCondLst>
                                    <p:cond delay="0"/>
                                  </p:stCondLst>
                                  <p:childTnLst>
                                    <p:set>
                                      <p:cBhvr>
                                        <p:cTn id="1470" dur="1" fill="hold">
                                          <p:stCondLst>
                                            <p:cond delay="0"/>
                                          </p:stCondLst>
                                        </p:cTn>
                                        <p:tgtEl>
                                          <p:spTgt spid="117">
                                            <p:txEl>
                                              <p:pRg st="6" end="6"/>
                                            </p:txEl>
                                          </p:spTgt>
                                        </p:tgtEl>
                                        <p:attrNameLst>
                                          <p:attrName>style.visibility</p:attrName>
                                        </p:attrNameLst>
                                      </p:cBhvr>
                                      <p:to>
                                        <p:strVal val="visible"/>
                                      </p:to>
                                    </p:set>
                                  </p:childTnLst>
                                </p:cTn>
                              </p:par>
                            </p:childTnLst>
                          </p:cTn>
                        </p:par>
                      </p:childTnLst>
                    </p:cTn>
                  </p:par>
                  <p:par>
                    <p:cTn id="1471" fill="hold">
                      <p:stCondLst>
                        <p:cond delay="indefinite"/>
                      </p:stCondLst>
                      <p:childTnLst>
                        <p:par>
                          <p:cTn id="1472" fill="hold">
                            <p:stCondLst>
                              <p:cond delay="0"/>
                            </p:stCondLst>
                            <p:childTnLst>
                              <p:par>
                                <p:cTn id="1473" presetID="1" presetClass="entr" presetSubtype="0" fill="hold" nodeType="clickEffect">
                                  <p:stCondLst>
                                    <p:cond delay="0"/>
                                  </p:stCondLst>
                                  <p:childTnLst>
                                    <p:set>
                                      <p:cBhvr>
                                        <p:cTn id="1474" dur="1" fill="hold">
                                          <p:stCondLst>
                                            <p:cond delay="0"/>
                                          </p:stCondLst>
                                        </p:cTn>
                                        <p:tgtEl>
                                          <p:spTgt spid="117">
                                            <p:txEl>
                                              <p:pRg st="7" end="7"/>
                                            </p:txEl>
                                          </p:spTgt>
                                        </p:tgtEl>
                                        <p:attrNameLst>
                                          <p:attrName>style.visibility</p:attrName>
                                        </p:attrNameLst>
                                      </p:cBhvr>
                                      <p:to>
                                        <p:strVal val="visible"/>
                                      </p:to>
                                    </p:set>
                                  </p:childTnLst>
                                </p:cTn>
                              </p:par>
                            </p:childTnLst>
                          </p:cTn>
                        </p:par>
                      </p:childTnLst>
                    </p:cTn>
                  </p:par>
                  <p:par>
                    <p:cTn id="1475" fill="hold">
                      <p:stCondLst>
                        <p:cond delay="indefinite"/>
                      </p:stCondLst>
                      <p:childTnLst>
                        <p:par>
                          <p:cTn id="1476" fill="hold">
                            <p:stCondLst>
                              <p:cond delay="0"/>
                            </p:stCondLst>
                            <p:childTnLst>
                              <p:par>
                                <p:cTn id="1477" presetID="1" presetClass="entr" presetSubtype="0" fill="hold" nodeType="clickEffect">
                                  <p:stCondLst>
                                    <p:cond delay="0"/>
                                  </p:stCondLst>
                                  <p:childTnLst>
                                    <p:set>
                                      <p:cBhvr>
                                        <p:cTn id="1478" dur="1" fill="hold">
                                          <p:stCondLst>
                                            <p:cond delay="0"/>
                                          </p:stCondLst>
                                        </p:cTn>
                                        <p:tgtEl>
                                          <p:spTgt spid="117">
                                            <p:txEl>
                                              <p:pRg st="8" end="8"/>
                                            </p:txEl>
                                          </p:spTgt>
                                        </p:tgtEl>
                                        <p:attrNameLst>
                                          <p:attrName>style.visibility</p:attrName>
                                        </p:attrNameLst>
                                      </p:cBhvr>
                                      <p:to>
                                        <p:strVal val="visible"/>
                                      </p:to>
                                    </p:set>
                                  </p:childTnLst>
                                </p:cTn>
                              </p:par>
                            </p:childTnLst>
                          </p:cTn>
                        </p:par>
                      </p:childTnLst>
                    </p:cTn>
                  </p:par>
                  <p:par>
                    <p:cTn id="1479" fill="hold">
                      <p:stCondLst>
                        <p:cond delay="indefinite"/>
                      </p:stCondLst>
                      <p:childTnLst>
                        <p:par>
                          <p:cTn id="1480" fill="hold">
                            <p:stCondLst>
                              <p:cond delay="0"/>
                            </p:stCondLst>
                            <p:childTnLst>
                              <p:par>
                                <p:cTn id="1481" presetID="1" presetClass="entr" presetSubtype="0" fill="hold" nodeType="clickEffect">
                                  <p:stCondLst>
                                    <p:cond delay="0"/>
                                  </p:stCondLst>
                                  <p:childTnLst>
                                    <p:set>
                                      <p:cBhvr>
                                        <p:cTn id="1482"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1483" fill="hold">
                      <p:stCondLst>
                        <p:cond delay="indefinite"/>
                      </p:stCondLst>
                      <p:childTnLst>
                        <p:par>
                          <p:cTn id="1484" fill="hold">
                            <p:stCondLst>
                              <p:cond delay="0"/>
                            </p:stCondLst>
                            <p:childTnLst>
                              <p:par>
                                <p:cTn id="1485" presetID="1" presetClass="entr" presetSubtype="0" fill="hold" nodeType="clickEffect">
                                  <p:stCondLst>
                                    <p:cond delay="0"/>
                                  </p:stCondLst>
                                  <p:childTnLst>
                                    <p:set>
                                      <p:cBhvr>
                                        <p:cTn id="148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1487" fill="hold">
                      <p:stCondLst>
                        <p:cond delay="indefinite"/>
                      </p:stCondLst>
                      <p:childTnLst>
                        <p:par>
                          <p:cTn id="1488" fill="hold">
                            <p:stCondLst>
                              <p:cond delay="0"/>
                            </p:stCondLst>
                            <p:childTnLst>
                              <p:par>
                                <p:cTn id="1489" presetID="1" presetClass="entr" presetSubtype="0" fill="hold" nodeType="clickEffect">
                                  <p:stCondLst>
                                    <p:cond delay="0"/>
                                  </p:stCondLst>
                                  <p:childTnLst>
                                    <p:set>
                                      <p:cBhvr>
                                        <p:cTn id="149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491" fill="hold">
                      <p:stCondLst>
                        <p:cond delay="indefinite"/>
                      </p:stCondLst>
                      <p:childTnLst>
                        <p:par>
                          <p:cTn id="1492" fill="hold">
                            <p:stCondLst>
                              <p:cond delay="0"/>
                            </p:stCondLst>
                            <p:childTnLst>
                              <p:par>
                                <p:cTn id="1493" presetID="1" presetClass="entr" presetSubtype="0" fill="hold" nodeType="clickEffect">
                                  <p:stCondLst>
                                    <p:cond delay="0"/>
                                  </p:stCondLst>
                                  <p:childTnLst>
                                    <p:set>
                                      <p:cBhvr>
                                        <p:cTn id="149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495" fill="hold">
                      <p:stCondLst>
                        <p:cond delay="indefinite"/>
                      </p:stCondLst>
                      <p:childTnLst>
                        <p:par>
                          <p:cTn id="1496" fill="hold">
                            <p:stCondLst>
                              <p:cond delay="0"/>
                            </p:stCondLst>
                            <p:childTnLst>
                              <p:par>
                                <p:cTn id="1497" presetID="1" presetClass="entr" presetSubtype="0" fill="hold" nodeType="clickEffect">
                                  <p:stCondLst>
                                    <p:cond delay="0"/>
                                  </p:stCondLst>
                                  <p:childTnLst>
                                    <p:set>
                                      <p:cBhvr>
                                        <p:cTn id="149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499" fill="hold">
                      <p:stCondLst>
                        <p:cond delay="indefinite"/>
                      </p:stCondLst>
                      <p:childTnLst>
                        <p:par>
                          <p:cTn id="1500" fill="hold">
                            <p:stCondLst>
                              <p:cond delay="0"/>
                            </p:stCondLst>
                            <p:childTnLst>
                              <p:par>
                                <p:cTn id="1501" presetID="1" presetClass="entr" presetSubtype="0" fill="hold" nodeType="clickEffect">
                                  <p:stCondLst>
                                    <p:cond delay="0"/>
                                  </p:stCondLst>
                                  <p:childTnLst>
                                    <p:set>
                                      <p:cBhvr>
                                        <p:cTn id="1502"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03" fill="hold">
                      <p:stCondLst>
                        <p:cond delay="indefinite"/>
                      </p:stCondLst>
                      <p:childTnLst>
                        <p:par>
                          <p:cTn id="1504" fill="hold">
                            <p:stCondLst>
                              <p:cond delay="0"/>
                            </p:stCondLst>
                            <p:childTnLst>
                              <p:par>
                                <p:cTn id="1505" presetID="1" presetClass="entr" presetSubtype="0" fill="hold" nodeType="clickEffect">
                                  <p:stCondLst>
                                    <p:cond delay="0"/>
                                  </p:stCondLst>
                                  <p:childTnLst>
                                    <p:set>
                                      <p:cBhvr>
                                        <p:cTn id="150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07" fill="hold">
                      <p:stCondLst>
                        <p:cond delay="indefinite"/>
                      </p:stCondLst>
                      <p:childTnLst>
                        <p:par>
                          <p:cTn id="1508" fill="hold">
                            <p:stCondLst>
                              <p:cond delay="0"/>
                            </p:stCondLst>
                            <p:childTnLst>
                              <p:par>
                                <p:cTn id="1509" presetID="1" presetClass="entr" presetSubtype="0" fill="hold" nodeType="clickEffect">
                                  <p:stCondLst>
                                    <p:cond delay="0"/>
                                  </p:stCondLst>
                                  <p:childTnLst>
                                    <p:set>
                                      <p:cBhvr>
                                        <p:cTn id="15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11" fill="hold">
                      <p:stCondLst>
                        <p:cond delay="indefinite"/>
                      </p:stCondLst>
                      <p:childTnLst>
                        <p:par>
                          <p:cTn id="1512" fill="hold">
                            <p:stCondLst>
                              <p:cond delay="0"/>
                            </p:stCondLst>
                            <p:childTnLst>
                              <p:par>
                                <p:cTn id="1513" presetID="1" presetClass="entr" presetSubtype="0" fill="hold" nodeType="clickEffect">
                                  <p:stCondLst>
                                    <p:cond delay="0"/>
                                  </p:stCondLst>
                                  <p:childTnLst>
                                    <p:set>
                                      <p:cBhvr>
                                        <p:cTn id="15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Activity">
  <p:cSld name="Activity">
    <p:spTree>
      <p:nvGrpSpPr>
        <p:cNvPr id="1" name="Shape 119"/>
        <p:cNvGrpSpPr/>
        <p:nvPr/>
      </p:nvGrpSpPr>
      <p:grpSpPr>
        <a:xfrm>
          <a:off x="0" y="0"/>
          <a:ext cx="0" cy="0"/>
          <a:chOff x="0" y="0"/>
          <a:chExt cx="0" cy="0"/>
        </a:xfrm>
      </p:grpSpPr>
      <p:sp>
        <p:nvSpPr>
          <p:cNvPr id="120" name="Google Shape;120;p16"/>
          <p:cNvSpPr txBox="1">
            <a:spLocks noGrp="1"/>
          </p:cNvSpPr>
          <p:nvPr>
            <p:ph type="title"/>
          </p:nvPr>
        </p:nvSpPr>
        <p:spPr>
          <a:xfrm>
            <a:off x="1039579" y="119975"/>
            <a:ext cx="7795200" cy="577200"/>
          </a:xfrm>
          <a:prstGeom prst="rect">
            <a:avLst/>
          </a:prstGeom>
          <a:noFill/>
          <a:ln>
            <a:noFill/>
          </a:ln>
        </p:spPr>
        <p:txBody>
          <a:bodyPr spcFirstLastPara="1" wrap="square" lIns="68575" tIns="34275" rIns="68575" bIns="34275" anchor="ctr" anchorCtr="0">
            <a:normAutofit/>
          </a:bodyPr>
          <a:lstStyle>
            <a:lvl1pPr lvl="0" algn="l" rtl="0">
              <a:lnSpc>
                <a:spcPct val="100000"/>
              </a:lnSpc>
              <a:spcBef>
                <a:spcPts val="0"/>
              </a:spcBef>
              <a:spcAft>
                <a:spcPts val="0"/>
              </a:spcAft>
              <a:buClr>
                <a:schemeClr val="dk2"/>
              </a:buClr>
              <a:buSzPts val="3300"/>
              <a:buFont typeface="Calibri"/>
              <a:buNone/>
              <a:defRPr b="1">
                <a:solidFill>
                  <a:schemeClr val="dk2"/>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21" name="Google Shape;121;p16"/>
          <p:cNvSpPr txBox="1">
            <a:spLocks noGrp="1"/>
          </p:cNvSpPr>
          <p:nvPr>
            <p:ph type="body" idx="1"/>
          </p:nvPr>
        </p:nvSpPr>
        <p:spPr>
          <a:xfrm>
            <a:off x="300382" y="768629"/>
            <a:ext cx="3399300" cy="3864300"/>
          </a:xfrm>
          <a:prstGeom prst="rect">
            <a:avLst/>
          </a:prstGeom>
          <a:noFill/>
          <a:ln>
            <a:noFill/>
          </a:ln>
        </p:spPr>
        <p:txBody>
          <a:bodyPr spcFirstLastPara="1" wrap="square" lIns="68575" tIns="34275" rIns="68575" bIns="34275" anchor="t" anchorCtr="0">
            <a:normAutofit/>
          </a:bodyPr>
          <a:lstStyle>
            <a:lvl1pPr marL="457200" lvl="0" indent="-228600" algn="l" rtl="0">
              <a:lnSpc>
                <a:spcPct val="90000"/>
              </a:lnSpc>
              <a:spcBef>
                <a:spcPts val="800"/>
              </a:spcBef>
              <a:spcAft>
                <a:spcPts val="0"/>
              </a:spcAft>
              <a:buClr>
                <a:schemeClr val="dk1"/>
              </a:buClr>
              <a:buSzPts val="1800"/>
              <a:buNone/>
              <a:defRPr sz="1800"/>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cxnSp>
        <p:nvCxnSpPr>
          <p:cNvPr id="122" name="Google Shape;122;p16"/>
          <p:cNvCxnSpPr/>
          <p:nvPr/>
        </p:nvCxnSpPr>
        <p:spPr>
          <a:xfrm>
            <a:off x="300382" y="736560"/>
            <a:ext cx="8534400" cy="0"/>
          </a:xfrm>
          <a:prstGeom prst="straightConnector1">
            <a:avLst/>
          </a:prstGeom>
          <a:noFill/>
          <a:ln w="63500" cap="flat" cmpd="thickThin">
            <a:solidFill>
              <a:schemeClr val="lt2"/>
            </a:solidFill>
            <a:prstDash val="solid"/>
            <a:miter lim="800000"/>
            <a:headEnd type="none" w="sm" len="sm"/>
            <a:tailEnd type="none" w="sm" len="sm"/>
          </a:ln>
        </p:spPr>
      </p:cxnSp>
      <p:sp>
        <p:nvSpPr>
          <p:cNvPr id="123" name="Google Shape;123;p16"/>
          <p:cNvSpPr txBox="1">
            <a:spLocks noGrp="1"/>
          </p:cNvSpPr>
          <p:nvPr>
            <p:ph type="body" idx="2"/>
          </p:nvPr>
        </p:nvSpPr>
        <p:spPr>
          <a:xfrm>
            <a:off x="3699710" y="784668"/>
            <a:ext cx="5135100" cy="4258500"/>
          </a:xfrm>
          <a:prstGeom prst="rect">
            <a:avLst/>
          </a:prstGeom>
          <a:noFill/>
          <a:ln w="38100" cap="flat" cmpd="sng">
            <a:solidFill>
              <a:schemeClr val="dk1"/>
            </a:solidFill>
            <a:prstDash val="solid"/>
            <a:round/>
            <a:headEnd type="none" w="sm" len="sm"/>
            <a:tailEnd type="none" w="sm" len="sm"/>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SzPts val="1800"/>
              <a:buNone/>
              <a:defRPr sz="1800" b="1">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4" name="Google Shape;124;p16"/>
          <p:cNvSpPr txBox="1">
            <a:spLocks noGrp="1"/>
          </p:cNvSpPr>
          <p:nvPr>
            <p:ph type="body" idx="3"/>
          </p:nvPr>
        </p:nvSpPr>
        <p:spPr>
          <a:xfrm>
            <a:off x="-2811780" y="23094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5" name="Google Shape;125;p16"/>
          <p:cNvSpPr txBox="1">
            <a:spLocks noGrp="1"/>
          </p:cNvSpPr>
          <p:nvPr>
            <p:ph type="body" idx="4"/>
          </p:nvPr>
        </p:nvSpPr>
        <p:spPr>
          <a:xfrm>
            <a:off x="-2811780" y="46719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6" name="Google Shape;126;p16"/>
          <p:cNvSpPr txBox="1">
            <a:spLocks noGrp="1"/>
          </p:cNvSpPr>
          <p:nvPr>
            <p:ph type="body" idx="5"/>
          </p:nvPr>
        </p:nvSpPr>
        <p:spPr>
          <a:xfrm>
            <a:off x="-2811780" y="69286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7" name="Google Shape;127;p16"/>
          <p:cNvSpPr txBox="1">
            <a:spLocks noGrp="1"/>
          </p:cNvSpPr>
          <p:nvPr>
            <p:ph type="body" idx="6"/>
          </p:nvPr>
        </p:nvSpPr>
        <p:spPr>
          <a:xfrm>
            <a:off x="-2811780" y="91720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8" name="Google Shape;128;p16"/>
          <p:cNvSpPr txBox="1">
            <a:spLocks noGrp="1"/>
          </p:cNvSpPr>
          <p:nvPr>
            <p:ph type="body" idx="7"/>
          </p:nvPr>
        </p:nvSpPr>
        <p:spPr>
          <a:xfrm>
            <a:off x="-2811780" y="1140214"/>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9" name="Google Shape;129;p16"/>
          <p:cNvSpPr txBox="1">
            <a:spLocks noGrp="1"/>
          </p:cNvSpPr>
          <p:nvPr>
            <p:ph type="body" idx="8"/>
          </p:nvPr>
        </p:nvSpPr>
        <p:spPr>
          <a:xfrm>
            <a:off x="-2811780" y="1370827"/>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0" name="Google Shape;130;p16"/>
          <p:cNvSpPr txBox="1">
            <a:spLocks noGrp="1"/>
          </p:cNvSpPr>
          <p:nvPr>
            <p:ph type="body" idx="9"/>
          </p:nvPr>
        </p:nvSpPr>
        <p:spPr>
          <a:xfrm>
            <a:off x="-2811780" y="1595164"/>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1" name="Google Shape;131;p16"/>
          <p:cNvSpPr txBox="1">
            <a:spLocks noGrp="1"/>
          </p:cNvSpPr>
          <p:nvPr>
            <p:ph type="body" idx="13"/>
          </p:nvPr>
        </p:nvSpPr>
        <p:spPr>
          <a:xfrm>
            <a:off x="-2811780" y="182638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2" name="Google Shape;132;p16"/>
          <p:cNvSpPr txBox="1">
            <a:spLocks noGrp="1"/>
          </p:cNvSpPr>
          <p:nvPr>
            <p:ph type="body" idx="14"/>
          </p:nvPr>
        </p:nvSpPr>
        <p:spPr>
          <a:xfrm>
            <a:off x="-2811780" y="207015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3" name="Google Shape;133;p16"/>
          <p:cNvSpPr txBox="1">
            <a:spLocks noGrp="1"/>
          </p:cNvSpPr>
          <p:nvPr>
            <p:ph type="body" idx="15"/>
          </p:nvPr>
        </p:nvSpPr>
        <p:spPr>
          <a:xfrm>
            <a:off x="-2811780" y="230701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4" name="Google Shape;134;p16"/>
          <p:cNvSpPr txBox="1">
            <a:spLocks noGrp="1"/>
          </p:cNvSpPr>
          <p:nvPr>
            <p:ph type="body" idx="16"/>
          </p:nvPr>
        </p:nvSpPr>
        <p:spPr>
          <a:xfrm>
            <a:off x="-2811780" y="253135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5" name="Google Shape;135;p16"/>
          <p:cNvSpPr txBox="1">
            <a:spLocks noGrp="1"/>
          </p:cNvSpPr>
          <p:nvPr>
            <p:ph type="body" idx="17"/>
          </p:nvPr>
        </p:nvSpPr>
        <p:spPr>
          <a:xfrm>
            <a:off x="-2811780" y="2750212"/>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6" name="Google Shape;136;p16"/>
          <p:cNvSpPr/>
          <p:nvPr/>
        </p:nvSpPr>
        <p:spPr>
          <a:xfrm>
            <a:off x="277239" y="109654"/>
            <a:ext cx="633000" cy="578700"/>
          </a:xfrm>
          <a:prstGeom prst="roundRect">
            <a:avLst>
              <a:gd name="adj" fmla="val 16667"/>
            </a:avLst>
          </a:prstGeom>
          <a:gradFill>
            <a:gsLst>
              <a:gs pos="0">
                <a:srgbClr val="FFFFFF"/>
              </a:gs>
              <a:gs pos="66000">
                <a:srgbClr val="FFFFFF"/>
              </a:gs>
              <a:gs pos="100000">
                <a:schemeClr val="dk2"/>
              </a:gs>
            </a:gsLst>
            <a:path path="circle">
              <a:fillToRect l="50000" t="50000" r="50000" b="50000"/>
            </a:path>
            <a:tileRect/>
          </a:gradFill>
          <a:ln w="12700" cap="flat" cmpd="sng">
            <a:solidFill>
              <a:srgbClr val="A24600"/>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sp>
        <p:nvSpPr>
          <p:cNvPr id="137" name="Google Shape;137;p16"/>
          <p:cNvSpPr/>
          <p:nvPr/>
        </p:nvSpPr>
        <p:spPr>
          <a:xfrm>
            <a:off x="412441" y="97590"/>
            <a:ext cx="394800" cy="577200"/>
          </a:xfrm>
          <a:prstGeom prst="rect">
            <a:avLst/>
          </a:prstGeom>
          <a:noFill/>
          <a:ln>
            <a:noFill/>
          </a:ln>
        </p:spPr>
        <p:txBody>
          <a:bodyPr spcFirstLastPara="1" wrap="square" lIns="68575" tIns="34275" rIns="68575" bIns="34275" anchor="t" anchorCtr="0">
            <a:noAutofit/>
          </a:bodyPr>
          <a:lstStyle/>
          <a:p>
            <a:pPr marL="0" marR="0" lvl="0" indent="0" algn="ctr" rtl="0">
              <a:spcBef>
                <a:spcPts val="0"/>
              </a:spcBef>
              <a:spcAft>
                <a:spcPts val="0"/>
              </a:spcAft>
              <a:buNone/>
            </a:pPr>
            <a:r>
              <a:rPr lang="en" sz="3300" b="1" cap="none">
                <a:solidFill>
                  <a:schemeClr val="dk2"/>
                </a:solidFill>
                <a:latin typeface="Calibri"/>
                <a:ea typeface="Calibri"/>
                <a:cs typeface="Calibri"/>
                <a:sym typeface="Calibri"/>
              </a:rPr>
              <a:t>A</a:t>
            </a:r>
            <a:endParaRPr sz="1100"/>
          </a:p>
        </p:txBody>
      </p:sp>
      <p:sp>
        <p:nvSpPr>
          <p:cNvPr id="138" name="Google Shape;138;p16"/>
          <p:cNvSpPr txBox="1">
            <a:spLocks noGrp="1"/>
          </p:cNvSpPr>
          <p:nvPr>
            <p:ph type="body" idx="18"/>
          </p:nvPr>
        </p:nvSpPr>
        <p:spPr>
          <a:xfrm>
            <a:off x="-2811780" y="303670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9" name="Google Shape;139;p16"/>
          <p:cNvSpPr txBox="1">
            <a:spLocks noGrp="1"/>
          </p:cNvSpPr>
          <p:nvPr>
            <p:ph type="body" idx="19"/>
          </p:nvPr>
        </p:nvSpPr>
        <p:spPr>
          <a:xfrm>
            <a:off x="-2811780" y="3267647"/>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40" name="Google Shape;140;p16"/>
          <p:cNvSpPr txBox="1">
            <a:spLocks noGrp="1"/>
          </p:cNvSpPr>
          <p:nvPr>
            <p:ph type="body" idx="20"/>
          </p:nvPr>
        </p:nvSpPr>
        <p:spPr>
          <a:xfrm>
            <a:off x="-2811780" y="350389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41" name="Google Shape;141;p16"/>
          <p:cNvSpPr txBox="1">
            <a:spLocks noGrp="1"/>
          </p:cNvSpPr>
          <p:nvPr>
            <p:ph type="body" idx="21"/>
          </p:nvPr>
        </p:nvSpPr>
        <p:spPr>
          <a:xfrm>
            <a:off x="-2811780" y="372956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42" name="Google Shape;142;p16"/>
          <p:cNvSpPr txBox="1">
            <a:spLocks noGrp="1"/>
          </p:cNvSpPr>
          <p:nvPr>
            <p:ph type="body" idx="22"/>
          </p:nvPr>
        </p:nvSpPr>
        <p:spPr>
          <a:xfrm>
            <a:off x="-2811780" y="395390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43" name="Google Shape;143;p16"/>
          <p:cNvSpPr txBox="1">
            <a:spLocks noGrp="1"/>
          </p:cNvSpPr>
          <p:nvPr>
            <p:ph type="body" idx="23"/>
          </p:nvPr>
        </p:nvSpPr>
        <p:spPr>
          <a:xfrm>
            <a:off x="-2811780" y="417691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44" name="Google Shape;144;p16"/>
          <p:cNvSpPr txBox="1">
            <a:spLocks noGrp="1"/>
          </p:cNvSpPr>
          <p:nvPr>
            <p:ph type="body" idx="24"/>
          </p:nvPr>
        </p:nvSpPr>
        <p:spPr>
          <a:xfrm>
            <a:off x="-2811780" y="4407526"/>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45" name="Google Shape;145;p16"/>
          <p:cNvSpPr txBox="1">
            <a:spLocks noGrp="1"/>
          </p:cNvSpPr>
          <p:nvPr>
            <p:ph type="body" idx="25"/>
          </p:nvPr>
        </p:nvSpPr>
        <p:spPr>
          <a:xfrm>
            <a:off x="-2811780" y="463186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2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4">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24">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24">
                                            <p:txEl>
                                              <p:pRg st="2" end="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24">
                                            <p:txEl>
                                              <p:pRg st="3" end="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24">
                                            <p:txEl>
                                              <p:pRg st="4" end="4"/>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24">
                                            <p:txEl>
                                              <p:pRg st="5" end="5"/>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124">
                                            <p:txEl>
                                              <p:pRg st="6" end="6"/>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124">
                                            <p:txEl>
                                              <p:pRg st="7" end="7"/>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124">
                                            <p:txEl>
                                              <p:pRg st="8" end="8"/>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125">
                                            <p:txEl>
                                              <p:pRg st="0" end="0"/>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125">
                                            <p:txEl>
                                              <p:pRg st="1" end="1"/>
                                            </p:txEl>
                                          </p:spTgt>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125">
                                            <p:txEl>
                                              <p:pRg st="2" end="2"/>
                                            </p:txEl>
                                          </p:spTgt>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125">
                                            <p:txEl>
                                              <p:pRg st="3" end="3"/>
                                            </p:txEl>
                                          </p:spTgt>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nodeType="clickEffect">
                                  <p:stCondLst>
                                    <p:cond delay="0"/>
                                  </p:stCondLst>
                                  <p:childTnLst>
                                    <p:set>
                                      <p:cBhvr>
                                        <p:cTn id="94" dur="1" fill="hold">
                                          <p:stCondLst>
                                            <p:cond delay="0"/>
                                          </p:stCondLst>
                                        </p:cTn>
                                        <p:tgtEl>
                                          <p:spTgt spid="125">
                                            <p:txEl>
                                              <p:pRg st="4" end="4"/>
                                            </p:txEl>
                                          </p:spTgt>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nodeType="clickEffect">
                                  <p:stCondLst>
                                    <p:cond delay="0"/>
                                  </p:stCondLst>
                                  <p:childTnLst>
                                    <p:set>
                                      <p:cBhvr>
                                        <p:cTn id="98" dur="1" fill="hold">
                                          <p:stCondLst>
                                            <p:cond delay="0"/>
                                          </p:stCondLst>
                                        </p:cTn>
                                        <p:tgtEl>
                                          <p:spTgt spid="125">
                                            <p:txEl>
                                              <p:pRg st="5" end="5"/>
                                            </p:txEl>
                                          </p:spTgt>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125">
                                            <p:txEl>
                                              <p:pRg st="6" end="6"/>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nodeType="clickEffect">
                                  <p:stCondLst>
                                    <p:cond delay="0"/>
                                  </p:stCondLst>
                                  <p:childTnLst>
                                    <p:set>
                                      <p:cBhvr>
                                        <p:cTn id="106" dur="1" fill="hold">
                                          <p:stCondLst>
                                            <p:cond delay="0"/>
                                          </p:stCondLst>
                                        </p:cTn>
                                        <p:tgtEl>
                                          <p:spTgt spid="125">
                                            <p:txEl>
                                              <p:pRg st="7" end="7"/>
                                            </p:txEl>
                                          </p:spTgt>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125">
                                            <p:txEl>
                                              <p:pRg st="8" end="8"/>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nodeType="clickEffect">
                                  <p:stCondLst>
                                    <p:cond delay="0"/>
                                  </p:stCondLst>
                                  <p:childTnLst>
                                    <p:set>
                                      <p:cBhvr>
                                        <p:cTn id="114" dur="1" fill="hold">
                                          <p:stCondLst>
                                            <p:cond delay="0"/>
                                          </p:stCondLst>
                                        </p:cTn>
                                        <p:tgtEl>
                                          <p:spTgt spid="126">
                                            <p:txEl>
                                              <p:pRg st="0" end="0"/>
                                            </p:txEl>
                                          </p:spTgt>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nodeType="clickEffect">
                                  <p:stCondLst>
                                    <p:cond delay="0"/>
                                  </p:stCondLst>
                                  <p:childTnLst>
                                    <p:set>
                                      <p:cBhvr>
                                        <p:cTn id="118" dur="1" fill="hold">
                                          <p:stCondLst>
                                            <p:cond delay="0"/>
                                          </p:stCondLst>
                                        </p:cTn>
                                        <p:tgtEl>
                                          <p:spTgt spid="126">
                                            <p:txEl>
                                              <p:pRg st="1" end="1"/>
                                            </p:txEl>
                                          </p:spTgt>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126">
                                            <p:txEl>
                                              <p:pRg st="2" end="2"/>
                                            </p:txEl>
                                          </p:spTgt>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nodeType="clickEffect">
                                  <p:stCondLst>
                                    <p:cond delay="0"/>
                                  </p:stCondLst>
                                  <p:childTnLst>
                                    <p:set>
                                      <p:cBhvr>
                                        <p:cTn id="126" dur="1" fill="hold">
                                          <p:stCondLst>
                                            <p:cond delay="0"/>
                                          </p:stCondLst>
                                        </p:cTn>
                                        <p:tgtEl>
                                          <p:spTgt spid="126">
                                            <p:txEl>
                                              <p:pRg st="3" end="3"/>
                                            </p:txEl>
                                          </p:spTgt>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ntr" presetSubtype="0" fill="hold" nodeType="clickEffect">
                                  <p:stCondLst>
                                    <p:cond delay="0"/>
                                  </p:stCondLst>
                                  <p:childTnLst>
                                    <p:set>
                                      <p:cBhvr>
                                        <p:cTn id="130" dur="1" fill="hold">
                                          <p:stCondLst>
                                            <p:cond delay="0"/>
                                          </p:stCondLst>
                                        </p:cTn>
                                        <p:tgtEl>
                                          <p:spTgt spid="126">
                                            <p:txEl>
                                              <p:pRg st="4" end="4"/>
                                            </p:txEl>
                                          </p:spTgt>
                                        </p:tgtEl>
                                        <p:attrNameLst>
                                          <p:attrName>style.visibility</p:attrName>
                                        </p:attrNameLst>
                                      </p:cBhvr>
                                      <p:to>
                                        <p:strVal val="visible"/>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nodeType="clickEffect">
                                  <p:stCondLst>
                                    <p:cond delay="0"/>
                                  </p:stCondLst>
                                  <p:childTnLst>
                                    <p:set>
                                      <p:cBhvr>
                                        <p:cTn id="134" dur="1" fill="hold">
                                          <p:stCondLst>
                                            <p:cond delay="0"/>
                                          </p:stCondLst>
                                        </p:cTn>
                                        <p:tgtEl>
                                          <p:spTgt spid="126">
                                            <p:txEl>
                                              <p:pRg st="5" end="5"/>
                                            </p:txEl>
                                          </p:spTgt>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ntr" presetSubtype="0" fill="hold" nodeType="clickEffect">
                                  <p:stCondLst>
                                    <p:cond delay="0"/>
                                  </p:stCondLst>
                                  <p:childTnLst>
                                    <p:set>
                                      <p:cBhvr>
                                        <p:cTn id="138" dur="1" fill="hold">
                                          <p:stCondLst>
                                            <p:cond delay="0"/>
                                          </p:stCondLst>
                                        </p:cTn>
                                        <p:tgtEl>
                                          <p:spTgt spid="126">
                                            <p:txEl>
                                              <p:pRg st="6" end="6"/>
                                            </p:txEl>
                                          </p:spTgt>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nodeType="clickEffect">
                                  <p:stCondLst>
                                    <p:cond delay="0"/>
                                  </p:stCondLst>
                                  <p:childTnLst>
                                    <p:set>
                                      <p:cBhvr>
                                        <p:cTn id="142" dur="1" fill="hold">
                                          <p:stCondLst>
                                            <p:cond delay="0"/>
                                          </p:stCondLst>
                                        </p:cTn>
                                        <p:tgtEl>
                                          <p:spTgt spid="126">
                                            <p:txEl>
                                              <p:pRg st="7" end="7"/>
                                            </p:txEl>
                                          </p:spTgt>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ntr" presetSubtype="0" fill="hold" nodeType="clickEffect">
                                  <p:stCondLst>
                                    <p:cond delay="0"/>
                                  </p:stCondLst>
                                  <p:childTnLst>
                                    <p:set>
                                      <p:cBhvr>
                                        <p:cTn id="146" dur="1" fill="hold">
                                          <p:stCondLst>
                                            <p:cond delay="0"/>
                                          </p:stCondLst>
                                        </p:cTn>
                                        <p:tgtEl>
                                          <p:spTgt spid="126">
                                            <p:txEl>
                                              <p:pRg st="8" end="8"/>
                                            </p:txEl>
                                          </p:spTgt>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1" presetClass="entr" presetSubtype="0" fill="hold" nodeType="clickEffect">
                                  <p:stCondLst>
                                    <p:cond delay="0"/>
                                  </p:stCondLst>
                                  <p:childTnLst>
                                    <p:set>
                                      <p:cBhvr>
                                        <p:cTn id="150" dur="1" fill="hold">
                                          <p:stCondLst>
                                            <p:cond delay="0"/>
                                          </p:stCondLst>
                                        </p:cTn>
                                        <p:tgtEl>
                                          <p:spTgt spid="127">
                                            <p:txEl>
                                              <p:pRg st="0" end="0"/>
                                            </p:txEl>
                                          </p:spTgt>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nodeType="clickEffect">
                                  <p:stCondLst>
                                    <p:cond delay="0"/>
                                  </p:stCondLst>
                                  <p:childTnLst>
                                    <p:set>
                                      <p:cBhvr>
                                        <p:cTn id="154" dur="1" fill="hold">
                                          <p:stCondLst>
                                            <p:cond delay="0"/>
                                          </p:stCondLst>
                                        </p:cTn>
                                        <p:tgtEl>
                                          <p:spTgt spid="127">
                                            <p:txEl>
                                              <p:pRg st="1" end="1"/>
                                            </p:txEl>
                                          </p:spTgt>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1" presetClass="entr" presetSubtype="0" fill="hold" nodeType="clickEffect">
                                  <p:stCondLst>
                                    <p:cond delay="0"/>
                                  </p:stCondLst>
                                  <p:childTnLst>
                                    <p:set>
                                      <p:cBhvr>
                                        <p:cTn id="158" dur="1" fill="hold">
                                          <p:stCondLst>
                                            <p:cond delay="0"/>
                                          </p:stCondLst>
                                        </p:cTn>
                                        <p:tgtEl>
                                          <p:spTgt spid="127">
                                            <p:txEl>
                                              <p:pRg st="2" end="2"/>
                                            </p:txEl>
                                          </p:spTgt>
                                        </p:tgtEl>
                                        <p:attrNameLst>
                                          <p:attrName>style.visibility</p:attrName>
                                        </p:attrNameLst>
                                      </p:cBhvr>
                                      <p:to>
                                        <p:strVal val="visible"/>
                                      </p:to>
                                    </p:set>
                                  </p:childTnLst>
                                </p:cTn>
                              </p:par>
                            </p:childTnLst>
                          </p:cTn>
                        </p:par>
                      </p:childTnLst>
                    </p:cTn>
                  </p:par>
                  <p:par>
                    <p:cTn id="159" fill="hold">
                      <p:stCondLst>
                        <p:cond delay="indefinite"/>
                      </p:stCondLst>
                      <p:childTnLst>
                        <p:par>
                          <p:cTn id="160" fill="hold">
                            <p:stCondLst>
                              <p:cond delay="0"/>
                            </p:stCondLst>
                            <p:childTnLst>
                              <p:par>
                                <p:cTn id="161" presetID="1" presetClass="entr" presetSubtype="0" fill="hold" nodeType="clickEffect">
                                  <p:stCondLst>
                                    <p:cond delay="0"/>
                                  </p:stCondLst>
                                  <p:childTnLst>
                                    <p:set>
                                      <p:cBhvr>
                                        <p:cTn id="162" dur="1" fill="hold">
                                          <p:stCondLst>
                                            <p:cond delay="0"/>
                                          </p:stCondLst>
                                        </p:cTn>
                                        <p:tgtEl>
                                          <p:spTgt spid="127">
                                            <p:txEl>
                                              <p:pRg st="3" end="3"/>
                                            </p:txEl>
                                          </p:spTgt>
                                        </p:tgtEl>
                                        <p:attrNameLst>
                                          <p:attrName>style.visibility</p:attrName>
                                        </p:attrNameLst>
                                      </p:cBhvr>
                                      <p:to>
                                        <p:strVal val="visible"/>
                                      </p:to>
                                    </p:set>
                                  </p:childTnLst>
                                </p:cTn>
                              </p:par>
                            </p:childTnLst>
                          </p:cTn>
                        </p:par>
                      </p:childTnLst>
                    </p:cTn>
                  </p:par>
                  <p:par>
                    <p:cTn id="163" fill="hold">
                      <p:stCondLst>
                        <p:cond delay="indefinite"/>
                      </p:stCondLst>
                      <p:childTnLst>
                        <p:par>
                          <p:cTn id="164" fill="hold">
                            <p:stCondLst>
                              <p:cond delay="0"/>
                            </p:stCondLst>
                            <p:childTnLst>
                              <p:par>
                                <p:cTn id="165" presetID="1" presetClass="entr" presetSubtype="0" fill="hold" nodeType="clickEffect">
                                  <p:stCondLst>
                                    <p:cond delay="0"/>
                                  </p:stCondLst>
                                  <p:childTnLst>
                                    <p:set>
                                      <p:cBhvr>
                                        <p:cTn id="166" dur="1" fill="hold">
                                          <p:stCondLst>
                                            <p:cond delay="0"/>
                                          </p:stCondLst>
                                        </p:cTn>
                                        <p:tgtEl>
                                          <p:spTgt spid="127">
                                            <p:txEl>
                                              <p:pRg st="4" end="4"/>
                                            </p:txEl>
                                          </p:spTgt>
                                        </p:tgtEl>
                                        <p:attrNameLst>
                                          <p:attrName>style.visibility</p:attrName>
                                        </p:attrNameLst>
                                      </p:cBhvr>
                                      <p:to>
                                        <p:strVal val="visible"/>
                                      </p:to>
                                    </p:set>
                                  </p:childTnLst>
                                </p:cTn>
                              </p:par>
                            </p:childTnLst>
                          </p:cTn>
                        </p:par>
                      </p:childTnLst>
                    </p:cTn>
                  </p:par>
                  <p:par>
                    <p:cTn id="167" fill="hold">
                      <p:stCondLst>
                        <p:cond delay="indefinite"/>
                      </p:stCondLst>
                      <p:childTnLst>
                        <p:par>
                          <p:cTn id="168" fill="hold">
                            <p:stCondLst>
                              <p:cond delay="0"/>
                            </p:stCondLst>
                            <p:childTnLst>
                              <p:par>
                                <p:cTn id="169" presetID="1" presetClass="entr" presetSubtype="0" fill="hold" nodeType="clickEffect">
                                  <p:stCondLst>
                                    <p:cond delay="0"/>
                                  </p:stCondLst>
                                  <p:childTnLst>
                                    <p:set>
                                      <p:cBhvr>
                                        <p:cTn id="170" dur="1" fill="hold">
                                          <p:stCondLst>
                                            <p:cond delay="0"/>
                                          </p:stCondLst>
                                        </p:cTn>
                                        <p:tgtEl>
                                          <p:spTgt spid="127">
                                            <p:txEl>
                                              <p:pRg st="5" end="5"/>
                                            </p:txEl>
                                          </p:spTgt>
                                        </p:tgtEl>
                                        <p:attrNameLst>
                                          <p:attrName>style.visibility</p:attrName>
                                        </p:attrNameLst>
                                      </p:cBhvr>
                                      <p:to>
                                        <p:strVal val="visible"/>
                                      </p:to>
                                    </p:set>
                                  </p:childTnLst>
                                </p:cTn>
                              </p:par>
                            </p:childTnLst>
                          </p:cTn>
                        </p:par>
                      </p:childTnLst>
                    </p:cTn>
                  </p:par>
                  <p:par>
                    <p:cTn id="171" fill="hold">
                      <p:stCondLst>
                        <p:cond delay="indefinite"/>
                      </p:stCondLst>
                      <p:childTnLst>
                        <p:par>
                          <p:cTn id="172" fill="hold">
                            <p:stCondLst>
                              <p:cond delay="0"/>
                            </p:stCondLst>
                            <p:childTnLst>
                              <p:par>
                                <p:cTn id="173" presetID="1" presetClass="entr" presetSubtype="0" fill="hold" nodeType="clickEffect">
                                  <p:stCondLst>
                                    <p:cond delay="0"/>
                                  </p:stCondLst>
                                  <p:childTnLst>
                                    <p:set>
                                      <p:cBhvr>
                                        <p:cTn id="174" dur="1" fill="hold">
                                          <p:stCondLst>
                                            <p:cond delay="0"/>
                                          </p:stCondLst>
                                        </p:cTn>
                                        <p:tgtEl>
                                          <p:spTgt spid="127">
                                            <p:txEl>
                                              <p:pRg st="6" end="6"/>
                                            </p:txEl>
                                          </p:spTgt>
                                        </p:tgtEl>
                                        <p:attrNameLst>
                                          <p:attrName>style.visibility</p:attrName>
                                        </p:attrNameLst>
                                      </p:cBhvr>
                                      <p:to>
                                        <p:strVal val="visible"/>
                                      </p:to>
                                    </p:set>
                                  </p:childTnLst>
                                </p:cTn>
                              </p:par>
                            </p:childTnLst>
                          </p:cTn>
                        </p:par>
                      </p:childTnLst>
                    </p:cTn>
                  </p:par>
                  <p:par>
                    <p:cTn id="175" fill="hold">
                      <p:stCondLst>
                        <p:cond delay="indefinite"/>
                      </p:stCondLst>
                      <p:childTnLst>
                        <p:par>
                          <p:cTn id="176" fill="hold">
                            <p:stCondLst>
                              <p:cond delay="0"/>
                            </p:stCondLst>
                            <p:childTnLst>
                              <p:par>
                                <p:cTn id="177" presetID="1" presetClass="entr" presetSubtype="0" fill="hold" nodeType="clickEffect">
                                  <p:stCondLst>
                                    <p:cond delay="0"/>
                                  </p:stCondLst>
                                  <p:childTnLst>
                                    <p:set>
                                      <p:cBhvr>
                                        <p:cTn id="178" dur="1" fill="hold">
                                          <p:stCondLst>
                                            <p:cond delay="0"/>
                                          </p:stCondLst>
                                        </p:cTn>
                                        <p:tgtEl>
                                          <p:spTgt spid="127">
                                            <p:txEl>
                                              <p:pRg st="7" end="7"/>
                                            </p:txEl>
                                          </p:spTgt>
                                        </p:tgtEl>
                                        <p:attrNameLst>
                                          <p:attrName>style.visibility</p:attrName>
                                        </p:attrNameLst>
                                      </p:cBhvr>
                                      <p:to>
                                        <p:strVal val="visible"/>
                                      </p:to>
                                    </p:set>
                                  </p:childTnLst>
                                </p:cTn>
                              </p:par>
                            </p:childTnLst>
                          </p:cTn>
                        </p:par>
                      </p:childTnLst>
                    </p:cTn>
                  </p:par>
                  <p:par>
                    <p:cTn id="179" fill="hold">
                      <p:stCondLst>
                        <p:cond delay="indefinite"/>
                      </p:stCondLst>
                      <p:childTnLst>
                        <p:par>
                          <p:cTn id="180" fill="hold">
                            <p:stCondLst>
                              <p:cond delay="0"/>
                            </p:stCondLst>
                            <p:childTnLst>
                              <p:par>
                                <p:cTn id="181" presetID="1" presetClass="entr" presetSubtype="0" fill="hold" nodeType="clickEffect">
                                  <p:stCondLst>
                                    <p:cond delay="0"/>
                                  </p:stCondLst>
                                  <p:childTnLst>
                                    <p:set>
                                      <p:cBhvr>
                                        <p:cTn id="182" dur="1" fill="hold">
                                          <p:stCondLst>
                                            <p:cond delay="0"/>
                                          </p:stCondLst>
                                        </p:cTn>
                                        <p:tgtEl>
                                          <p:spTgt spid="127">
                                            <p:txEl>
                                              <p:pRg st="8" end="8"/>
                                            </p:txEl>
                                          </p:spTgt>
                                        </p:tgtEl>
                                        <p:attrNameLst>
                                          <p:attrName>style.visibility</p:attrName>
                                        </p:attrNameLst>
                                      </p:cBhvr>
                                      <p:to>
                                        <p:strVal val="visible"/>
                                      </p:to>
                                    </p:set>
                                  </p:childTnLst>
                                </p:cTn>
                              </p:par>
                            </p:childTnLst>
                          </p:cTn>
                        </p:par>
                      </p:childTnLst>
                    </p:cTn>
                  </p:par>
                  <p:par>
                    <p:cTn id="183" fill="hold">
                      <p:stCondLst>
                        <p:cond delay="indefinite"/>
                      </p:stCondLst>
                      <p:childTnLst>
                        <p:par>
                          <p:cTn id="184" fill="hold">
                            <p:stCondLst>
                              <p:cond delay="0"/>
                            </p:stCondLst>
                            <p:childTnLst>
                              <p:par>
                                <p:cTn id="185" presetID="1" presetClass="entr" presetSubtype="0" fill="hold" nodeType="clickEffect">
                                  <p:stCondLst>
                                    <p:cond delay="0"/>
                                  </p:stCondLst>
                                  <p:childTnLst>
                                    <p:set>
                                      <p:cBhvr>
                                        <p:cTn id="186" dur="1" fill="hold">
                                          <p:stCondLst>
                                            <p:cond delay="0"/>
                                          </p:stCondLst>
                                        </p:cTn>
                                        <p:tgtEl>
                                          <p:spTgt spid="128">
                                            <p:txEl>
                                              <p:pRg st="0" end="0"/>
                                            </p:txEl>
                                          </p:spTgt>
                                        </p:tgtEl>
                                        <p:attrNameLst>
                                          <p:attrName>style.visibility</p:attrName>
                                        </p:attrNameLst>
                                      </p:cBhvr>
                                      <p:to>
                                        <p:strVal val="visible"/>
                                      </p:to>
                                    </p:set>
                                  </p:childTnLst>
                                </p:cTn>
                              </p:par>
                            </p:childTnLst>
                          </p:cTn>
                        </p:par>
                      </p:childTnLst>
                    </p:cTn>
                  </p:par>
                  <p:par>
                    <p:cTn id="187" fill="hold">
                      <p:stCondLst>
                        <p:cond delay="indefinite"/>
                      </p:stCondLst>
                      <p:childTnLst>
                        <p:par>
                          <p:cTn id="188" fill="hold">
                            <p:stCondLst>
                              <p:cond delay="0"/>
                            </p:stCondLst>
                            <p:childTnLst>
                              <p:par>
                                <p:cTn id="189" presetID="1" presetClass="entr" presetSubtype="0" fill="hold" nodeType="clickEffect">
                                  <p:stCondLst>
                                    <p:cond delay="0"/>
                                  </p:stCondLst>
                                  <p:childTnLst>
                                    <p:set>
                                      <p:cBhvr>
                                        <p:cTn id="190" dur="1" fill="hold">
                                          <p:stCondLst>
                                            <p:cond delay="0"/>
                                          </p:stCondLst>
                                        </p:cTn>
                                        <p:tgtEl>
                                          <p:spTgt spid="128">
                                            <p:txEl>
                                              <p:pRg st="1" end="1"/>
                                            </p:txEl>
                                          </p:spTgt>
                                        </p:tgtEl>
                                        <p:attrNameLst>
                                          <p:attrName>style.visibility</p:attrName>
                                        </p:attrNameLst>
                                      </p:cBhvr>
                                      <p:to>
                                        <p:strVal val="visible"/>
                                      </p:to>
                                    </p:set>
                                  </p:childTnLst>
                                </p:cTn>
                              </p:par>
                            </p:childTnLst>
                          </p:cTn>
                        </p:par>
                      </p:childTnLst>
                    </p:cTn>
                  </p:par>
                  <p:par>
                    <p:cTn id="191" fill="hold">
                      <p:stCondLst>
                        <p:cond delay="indefinite"/>
                      </p:stCondLst>
                      <p:childTnLst>
                        <p:par>
                          <p:cTn id="192" fill="hold">
                            <p:stCondLst>
                              <p:cond delay="0"/>
                            </p:stCondLst>
                            <p:childTnLst>
                              <p:par>
                                <p:cTn id="193" presetID="1" presetClass="entr" presetSubtype="0" fill="hold" nodeType="clickEffect">
                                  <p:stCondLst>
                                    <p:cond delay="0"/>
                                  </p:stCondLst>
                                  <p:childTnLst>
                                    <p:set>
                                      <p:cBhvr>
                                        <p:cTn id="194" dur="1" fill="hold">
                                          <p:stCondLst>
                                            <p:cond delay="0"/>
                                          </p:stCondLst>
                                        </p:cTn>
                                        <p:tgtEl>
                                          <p:spTgt spid="128">
                                            <p:txEl>
                                              <p:pRg st="2" end="2"/>
                                            </p:txEl>
                                          </p:spTgt>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ntr" presetSubtype="0" fill="hold" nodeType="clickEffect">
                                  <p:stCondLst>
                                    <p:cond delay="0"/>
                                  </p:stCondLst>
                                  <p:childTnLst>
                                    <p:set>
                                      <p:cBhvr>
                                        <p:cTn id="198" dur="1" fill="hold">
                                          <p:stCondLst>
                                            <p:cond delay="0"/>
                                          </p:stCondLst>
                                        </p:cTn>
                                        <p:tgtEl>
                                          <p:spTgt spid="128">
                                            <p:txEl>
                                              <p:pRg st="3" end="3"/>
                                            </p:txEl>
                                          </p:spTgt>
                                        </p:tgtEl>
                                        <p:attrNameLst>
                                          <p:attrName>style.visibility</p:attrName>
                                        </p:attrNameLst>
                                      </p:cBhvr>
                                      <p:to>
                                        <p:strVal val="visible"/>
                                      </p:to>
                                    </p:set>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nodeType="clickEffect">
                                  <p:stCondLst>
                                    <p:cond delay="0"/>
                                  </p:stCondLst>
                                  <p:childTnLst>
                                    <p:set>
                                      <p:cBhvr>
                                        <p:cTn id="202" dur="1" fill="hold">
                                          <p:stCondLst>
                                            <p:cond delay="0"/>
                                          </p:stCondLst>
                                        </p:cTn>
                                        <p:tgtEl>
                                          <p:spTgt spid="128">
                                            <p:txEl>
                                              <p:pRg st="4" end="4"/>
                                            </p:txEl>
                                          </p:spTgt>
                                        </p:tgtEl>
                                        <p:attrNameLst>
                                          <p:attrName>style.visibility</p:attrName>
                                        </p:attrNameLst>
                                      </p:cBhvr>
                                      <p:to>
                                        <p:strVal val="visible"/>
                                      </p:to>
                                    </p:set>
                                  </p:childTnLst>
                                </p:cTn>
                              </p:par>
                            </p:childTnLst>
                          </p:cTn>
                        </p:par>
                      </p:childTnLst>
                    </p:cTn>
                  </p:par>
                  <p:par>
                    <p:cTn id="203" fill="hold">
                      <p:stCondLst>
                        <p:cond delay="indefinite"/>
                      </p:stCondLst>
                      <p:childTnLst>
                        <p:par>
                          <p:cTn id="204" fill="hold">
                            <p:stCondLst>
                              <p:cond delay="0"/>
                            </p:stCondLst>
                            <p:childTnLst>
                              <p:par>
                                <p:cTn id="205" presetID="1" presetClass="entr" presetSubtype="0" fill="hold" nodeType="clickEffect">
                                  <p:stCondLst>
                                    <p:cond delay="0"/>
                                  </p:stCondLst>
                                  <p:childTnLst>
                                    <p:set>
                                      <p:cBhvr>
                                        <p:cTn id="206" dur="1" fill="hold">
                                          <p:stCondLst>
                                            <p:cond delay="0"/>
                                          </p:stCondLst>
                                        </p:cTn>
                                        <p:tgtEl>
                                          <p:spTgt spid="128">
                                            <p:txEl>
                                              <p:pRg st="5" end="5"/>
                                            </p:txEl>
                                          </p:spTgt>
                                        </p:tgtEl>
                                        <p:attrNameLst>
                                          <p:attrName>style.visibility</p:attrName>
                                        </p:attrNameLst>
                                      </p:cBhvr>
                                      <p:to>
                                        <p:strVal val="visible"/>
                                      </p:to>
                                    </p:set>
                                  </p:childTnLst>
                                </p:cTn>
                              </p:par>
                            </p:childTnLst>
                          </p:cTn>
                        </p:par>
                      </p:childTnLst>
                    </p:cTn>
                  </p:par>
                  <p:par>
                    <p:cTn id="207" fill="hold">
                      <p:stCondLst>
                        <p:cond delay="indefinite"/>
                      </p:stCondLst>
                      <p:childTnLst>
                        <p:par>
                          <p:cTn id="208" fill="hold">
                            <p:stCondLst>
                              <p:cond delay="0"/>
                            </p:stCondLst>
                            <p:childTnLst>
                              <p:par>
                                <p:cTn id="209" presetID="1" presetClass="entr" presetSubtype="0" fill="hold" nodeType="clickEffect">
                                  <p:stCondLst>
                                    <p:cond delay="0"/>
                                  </p:stCondLst>
                                  <p:childTnLst>
                                    <p:set>
                                      <p:cBhvr>
                                        <p:cTn id="210" dur="1" fill="hold">
                                          <p:stCondLst>
                                            <p:cond delay="0"/>
                                          </p:stCondLst>
                                        </p:cTn>
                                        <p:tgtEl>
                                          <p:spTgt spid="128">
                                            <p:txEl>
                                              <p:pRg st="6" end="6"/>
                                            </p:txEl>
                                          </p:spTgt>
                                        </p:tgtEl>
                                        <p:attrNameLst>
                                          <p:attrName>style.visibility</p:attrName>
                                        </p:attrNameLst>
                                      </p:cBhvr>
                                      <p:to>
                                        <p:strVal val="visible"/>
                                      </p:to>
                                    </p:set>
                                  </p:childTnLst>
                                </p:cTn>
                              </p:par>
                            </p:childTnLst>
                          </p:cTn>
                        </p:par>
                      </p:childTnLst>
                    </p:cTn>
                  </p:par>
                  <p:par>
                    <p:cTn id="211" fill="hold">
                      <p:stCondLst>
                        <p:cond delay="indefinite"/>
                      </p:stCondLst>
                      <p:childTnLst>
                        <p:par>
                          <p:cTn id="212" fill="hold">
                            <p:stCondLst>
                              <p:cond delay="0"/>
                            </p:stCondLst>
                            <p:childTnLst>
                              <p:par>
                                <p:cTn id="213" presetID="1" presetClass="entr" presetSubtype="0" fill="hold" nodeType="clickEffect">
                                  <p:stCondLst>
                                    <p:cond delay="0"/>
                                  </p:stCondLst>
                                  <p:childTnLst>
                                    <p:set>
                                      <p:cBhvr>
                                        <p:cTn id="214" dur="1" fill="hold">
                                          <p:stCondLst>
                                            <p:cond delay="0"/>
                                          </p:stCondLst>
                                        </p:cTn>
                                        <p:tgtEl>
                                          <p:spTgt spid="128">
                                            <p:txEl>
                                              <p:pRg st="7" end="7"/>
                                            </p:txEl>
                                          </p:spTgt>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nodeType="clickEffect">
                                  <p:stCondLst>
                                    <p:cond delay="0"/>
                                  </p:stCondLst>
                                  <p:childTnLst>
                                    <p:set>
                                      <p:cBhvr>
                                        <p:cTn id="218" dur="1" fill="hold">
                                          <p:stCondLst>
                                            <p:cond delay="0"/>
                                          </p:stCondLst>
                                        </p:cTn>
                                        <p:tgtEl>
                                          <p:spTgt spid="128">
                                            <p:txEl>
                                              <p:pRg st="8" end="8"/>
                                            </p:txEl>
                                          </p:spTgt>
                                        </p:tgtEl>
                                        <p:attrNameLst>
                                          <p:attrName>style.visibility</p:attrName>
                                        </p:attrNameLst>
                                      </p:cBhvr>
                                      <p:to>
                                        <p:strVal val="visible"/>
                                      </p:to>
                                    </p:set>
                                  </p:childTnLst>
                                </p:cTn>
                              </p:par>
                            </p:childTnLst>
                          </p:cTn>
                        </p:par>
                      </p:childTnLst>
                    </p:cTn>
                  </p:par>
                  <p:par>
                    <p:cTn id="219" fill="hold">
                      <p:stCondLst>
                        <p:cond delay="indefinite"/>
                      </p:stCondLst>
                      <p:childTnLst>
                        <p:par>
                          <p:cTn id="220" fill="hold">
                            <p:stCondLst>
                              <p:cond delay="0"/>
                            </p:stCondLst>
                            <p:childTnLst>
                              <p:par>
                                <p:cTn id="221" presetID="1" presetClass="entr" presetSubtype="0" fill="hold" nodeType="clickEffect">
                                  <p:stCondLst>
                                    <p:cond delay="0"/>
                                  </p:stCondLst>
                                  <p:childTnLst>
                                    <p:set>
                                      <p:cBhvr>
                                        <p:cTn id="222" dur="1" fill="hold">
                                          <p:stCondLst>
                                            <p:cond delay="0"/>
                                          </p:stCondLst>
                                        </p:cTn>
                                        <p:tgtEl>
                                          <p:spTgt spid="129">
                                            <p:txEl>
                                              <p:pRg st="0" end="0"/>
                                            </p:txEl>
                                          </p:spTgt>
                                        </p:tgtEl>
                                        <p:attrNameLst>
                                          <p:attrName>style.visibility</p:attrName>
                                        </p:attrNameLst>
                                      </p:cBhvr>
                                      <p:to>
                                        <p:strVal val="visible"/>
                                      </p:to>
                                    </p:set>
                                  </p:childTnLst>
                                </p:cTn>
                              </p:par>
                            </p:childTnLst>
                          </p:cTn>
                        </p:par>
                      </p:childTnLst>
                    </p:cTn>
                  </p:par>
                  <p:par>
                    <p:cTn id="223" fill="hold">
                      <p:stCondLst>
                        <p:cond delay="indefinite"/>
                      </p:stCondLst>
                      <p:childTnLst>
                        <p:par>
                          <p:cTn id="224" fill="hold">
                            <p:stCondLst>
                              <p:cond delay="0"/>
                            </p:stCondLst>
                            <p:childTnLst>
                              <p:par>
                                <p:cTn id="225" presetID="1" presetClass="entr" presetSubtype="0" fill="hold" nodeType="clickEffect">
                                  <p:stCondLst>
                                    <p:cond delay="0"/>
                                  </p:stCondLst>
                                  <p:childTnLst>
                                    <p:set>
                                      <p:cBhvr>
                                        <p:cTn id="226" dur="1" fill="hold">
                                          <p:stCondLst>
                                            <p:cond delay="0"/>
                                          </p:stCondLst>
                                        </p:cTn>
                                        <p:tgtEl>
                                          <p:spTgt spid="129">
                                            <p:txEl>
                                              <p:pRg st="1" end="1"/>
                                            </p:txEl>
                                          </p:spTgt>
                                        </p:tgtEl>
                                        <p:attrNameLst>
                                          <p:attrName>style.visibility</p:attrName>
                                        </p:attrNameLst>
                                      </p:cBhvr>
                                      <p:to>
                                        <p:strVal val="visible"/>
                                      </p:to>
                                    </p:set>
                                  </p:childTnLst>
                                </p:cTn>
                              </p:par>
                            </p:childTnLst>
                          </p:cTn>
                        </p:par>
                      </p:childTnLst>
                    </p:cTn>
                  </p:par>
                  <p:par>
                    <p:cTn id="227" fill="hold">
                      <p:stCondLst>
                        <p:cond delay="indefinite"/>
                      </p:stCondLst>
                      <p:childTnLst>
                        <p:par>
                          <p:cTn id="228" fill="hold">
                            <p:stCondLst>
                              <p:cond delay="0"/>
                            </p:stCondLst>
                            <p:childTnLst>
                              <p:par>
                                <p:cTn id="229" presetID="1" presetClass="entr" presetSubtype="0" fill="hold" nodeType="clickEffect">
                                  <p:stCondLst>
                                    <p:cond delay="0"/>
                                  </p:stCondLst>
                                  <p:childTnLst>
                                    <p:set>
                                      <p:cBhvr>
                                        <p:cTn id="230" dur="1" fill="hold">
                                          <p:stCondLst>
                                            <p:cond delay="0"/>
                                          </p:stCondLst>
                                        </p:cTn>
                                        <p:tgtEl>
                                          <p:spTgt spid="129">
                                            <p:txEl>
                                              <p:pRg st="2" end="2"/>
                                            </p:txEl>
                                          </p:spTgt>
                                        </p:tgtEl>
                                        <p:attrNameLst>
                                          <p:attrName>style.visibility</p:attrName>
                                        </p:attrNameLst>
                                      </p:cBhvr>
                                      <p:to>
                                        <p:strVal val="visible"/>
                                      </p:to>
                                    </p:set>
                                  </p:childTnLst>
                                </p:cTn>
                              </p:par>
                            </p:childTnLst>
                          </p:cTn>
                        </p:par>
                      </p:childTnLst>
                    </p:cTn>
                  </p:par>
                  <p:par>
                    <p:cTn id="231" fill="hold">
                      <p:stCondLst>
                        <p:cond delay="indefinite"/>
                      </p:stCondLst>
                      <p:childTnLst>
                        <p:par>
                          <p:cTn id="232" fill="hold">
                            <p:stCondLst>
                              <p:cond delay="0"/>
                            </p:stCondLst>
                            <p:childTnLst>
                              <p:par>
                                <p:cTn id="233" presetID="1" presetClass="entr" presetSubtype="0" fill="hold" nodeType="clickEffect">
                                  <p:stCondLst>
                                    <p:cond delay="0"/>
                                  </p:stCondLst>
                                  <p:childTnLst>
                                    <p:set>
                                      <p:cBhvr>
                                        <p:cTn id="234" dur="1" fill="hold">
                                          <p:stCondLst>
                                            <p:cond delay="0"/>
                                          </p:stCondLst>
                                        </p:cTn>
                                        <p:tgtEl>
                                          <p:spTgt spid="129">
                                            <p:txEl>
                                              <p:pRg st="3" end="3"/>
                                            </p:txEl>
                                          </p:spTgt>
                                        </p:tgtEl>
                                        <p:attrNameLst>
                                          <p:attrName>style.visibility</p:attrName>
                                        </p:attrNameLst>
                                      </p:cBhvr>
                                      <p:to>
                                        <p:strVal val="visible"/>
                                      </p:to>
                                    </p:set>
                                  </p:childTnLst>
                                </p:cTn>
                              </p:par>
                            </p:childTnLst>
                          </p:cTn>
                        </p:par>
                      </p:childTnLst>
                    </p:cTn>
                  </p:par>
                  <p:par>
                    <p:cTn id="235" fill="hold">
                      <p:stCondLst>
                        <p:cond delay="indefinite"/>
                      </p:stCondLst>
                      <p:childTnLst>
                        <p:par>
                          <p:cTn id="236" fill="hold">
                            <p:stCondLst>
                              <p:cond delay="0"/>
                            </p:stCondLst>
                            <p:childTnLst>
                              <p:par>
                                <p:cTn id="237" presetID="1" presetClass="entr" presetSubtype="0" fill="hold" nodeType="clickEffect">
                                  <p:stCondLst>
                                    <p:cond delay="0"/>
                                  </p:stCondLst>
                                  <p:childTnLst>
                                    <p:set>
                                      <p:cBhvr>
                                        <p:cTn id="238" dur="1" fill="hold">
                                          <p:stCondLst>
                                            <p:cond delay="0"/>
                                          </p:stCondLst>
                                        </p:cTn>
                                        <p:tgtEl>
                                          <p:spTgt spid="129">
                                            <p:txEl>
                                              <p:pRg st="4" end="4"/>
                                            </p:txEl>
                                          </p:spTgt>
                                        </p:tgtEl>
                                        <p:attrNameLst>
                                          <p:attrName>style.visibility</p:attrName>
                                        </p:attrNameLst>
                                      </p:cBhvr>
                                      <p:to>
                                        <p:strVal val="visible"/>
                                      </p:to>
                                    </p:set>
                                  </p:childTnLst>
                                </p:cTn>
                              </p:par>
                            </p:childTnLst>
                          </p:cTn>
                        </p:par>
                      </p:childTnLst>
                    </p:cTn>
                  </p:par>
                  <p:par>
                    <p:cTn id="239" fill="hold">
                      <p:stCondLst>
                        <p:cond delay="indefinite"/>
                      </p:stCondLst>
                      <p:childTnLst>
                        <p:par>
                          <p:cTn id="240" fill="hold">
                            <p:stCondLst>
                              <p:cond delay="0"/>
                            </p:stCondLst>
                            <p:childTnLst>
                              <p:par>
                                <p:cTn id="241" presetID="1" presetClass="entr" presetSubtype="0" fill="hold" nodeType="clickEffect">
                                  <p:stCondLst>
                                    <p:cond delay="0"/>
                                  </p:stCondLst>
                                  <p:childTnLst>
                                    <p:set>
                                      <p:cBhvr>
                                        <p:cTn id="242" dur="1" fill="hold">
                                          <p:stCondLst>
                                            <p:cond delay="0"/>
                                          </p:stCondLst>
                                        </p:cTn>
                                        <p:tgtEl>
                                          <p:spTgt spid="129">
                                            <p:txEl>
                                              <p:pRg st="5" end="5"/>
                                            </p:txEl>
                                          </p:spTgt>
                                        </p:tgtEl>
                                        <p:attrNameLst>
                                          <p:attrName>style.visibility</p:attrName>
                                        </p:attrNameLst>
                                      </p:cBhvr>
                                      <p:to>
                                        <p:strVal val="visible"/>
                                      </p:to>
                                    </p:set>
                                  </p:childTnLst>
                                </p:cTn>
                              </p:par>
                            </p:childTnLst>
                          </p:cTn>
                        </p:par>
                      </p:childTnLst>
                    </p:cTn>
                  </p:par>
                  <p:par>
                    <p:cTn id="243" fill="hold">
                      <p:stCondLst>
                        <p:cond delay="indefinite"/>
                      </p:stCondLst>
                      <p:childTnLst>
                        <p:par>
                          <p:cTn id="244" fill="hold">
                            <p:stCondLst>
                              <p:cond delay="0"/>
                            </p:stCondLst>
                            <p:childTnLst>
                              <p:par>
                                <p:cTn id="245" presetID="1" presetClass="entr" presetSubtype="0" fill="hold" nodeType="clickEffect">
                                  <p:stCondLst>
                                    <p:cond delay="0"/>
                                  </p:stCondLst>
                                  <p:childTnLst>
                                    <p:set>
                                      <p:cBhvr>
                                        <p:cTn id="246" dur="1" fill="hold">
                                          <p:stCondLst>
                                            <p:cond delay="0"/>
                                          </p:stCondLst>
                                        </p:cTn>
                                        <p:tgtEl>
                                          <p:spTgt spid="129">
                                            <p:txEl>
                                              <p:pRg st="6" end="6"/>
                                            </p:txEl>
                                          </p:spTgt>
                                        </p:tgtEl>
                                        <p:attrNameLst>
                                          <p:attrName>style.visibility</p:attrName>
                                        </p:attrNameLst>
                                      </p:cBhvr>
                                      <p:to>
                                        <p:strVal val="visible"/>
                                      </p:to>
                                    </p:set>
                                  </p:childTnLst>
                                </p:cTn>
                              </p:par>
                            </p:childTnLst>
                          </p:cTn>
                        </p:par>
                      </p:childTnLst>
                    </p:cTn>
                  </p:par>
                  <p:par>
                    <p:cTn id="247" fill="hold">
                      <p:stCondLst>
                        <p:cond delay="indefinite"/>
                      </p:stCondLst>
                      <p:childTnLst>
                        <p:par>
                          <p:cTn id="248" fill="hold">
                            <p:stCondLst>
                              <p:cond delay="0"/>
                            </p:stCondLst>
                            <p:childTnLst>
                              <p:par>
                                <p:cTn id="249" presetID="1" presetClass="entr" presetSubtype="0" fill="hold" nodeType="clickEffect">
                                  <p:stCondLst>
                                    <p:cond delay="0"/>
                                  </p:stCondLst>
                                  <p:childTnLst>
                                    <p:set>
                                      <p:cBhvr>
                                        <p:cTn id="250" dur="1" fill="hold">
                                          <p:stCondLst>
                                            <p:cond delay="0"/>
                                          </p:stCondLst>
                                        </p:cTn>
                                        <p:tgtEl>
                                          <p:spTgt spid="129">
                                            <p:txEl>
                                              <p:pRg st="7" end="7"/>
                                            </p:txEl>
                                          </p:spTgt>
                                        </p:tgtEl>
                                        <p:attrNameLst>
                                          <p:attrName>style.visibility</p:attrName>
                                        </p:attrNameLst>
                                      </p:cBhvr>
                                      <p:to>
                                        <p:strVal val="visible"/>
                                      </p:to>
                                    </p:set>
                                  </p:childTnLst>
                                </p:cTn>
                              </p:par>
                            </p:childTnLst>
                          </p:cTn>
                        </p:par>
                      </p:childTnLst>
                    </p:cTn>
                  </p:par>
                  <p:par>
                    <p:cTn id="251" fill="hold">
                      <p:stCondLst>
                        <p:cond delay="indefinite"/>
                      </p:stCondLst>
                      <p:childTnLst>
                        <p:par>
                          <p:cTn id="252" fill="hold">
                            <p:stCondLst>
                              <p:cond delay="0"/>
                            </p:stCondLst>
                            <p:childTnLst>
                              <p:par>
                                <p:cTn id="253" presetID="1" presetClass="entr" presetSubtype="0" fill="hold" nodeType="clickEffect">
                                  <p:stCondLst>
                                    <p:cond delay="0"/>
                                  </p:stCondLst>
                                  <p:childTnLst>
                                    <p:set>
                                      <p:cBhvr>
                                        <p:cTn id="254" dur="1" fill="hold">
                                          <p:stCondLst>
                                            <p:cond delay="0"/>
                                          </p:stCondLst>
                                        </p:cTn>
                                        <p:tgtEl>
                                          <p:spTgt spid="129">
                                            <p:txEl>
                                              <p:pRg st="8" end="8"/>
                                            </p:txEl>
                                          </p:spTgt>
                                        </p:tgtEl>
                                        <p:attrNameLst>
                                          <p:attrName>style.visibility</p:attrName>
                                        </p:attrNameLst>
                                      </p:cBhvr>
                                      <p:to>
                                        <p:strVal val="visible"/>
                                      </p:to>
                                    </p:set>
                                  </p:childTnLst>
                                </p:cTn>
                              </p:par>
                            </p:childTnLst>
                          </p:cTn>
                        </p:par>
                      </p:childTnLst>
                    </p:cTn>
                  </p:par>
                  <p:par>
                    <p:cTn id="255" fill="hold">
                      <p:stCondLst>
                        <p:cond delay="indefinite"/>
                      </p:stCondLst>
                      <p:childTnLst>
                        <p:par>
                          <p:cTn id="256" fill="hold">
                            <p:stCondLst>
                              <p:cond delay="0"/>
                            </p:stCondLst>
                            <p:childTnLst>
                              <p:par>
                                <p:cTn id="257" presetID="1" presetClass="entr" presetSubtype="0" fill="hold" nodeType="clickEffect">
                                  <p:stCondLst>
                                    <p:cond delay="0"/>
                                  </p:stCondLst>
                                  <p:childTnLst>
                                    <p:set>
                                      <p:cBhvr>
                                        <p:cTn id="258" dur="1" fill="hold">
                                          <p:stCondLst>
                                            <p:cond delay="0"/>
                                          </p:stCondLst>
                                        </p:cTn>
                                        <p:tgtEl>
                                          <p:spTgt spid="130">
                                            <p:txEl>
                                              <p:pRg st="0" end="0"/>
                                            </p:txEl>
                                          </p:spTgt>
                                        </p:tgtEl>
                                        <p:attrNameLst>
                                          <p:attrName>style.visibility</p:attrName>
                                        </p:attrNameLst>
                                      </p:cBhvr>
                                      <p:to>
                                        <p:strVal val="visible"/>
                                      </p:to>
                                    </p:set>
                                  </p:childTnLst>
                                </p:cTn>
                              </p:par>
                            </p:childTnLst>
                          </p:cTn>
                        </p:par>
                      </p:childTnLst>
                    </p:cTn>
                  </p:par>
                  <p:par>
                    <p:cTn id="259" fill="hold">
                      <p:stCondLst>
                        <p:cond delay="indefinite"/>
                      </p:stCondLst>
                      <p:childTnLst>
                        <p:par>
                          <p:cTn id="260" fill="hold">
                            <p:stCondLst>
                              <p:cond delay="0"/>
                            </p:stCondLst>
                            <p:childTnLst>
                              <p:par>
                                <p:cTn id="261" presetID="1" presetClass="entr" presetSubtype="0" fill="hold" nodeType="clickEffect">
                                  <p:stCondLst>
                                    <p:cond delay="0"/>
                                  </p:stCondLst>
                                  <p:childTnLst>
                                    <p:set>
                                      <p:cBhvr>
                                        <p:cTn id="262" dur="1" fill="hold">
                                          <p:stCondLst>
                                            <p:cond delay="0"/>
                                          </p:stCondLst>
                                        </p:cTn>
                                        <p:tgtEl>
                                          <p:spTgt spid="130">
                                            <p:txEl>
                                              <p:pRg st="1" end="1"/>
                                            </p:txEl>
                                          </p:spTgt>
                                        </p:tgtEl>
                                        <p:attrNameLst>
                                          <p:attrName>style.visibility</p:attrName>
                                        </p:attrNameLst>
                                      </p:cBhvr>
                                      <p:to>
                                        <p:strVal val="visible"/>
                                      </p:to>
                                    </p:set>
                                  </p:childTnLst>
                                </p:cTn>
                              </p:par>
                            </p:childTnLst>
                          </p:cTn>
                        </p:par>
                      </p:childTnLst>
                    </p:cTn>
                  </p:par>
                  <p:par>
                    <p:cTn id="263" fill="hold">
                      <p:stCondLst>
                        <p:cond delay="indefinite"/>
                      </p:stCondLst>
                      <p:childTnLst>
                        <p:par>
                          <p:cTn id="264" fill="hold">
                            <p:stCondLst>
                              <p:cond delay="0"/>
                            </p:stCondLst>
                            <p:childTnLst>
                              <p:par>
                                <p:cTn id="265" presetID="1" presetClass="entr" presetSubtype="0" fill="hold" nodeType="clickEffect">
                                  <p:stCondLst>
                                    <p:cond delay="0"/>
                                  </p:stCondLst>
                                  <p:childTnLst>
                                    <p:set>
                                      <p:cBhvr>
                                        <p:cTn id="266" dur="1" fill="hold">
                                          <p:stCondLst>
                                            <p:cond delay="0"/>
                                          </p:stCondLst>
                                        </p:cTn>
                                        <p:tgtEl>
                                          <p:spTgt spid="130">
                                            <p:txEl>
                                              <p:pRg st="2" end="2"/>
                                            </p:txEl>
                                          </p:spTgt>
                                        </p:tgtEl>
                                        <p:attrNameLst>
                                          <p:attrName>style.visibility</p:attrName>
                                        </p:attrNameLst>
                                      </p:cBhvr>
                                      <p:to>
                                        <p:strVal val="visible"/>
                                      </p:to>
                                    </p:set>
                                  </p:childTnLst>
                                </p:cTn>
                              </p:par>
                            </p:childTnLst>
                          </p:cTn>
                        </p:par>
                      </p:childTnLst>
                    </p:cTn>
                  </p:par>
                  <p:par>
                    <p:cTn id="267" fill="hold">
                      <p:stCondLst>
                        <p:cond delay="indefinite"/>
                      </p:stCondLst>
                      <p:childTnLst>
                        <p:par>
                          <p:cTn id="268" fill="hold">
                            <p:stCondLst>
                              <p:cond delay="0"/>
                            </p:stCondLst>
                            <p:childTnLst>
                              <p:par>
                                <p:cTn id="269" presetID="1" presetClass="entr" presetSubtype="0" fill="hold" nodeType="clickEffect">
                                  <p:stCondLst>
                                    <p:cond delay="0"/>
                                  </p:stCondLst>
                                  <p:childTnLst>
                                    <p:set>
                                      <p:cBhvr>
                                        <p:cTn id="270" dur="1" fill="hold">
                                          <p:stCondLst>
                                            <p:cond delay="0"/>
                                          </p:stCondLst>
                                        </p:cTn>
                                        <p:tgtEl>
                                          <p:spTgt spid="130">
                                            <p:txEl>
                                              <p:pRg st="3" end="3"/>
                                            </p:txEl>
                                          </p:spTgt>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nodeType="clickEffect">
                                  <p:stCondLst>
                                    <p:cond delay="0"/>
                                  </p:stCondLst>
                                  <p:childTnLst>
                                    <p:set>
                                      <p:cBhvr>
                                        <p:cTn id="274" dur="1" fill="hold">
                                          <p:stCondLst>
                                            <p:cond delay="0"/>
                                          </p:stCondLst>
                                        </p:cTn>
                                        <p:tgtEl>
                                          <p:spTgt spid="130">
                                            <p:txEl>
                                              <p:pRg st="4" end="4"/>
                                            </p:txEl>
                                          </p:spTgt>
                                        </p:tgtEl>
                                        <p:attrNameLst>
                                          <p:attrName>style.visibility</p:attrName>
                                        </p:attrNameLst>
                                      </p:cBhvr>
                                      <p:to>
                                        <p:strVal val="visible"/>
                                      </p:to>
                                    </p:set>
                                  </p:childTnLst>
                                </p:cTn>
                              </p:par>
                            </p:childTnLst>
                          </p:cTn>
                        </p:par>
                      </p:childTnLst>
                    </p:cTn>
                  </p:par>
                  <p:par>
                    <p:cTn id="275" fill="hold">
                      <p:stCondLst>
                        <p:cond delay="indefinite"/>
                      </p:stCondLst>
                      <p:childTnLst>
                        <p:par>
                          <p:cTn id="276" fill="hold">
                            <p:stCondLst>
                              <p:cond delay="0"/>
                            </p:stCondLst>
                            <p:childTnLst>
                              <p:par>
                                <p:cTn id="277" presetID="1" presetClass="entr" presetSubtype="0" fill="hold" nodeType="clickEffect">
                                  <p:stCondLst>
                                    <p:cond delay="0"/>
                                  </p:stCondLst>
                                  <p:childTnLst>
                                    <p:set>
                                      <p:cBhvr>
                                        <p:cTn id="278" dur="1" fill="hold">
                                          <p:stCondLst>
                                            <p:cond delay="0"/>
                                          </p:stCondLst>
                                        </p:cTn>
                                        <p:tgtEl>
                                          <p:spTgt spid="130">
                                            <p:txEl>
                                              <p:pRg st="5" end="5"/>
                                            </p:txEl>
                                          </p:spTgt>
                                        </p:tgtEl>
                                        <p:attrNameLst>
                                          <p:attrName>style.visibility</p:attrName>
                                        </p:attrNameLst>
                                      </p:cBhvr>
                                      <p:to>
                                        <p:strVal val="visible"/>
                                      </p:to>
                                    </p:set>
                                  </p:childTnLst>
                                </p:cTn>
                              </p:par>
                            </p:childTnLst>
                          </p:cTn>
                        </p:par>
                      </p:childTnLst>
                    </p:cTn>
                  </p:par>
                  <p:par>
                    <p:cTn id="279" fill="hold">
                      <p:stCondLst>
                        <p:cond delay="indefinite"/>
                      </p:stCondLst>
                      <p:childTnLst>
                        <p:par>
                          <p:cTn id="280" fill="hold">
                            <p:stCondLst>
                              <p:cond delay="0"/>
                            </p:stCondLst>
                            <p:childTnLst>
                              <p:par>
                                <p:cTn id="281" presetID="1" presetClass="entr" presetSubtype="0" fill="hold" nodeType="clickEffect">
                                  <p:stCondLst>
                                    <p:cond delay="0"/>
                                  </p:stCondLst>
                                  <p:childTnLst>
                                    <p:set>
                                      <p:cBhvr>
                                        <p:cTn id="282" dur="1" fill="hold">
                                          <p:stCondLst>
                                            <p:cond delay="0"/>
                                          </p:stCondLst>
                                        </p:cTn>
                                        <p:tgtEl>
                                          <p:spTgt spid="130">
                                            <p:txEl>
                                              <p:pRg st="6" end="6"/>
                                            </p:txEl>
                                          </p:spTgt>
                                        </p:tgtEl>
                                        <p:attrNameLst>
                                          <p:attrName>style.visibility</p:attrName>
                                        </p:attrNameLst>
                                      </p:cBhvr>
                                      <p:to>
                                        <p:strVal val="visible"/>
                                      </p:to>
                                    </p:set>
                                  </p:childTnLst>
                                </p:cTn>
                              </p:par>
                            </p:childTnLst>
                          </p:cTn>
                        </p:par>
                      </p:childTnLst>
                    </p:cTn>
                  </p:par>
                  <p:par>
                    <p:cTn id="283" fill="hold">
                      <p:stCondLst>
                        <p:cond delay="indefinite"/>
                      </p:stCondLst>
                      <p:childTnLst>
                        <p:par>
                          <p:cTn id="284" fill="hold">
                            <p:stCondLst>
                              <p:cond delay="0"/>
                            </p:stCondLst>
                            <p:childTnLst>
                              <p:par>
                                <p:cTn id="285" presetID="1" presetClass="entr" presetSubtype="0" fill="hold" nodeType="clickEffect">
                                  <p:stCondLst>
                                    <p:cond delay="0"/>
                                  </p:stCondLst>
                                  <p:childTnLst>
                                    <p:set>
                                      <p:cBhvr>
                                        <p:cTn id="286" dur="1" fill="hold">
                                          <p:stCondLst>
                                            <p:cond delay="0"/>
                                          </p:stCondLst>
                                        </p:cTn>
                                        <p:tgtEl>
                                          <p:spTgt spid="130">
                                            <p:txEl>
                                              <p:pRg st="7" end="7"/>
                                            </p:txEl>
                                          </p:spTgt>
                                        </p:tgtEl>
                                        <p:attrNameLst>
                                          <p:attrName>style.visibility</p:attrName>
                                        </p:attrNameLst>
                                      </p:cBhvr>
                                      <p:to>
                                        <p:strVal val="visible"/>
                                      </p:to>
                                    </p:set>
                                  </p:childTnLst>
                                </p:cTn>
                              </p:par>
                            </p:childTnLst>
                          </p:cTn>
                        </p:par>
                      </p:childTnLst>
                    </p:cTn>
                  </p:par>
                  <p:par>
                    <p:cTn id="287" fill="hold">
                      <p:stCondLst>
                        <p:cond delay="indefinite"/>
                      </p:stCondLst>
                      <p:childTnLst>
                        <p:par>
                          <p:cTn id="288" fill="hold">
                            <p:stCondLst>
                              <p:cond delay="0"/>
                            </p:stCondLst>
                            <p:childTnLst>
                              <p:par>
                                <p:cTn id="289" presetID="1" presetClass="entr" presetSubtype="0" fill="hold" nodeType="clickEffect">
                                  <p:stCondLst>
                                    <p:cond delay="0"/>
                                  </p:stCondLst>
                                  <p:childTnLst>
                                    <p:set>
                                      <p:cBhvr>
                                        <p:cTn id="290" dur="1" fill="hold">
                                          <p:stCondLst>
                                            <p:cond delay="0"/>
                                          </p:stCondLst>
                                        </p:cTn>
                                        <p:tgtEl>
                                          <p:spTgt spid="130">
                                            <p:txEl>
                                              <p:pRg st="8" end="8"/>
                                            </p:txEl>
                                          </p:spTgt>
                                        </p:tgtEl>
                                        <p:attrNameLst>
                                          <p:attrName>style.visibility</p:attrName>
                                        </p:attrNameLst>
                                      </p:cBhvr>
                                      <p:to>
                                        <p:strVal val="visible"/>
                                      </p:to>
                                    </p:set>
                                  </p:childTnLst>
                                </p:cTn>
                              </p:par>
                            </p:childTnLst>
                          </p:cTn>
                        </p:par>
                      </p:childTnLst>
                    </p:cTn>
                  </p:par>
                  <p:par>
                    <p:cTn id="291" fill="hold">
                      <p:stCondLst>
                        <p:cond delay="indefinite"/>
                      </p:stCondLst>
                      <p:childTnLst>
                        <p:par>
                          <p:cTn id="292" fill="hold">
                            <p:stCondLst>
                              <p:cond delay="0"/>
                            </p:stCondLst>
                            <p:childTnLst>
                              <p:par>
                                <p:cTn id="293" presetID="1" presetClass="entr" presetSubtype="0" fill="hold" nodeType="clickEffect">
                                  <p:stCondLst>
                                    <p:cond delay="0"/>
                                  </p:stCondLst>
                                  <p:childTnLst>
                                    <p:set>
                                      <p:cBhvr>
                                        <p:cTn id="294" dur="1" fill="hold">
                                          <p:stCondLst>
                                            <p:cond delay="0"/>
                                          </p:stCondLst>
                                        </p:cTn>
                                        <p:tgtEl>
                                          <p:spTgt spid="131">
                                            <p:txEl>
                                              <p:pRg st="0" end="0"/>
                                            </p:txEl>
                                          </p:spTgt>
                                        </p:tgtEl>
                                        <p:attrNameLst>
                                          <p:attrName>style.visibility</p:attrName>
                                        </p:attrNameLst>
                                      </p:cBhvr>
                                      <p:to>
                                        <p:strVal val="visible"/>
                                      </p:to>
                                    </p:set>
                                  </p:childTnLst>
                                </p:cTn>
                              </p:par>
                            </p:childTnLst>
                          </p:cTn>
                        </p:par>
                      </p:childTnLst>
                    </p:cTn>
                  </p:par>
                  <p:par>
                    <p:cTn id="295" fill="hold">
                      <p:stCondLst>
                        <p:cond delay="indefinite"/>
                      </p:stCondLst>
                      <p:childTnLst>
                        <p:par>
                          <p:cTn id="296" fill="hold">
                            <p:stCondLst>
                              <p:cond delay="0"/>
                            </p:stCondLst>
                            <p:childTnLst>
                              <p:par>
                                <p:cTn id="297" presetID="1" presetClass="entr" presetSubtype="0" fill="hold" nodeType="clickEffect">
                                  <p:stCondLst>
                                    <p:cond delay="0"/>
                                  </p:stCondLst>
                                  <p:childTnLst>
                                    <p:set>
                                      <p:cBhvr>
                                        <p:cTn id="298" dur="1" fill="hold">
                                          <p:stCondLst>
                                            <p:cond delay="0"/>
                                          </p:stCondLst>
                                        </p:cTn>
                                        <p:tgtEl>
                                          <p:spTgt spid="131">
                                            <p:txEl>
                                              <p:pRg st="1" end="1"/>
                                            </p:txEl>
                                          </p:spTgt>
                                        </p:tgtEl>
                                        <p:attrNameLst>
                                          <p:attrName>style.visibility</p:attrName>
                                        </p:attrNameLst>
                                      </p:cBhvr>
                                      <p:to>
                                        <p:strVal val="visible"/>
                                      </p:to>
                                    </p:set>
                                  </p:childTnLst>
                                </p:cTn>
                              </p:par>
                            </p:childTnLst>
                          </p:cTn>
                        </p:par>
                      </p:childTnLst>
                    </p:cTn>
                  </p:par>
                  <p:par>
                    <p:cTn id="299" fill="hold">
                      <p:stCondLst>
                        <p:cond delay="indefinite"/>
                      </p:stCondLst>
                      <p:childTnLst>
                        <p:par>
                          <p:cTn id="300" fill="hold">
                            <p:stCondLst>
                              <p:cond delay="0"/>
                            </p:stCondLst>
                            <p:childTnLst>
                              <p:par>
                                <p:cTn id="301" presetID="1" presetClass="entr" presetSubtype="0" fill="hold" nodeType="clickEffect">
                                  <p:stCondLst>
                                    <p:cond delay="0"/>
                                  </p:stCondLst>
                                  <p:childTnLst>
                                    <p:set>
                                      <p:cBhvr>
                                        <p:cTn id="302" dur="1" fill="hold">
                                          <p:stCondLst>
                                            <p:cond delay="0"/>
                                          </p:stCondLst>
                                        </p:cTn>
                                        <p:tgtEl>
                                          <p:spTgt spid="131">
                                            <p:txEl>
                                              <p:pRg st="2" end="2"/>
                                            </p:txEl>
                                          </p:spTgt>
                                        </p:tgtEl>
                                        <p:attrNameLst>
                                          <p:attrName>style.visibility</p:attrName>
                                        </p:attrNameLst>
                                      </p:cBhvr>
                                      <p:to>
                                        <p:strVal val="visible"/>
                                      </p:to>
                                    </p:set>
                                  </p:childTnLst>
                                </p:cTn>
                              </p:par>
                            </p:childTnLst>
                          </p:cTn>
                        </p:par>
                      </p:childTnLst>
                    </p:cTn>
                  </p:par>
                  <p:par>
                    <p:cTn id="303" fill="hold">
                      <p:stCondLst>
                        <p:cond delay="indefinite"/>
                      </p:stCondLst>
                      <p:childTnLst>
                        <p:par>
                          <p:cTn id="304" fill="hold">
                            <p:stCondLst>
                              <p:cond delay="0"/>
                            </p:stCondLst>
                            <p:childTnLst>
                              <p:par>
                                <p:cTn id="305" presetID="1" presetClass="entr" presetSubtype="0" fill="hold" nodeType="clickEffect">
                                  <p:stCondLst>
                                    <p:cond delay="0"/>
                                  </p:stCondLst>
                                  <p:childTnLst>
                                    <p:set>
                                      <p:cBhvr>
                                        <p:cTn id="306" dur="1" fill="hold">
                                          <p:stCondLst>
                                            <p:cond delay="0"/>
                                          </p:stCondLst>
                                        </p:cTn>
                                        <p:tgtEl>
                                          <p:spTgt spid="131">
                                            <p:txEl>
                                              <p:pRg st="3" end="3"/>
                                            </p:txEl>
                                          </p:spTgt>
                                        </p:tgtEl>
                                        <p:attrNameLst>
                                          <p:attrName>style.visibility</p:attrName>
                                        </p:attrNameLst>
                                      </p:cBhvr>
                                      <p:to>
                                        <p:strVal val="visible"/>
                                      </p:to>
                                    </p:set>
                                  </p:childTnLst>
                                </p:cTn>
                              </p:par>
                            </p:childTnLst>
                          </p:cTn>
                        </p:par>
                      </p:childTnLst>
                    </p:cTn>
                  </p:par>
                  <p:par>
                    <p:cTn id="307" fill="hold">
                      <p:stCondLst>
                        <p:cond delay="indefinite"/>
                      </p:stCondLst>
                      <p:childTnLst>
                        <p:par>
                          <p:cTn id="308" fill="hold">
                            <p:stCondLst>
                              <p:cond delay="0"/>
                            </p:stCondLst>
                            <p:childTnLst>
                              <p:par>
                                <p:cTn id="309" presetID="1" presetClass="entr" presetSubtype="0" fill="hold" nodeType="clickEffect">
                                  <p:stCondLst>
                                    <p:cond delay="0"/>
                                  </p:stCondLst>
                                  <p:childTnLst>
                                    <p:set>
                                      <p:cBhvr>
                                        <p:cTn id="310" dur="1" fill="hold">
                                          <p:stCondLst>
                                            <p:cond delay="0"/>
                                          </p:stCondLst>
                                        </p:cTn>
                                        <p:tgtEl>
                                          <p:spTgt spid="131">
                                            <p:txEl>
                                              <p:pRg st="4" end="4"/>
                                            </p:txEl>
                                          </p:spTgt>
                                        </p:tgtEl>
                                        <p:attrNameLst>
                                          <p:attrName>style.visibility</p:attrName>
                                        </p:attrNameLst>
                                      </p:cBhvr>
                                      <p:to>
                                        <p:strVal val="visible"/>
                                      </p:to>
                                    </p:set>
                                  </p:childTnLst>
                                </p:cTn>
                              </p:par>
                            </p:childTnLst>
                          </p:cTn>
                        </p:par>
                      </p:childTnLst>
                    </p:cTn>
                  </p:par>
                  <p:par>
                    <p:cTn id="311" fill="hold">
                      <p:stCondLst>
                        <p:cond delay="indefinite"/>
                      </p:stCondLst>
                      <p:childTnLst>
                        <p:par>
                          <p:cTn id="312" fill="hold">
                            <p:stCondLst>
                              <p:cond delay="0"/>
                            </p:stCondLst>
                            <p:childTnLst>
                              <p:par>
                                <p:cTn id="313" presetID="1" presetClass="entr" presetSubtype="0" fill="hold" nodeType="clickEffect">
                                  <p:stCondLst>
                                    <p:cond delay="0"/>
                                  </p:stCondLst>
                                  <p:childTnLst>
                                    <p:set>
                                      <p:cBhvr>
                                        <p:cTn id="314" dur="1" fill="hold">
                                          <p:stCondLst>
                                            <p:cond delay="0"/>
                                          </p:stCondLst>
                                        </p:cTn>
                                        <p:tgtEl>
                                          <p:spTgt spid="131">
                                            <p:txEl>
                                              <p:pRg st="5" end="5"/>
                                            </p:txEl>
                                          </p:spTgt>
                                        </p:tgtEl>
                                        <p:attrNameLst>
                                          <p:attrName>style.visibility</p:attrName>
                                        </p:attrNameLst>
                                      </p:cBhvr>
                                      <p:to>
                                        <p:strVal val="visible"/>
                                      </p:to>
                                    </p:set>
                                  </p:childTnLst>
                                </p:cTn>
                              </p:par>
                            </p:childTnLst>
                          </p:cTn>
                        </p:par>
                      </p:childTnLst>
                    </p:cTn>
                  </p:par>
                  <p:par>
                    <p:cTn id="315" fill="hold">
                      <p:stCondLst>
                        <p:cond delay="indefinite"/>
                      </p:stCondLst>
                      <p:childTnLst>
                        <p:par>
                          <p:cTn id="316" fill="hold">
                            <p:stCondLst>
                              <p:cond delay="0"/>
                            </p:stCondLst>
                            <p:childTnLst>
                              <p:par>
                                <p:cTn id="317" presetID="1" presetClass="entr" presetSubtype="0" fill="hold" nodeType="clickEffect">
                                  <p:stCondLst>
                                    <p:cond delay="0"/>
                                  </p:stCondLst>
                                  <p:childTnLst>
                                    <p:set>
                                      <p:cBhvr>
                                        <p:cTn id="318" dur="1" fill="hold">
                                          <p:stCondLst>
                                            <p:cond delay="0"/>
                                          </p:stCondLst>
                                        </p:cTn>
                                        <p:tgtEl>
                                          <p:spTgt spid="131">
                                            <p:txEl>
                                              <p:pRg st="6" end="6"/>
                                            </p:txEl>
                                          </p:spTgt>
                                        </p:tgtEl>
                                        <p:attrNameLst>
                                          <p:attrName>style.visibility</p:attrName>
                                        </p:attrNameLst>
                                      </p:cBhvr>
                                      <p:to>
                                        <p:strVal val="visible"/>
                                      </p:to>
                                    </p:set>
                                  </p:childTnLst>
                                </p:cTn>
                              </p:par>
                            </p:childTnLst>
                          </p:cTn>
                        </p:par>
                      </p:childTnLst>
                    </p:cTn>
                  </p:par>
                  <p:par>
                    <p:cTn id="319" fill="hold">
                      <p:stCondLst>
                        <p:cond delay="indefinite"/>
                      </p:stCondLst>
                      <p:childTnLst>
                        <p:par>
                          <p:cTn id="320" fill="hold">
                            <p:stCondLst>
                              <p:cond delay="0"/>
                            </p:stCondLst>
                            <p:childTnLst>
                              <p:par>
                                <p:cTn id="321" presetID="1" presetClass="entr" presetSubtype="0" fill="hold" nodeType="clickEffect">
                                  <p:stCondLst>
                                    <p:cond delay="0"/>
                                  </p:stCondLst>
                                  <p:childTnLst>
                                    <p:set>
                                      <p:cBhvr>
                                        <p:cTn id="322" dur="1" fill="hold">
                                          <p:stCondLst>
                                            <p:cond delay="0"/>
                                          </p:stCondLst>
                                        </p:cTn>
                                        <p:tgtEl>
                                          <p:spTgt spid="131">
                                            <p:txEl>
                                              <p:pRg st="7" end="7"/>
                                            </p:txEl>
                                          </p:spTgt>
                                        </p:tgtEl>
                                        <p:attrNameLst>
                                          <p:attrName>style.visibility</p:attrName>
                                        </p:attrNameLst>
                                      </p:cBhvr>
                                      <p:to>
                                        <p:strVal val="visible"/>
                                      </p:to>
                                    </p:set>
                                  </p:childTnLst>
                                </p:cTn>
                              </p:par>
                            </p:childTnLst>
                          </p:cTn>
                        </p:par>
                      </p:childTnLst>
                    </p:cTn>
                  </p:par>
                  <p:par>
                    <p:cTn id="323" fill="hold">
                      <p:stCondLst>
                        <p:cond delay="indefinite"/>
                      </p:stCondLst>
                      <p:childTnLst>
                        <p:par>
                          <p:cTn id="324" fill="hold">
                            <p:stCondLst>
                              <p:cond delay="0"/>
                            </p:stCondLst>
                            <p:childTnLst>
                              <p:par>
                                <p:cTn id="325" presetID="1" presetClass="entr" presetSubtype="0" fill="hold" nodeType="clickEffect">
                                  <p:stCondLst>
                                    <p:cond delay="0"/>
                                  </p:stCondLst>
                                  <p:childTnLst>
                                    <p:set>
                                      <p:cBhvr>
                                        <p:cTn id="326" dur="1" fill="hold">
                                          <p:stCondLst>
                                            <p:cond delay="0"/>
                                          </p:stCondLst>
                                        </p:cTn>
                                        <p:tgtEl>
                                          <p:spTgt spid="131">
                                            <p:txEl>
                                              <p:pRg st="8" end="8"/>
                                            </p:txEl>
                                          </p:spTgt>
                                        </p:tgtEl>
                                        <p:attrNameLst>
                                          <p:attrName>style.visibility</p:attrName>
                                        </p:attrNameLst>
                                      </p:cBhvr>
                                      <p:to>
                                        <p:strVal val="visible"/>
                                      </p:to>
                                    </p:set>
                                  </p:childTnLst>
                                </p:cTn>
                              </p:par>
                            </p:childTnLst>
                          </p:cTn>
                        </p:par>
                      </p:childTnLst>
                    </p:cTn>
                  </p:par>
                  <p:par>
                    <p:cTn id="327" fill="hold">
                      <p:stCondLst>
                        <p:cond delay="indefinite"/>
                      </p:stCondLst>
                      <p:childTnLst>
                        <p:par>
                          <p:cTn id="328" fill="hold">
                            <p:stCondLst>
                              <p:cond delay="0"/>
                            </p:stCondLst>
                            <p:childTnLst>
                              <p:par>
                                <p:cTn id="329" presetID="1" presetClass="entr" presetSubtype="0" fill="hold" nodeType="clickEffect">
                                  <p:stCondLst>
                                    <p:cond delay="0"/>
                                  </p:stCondLst>
                                  <p:childTnLst>
                                    <p:set>
                                      <p:cBhvr>
                                        <p:cTn id="330" dur="1" fill="hold">
                                          <p:stCondLst>
                                            <p:cond delay="0"/>
                                          </p:stCondLst>
                                        </p:cTn>
                                        <p:tgtEl>
                                          <p:spTgt spid="132">
                                            <p:txEl>
                                              <p:pRg st="0" end="0"/>
                                            </p:txEl>
                                          </p:spTgt>
                                        </p:tgtEl>
                                        <p:attrNameLst>
                                          <p:attrName>style.visibility</p:attrName>
                                        </p:attrNameLst>
                                      </p:cBhvr>
                                      <p:to>
                                        <p:strVal val="visible"/>
                                      </p:to>
                                    </p:set>
                                  </p:childTnLst>
                                </p:cTn>
                              </p:par>
                            </p:childTnLst>
                          </p:cTn>
                        </p:par>
                      </p:childTnLst>
                    </p:cTn>
                  </p:par>
                  <p:par>
                    <p:cTn id="331" fill="hold">
                      <p:stCondLst>
                        <p:cond delay="indefinite"/>
                      </p:stCondLst>
                      <p:childTnLst>
                        <p:par>
                          <p:cTn id="332" fill="hold">
                            <p:stCondLst>
                              <p:cond delay="0"/>
                            </p:stCondLst>
                            <p:childTnLst>
                              <p:par>
                                <p:cTn id="333" presetID="1" presetClass="entr" presetSubtype="0" fill="hold" nodeType="clickEffect">
                                  <p:stCondLst>
                                    <p:cond delay="0"/>
                                  </p:stCondLst>
                                  <p:childTnLst>
                                    <p:set>
                                      <p:cBhvr>
                                        <p:cTn id="334" dur="1" fill="hold">
                                          <p:stCondLst>
                                            <p:cond delay="0"/>
                                          </p:stCondLst>
                                        </p:cTn>
                                        <p:tgtEl>
                                          <p:spTgt spid="132">
                                            <p:txEl>
                                              <p:pRg st="1" end="1"/>
                                            </p:txEl>
                                          </p:spTgt>
                                        </p:tgtEl>
                                        <p:attrNameLst>
                                          <p:attrName>style.visibility</p:attrName>
                                        </p:attrNameLst>
                                      </p:cBhvr>
                                      <p:to>
                                        <p:strVal val="visible"/>
                                      </p:to>
                                    </p:set>
                                  </p:childTnLst>
                                </p:cTn>
                              </p:par>
                            </p:childTnLst>
                          </p:cTn>
                        </p:par>
                      </p:childTnLst>
                    </p:cTn>
                  </p:par>
                  <p:par>
                    <p:cTn id="335" fill="hold">
                      <p:stCondLst>
                        <p:cond delay="indefinite"/>
                      </p:stCondLst>
                      <p:childTnLst>
                        <p:par>
                          <p:cTn id="336" fill="hold">
                            <p:stCondLst>
                              <p:cond delay="0"/>
                            </p:stCondLst>
                            <p:childTnLst>
                              <p:par>
                                <p:cTn id="337" presetID="1" presetClass="entr" presetSubtype="0" fill="hold" nodeType="clickEffect">
                                  <p:stCondLst>
                                    <p:cond delay="0"/>
                                  </p:stCondLst>
                                  <p:childTnLst>
                                    <p:set>
                                      <p:cBhvr>
                                        <p:cTn id="338" dur="1" fill="hold">
                                          <p:stCondLst>
                                            <p:cond delay="0"/>
                                          </p:stCondLst>
                                        </p:cTn>
                                        <p:tgtEl>
                                          <p:spTgt spid="132">
                                            <p:txEl>
                                              <p:pRg st="2" end="2"/>
                                            </p:txEl>
                                          </p:spTgt>
                                        </p:tgtEl>
                                        <p:attrNameLst>
                                          <p:attrName>style.visibility</p:attrName>
                                        </p:attrNameLst>
                                      </p:cBhvr>
                                      <p:to>
                                        <p:strVal val="visible"/>
                                      </p:to>
                                    </p:set>
                                  </p:childTnLst>
                                </p:cTn>
                              </p:par>
                            </p:childTnLst>
                          </p:cTn>
                        </p:par>
                      </p:childTnLst>
                    </p:cTn>
                  </p:par>
                  <p:par>
                    <p:cTn id="339" fill="hold">
                      <p:stCondLst>
                        <p:cond delay="indefinite"/>
                      </p:stCondLst>
                      <p:childTnLst>
                        <p:par>
                          <p:cTn id="340" fill="hold">
                            <p:stCondLst>
                              <p:cond delay="0"/>
                            </p:stCondLst>
                            <p:childTnLst>
                              <p:par>
                                <p:cTn id="341" presetID="1" presetClass="entr" presetSubtype="0" fill="hold" nodeType="clickEffect">
                                  <p:stCondLst>
                                    <p:cond delay="0"/>
                                  </p:stCondLst>
                                  <p:childTnLst>
                                    <p:set>
                                      <p:cBhvr>
                                        <p:cTn id="342" dur="1" fill="hold">
                                          <p:stCondLst>
                                            <p:cond delay="0"/>
                                          </p:stCondLst>
                                        </p:cTn>
                                        <p:tgtEl>
                                          <p:spTgt spid="132">
                                            <p:txEl>
                                              <p:pRg st="3" end="3"/>
                                            </p:txEl>
                                          </p:spTgt>
                                        </p:tgtEl>
                                        <p:attrNameLst>
                                          <p:attrName>style.visibility</p:attrName>
                                        </p:attrNameLst>
                                      </p:cBhvr>
                                      <p:to>
                                        <p:strVal val="visible"/>
                                      </p:to>
                                    </p:set>
                                  </p:childTnLst>
                                </p:cTn>
                              </p:par>
                            </p:childTnLst>
                          </p:cTn>
                        </p:par>
                      </p:childTnLst>
                    </p:cTn>
                  </p:par>
                  <p:par>
                    <p:cTn id="343" fill="hold">
                      <p:stCondLst>
                        <p:cond delay="indefinite"/>
                      </p:stCondLst>
                      <p:childTnLst>
                        <p:par>
                          <p:cTn id="344" fill="hold">
                            <p:stCondLst>
                              <p:cond delay="0"/>
                            </p:stCondLst>
                            <p:childTnLst>
                              <p:par>
                                <p:cTn id="345" presetID="1" presetClass="entr" presetSubtype="0" fill="hold" nodeType="clickEffect">
                                  <p:stCondLst>
                                    <p:cond delay="0"/>
                                  </p:stCondLst>
                                  <p:childTnLst>
                                    <p:set>
                                      <p:cBhvr>
                                        <p:cTn id="346" dur="1" fill="hold">
                                          <p:stCondLst>
                                            <p:cond delay="0"/>
                                          </p:stCondLst>
                                        </p:cTn>
                                        <p:tgtEl>
                                          <p:spTgt spid="132">
                                            <p:txEl>
                                              <p:pRg st="4" end="4"/>
                                            </p:txEl>
                                          </p:spTgt>
                                        </p:tgtEl>
                                        <p:attrNameLst>
                                          <p:attrName>style.visibility</p:attrName>
                                        </p:attrNameLst>
                                      </p:cBhvr>
                                      <p:to>
                                        <p:strVal val="visible"/>
                                      </p:to>
                                    </p:set>
                                  </p:childTnLst>
                                </p:cTn>
                              </p:par>
                            </p:childTnLst>
                          </p:cTn>
                        </p:par>
                      </p:childTnLst>
                    </p:cTn>
                  </p:par>
                  <p:par>
                    <p:cTn id="347" fill="hold">
                      <p:stCondLst>
                        <p:cond delay="indefinite"/>
                      </p:stCondLst>
                      <p:childTnLst>
                        <p:par>
                          <p:cTn id="348" fill="hold">
                            <p:stCondLst>
                              <p:cond delay="0"/>
                            </p:stCondLst>
                            <p:childTnLst>
                              <p:par>
                                <p:cTn id="349" presetID="1" presetClass="entr" presetSubtype="0" fill="hold" nodeType="clickEffect">
                                  <p:stCondLst>
                                    <p:cond delay="0"/>
                                  </p:stCondLst>
                                  <p:childTnLst>
                                    <p:set>
                                      <p:cBhvr>
                                        <p:cTn id="350" dur="1" fill="hold">
                                          <p:stCondLst>
                                            <p:cond delay="0"/>
                                          </p:stCondLst>
                                        </p:cTn>
                                        <p:tgtEl>
                                          <p:spTgt spid="132">
                                            <p:txEl>
                                              <p:pRg st="5" end="5"/>
                                            </p:txEl>
                                          </p:spTgt>
                                        </p:tgtEl>
                                        <p:attrNameLst>
                                          <p:attrName>style.visibility</p:attrName>
                                        </p:attrNameLst>
                                      </p:cBhvr>
                                      <p:to>
                                        <p:strVal val="visible"/>
                                      </p:to>
                                    </p:set>
                                  </p:childTnLst>
                                </p:cTn>
                              </p:par>
                            </p:childTnLst>
                          </p:cTn>
                        </p:par>
                      </p:childTnLst>
                    </p:cTn>
                  </p:par>
                  <p:par>
                    <p:cTn id="351" fill="hold">
                      <p:stCondLst>
                        <p:cond delay="indefinite"/>
                      </p:stCondLst>
                      <p:childTnLst>
                        <p:par>
                          <p:cTn id="352" fill="hold">
                            <p:stCondLst>
                              <p:cond delay="0"/>
                            </p:stCondLst>
                            <p:childTnLst>
                              <p:par>
                                <p:cTn id="353" presetID="1" presetClass="entr" presetSubtype="0" fill="hold" nodeType="clickEffect">
                                  <p:stCondLst>
                                    <p:cond delay="0"/>
                                  </p:stCondLst>
                                  <p:childTnLst>
                                    <p:set>
                                      <p:cBhvr>
                                        <p:cTn id="354" dur="1" fill="hold">
                                          <p:stCondLst>
                                            <p:cond delay="0"/>
                                          </p:stCondLst>
                                        </p:cTn>
                                        <p:tgtEl>
                                          <p:spTgt spid="132">
                                            <p:txEl>
                                              <p:pRg st="6" end="6"/>
                                            </p:txEl>
                                          </p:spTgt>
                                        </p:tgtEl>
                                        <p:attrNameLst>
                                          <p:attrName>style.visibility</p:attrName>
                                        </p:attrNameLst>
                                      </p:cBhvr>
                                      <p:to>
                                        <p:strVal val="visible"/>
                                      </p:to>
                                    </p:set>
                                  </p:childTnLst>
                                </p:cTn>
                              </p:par>
                            </p:childTnLst>
                          </p:cTn>
                        </p:par>
                      </p:childTnLst>
                    </p:cTn>
                  </p:par>
                  <p:par>
                    <p:cTn id="355" fill="hold">
                      <p:stCondLst>
                        <p:cond delay="indefinite"/>
                      </p:stCondLst>
                      <p:childTnLst>
                        <p:par>
                          <p:cTn id="356" fill="hold">
                            <p:stCondLst>
                              <p:cond delay="0"/>
                            </p:stCondLst>
                            <p:childTnLst>
                              <p:par>
                                <p:cTn id="357" presetID="1" presetClass="entr" presetSubtype="0" fill="hold" nodeType="clickEffect">
                                  <p:stCondLst>
                                    <p:cond delay="0"/>
                                  </p:stCondLst>
                                  <p:childTnLst>
                                    <p:set>
                                      <p:cBhvr>
                                        <p:cTn id="358" dur="1" fill="hold">
                                          <p:stCondLst>
                                            <p:cond delay="0"/>
                                          </p:stCondLst>
                                        </p:cTn>
                                        <p:tgtEl>
                                          <p:spTgt spid="132">
                                            <p:txEl>
                                              <p:pRg st="7" end="7"/>
                                            </p:txEl>
                                          </p:spTgt>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nodeType="clickEffect">
                                  <p:stCondLst>
                                    <p:cond delay="0"/>
                                  </p:stCondLst>
                                  <p:childTnLst>
                                    <p:set>
                                      <p:cBhvr>
                                        <p:cTn id="362" dur="1" fill="hold">
                                          <p:stCondLst>
                                            <p:cond delay="0"/>
                                          </p:stCondLst>
                                        </p:cTn>
                                        <p:tgtEl>
                                          <p:spTgt spid="132">
                                            <p:txEl>
                                              <p:pRg st="8" end="8"/>
                                            </p:txEl>
                                          </p:spTgt>
                                        </p:tgtEl>
                                        <p:attrNameLst>
                                          <p:attrName>style.visibility</p:attrName>
                                        </p:attrNameLst>
                                      </p:cBhvr>
                                      <p:to>
                                        <p:strVal val="visible"/>
                                      </p:to>
                                    </p:set>
                                  </p:childTnLst>
                                </p:cTn>
                              </p:par>
                            </p:childTnLst>
                          </p:cTn>
                        </p:par>
                      </p:childTnLst>
                    </p:cTn>
                  </p:par>
                  <p:par>
                    <p:cTn id="363" fill="hold">
                      <p:stCondLst>
                        <p:cond delay="indefinite"/>
                      </p:stCondLst>
                      <p:childTnLst>
                        <p:par>
                          <p:cTn id="364" fill="hold">
                            <p:stCondLst>
                              <p:cond delay="0"/>
                            </p:stCondLst>
                            <p:childTnLst>
                              <p:par>
                                <p:cTn id="365" presetID="1" presetClass="entr" presetSubtype="0" fill="hold" nodeType="clickEffect">
                                  <p:stCondLst>
                                    <p:cond delay="0"/>
                                  </p:stCondLst>
                                  <p:childTnLst>
                                    <p:set>
                                      <p:cBhvr>
                                        <p:cTn id="366" dur="1" fill="hold">
                                          <p:stCondLst>
                                            <p:cond delay="0"/>
                                          </p:stCondLst>
                                        </p:cTn>
                                        <p:tgtEl>
                                          <p:spTgt spid="133">
                                            <p:txEl>
                                              <p:pRg st="0" end="0"/>
                                            </p:txEl>
                                          </p:spTgt>
                                        </p:tgtEl>
                                        <p:attrNameLst>
                                          <p:attrName>style.visibility</p:attrName>
                                        </p:attrNameLst>
                                      </p:cBhvr>
                                      <p:to>
                                        <p:strVal val="visible"/>
                                      </p:to>
                                    </p:set>
                                  </p:childTnLst>
                                </p:cTn>
                              </p:par>
                            </p:childTnLst>
                          </p:cTn>
                        </p:par>
                      </p:childTnLst>
                    </p:cTn>
                  </p:par>
                  <p:par>
                    <p:cTn id="367" fill="hold">
                      <p:stCondLst>
                        <p:cond delay="indefinite"/>
                      </p:stCondLst>
                      <p:childTnLst>
                        <p:par>
                          <p:cTn id="368" fill="hold">
                            <p:stCondLst>
                              <p:cond delay="0"/>
                            </p:stCondLst>
                            <p:childTnLst>
                              <p:par>
                                <p:cTn id="369" presetID="1" presetClass="entr" presetSubtype="0" fill="hold" nodeType="clickEffect">
                                  <p:stCondLst>
                                    <p:cond delay="0"/>
                                  </p:stCondLst>
                                  <p:childTnLst>
                                    <p:set>
                                      <p:cBhvr>
                                        <p:cTn id="370" dur="1" fill="hold">
                                          <p:stCondLst>
                                            <p:cond delay="0"/>
                                          </p:stCondLst>
                                        </p:cTn>
                                        <p:tgtEl>
                                          <p:spTgt spid="133">
                                            <p:txEl>
                                              <p:pRg st="1" end="1"/>
                                            </p:txEl>
                                          </p:spTgt>
                                        </p:tgtEl>
                                        <p:attrNameLst>
                                          <p:attrName>style.visibility</p:attrName>
                                        </p:attrNameLst>
                                      </p:cBhvr>
                                      <p:to>
                                        <p:strVal val="visible"/>
                                      </p:to>
                                    </p:set>
                                  </p:childTnLst>
                                </p:cTn>
                              </p:par>
                            </p:childTnLst>
                          </p:cTn>
                        </p:par>
                      </p:childTnLst>
                    </p:cTn>
                  </p:par>
                  <p:par>
                    <p:cTn id="371" fill="hold">
                      <p:stCondLst>
                        <p:cond delay="indefinite"/>
                      </p:stCondLst>
                      <p:childTnLst>
                        <p:par>
                          <p:cTn id="372" fill="hold">
                            <p:stCondLst>
                              <p:cond delay="0"/>
                            </p:stCondLst>
                            <p:childTnLst>
                              <p:par>
                                <p:cTn id="373" presetID="1" presetClass="entr" presetSubtype="0" fill="hold" nodeType="clickEffect">
                                  <p:stCondLst>
                                    <p:cond delay="0"/>
                                  </p:stCondLst>
                                  <p:childTnLst>
                                    <p:set>
                                      <p:cBhvr>
                                        <p:cTn id="374" dur="1" fill="hold">
                                          <p:stCondLst>
                                            <p:cond delay="0"/>
                                          </p:stCondLst>
                                        </p:cTn>
                                        <p:tgtEl>
                                          <p:spTgt spid="133">
                                            <p:txEl>
                                              <p:pRg st="2" end="2"/>
                                            </p:txEl>
                                          </p:spTgt>
                                        </p:tgtEl>
                                        <p:attrNameLst>
                                          <p:attrName>style.visibility</p:attrName>
                                        </p:attrNameLst>
                                      </p:cBhvr>
                                      <p:to>
                                        <p:strVal val="visible"/>
                                      </p:to>
                                    </p:set>
                                  </p:childTnLst>
                                </p:cTn>
                              </p:par>
                            </p:childTnLst>
                          </p:cTn>
                        </p:par>
                      </p:childTnLst>
                    </p:cTn>
                  </p:par>
                  <p:par>
                    <p:cTn id="375" fill="hold">
                      <p:stCondLst>
                        <p:cond delay="indefinite"/>
                      </p:stCondLst>
                      <p:childTnLst>
                        <p:par>
                          <p:cTn id="376" fill="hold">
                            <p:stCondLst>
                              <p:cond delay="0"/>
                            </p:stCondLst>
                            <p:childTnLst>
                              <p:par>
                                <p:cTn id="377" presetID="1" presetClass="entr" presetSubtype="0" fill="hold" nodeType="clickEffect">
                                  <p:stCondLst>
                                    <p:cond delay="0"/>
                                  </p:stCondLst>
                                  <p:childTnLst>
                                    <p:set>
                                      <p:cBhvr>
                                        <p:cTn id="378" dur="1" fill="hold">
                                          <p:stCondLst>
                                            <p:cond delay="0"/>
                                          </p:stCondLst>
                                        </p:cTn>
                                        <p:tgtEl>
                                          <p:spTgt spid="133">
                                            <p:txEl>
                                              <p:pRg st="3" end="3"/>
                                            </p:txEl>
                                          </p:spTgt>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nodeType="clickEffect">
                                  <p:stCondLst>
                                    <p:cond delay="0"/>
                                  </p:stCondLst>
                                  <p:childTnLst>
                                    <p:set>
                                      <p:cBhvr>
                                        <p:cTn id="382" dur="1" fill="hold">
                                          <p:stCondLst>
                                            <p:cond delay="0"/>
                                          </p:stCondLst>
                                        </p:cTn>
                                        <p:tgtEl>
                                          <p:spTgt spid="133">
                                            <p:txEl>
                                              <p:pRg st="4" end="4"/>
                                            </p:txEl>
                                          </p:spTgt>
                                        </p:tgtEl>
                                        <p:attrNameLst>
                                          <p:attrName>style.visibility</p:attrName>
                                        </p:attrNameLst>
                                      </p:cBhvr>
                                      <p:to>
                                        <p:strVal val="visible"/>
                                      </p:to>
                                    </p:set>
                                  </p:childTnLst>
                                </p:cTn>
                              </p:par>
                            </p:childTnLst>
                          </p:cTn>
                        </p:par>
                      </p:childTnLst>
                    </p:cTn>
                  </p:par>
                  <p:par>
                    <p:cTn id="383" fill="hold">
                      <p:stCondLst>
                        <p:cond delay="indefinite"/>
                      </p:stCondLst>
                      <p:childTnLst>
                        <p:par>
                          <p:cTn id="384" fill="hold">
                            <p:stCondLst>
                              <p:cond delay="0"/>
                            </p:stCondLst>
                            <p:childTnLst>
                              <p:par>
                                <p:cTn id="385" presetID="1" presetClass="entr" presetSubtype="0" fill="hold" nodeType="clickEffect">
                                  <p:stCondLst>
                                    <p:cond delay="0"/>
                                  </p:stCondLst>
                                  <p:childTnLst>
                                    <p:set>
                                      <p:cBhvr>
                                        <p:cTn id="386" dur="1" fill="hold">
                                          <p:stCondLst>
                                            <p:cond delay="0"/>
                                          </p:stCondLst>
                                        </p:cTn>
                                        <p:tgtEl>
                                          <p:spTgt spid="133">
                                            <p:txEl>
                                              <p:pRg st="5" end="5"/>
                                            </p:txEl>
                                          </p:spTgt>
                                        </p:tgtEl>
                                        <p:attrNameLst>
                                          <p:attrName>style.visibility</p:attrName>
                                        </p:attrNameLst>
                                      </p:cBhvr>
                                      <p:to>
                                        <p:strVal val="visible"/>
                                      </p:to>
                                    </p:set>
                                  </p:childTnLst>
                                </p:cTn>
                              </p:par>
                            </p:childTnLst>
                          </p:cTn>
                        </p:par>
                      </p:childTnLst>
                    </p:cTn>
                  </p:par>
                  <p:par>
                    <p:cTn id="387" fill="hold">
                      <p:stCondLst>
                        <p:cond delay="indefinite"/>
                      </p:stCondLst>
                      <p:childTnLst>
                        <p:par>
                          <p:cTn id="388" fill="hold">
                            <p:stCondLst>
                              <p:cond delay="0"/>
                            </p:stCondLst>
                            <p:childTnLst>
                              <p:par>
                                <p:cTn id="389" presetID="1" presetClass="entr" presetSubtype="0" fill="hold" nodeType="clickEffect">
                                  <p:stCondLst>
                                    <p:cond delay="0"/>
                                  </p:stCondLst>
                                  <p:childTnLst>
                                    <p:set>
                                      <p:cBhvr>
                                        <p:cTn id="390" dur="1" fill="hold">
                                          <p:stCondLst>
                                            <p:cond delay="0"/>
                                          </p:stCondLst>
                                        </p:cTn>
                                        <p:tgtEl>
                                          <p:spTgt spid="133">
                                            <p:txEl>
                                              <p:pRg st="6" end="6"/>
                                            </p:txEl>
                                          </p:spTgt>
                                        </p:tgtEl>
                                        <p:attrNameLst>
                                          <p:attrName>style.visibility</p:attrName>
                                        </p:attrNameLst>
                                      </p:cBhvr>
                                      <p:to>
                                        <p:strVal val="visible"/>
                                      </p:to>
                                    </p:set>
                                  </p:childTnLst>
                                </p:cTn>
                              </p:par>
                            </p:childTnLst>
                          </p:cTn>
                        </p:par>
                      </p:childTnLst>
                    </p:cTn>
                  </p:par>
                  <p:par>
                    <p:cTn id="391" fill="hold">
                      <p:stCondLst>
                        <p:cond delay="indefinite"/>
                      </p:stCondLst>
                      <p:childTnLst>
                        <p:par>
                          <p:cTn id="392" fill="hold">
                            <p:stCondLst>
                              <p:cond delay="0"/>
                            </p:stCondLst>
                            <p:childTnLst>
                              <p:par>
                                <p:cTn id="393" presetID="1" presetClass="entr" presetSubtype="0" fill="hold" nodeType="clickEffect">
                                  <p:stCondLst>
                                    <p:cond delay="0"/>
                                  </p:stCondLst>
                                  <p:childTnLst>
                                    <p:set>
                                      <p:cBhvr>
                                        <p:cTn id="394" dur="1" fill="hold">
                                          <p:stCondLst>
                                            <p:cond delay="0"/>
                                          </p:stCondLst>
                                        </p:cTn>
                                        <p:tgtEl>
                                          <p:spTgt spid="133">
                                            <p:txEl>
                                              <p:pRg st="7" end="7"/>
                                            </p:txEl>
                                          </p:spTgt>
                                        </p:tgtEl>
                                        <p:attrNameLst>
                                          <p:attrName>style.visibility</p:attrName>
                                        </p:attrNameLst>
                                      </p:cBhvr>
                                      <p:to>
                                        <p:strVal val="visible"/>
                                      </p:to>
                                    </p:set>
                                  </p:childTnLst>
                                </p:cTn>
                              </p:par>
                            </p:childTnLst>
                          </p:cTn>
                        </p:par>
                      </p:childTnLst>
                    </p:cTn>
                  </p:par>
                  <p:par>
                    <p:cTn id="395" fill="hold">
                      <p:stCondLst>
                        <p:cond delay="indefinite"/>
                      </p:stCondLst>
                      <p:childTnLst>
                        <p:par>
                          <p:cTn id="396" fill="hold">
                            <p:stCondLst>
                              <p:cond delay="0"/>
                            </p:stCondLst>
                            <p:childTnLst>
                              <p:par>
                                <p:cTn id="397" presetID="1" presetClass="entr" presetSubtype="0" fill="hold" nodeType="clickEffect">
                                  <p:stCondLst>
                                    <p:cond delay="0"/>
                                  </p:stCondLst>
                                  <p:childTnLst>
                                    <p:set>
                                      <p:cBhvr>
                                        <p:cTn id="398" dur="1" fill="hold">
                                          <p:stCondLst>
                                            <p:cond delay="0"/>
                                          </p:stCondLst>
                                        </p:cTn>
                                        <p:tgtEl>
                                          <p:spTgt spid="133">
                                            <p:txEl>
                                              <p:pRg st="8" end="8"/>
                                            </p:txEl>
                                          </p:spTgt>
                                        </p:tgtEl>
                                        <p:attrNameLst>
                                          <p:attrName>style.visibility</p:attrName>
                                        </p:attrNameLst>
                                      </p:cBhvr>
                                      <p:to>
                                        <p:strVal val="visible"/>
                                      </p:to>
                                    </p:set>
                                  </p:childTnLst>
                                </p:cTn>
                              </p:par>
                            </p:childTnLst>
                          </p:cTn>
                        </p:par>
                      </p:childTnLst>
                    </p:cTn>
                  </p:par>
                  <p:par>
                    <p:cTn id="399" fill="hold">
                      <p:stCondLst>
                        <p:cond delay="indefinite"/>
                      </p:stCondLst>
                      <p:childTnLst>
                        <p:par>
                          <p:cTn id="400" fill="hold">
                            <p:stCondLst>
                              <p:cond delay="0"/>
                            </p:stCondLst>
                            <p:childTnLst>
                              <p:par>
                                <p:cTn id="401" presetID="1" presetClass="entr" presetSubtype="0" fill="hold" nodeType="clickEffect">
                                  <p:stCondLst>
                                    <p:cond delay="0"/>
                                  </p:stCondLst>
                                  <p:childTnLst>
                                    <p:set>
                                      <p:cBhvr>
                                        <p:cTn id="402" dur="1" fill="hold">
                                          <p:stCondLst>
                                            <p:cond delay="0"/>
                                          </p:stCondLst>
                                        </p:cTn>
                                        <p:tgtEl>
                                          <p:spTgt spid="134">
                                            <p:txEl>
                                              <p:pRg st="0" end="0"/>
                                            </p:txEl>
                                          </p:spTgt>
                                        </p:tgtEl>
                                        <p:attrNameLst>
                                          <p:attrName>style.visibility</p:attrName>
                                        </p:attrNameLst>
                                      </p:cBhvr>
                                      <p:to>
                                        <p:strVal val="visible"/>
                                      </p:to>
                                    </p:set>
                                  </p:childTnLst>
                                </p:cTn>
                              </p:par>
                            </p:childTnLst>
                          </p:cTn>
                        </p:par>
                      </p:childTnLst>
                    </p:cTn>
                  </p:par>
                  <p:par>
                    <p:cTn id="403" fill="hold">
                      <p:stCondLst>
                        <p:cond delay="indefinite"/>
                      </p:stCondLst>
                      <p:childTnLst>
                        <p:par>
                          <p:cTn id="404" fill="hold">
                            <p:stCondLst>
                              <p:cond delay="0"/>
                            </p:stCondLst>
                            <p:childTnLst>
                              <p:par>
                                <p:cTn id="405" presetID="1" presetClass="entr" presetSubtype="0" fill="hold" nodeType="clickEffect">
                                  <p:stCondLst>
                                    <p:cond delay="0"/>
                                  </p:stCondLst>
                                  <p:childTnLst>
                                    <p:set>
                                      <p:cBhvr>
                                        <p:cTn id="406" dur="1" fill="hold">
                                          <p:stCondLst>
                                            <p:cond delay="0"/>
                                          </p:stCondLst>
                                        </p:cTn>
                                        <p:tgtEl>
                                          <p:spTgt spid="134">
                                            <p:txEl>
                                              <p:pRg st="1" end="1"/>
                                            </p:txEl>
                                          </p:spTgt>
                                        </p:tgtEl>
                                        <p:attrNameLst>
                                          <p:attrName>style.visibility</p:attrName>
                                        </p:attrNameLst>
                                      </p:cBhvr>
                                      <p:to>
                                        <p:strVal val="visible"/>
                                      </p:to>
                                    </p:set>
                                  </p:childTnLst>
                                </p:cTn>
                              </p:par>
                            </p:childTnLst>
                          </p:cTn>
                        </p:par>
                      </p:childTnLst>
                    </p:cTn>
                  </p:par>
                  <p:par>
                    <p:cTn id="407" fill="hold">
                      <p:stCondLst>
                        <p:cond delay="indefinite"/>
                      </p:stCondLst>
                      <p:childTnLst>
                        <p:par>
                          <p:cTn id="408" fill="hold">
                            <p:stCondLst>
                              <p:cond delay="0"/>
                            </p:stCondLst>
                            <p:childTnLst>
                              <p:par>
                                <p:cTn id="409" presetID="1" presetClass="entr" presetSubtype="0" fill="hold" nodeType="clickEffect">
                                  <p:stCondLst>
                                    <p:cond delay="0"/>
                                  </p:stCondLst>
                                  <p:childTnLst>
                                    <p:set>
                                      <p:cBhvr>
                                        <p:cTn id="410" dur="1" fill="hold">
                                          <p:stCondLst>
                                            <p:cond delay="0"/>
                                          </p:stCondLst>
                                        </p:cTn>
                                        <p:tgtEl>
                                          <p:spTgt spid="134">
                                            <p:txEl>
                                              <p:pRg st="2" end="2"/>
                                            </p:txEl>
                                          </p:spTgt>
                                        </p:tgtEl>
                                        <p:attrNameLst>
                                          <p:attrName>style.visibility</p:attrName>
                                        </p:attrNameLst>
                                      </p:cBhvr>
                                      <p:to>
                                        <p:strVal val="visible"/>
                                      </p:to>
                                    </p:set>
                                  </p:childTnLst>
                                </p:cTn>
                              </p:par>
                            </p:childTnLst>
                          </p:cTn>
                        </p:par>
                      </p:childTnLst>
                    </p:cTn>
                  </p:par>
                  <p:par>
                    <p:cTn id="411" fill="hold">
                      <p:stCondLst>
                        <p:cond delay="indefinite"/>
                      </p:stCondLst>
                      <p:childTnLst>
                        <p:par>
                          <p:cTn id="412" fill="hold">
                            <p:stCondLst>
                              <p:cond delay="0"/>
                            </p:stCondLst>
                            <p:childTnLst>
                              <p:par>
                                <p:cTn id="413" presetID="1" presetClass="entr" presetSubtype="0" fill="hold" nodeType="clickEffect">
                                  <p:stCondLst>
                                    <p:cond delay="0"/>
                                  </p:stCondLst>
                                  <p:childTnLst>
                                    <p:set>
                                      <p:cBhvr>
                                        <p:cTn id="414" dur="1" fill="hold">
                                          <p:stCondLst>
                                            <p:cond delay="0"/>
                                          </p:stCondLst>
                                        </p:cTn>
                                        <p:tgtEl>
                                          <p:spTgt spid="134">
                                            <p:txEl>
                                              <p:pRg st="3" end="3"/>
                                            </p:txEl>
                                          </p:spTgt>
                                        </p:tgtEl>
                                        <p:attrNameLst>
                                          <p:attrName>style.visibility</p:attrName>
                                        </p:attrNameLst>
                                      </p:cBhvr>
                                      <p:to>
                                        <p:strVal val="visible"/>
                                      </p:to>
                                    </p:set>
                                  </p:childTnLst>
                                </p:cTn>
                              </p:par>
                            </p:childTnLst>
                          </p:cTn>
                        </p:par>
                      </p:childTnLst>
                    </p:cTn>
                  </p:par>
                  <p:par>
                    <p:cTn id="415" fill="hold">
                      <p:stCondLst>
                        <p:cond delay="indefinite"/>
                      </p:stCondLst>
                      <p:childTnLst>
                        <p:par>
                          <p:cTn id="416" fill="hold">
                            <p:stCondLst>
                              <p:cond delay="0"/>
                            </p:stCondLst>
                            <p:childTnLst>
                              <p:par>
                                <p:cTn id="417" presetID="1" presetClass="entr" presetSubtype="0" fill="hold" nodeType="clickEffect">
                                  <p:stCondLst>
                                    <p:cond delay="0"/>
                                  </p:stCondLst>
                                  <p:childTnLst>
                                    <p:set>
                                      <p:cBhvr>
                                        <p:cTn id="418" dur="1" fill="hold">
                                          <p:stCondLst>
                                            <p:cond delay="0"/>
                                          </p:stCondLst>
                                        </p:cTn>
                                        <p:tgtEl>
                                          <p:spTgt spid="134">
                                            <p:txEl>
                                              <p:pRg st="4" end="4"/>
                                            </p:txEl>
                                          </p:spTgt>
                                        </p:tgtEl>
                                        <p:attrNameLst>
                                          <p:attrName>style.visibility</p:attrName>
                                        </p:attrNameLst>
                                      </p:cBhvr>
                                      <p:to>
                                        <p:strVal val="visible"/>
                                      </p:to>
                                    </p:set>
                                  </p:childTnLst>
                                </p:cTn>
                              </p:par>
                            </p:childTnLst>
                          </p:cTn>
                        </p:par>
                      </p:childTnLst>
                    </p:cTn>
                  </p:par>
                  <p:par>
                    <p:cTn id="419" fill="hold">
                      <p:stCondLst>
                        <p:cond delay="indefinite"/>
                      </p:stCondLst>
                      <p:childTnLst>
                        <p:par>
                          <p:cTn id="420" fill="hold">
                            <p:stCondLst>
                              <p:cond delay="0"/>
                            </p:stCondLst>
                            <p:childTnLst>
                              <p:par>
                                <p:cTn id="421" presetID="1" presetClass="entr" presetSubtype="0" fill="hold" nodeType="clickEffect">
                                  <p:stCondLst>
                                    <p:cond delay="0"/>
                                  </p:stCondLst>
                                  <p:childTnLst>
                                    <p:set>
                                      <p:cBhvr>
                                        <p:cTn id="422" dur="1" fill="hold">
                                          <p:stCondLst>
                                            <p:cond delay="0"/>
                                          </p:stCondLst>
                                        </p:cTn>
                                        <p:tgtEl>
                                          <p:spTgt spid="134">
                                            <p:txEl>
                                              <p:pRg st="5" end="5"/>
                                            </p:txEl>
                                          </p:spTgt>
                                        </p:tgtEl>
                                        <p:attrNameLst>
                                          <p:attrName>style.visibility</p:attrName>
                                        </p:attrNameLst>
                                      </p:cBhvr>
                                      <p:to>
                                        <p:strVal val="visible"/>
                                      </p:to>
                                    </p:set>
                                  </p:childTnLst>
                                </p:cTn>
                              </p:par>
                            </p:childTnLst>
                          </p:cTn>
                        </p:par>
                      </p:childTnLst>
                    </p:cTn>
                  </p:par>
                  <p:par>
                    <p:cTn id="423" fill="hold">
                      <p:stCondLst>
                        <p:cond delay="indefinite"/>
                      </p:stCondLst>
                      <p:childTnLst>
                        <p:par>
                          <p:cTn id="424" fill="hold">
                            <p:stCondLst>
                              <p:cond delay="0"/>
                            </p:stCondLst>
                            <p:childTnLst>
                              <p:par>
                                <p:cTn id="425" presetID="1" presetClass="entr" presetSubtype="0" fill="hold" nodeType="clickEffect">
                                  <p:stCondLst>
                                    <p:cond delay="0"/>
                                  </p:stCondLst>
                                  <p:childTnLst>
                                    <p:set>
                                      <p:cBhvr>
                                        <p:cTn id="426" dur="1" fill="hold">
                                          <p:stCondLst>
                                            <p:cond delay="0"/>
                                          </p:stCondLst>
                                        </p:cTn>
                                        <p:tgtEl>
                                          <p:spTgt spid="134">
                                            <p:txEl>
                                              <p:pRg st="6" end="6"/>
                                            </p:txEl>
                                          </p:spTgt>
                                        </p:tgtEl>
                                        <p:attrNameLst>
                                          <p:attrName>style.visibility</p:attrName>
                                        </p:attrNameLst>
                                      </p:cBhvr>
                                      <p:to>
                                        <p:strVal val="visible"/>
                                      </p:to>
                                    </p:set>
                                  </p:childTnLst>
                                </p:cTn>
                              </p:par>
                            </p:childTnLst>
                          </p:cTn>
                        </p:par>
                      </p:childTnLst>
                    </p:cTn>
                  </p:par>
                  <p:par>
                    <p:cTn id="427" fill="hold">
                      <p:stCondLst>
                        <p:cond delay="indefinite"/>
                      </p:stCondLst>
                      <p:childTnLst>
                        <p:par>
                          <p:cTn id="428" fill="hold">
                            <p:stCondLst>
                              <p:cond delay="0"/>
                            </p:stCondLst>
                            <p:childTnLst>
                              <p:par>
                                <p:cTn id="429" presetID="1" presetClass="entr" presetSubtype="0" fill="hold" nodeType="clickEffect">
                                  <p:stCondLst>
                                    <p:cond delay="0"/>
                                  </p:stCondLst>
                                  <p:childTnLst>
                                    <p:set>
                                      <p:cBhvr>
                                        <p:cTn id="430" dur="1" fill="hold">
                                          <p:stCondLst>
                                            <p:cond delay="0"/>
                                          </p:stCondLst>
                                        </p:cTn>
                                        <p:tgtEl>
                                          <p:spTgt spid="134">
                                            <p:txEl>
                                              <p:pRg st="7" end="7"/>
                                            </p:txEl>
                                          </p:spTgt>
                                        </p:tgtEl>
                                        <p:attrNameLst>
                                          <p:attrName>style.visibility</p:attrName>
                                        </p:attrNameLst>
                                      </p:cBhvr>
                                      <p:to>
                                        <p:strVal val="visible"/>
                                      </p:to>
                                    </p:set>
                                  </p:childTnLst>
                                </p:cTn>
                              </p:par>
                            </p:childTnLst>
                          </p:cTn>
                        </p:par>
                      </p:childTnLst>
                    </p:cTn>
                  </p:par>
                  <p:par>
                    <p:cTn id="431" fill="hold">
                      <p:stCondLst>
                        <p:cond delay="indefinite"/>
                      </p:stCondLst>
                      <p:childTnLst>
                        <p:par>
                          <p:cTn id="432" fill="hold">
                            <p:stCondLst>
                              <p:cond delay="0"/>
                            </p:stCondLst>
                            <p:childTnLst>
                              <p:par>
                                <p:cTn id="433" presetID="1" presetClass="entr" presetSubtype="0" fill="hold" nodeType="clickEffect">
                                  <p:stCondLst>
                                    <p:cond delay="0"/>
                                  </p:stCondLst>
                                  <p:childTnLst>
                                    <p:set>
                                      <p:cBhvr>
                                        <p:cTn id="434" dur="1" fill="hold">
                                          <p:stCondLst>
                                            <p:cond delay="0"/>
                                          </p:stCondLst>
                                        </p:cTn>
                                        <p:tgtEl>
                                          <p:spTgt spid="134">
                                            <p:txEl>
                                              <p:pRg st="8" end="8"/>
                                            </p:txEl>
                                          </p:spTgt>
                                        </p:tgtEl>
                                        <p:attrNameLst>
                                          <p:attrName>style.visibility</p:attrName>
                                        </p:attrNameLst>
                                      </p:cBhvr>
                                      <p:to>
                                        <p:strVal val="visible"/>
                                      </p:to>
                                    </p:set>
                                  </p:childTnLst>
                                </p:cTn>
                              </p:par>
                            </p:childTnLst>
                          </p:cTn>
                        </p:par>
                      </p:childTnLst>
                    </p:cTn>
                  </p:par>
                  <p:par>
                    <p:cTn id="435" fill="hold">
                      <p:stCondLst>
                        <p:cond delay="indefinite"/>
                      </p:stCondLst>
                      <p:childTnLst>
                        <p:par>
                          <p:cTn id="436" fill="hold">
                            <p:stCondLst>
                              <p:cond delay="0"/>
                            </p:stCondLst>
                            <p:childTnLst>
                              <p:par>
                                <p:cTn id="437" presetID="1" presetClass="entr" presetSubtype="0" fill="hold" nodeType="clickEffect">
                                  <p:stCondLst>
                                    <p:cond delay="0"/>
                                  </p:stCondLst>
                                  <p:childTnLst>
                                    <p:set>
                                      <p:cBhvr>
                                        <p:cTn id="438" dur="1" fill="hold">
                                          <p:stCondLst>
                                            <p:cond delay="0"/>
                                          </p:stCondLst>
                                        </p:cTn>
                                        <p:tgtEl>
                                          <p:spTgt spid="135">
                                            <p:txEl>
                                              <p:pRg st="0" end="0"/>
                                            </p:txEl>
                                          </p:spTgt>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nodeType="clickEffect">
                                  <p:stCondLst>
                                    <p:cond delay="0"/>
                                  </p:stCondLst>
                                  <p:childTnLst>
                                    <p:set>
                                      <p:cBhvr>
                                        <p:cTn id="442" dur="1" fill="hold">
                                          <p:stCondLst>
                                            <p:cond delay="0"/>
                                          </p:stCondLst>
                                        </p:cTn>
                                        <p:tgtEl>
                                          <p:spTgt spid="135">
                                            <p:txEl>
                                              <p:pRg st="1" end="1"/>
                                            </p:txEl>
                                          </p:spTgt>
                                        </p:tgtEl>
                                        <p:attrNameLst>
                                          <p:attrName>style.visibility</p:attrName>
                                        </p:attrNameLst>
                                      </p:cBhvr>
                                      <p:to>
                                        <p:strVal val="visible"/>
                                      </p:to>
                                    </p:set>
                                  </p:childTnLst>
                                </p:cTn>
                              </p:par>
                            </p:childTnLst>
                          </p:cTn>
                        </p:par>
                      </p:childTnLst>
                    </p:cTn>
                  </p:par>
                  <p:par>
                    <p:cTn id="443" fill="hold">
                      <p:stCondLst>
                        <p:cond delay="indefinite"/>
                      </p:stCondLst>
                      <p:childTnLst>
                        <p:par>
                          <p:cTn id="444" fill="hold">
                            <p:stCondLst>
                              <p:cond delay="0"/>
                            </p:stCondLst>
                            <p:childTnLst>
                              <p:par>
                                <p:cTn id="445" presetID="1" presetClass="entr" presetSubtype="0" fill="hold" nodeType="clickEffect">
                                  <p:stCondLst>
                                    <p:cond delay="0"/>
                                  </p:stCondLst>
                                  <p:childTnLst>
                                    <p:set>
                                      <p:cBhvr>
                                        <p:cTn id="446" dur="1" fill="hold">
                                          <p:stCondLst>
                                            <p:cond delay="0"/>
                                          </p:stCondLst>
                                        </p:cTn>
                                        <p:tgtEl>
                                          <p:spTgt spid="135">
                                            <p:txEl>
                                              <p:pRg st="2" end="2"/>
                                            </p:txEl>
                                          </p:spTgt>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presetSubtype="0" fill="hold" nodeType="clickEffect">
                                  <p:stCondLst>
                                    <p:cond delay="0"/>
                                  </p:stCondLst>
                                  <p:childTnLst>
                                    <p:set>
                                      <p:cBhvr>
                                        <p:cTn id="450" dur="1" fill="hold">
                                          <p:stCondLst>
                                            <p:cond delay="0"/>
                                          </p:stCondLst>
                                        </p:cTn>
                                        <p:tgtEl>
                                          <p:spTgt spid="135">
                                            <p:txEl>
                                              <p:pRg st="3" end="3"/>
                                            </p:txEl>
                                          </p:spTgt>
                                        </p:tgtEl>
                                        <p:attrNameLst>
                                          <p:attrName>style.visibility</p:attrName>
                                        </p:attrNameLst>
                                      </p:cBhvr>
                                      <p:to>
                                        <p:strVal val="visible"/>
                                      </p:to>
                                    </p:set>
                                  </p:childTnLst>
                                </p:cTn>
                              </p:par>
                            </p:childTnLst>
                          </p:cTn>
                        </p:par>
                      </p:childTnLst>
                    </p:cTn>
                  </p:par>
                  <p:par>
                    <p:cTn id="451" fill="hold">
                      <p:stCondLst>
                        <p:cond delay="indefinite"/>
                      </p:stCondLst>
                      <p:childTnLst>
                        <p:par>
                          <p:cTn id="452" fill="hold">
                            <p:stCondLst>
                              <p:cond delay="0"/>
                            </p:stCondLst>
                            <p:childTnLst>
                              <p:par>
                                <p:cTn id="453" presetID="1" presetClass="entr" presetSubtype="0" fill="hold" nodeType="clickEffect">
                                  <p:stCondLst>
                                    <p:cond delay="0"/>
                                  </p:stCondLst>
                                  <p:childTnLst>
                                    <p:set>
                                      <p:cBhvr>
                                        <p:cTn id="454" dur="1" fill="hold">
                                          <p:stCondLst>
                                            <p:cond delay="0"/>
                                          </p:stCondLst>
                                        </p:cTn>
                                        <p:tgtEl>
                                          <p:spTgt spid="135">
                                            <p:txEl>
                                              <p:pRg st="4" end="4"/>
                                            </p:txEl>
                                          </p:spTgt>
                                        </p:tgtEl>
                                        <p:attrNameLst>
                                          <p:attrName>style.visibility</p:attrName>
                                        </p:attrNameLst>
                                      </p:cBhvr>
                                      <p:to>
                                        <p:strVal val="visible"/>
                                      </p:to>
                                    </p:set>
                                  </p:childTnLst>
                                </p:cTn>
                              </p:par>
                            </p:childTnLst>
                          </p:cTn>
                        </p:par>
                      </p:childTnLst>
                    </p:cTn>
                  </p:par>
                  <p:par>
                    <p:cTn id="455" fill="hold">
                      <p:stCondLst>
                        <p:cond delay="indefinite"/>
                      </p:stCondLst>
                      <p:childTnLst>
                        <p:par>
                          <p:cTn id="456" fill="hold">
                            <p:stCondLst>
                              <p:cond delay="0"/>
                            </p:stCondLst>
                            <p:childTnLst>
                              <p:par>
                                <p:cTn id="457" presetID="1" presetClass="entr" presetSubtype="0" fill="hold" nodeType="clickEffect">
                                  <p:stCondLst>
                                    <p:cond delay="0"/>
                                  </p:stCondLst>
                                  <p:childTnLst>
                                    <p:set>
                                      <p:cBhvr>
                                        <p:cTn id="458" dur="1" fill="hold">
                                          <p:stCondLst>
                                            <p:cond delay="0"/>
                                          </p:stCondLst>
                                        </p:cTn>
                                        <p:tgtEl>
                                          <p:spTgt spid="135">
                                            <p:txEl>
                                              <p:pRg st="5" end="5"/>
                                            </p:txEl>
                                          </p:spTgt>
                                        </p:tgtEl>
                                        <p:attrNameLst>
                                          <p:attrName>style.visibility</p:attrName>
                                        </p:attrNameLst>
                                      </p:cBhvr>
                                      <p:to>
                                        <p:strVal val="visible"/>
                                      </p:to>
                                    </p:set>
                                  </p:childTnLst>
                                </p:cTn>
                              </p:par>
                            </p:childTnLst>
                          </p:cTn>
                        </p:par>
                      </p:childTnLst>
                    </p:cTn>
                  </p:par>
                  <p:par>
                    <p:cTn id="459" fill="hold">
                      <p:stCondLst>
                        <p:cond delay="indefinite"/>
                      </p:stCondLst>
                      <p:childTnLst>
                        <p:par>
                          <p:cTn id="460" fill="hold">
                            <p:stCondLst>
                              <p:cond delay="0"/>
                            </p:stCondLst>
                            <p:childTnLst>
                              <p:par>
                                <p:cTn id="461" presetID="1" presetClass="entr" presetSubtype="0" fill="hold" nodeType="clickEffect">
                                  <p:stCondLst>
                                    <p:cond delay="0"/>
                                  </p:stCondLst>
                                  <p:childTnLst>
                                    <p:set>
                                      <p:cBhvr>
                                        <p:cTn id="462" dur="1" fill="hold">
                                          <p:stCondLst>
                                            <p:cond delay="0"/>
                                          </p:stCondLst>
                                        </p:cTn>
                                        <p:tgtEl>
                                          <p:spTgt spid="135">
                                            <p:txEl>
                                              <p:pRg st="6" end="6"/>
                                            </p:txEl>
                                          </p:spTgt>
                                        </p:tgtEl>
                                        <p:attrNameLst>
                                          <p:attrName>style.visibility</p:attrName>
                                        </p:attrNameLst>
                                      </p:cBhvr>
                                      <p:to>
                                        <p:strVal val="visible"/>
                                      </p:to>
                                    </p:set>
                                  </p:childTnLst>
                                </p:cTn>
                              </p:par>
                            </p:childTnLst>
                          </p:cTn>
                        </p:par>
                      </p:childTnLst>
                    </p:cTn>
                  </p:par>
                  <p:par>
                    <p:cTn id="463" fill="hold">
                      <p:stCondLst>
                        <p:cond delay="indefinite"/>
                      </p:stCondLst>
                      <p:childTnLst>
                        <p:par>
                          <p:cTn id="464" fill="hold">
                            <p:stCondLst>
                              <p:cond delay="0"/>
                            </p:stCondLst>
                            <p:childTnLst>
                              <p:par>
                                <p:cTn id="465" presetID="1" presetClass="entr" presetSubtype="0" fill="hold" nodeType="clickEffect">
                                  <p:stCondLst>
                                    <p:cond delay="0"/>
                                  </p:stCondLst>
                                  <p:childTnLst>
                                    <p:set>
                                      <p:cBhvr>
                                        <p:cTn id="466" dur="1" fill="hold">
                                          <p:stCondLst>
                                            <p:cond delay="0"/>
                                          </p:stCondLst>
                                        </p:cTn>
                                        <p:tgtEl>
                                          <p:spTgt spid="135">
                                            <p:txEl>
                                              <p:pRg st="7" end="7"/>
                                            </p:txEl>
                                          </p:spTgt>
                                        </p:tgtEl>
                                        <p:attrNameLst>
                                          <p:attrName>style.visibility</p:attrName>
                                        </p:attrNameLst>
                                      </p:cBhvr>
                                      <p:to>
                                        <p:strVal val="visible"/>
                                      </p:to>
                                    </p:set>
                                  </p:childTnLst>
                                </p:cTn>
                              </p:par>
                            </p:childTnLst>
                          </p:cTn>
                        </p:par>
                      </p:childTnLst>
                    </p:cTn>
                  </p:par>
                  <p:par>
                    <p:cTn id="467" fill="hold">
                      <p:stCondLst>
                        <p:cond delay="indefinite"/>
                      </p:stCondLst>
                      <p:childTnLst>
                        <p:par>
                          <p:cTn id="468" fill="hold">
                            <p:stCondLst>
                              <p:cond delay="0"/>
                            </p:stCondLst>
                            <p:childTnLst>
                              <p:par>
                                <p:cTn id="469" presetID="1" presetClass="entr" presetSubtype="0" fill="hold" nodeType="clickEffect">
                                  <p:stCondLst>
                                    <p:cond delay="0"/>
                                  </p:stCondLst>
                                  <p:childTnLst>
                                    <p:set>
                                      <p:cBhvr>
                                        <p:cTn id="470" dur="1" fill="hold">
                                          <p:stCondLst>
                                            <p:cond delay="0"/>
                                          </p:stCondLst>
                                        </p:cTn>
                                        <p:tgtEl>
                                          <p:spTgt spid="135">
                                            <p:txEl>
                                              <p:pRg st="8" end="8"/>
                                            </p:txEl>
                                          </p:spTgt>
                                        </p:tgtEl>
                                        <p:attrNameLst>
                                          <p:attrName>style.visibility</p:attrName>
                                        </p:attrNameLst>
                                      </p:cBhvr>
                                      <p:to>
                                        <p:strVal val="visible"/>
                                      </p:to>
                                    </p:set>
                                  </p:childTnLst>
                                </p:cTn>
                              </p:par>
                            </p:childTnLst>
                          </p:cTn>
                        </p:par>
                      </p:childTnLst>
                    </p:cTn>
                  </p:par>
                  <p:par>
                    <p:cTn id="471" fill="hold">
                      <p:stCondLst>
                        <p:cond delay="indefinite"/>
                      </p:stCondLst>
                      <p:childTnLst>
                        <p:par>
                          <p:cTn id="472" fill="hold">
                            <p:stCondLst>
                              <p:cond delay="0"/>
                            </p:stCondLst>
                            <p:childTnLst>
                              <p:par>
                                <p:cTn id="473" presetID="1" presetClass="entr" presetSubtype="0" fill="hold" nodeType="clickEffect">
                                  <p:stCondLst>
                                    <p:cond delay="0"/>
                                  </p:stCondLst>
                                  <p:childTnLst>
                                    <p:set>
                                      <p:cBhvr>
                                        <p:cTn id="474" dur="1" fill="hold">
                                          <p:stCondLst>
                                            <p:cond delay="0"/>
                                          </p:stCondLst>
                                        </p:cTn>
                                        <p:tgtEl>
                                          <p:spTgt spid="138">
                                            <p:txEl>
                                              <p:pRg st="0" end="0"/>
                                            </p:txEl>
                                          </p:spTgt>
                                        </p:tgtEl>
                                        <p:attrNameLst>
                                          <p:attrName>style.visibility</p:attrName>
                                        </p:attrNameLst>
                                      </p:cBhvr>
                                      <p:to>
                                        <p:strVal val="visible"/>
                                      </p:to>
                                    </p:set>
                                  </p:childTnLst>
                                </p:cTn>
                              </p:par>
                            </p:childTnLst>
                          </p:cTn>
                        </p:par>
                      </p:childTnLst>
                    </p:cTn>
                  </p:par>
                  <p:par>
                    <p:cTn id="475" fill="hold">
                      <p:stCondLst>
                        <p:cond delay="indefinite"/>
                      </p:stCondLst>
                      <p:childTnLst>
                        <p:par>
                          <p:cTn id="476" fill="hold">
                            <p:stCondLst>
                              <p:cond delay="0"/>
                            </p:stCondLst>
                            <p:childTnLst>
                              <p:par>
                                <p:cTn id="477" presetID="1" presetClass="entr" presetSubtype="0" fill="hold" nodeType="clickEffect">
                                  <p:stCondLst>
                                    <p:cond delay="0"/>
                                  </p:stCondLst>
                                  <p:childTnLst>
                                    <p:set>
                                      <p:cBhvr>
                                        <p:cTn id="478" dur="1" fill="hold">
                                          <p:stCondLst>
                                            <p:cond delay="0"/>
                                          </p:stCondLst>
                                        </p:cTn>
                                        <p:tgtEl>
                                          <p:spTgt spid="138">
                                            <p:txEl>
                                              <p:pRg st="1" end="1"/>
                                            </p:txEl>
                                          </p:spTgt>
                                        </p:tgtEl>
                                        <p:attrNameLst>
                                          <p:attrName>style.visibility</p:attrName>
                                        </p:attrNameLst>
                                      </p:cBhvr>
                                      <p:to>
                                        <p:strVal val="visible"/>
                                      </p:to>
                                    </p:set>
                                  </p:childTnLst>
                                </p:cTn>
                              </p:par>
                            </p:childTnLst>
                          </p:cTn>
                        </p:par>
                      </p:childTnLst>
                    </p:cTn>
                  </p:par>
                  <p:par>
                    <p:cTn id="479" fill="hold">
                      <p:stCondLst>
                        <p:cond delay="indefinite"/>
                      </p:stCondLst>
                      <p:childTnLst>
                        <p:par>
                          <p:cTn id="480" fill="hold">
                            <p:stCondLst>
                              <p:cond delay="0"/>
                            </p:stCondLst>
                            <p:childTnLst>
                              <p:par>
                                <p:cTn id="481" presetID="1" presetClass="entr" presetSubtype="0" fill="hold" nodeType="clickEffect">
                                  <p:stCondLst>
                                    <p:cond delay="0"/>
                                  </p:stCondLst>
                                  <p:childTnLst>
                                    <p:set>
                                      <p:cBhvr>
                                        <p:cTn id="482" dur="1" fill="hold">
                                          <p:stCondLst>
                                            <p:cond delay="0"/>
                                          </p:stCondLst>
                                        </p:cTn>
                                        <p:tgtEl>
                                          <p:spTgt spid="138">
                                            <p:txEl>
                                              <p:pRg st="2" end="2"/>
                                            </p:txEl>
                                          </p:spTgt>
                                        </p:tgtEl>
                                        <p:attrNameLst>
                                          <p:attrName>style.visibility</p:attrName>
                                        </p:attrNameLst>
                                      </p:cBhvr>
                                      <p:to>
                                        <p:strVal val="visible"/>
                                      </p:to>
                                    </p:set>
                                  </p:childTnLst>
                                </p:cTn>
                              </p:par>
                            </p:childTnLst>
                          </p:cTn>
                        </p:par>
                      </p:childTnLst>
                    </p:cTn>
                  </p:par>
                  <p:par>
                    <p:cTn id="483" fill="hold">
                      <p:stCondLst>
                        <p:cond delay="indefinite"/>
                      </p:stCondLst>
                      <p:childTnLst>
                        <p:par>
                          <p:cTn id="484" fill="hold">
                            <p:stCondLst>
                              <p:cond delay="0"/>
                            </p:stCondLst>
                            <p:childTnLst>
                              <p:par>
                                <p:cTn id="485" presetID="1" presetClass="entr" presetSubtype="0" fill="hold" nodeType="clickEffect">
                                  <p:stCondLst>
                                    <p:cond delay="0"/>
                                  </p:stCondLst>
                                  <p:childTnLst>
                                    <p:set>
                                      <p:cBhvr>
                                        <p:cTn id="486" dur="1" fill="hold">
                                          <p:stCondLst>
                                            <p:cond delay="0"/>
                                          </p:stCondLst>
                                        </p:cTn>
                                        <p:tgtEl>
                                          <p:spTgt spid="138">
                                            <p:txEl>
                                              <p:pRg st="3" end="3"/>
                                            </p:txEl>
                                          </p:spTgt>
                                        </p:tgtEl>
                                        <p:attrNameLst>
                                          <p:attrName>style.visibility</p:attrName>
                                        </p:attrNameLst>
                                      </p:cBhvr>
                                      <p:to>
                                        <p:strVal val="visible"/>
                                      </p:to>
                                    </p:set>
                                  </p:childTnLst>
                                </p:cTn>
                              </p:par>
                            </p:childTnLst>
                          </p:cTn>
                        </p:par>
                      </p:childTnLst>
                    </p:cTn>
                  </p:par>
                  <p:par>
                    <p:cTn id="487" fill="hold">
                      <p:stCondLst>
                        <p:cond delay="indefinite"/>
                      </p:stCondLst>
                      <p:childTnLst>
                        <p:par>
                          <p:cTn id="488" fill="hold">
                            <p:stCondLst>
                              <p:cond delay="0"/>
                            </p:stCondLst>
                            <p:childTnLst>
                              <p:par>
                                <p:cTn id="489" presetID="1" presetClass="entr" presetSubtype="0" fill="hold" nodeType="clickEffect">
                                  <p:stCondLst>
                                    <p:cond delay="0"/>
                                  </p:stCondLst>
                                  <p:childTnLst>
                                    <p:set>
                                      <p:cBhvr>
                                        <p:cTn id="490" dur="1" fill="hold">
                                          <p:stCondLst>
                                            <p:cond delay="0"/>
                                          </p:stCondLst>
                                        </p:cTn>
                                        <p:tgtEl>
                                          <p:spTgt spid="138">
                                            <p:txEl>
                                              <p:pRg st="4" end="4"/>
                                            </p:txEl>
                                          </p:spTgt>
                                        </p:tgtEl>
                                        <p:attrNameLst>
                                          <p:attrName>style.visibility</p:attrName>
                                        </p:attrNameLst>
                                      </p:cBhvr>
                                      <p:to>
                                        <p:strVal val="visible"/>
                                      </p:to>
                                    </p:set>
                                  </p:childTnLst>
                                </p:cTn>
                              </p:par>
                            </p:childTnLst>
                          </p:cTn>
                        </p:par>
                      </p:childTnLst>
                    </p:cTn>
                  </p:par>
                  <p:par>
                    <p:cTn id="491" fill="hold">
                      <p:stCondLst>
                        <p:cond delay="indefinite"/>
                      </p:stCondLst>
                      <p:childTnLst>
                        <p:par>
                          <p:cTn id="492" fill="hold">
                            <p:stCondLst>
                              <p:cond delay="0"/>
                            </p:stCondLst>
                            <p:childTnLst>
                              <p:par>
                                <p:cTn id="493" presetID="1" presetClass="entr" presetSubtype="0" fill="hold" nodeType="clickEffect">
                                  <p:stCondLst>
                                    <p:cond delay="0"/>
                                  </p:stCondLst>
                                  <p:childTnLst>
                                    <p:set>
                                      <p:cBhvr>
                                        <p:cTn id="494" dur="1" fill="hold">
                                          <p:stCondLst>
                                            <p:cond delay="0"/>
                                          </p:stCondLst>
                                        </p:cTn>
                                        <p:tgtEl>
                                          <p:spTgt spid="138">
                                            <p:txEl>
                                              <p:pRg st="5" end="5"/>
                                            </p:txEl>
                                          </p:spTgt>
                                        </p:tgtEl>
                                        <p:attrNameLst>
                                          <p:attrName>style.visibility</p:attrName>
                                        </p:attrNameLst>
                                      </p:cBhvr>
                                      <p:to>
                                        <p:strVal val="visible"/>
                                      </p:to>
                                    </p:set>
                                  </p:childTnLst>
                                </p:cTn>
                              </p:par>
                            </p:childTnLst>
                          </p:cTn>
                        </p:par>
                      </p:childTnLst>
                    </p:cTn>
                  </p:par>
                  <p:par>
                    <p:cTn id="495" fill="hold">
                      <p:stCondLst>
                        <p:cond delay="indefinite"/>
                      </p:stCondLst>
                      <p:childTnLst>
                        <p:par>
                          <p:cTn id="496" fill="hold">
                            <p:stCondLst>
                              <p:cond delay="0"/>
                            </p:stCondLst>
                            <p:childTnLst>
                              <p:par>
                                <p:cTn id="497" presetID="1" presetClass="entr" presetSubtype="0" fill="hold" nodeType="clickEffect">
                                  <p:stCondLst>
                                    <p:cond delay="0"/>
                                  </p:stCondLst>
                                  <p:childTnLst>
                                    <p:set>
                                      <p:cBhvr>
                                        <p:cTn id="498" dur="1" fill="hold">
                                          <p:stCondLst>
                                            <p:cond delay="0"/>
                                          </p:stCondLst>
                                        </p:cTn>
                                        <p:tgtEl>
                                          <p:spTgt spid="138">
                                            <p:txEl>
                                              <p:pRg st="6" end="6"/>
                                            </p:txEl>
                                          </p:spTgt>
                                        </p:tgtEl>
                                        <p:attrNameLst>
                                          <p:attrName>style.visibility</p:attrName>
                                        </p:attrNameLst>
                                      </p:cBhvr>
                                      <p:to>
                                        <p:strVal val="visible"/>
                                      </p:to>
                                    </p:set>
                                  </p:childTnLst>
                                </p:cTn>
                              </p:par>
                            </p:childTnLst>
                          </p:cTn>
                        </p:par>
                      </p:childTnLst>
                    </p:cTn>
                  </p:par>
                  <p:par>
                    <p:cTn id="499" fill="hold">
                      <p:stCondLst>
                        <p:cond delay="indefinite"/>
                      </p:stCondLst>
                      <p:childTnLst>
                        <p:par>
                          <p:cTn id="500" fill="hold">
                            <p:stCondLst>
                              <p:cond delay="0"/>
                            </p:stCondLst>
                            <p:childTnLst>
                              <p:par>
                                <p:cTn id="501" presetID="1" presetClass="entr" presetSubtype="0" fill="hold" nodeType="clickEffect">
                                  <p:stCondLst>
                                    <p:cond delay="0"/>
                                  </p:stCondLst>
                                  <p:childTnLst>
                                    <p:set>
                                      <p:cBhvr>
                                        <p:cTn id="502" dur="1" fill="hold">
                                          <p:stCondLst>
                                            <p:cond delay="0"/>
                                          </p:stCondLst>
                                        </p:cTn>
                                        <p:tgtEl>
                                          <p:spTgt spid="138">
                                            <p:txEl>
                                              <p:pRg st="7" end="7"/>
                                            </p:txEl>
                                          </p:spTgt>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nodeType="clickEffect">
                                  <p:stCondLst>
                                    <p:cond delay="0"/>
                                  </p:stCondLst>
                                  <p:childTnLst>
                                    <p:set>
                                      <p:cBhvr>
                                        <p:cTn id="506" dur="1" fill="hold">
                                          <p:stCondLst>
                                            <p:cond delay="0"/>
                                          </p:stCondLst>
                                        </p:cTn>
                                        <p:tgtEl>
                                          <p:spTgt spid="138">
                                            <p:txEl>
                                              <p:pRg st="8" end="8"/>
                                            </p:txEl>
                                          </p:spTgt>
                                        </p:tgtEl>
                                        <p:attrNameLst>
                                          <p:attrName>style.visibility</p:attrName>
                                        </p:attrNameLst>
                                      </p:cBhvr>
                                      <p:to>
                                        <p:strVal val="visible"/>
                                      </p:to>
                                    </p:set>
                                  </p:childTnLst>
                                </p:cTn>
                              </p:par>
                            </p:childTnLst>
                          </p:cTn>
                        </p:par>
                      </p:childTnLst>
                    </p:cTn>
                  </p:par>
                  <p:par>
                    <p:cTn id="507" fill="hold">
                      <p:stCondLst>
                        <p:cond delay="indefinite"/>
                      </p:stCondLst>
                      <p:childTnLst>
                        <p:par>
                          <p:cTn id="508" fill="hold">
                            <p:stCondLst>
                              <p:cond delay="0"/>
                            </p:stCondLst>
                            <p:childTnLst>
                              <p:par>
                                <p:cTn id="509" presetID="1" presetClass="entr" presetSubtype="0" fill="hold" nodeType="clickEffect">
                                  <p:stCondLst>
                                    <p:cond delay="0"/>
                                  </p:stCondLst>
                                  <p:childTnLst>
                                    <p:set>
                                      <p:cBhvr>
                                        <p:cTn id="510" dur="1" fill="hold">
                                          <p:stCondLst>
                                            <p:cond delay="0"/>
                                          </p:stCondLst>
                                        </p:cTn>
                                        <p:tgtEl>
                                          <p:spTgt spid="139">
                                            <p:txEl>
                                              <p:pRg st="0" end="0"/>
                                            </p:txEl>
                                          </p:spTgt>
                                        </p:tgtEl>
                                        <p:attrNameLst>
                                          <p:attrName>style.visibility</p:attrName>
                                        </p:attrNameLst>
                                      </p:cBhvr>
                                      <p:to>
                                        <p:strVal val="visible"/>
                                      </p:to>
                                    </p:set>
                                  </p:childTnLst>
                                </p:cTn>
                              </p:par>
                            </p:childTnLst>
                          </p:cTn>
                        </p:par>
                      </p:childTnLst>
                    </p:cTn>
                  </p:par>
                  <p:par>
                    <p:cTn id="511" fill="hold">
                      <p:stCondLst>
                        <p:cond delay="indefinite"/>
                      </p:stCondLst>
                      <p:childTnLst>
                        <p:par>
                          <p:cTn id="512" fill="hold">
                            <p:stCondLst>
                              <p:cond delay="0"/>
                            </p:stCondLst>
                            <p:childTnLst>
                              <p:par>
                                <p:cTn id="513" presetID="1" presetClass="entr" presetSubtype="0" fill="hold" nodeType="clickEffect">
                                  <p:stCondLst>
                                    <p:cond delay="0"/>
                                  </p:stCondLst>
                                  <p:childTnLst>
                                    <p:set>
                                      <p:cBhvr>
                                        <p:cTn id="514" dur="1" fill="hold">
                                          <p:stCondLst>
                                            <p:cond delay="0"/>
                                          </p:stCondLst>
                                        </p:cTn>
                                        <p:tgtEl>
                                          <p:spTgt spid="139">
                                            <p:txEl>
                                              <p:pRg st="1" end="1"/>
                                            </p:txEl>
                                          </p:spTgt>
                                        </p:tgtEl>
                                        <p:attrNameLst>
                                          <p:attrName>style.visibility</p:attrName>
                                        </p:attrNameLst>
                                      </p:cBhvr>
                                      <p:to>
                                        <p:strVal val="visible"/>
                                      </p:to>
                                    </p:set>
                                  </p:childTnLst>
                                </p:cTn>
                              </p:par>
                            </p:childTnLst>
                          </p:cTn>
                        </p:par>
                      </p:childTnLst>
                    </p:cTn>
                  </p:par>
                  <p:par>
                    <p:cTn id="515" fill="hold">
                      <p:stCondLst>
                        <p:cond delay="indefinite"/>
                      </p:stCondLst>
                      <p:childTnLst>
                        <p:par>
                          <p:cTn id="516" fill="hold">
                            <p:stCondLst>
                              <p:cond delay="0"/>
                            </p:stCondLst>
                            <p:childTnLst>
                              <p:par>
                                <p:cTn id="517" presetID="1" presetClass="entr" presetSubtype="0" fill="hold" nodeType="clickEffect">
                                  <p:stCondLst>
                                    <p:cond delay="0"/>
                                  </p:stCondLst>
                                  <p:childTnLst>
                                    <p:set>
                                      <p:cBhvr>
                                        <p:cTn id="518" dur="1" fill="hold">
                                          <p:stCondLst>
                                            <p:cond delay="0"/>
                                          </p:stCondLst>
                                        </p:cTn>
                                        <p:tgtEl>
                                          <p:spTgt spid="139">
                                            <p:txEl>
                                              <p:pRg st="2" end="2"/>
                                            </p:txEl>
                                          </p:spTgt>
                                        </p:tgtEl>
                                        <p:attrNameLst>
                                          <p:attrName>style.visibility</p:attrName>
                                        </p:attrNameLst>
                                      </p:cBhvr>
                                      <p:to>
                                        <p:strVal val="visible"/>
                                      </p:to>
                                    </p:set>
                                  </p:childTnLst>
                                </p:cTn>
                              </p:par>
                            </p:childTnLst>
                          </p:cTn>
                        </p:par>
                      </p:childTnLst>
                    </p:cTn>
                  </p:par>
                  <p:par>
                    <p:cTn id="519" fill="hold">
                      <p:stCondLst>
                        <p:cond delay="indefinite"/>
                      </p:stCondLst>
                      <p:childTnLst>
                        <p:par>
                          <p:cTn id="520" fill="hold">
                            <p:stCondLst>
                              <p:cond delay="0"/>
                            </p:stCondLst>
                            <p:childTnLst>
                              <p:par>
                                <p:cTn id="521" presetID="1" presetClass="entr" presetSubtype="0" fill="hold" nodeType="clickEffect">
                                  <p:stCondLst>
                                    <p:cond delay="0"/>
                                  </p:stCondLst>
                                  <p:childTnLst>
                                    <p:set>
                                      <p:cBhvr>
                                        <p:cTn id="522" dur="1" fill="hold">
                                          <p:stCondLst>
                                            <p:cond delay="0"/>
                                          </p:stCondLst>
                                        </p:cTn>
                                        <p:tgtEl>
                                          <p:spTgt spid="139">
                                            <p:txEl>
                                              <p:pRg st="3" end="3"/>
                                            </p:txEl>
                                          </p:spTgt>
                                        </p:tgtEl>
                                        <p:attrNameLst>
                                          <p:attrName>style.visibility</p:attrName>
                                        </p:attrNameLst>
                                      </p:cBhvr>
                                      <p:to>
                                        <p:strVal val="visible"/>
                                      </p:to>
                                    </p:set>
                                  </p:childTnLst>
                                </p:cTn>
                              </p:par>
                            </p:childTnLst>
                          </p:cTn>
                        </p:par>
                      </p:childTnLst>
                    </p:cTn>
                  </p:par>
                  <p:par>
                    <p:cTn id="523" fill="hold">
                      <p:stCondLst>
                        <p:cond delay="indefinite"/>
                      </p:stCondLst>
                      <p:childTnLst>
                        <p:par>
                          <p:cTn id="524" fill="hold">
                            <p:stCondLst>
                              <p:cond delay="0"/>
                            </p:stCondLst>
                            <p:childTnLst>
                              <p:par>
                                <p:cTn id="525" presetID="1" presetClass="entr" presetSubtype="0" fill="hold" nodeType="clickEffect">
                                  <p:stCondLst>
                                    <p:cond delay="0"/>
                                  </p:stCondLst>
                                  <p:childTnLst>
                                    <p:set>
                                      <p:cBhvr>
                                        <p:cTn id="526" dur="1" fill="hold">
                                          <p:stCondLst>
                                            <p:cond delay="0"/>
                                          </p:stCondLst>
                                        </p:cTn>
                                        <p:tgtEl>
                                          <p:spTgt spid="139">
                                            <p:txEl>
                                              <p:pRg st="4" end="4"/>
                                            </p:txEl>
                                          </p:spTgt>
                                        </p:tgtEl>
                                        <p:attrNameLst>
                                          <p:attrName>style.visibility</p:attrName>
                                        </p:attrNameLst>
                                      </p:cBhvr>
                                      <p:to>
                                        <p:strVal val="visible"/>
                                      </p:to>
                                    </p:set>
                                  </p:childTnLst>
                                </p:cTn>
                              </p:par>
                            </p:childTnLst>
                          </p:cTn>
                        </p:par>
                      </p:childTnLst>
                    </p:cTn>
                  </p:par>
                  <p:par>
                    <p:cTn id="527" fill="hold">
                      <p:stCondLst>
                        <p:cond delay="indefinite"/>
                      </p:stCondLst>
                      <p:childTnLst>
                        <p:par>
                          <p:cTn id="528" fill="hold">
                            <p:stCondLst>
                              <p:cond delay="0"/>
                            </p:stCondLst>
                            <p:childTnLst>
                              <p:par>
                                <p:cTn id="529" presetID="1" presetClass="entr" presetSubtype="0" fill="hold" nodeType="clickEffect">
                                  <p:stCondLst>
                                    <p:cond delay="0"/>
                                  </p:stCondLst>
                                  <p:childTnLst>
                                    <p:set>
                                      <p:cBhvr>
                                        <p:cTn id="530" dur="1" fill="hold">
                                          <p:stCondLst>
                                            <p:cond delay="0"/>
                                          </p:stCondLst>
                                        </p:cTn>
                                        <p:tgtEl>
                                          <p:spTgt spid="139">
                                            <p:txEl>
                                              <p:pRg st="5" end="5"/>
                                            </p:txEl>
                                          </p:spTgt>
                                        </p:tgtEl>
                                        <p:attrNameLst>
                                          <p:attrName>style.visibility</p:attrName>
                                        </p:attrNameLst>
                                      </p:cBhvr>
                                      <p:to>
                                        <p:strVal val="visible"/>
                                      </p:to>
                                    </p:set>
                                  </p:childTnLst>
                                </p:cTn>
                              </p:par>
                            </p:childTnLst>
                          </p:cTn>
                        </p:par>
                      </p:childTnLst>
                    </p:cTn>
                  </p:par>
                  <p:par>
                    <p:cTn id="531" fill="hold">
                      <p:stCondLst>
                        <p:cond delay="indefinite"/>
                      </p:stCondLst>
                      <p:childTnLst>
                        <p:par>
                          <p:cTn id="532" fill="hold">
                            <p:stCondLst>
                              <p:cond delay="0"/>
                            </p:stCondLst>
                            <p:childTnLst>
                              <p:par>
                                <p:cTn id="533" presetID="1" presetClass="entr" presetSubtype="0" fill="hold" nodeType="clickEffect">
                                  <p:stCondLst>
                                    <p:cond delay="0"/>
                                  </p:stCondLst>
                                  <p:childTnLst>
                                    <p:set>
                                      <p:cBhvr>
                                        <p:cTn id="534" dur="1" fill="hold">
                                          <p:stCondLst>
                                            <p:cond delay="0"/>
                                          </p:stCondLst>
                                        </p:cTn>
                                        <p:tgtEl>
                                          <p:spTgt spid="139">
                                            <p:txEl>
                                              <p:pRg st="6" end="6"/>
                                            </p:txEl>
                                          </p:spTgt>
                                        </p:tgtEl>
                                        <p:attrNameLst>
                                          <p:attrName>style.visibility</p:attrName>
                                        </p:attrNameLst>
                                      </p:cBhvr>
                                      <p:to>
                                        <p:strVal val="visible"/>
                                      </p:to>
                                    </p:set>
                                  </p:childTnLst>
                                </p:cTn>
                              </p:par>
                            </p:childTnLst>
                          </p:cTn>
                        </p:par>
                      </p:childTnLst>
                    </p:cTn>
                  </p:par>
                  <p:par>
                    <p:cTn id="535" fill="hold">
                      <p:stCondLst>
                        <p:cond delay="indefinite"/>
                      </p:stCondLst>
                      <p:childTnLst>
                        <p:par>
                          <p:cTn id="536" fill="hold">
                            <p:stCondLst>
                              <p:cond delay="0"/>
                            </p:stCondLst>
                            <p:childTnLst>
                              <p:par>
                                <p:cTn id="537" presetID="1" presetClass="entr" presetSubtype="0" fill="hold" nodeType="clickEffect">
                                  <p:stCondLst>
                                    <p:cond delay="0"/>
                                  </p:stCondLst>
                                  <p:childTnLst>
                                    <p:set>
                                      <p:cBhvr>
                                        <p:cTn id="538" dur="1" fill="hold">
                                          <p:stCondLst>
                                            <p:cond delay="0"/>
                                          </p:stCondLst>
                                        </p:cTn>
                                        <p:tgtEl>
                                          <p:spTgt spid="139">
                                            <p:txEl>
                                              <p:pRg st="7" end="7"/>
                                            </p:txEl>
                                          </p:spTgt>
                                        </p:tgtEl>
                                        <p:attrNameLst>
                                          <p:attrName>style.visibility</p:attrName>
                                        </p:attrNameLst>
                                      </p:cBhvr>
                                      <p:to>
                                        <p:strVal val="visible"/>
                                      </p:to>
                                    </p:set>
                                  </p:childTnLst>
                                </p:cTn>
                              </p:par>
                            </p:childTnLst>
                          </p:cTn>
                        </p:par>
                      </p:childTnLst>
                    </p:cTn>
                  </p:par>
                  <p:par>
                    <p:cTn id="539" fill="hold">
                      <p:stCondLst>
                        <p:cond delay="indefinite"/>
                      </p:stCondLst>
                      <p:childTnLst>
                        <p:par>
                          <p:cTn id="540" fill="hold">
                            <p:stCondLst>
                              <p:cond delay="0"/>
                            </p:stCondLst>
                            <p:childTnLst>
                              <p:par>
                                <p:cTn id="541" presetID="1" presetClass="entr" presetSubtype="0" fill="hold" nodeType="clickEffect">
                                  <p:stCondLst>
                                    <p:cond delay="0"/>
                                  </p:stCondLst>
                                  <p:childTnLst>
                                    <p:set>
                                      <p:cBhvr>
                                        <p:cTn id="542" dur="1" fill="hold">
                                          <p:stCondLst>
                                            <p:cond delay="0"/>
                                          </p:stCondLst>
                                        </p:cTn>
                                        <p:tgtEl>
                                          <p:spTgt spid="139">
                                            <p:txEl>
                                              <p:pRg st="8" end="8"/>
                                            </p:txEl>
                                          </p:spTgt>
                                        </p:tgtEl>
                                        <p:attrNameLst>
                                          <p:attrName>style.visibility</p:attrName>
                                        </p:attrNameLst>
                                      </p:cBhvr>
                                      <p:to>
                                        <p:strVal val="visible"/>
                                      </p:to>
                                    </p:set>
                                  </p:childTnLst>
                                </p:cTn>
                              </p:par>
                            </p:childTnLst>
                          </p:cTn>
                        </p:par>
                      </p:childTnLst>
                    </p:cTn>
                  </p:par>
                  <p:par>
                    <p:cTn id="543" fill="hold">
                      <p:stCondLst>
                        <p:cond delay="indefinite"/>
                      </p:stCondLst>
                      <p:childTnLst>
                        <p:par>
                          <p:cTn id="544" fill="hold">
                            <p:stCondLst>
                              <p:cond delay="0"/>
                            </p:stCondLst>
                            <p:childTnLst>
                              <p:par>
                                <p:cTn id="545" presetID="1" presetClass="entr" presetSubtype="0" fill="hold" nodeType="clickEffect">
                                  <p:stCondLst>
                                    <p:cond delay="0"/>
                                  </p:stCondLst>
                                  <p:childTnLst>
                                    <p:set>
                                      <p:cBhvr>
                                        <p:cTn id="546" dur="1" fill="hold">
                                          <p:stCondLst>
                                            <p:cond delay="0"/>
                                          </p:stCondLst>
                                        </p:cTn>
                                        <p:tgtEl>
                                          <p:spTgt spid="140">
                                            <p:txEl>
                                              <p:pRg st="0" end="0"/>
                                            </p:txEl>
                                          </p:spTgt>
                                        </p:tgtEl>
                                        <p:attrNameLst>
                                          <p:attrName>style.visibility</p:attrName>
                                        </p:attrNameLst>
                                      </p:cBhvr>
                                      <p:to>
                                        <p:strVal val="visible"/>
                                      </p:to>
                                    </p:set>
                                  </p:childTnLst>
                                </p:cTn>
                              </p:par>
                            </p:childTnLst>
                          </p:cTn>
                        </p:par>
                      </p:childTnLst>
                    </p:cTn>
                  </p:par>
                  <p:par>
                    <p:cTn id="547" fill="hold">
                      <p:stCondLst>
                        <p:cond delay="indefinite"/>
                      </p:stCondLst>
                      <p:childTnLst>
                        <p:par>
                          <p:cTn id="548" fill="hold">
                            <p:stCondLst>
                              <p:cond delay="0"/>
                            </p:stCondLst>
                            <p:childTnLst>
                              <p:par>
                                <p:cTn id="549" presetID="1" presetClass="entr" presetSubtype="0" fill="hold" nodeType="clickEffect">
                                  <p:stCondLst>
                                    <p:cond delay="0"/>
                                  </p:stCondLst>
                                  <p:childTnLst>
                                    <p:set>
                                      <p:cBhvr>
                                        <p:cTn id="550" dur="1" fill="hold">
                                          <p:stCondLst>
                                            <p:cond delay="0"/>
                                          </p:stCondLst>
                                        </p:cTn>
                                        <p:tgtEl>
                                          <p:spTgt spid="140">
                                            <p:txEl>
                                              <p:pRg st="1" end="1"/>
                                            </p:txEl>
                                          </p:spTgt>
                                        </p:tgtEl>
                                        <p:attrNameLst>
                                          <p:attrName>style.visibility</p:attrName>
                                        </p:attrNameLst>
                                      </p:cBhvr>
                                      <p:to>
                                        <p:strVal val="visible"/>
                                      </p:to>
                                    </p:set>
                                  </p:childTnLst>
                                </p:cTn>
                              </p:par>
                            </p:childTnLst>
                          </p:cTn>
                        </p:par>
                      </p:childTnLst>
                    </p:cTn>
                  </p:par>
                  <p:par>
                    <p:cTn id="551" fill="hold">
                      <p:stCondLst>
                        <p:cond delay="indefinite"/>
                      </p:stCondLst>
                      <p:childTnLst>
                        <p:par>
                          <p:cTn id="552" fill="hold">
                            <p:stCondLst>
                              <p:cond delay="0"/>
                            </p:stCondLst>
                            <p:childTnLst>
                              <p:par>
                                <p:cTn id="553" presetID="1" presetClass="entr" presetSubtype="0" fill="hold" nodeType="clickEffect">
                                  <p:stCondLst>
                                    <p:cond delay="0"/>
                                  </p:stCondLst>
                                  <p:childTnLst>
                                    <p:set>
                                      <p:cBhvr>
                                        <p:cTn id="554" dur="1" fill="hold">
                                          <p:stCondLst>
                                            <p:cond delay="0"/>
                                          </p:stCondLst>
                                        </p:cTn>
                                        <p:tgtEl>
                                          <p:spTgt spid="140">
                                            <p:txEl>
                                              <p:pRg st="2" end="2"/>
                                            </p:txEl>
                                          </p:spTgt>
                                        </p:tgtEl>
                                        <p:attrNameLst>
                                          <p:attrName>style.visibility</p:attrName>
                                        </p:attrNameLst>
                                      </p:cBhvr>
                                      <p:to>
                                        <p:strVal val="visible"/>
                                      </p:to>
                                    </p:set>
                                  </p:childTnLst>
                                </p:cTn>
                              </p:par>
                            </p:childTnLst>
                          </p:cTn>
                        </p:par>
                      </p:childTnLst>
                    </p:cTn>
                  </p:par>
                  <p:par>
                    <p:cTn id="555" fill="hold">
                      <p:stCondLst>
                        <p:cond delay="indefinite"/>
                      </p:stCondLst>
                      <p:childTnLst>
                        <p:par>
                          <p:cTn id="556" fill="hold">
                            <p:stCondLst>
                              <p:cond delay="0"/>
                            </p:stCondLst>
                            <p:childTnLst>
                              <p:par>
                                <p:cTn id="557" presetID="1" presetClass="entr" presetSubtype="0" fill="hold" nodeType="clickEffect">
                                  <p:stCondLst>
                                    <p:cond delay="0"/>
                                  </p:stCondLst>
                                  <p:childTnLst>
                                    <p:set>
                                      <p:cBhvr>
                                        <p:cTn id="558" dur="1" fill="hold">
                                          <p:stCondLst>
                                            <p:cond delay="0"/>
                                          </p:stCondLst>
                                        </p:cTn>
                                        <p:tgtEl>
                                          <p:spTgt spid="140">
                                            <p:txEl>
                                              <p:pRg st="3" end="3"/>
                                            </p:txEl>
                                          </p:spTgt>
                                        </p:tgtEl>
                                        <p:attrNameLst>
                                          <p:attrName>style.visibility</p:attrName>
                                        </p:attrNameLst>
                                      </p:cBhvr>
                                      <p:to>
                                        <p:strVal val="visible"/>
                                      </p:to>
                                    </p:set>
                                  </p:childTnLst>
                                </p:cTn>
                              </p:par>
                            </p:childTnLst>
                          </p:cTn>
                        </p:par>
                      </p:childTnLst>
                    </p:cTn>
                  </p:par>
                  <p:par>
                    <p:cTn id="559" fill="hold">
                      <p:stCondLst>
                        <p:cond delay="indefinite"/>
                      </p:stCondLst>
                      <p:childTnLst>
                        <p:par>
                          <p:cTn id="560" fill="hold">
                            <p:stCondLst>
                              <p:cond delay="0"/>
                            </p:stCondLst>
                            <p:childTnLst>
                              <p:par>
                                <p:cTn id="561" presetID="1" presetClass="entr" presetSubtype="0" fill="hold" nodeType="clickEffect">
                                  <p:stCondLst>
                                    <p:cond delay="0"/>
                                  </p:stCondLst>
                                  <p:childTnLst>
                                    <p:set>
                                      <p:cBhvr>
                                        <p:cTn id="562" dur="1" fill="hold">
                                          <p:stCondLst>
                                            <p:cond delay="0"/>
                                          </p:stCondLst>
                                        </p:cTn>
                                        <p:tgtEl>
                                          <p:spTgt spid="140">
                                            <p:txEl>
                                              <p:pRg st="4" end="4"/>
                                            </p:txEl>
                                          </p:spTgt>
                                        </p:tgtEl>
                                        <p:attrNameLst>
                                          <p:attrName>style.visibility</p:attrName>
                                        </p:attrNameLst>
                                      </p:cBhvr>
                                      <p:to>
                                        <p:strVal val="visible"/>
                                      </p:to>
                                    </p:set>
                                  </p:childTnLst>
                                </p:cTn>
                              </p:par>
                            </p:childTnLst>
                          </p:cTn>
                        </p:par>
                      </p:childTnLst>
                    </p:cTn>
                  </p:par>
                  <p:par>
                    <p:cTn id="563" fill="hold">
                      <p:stCondLst>
                        <p:cond delay="indefinite"/>
                      </p:stCondLst>
                      <p:childTnLst>
                        <p:par>
                          <p:cTn id="564" fill="hold">
                            <p:stCondLst>
                              <p:cond delay="0"/>
                            </p:stCondLst>
                            <p:childTnLst>
                              <p:par>
                                <p:cTn id="565" presetID="1" presetClass="entr" presetSubtype="0" fill="hold" nodeType="clickEffect">
                                  <p:stCondLst>
                                    <p:cond delay="0"/>
                                  </p:stCondLst>
                                  <p:childTnLst>
                                    <p:set>
                                      <p:cBhvr>
                                        <p:cTn id="566" dur="1" fill="hold">
                                          <p:stCondLst>
                                            <p:cond delay="0"/>
                                          </p:stCondLst>
                                        </p:cTn>
                                        <p:tgtEl>
                                          <p:spTgt spid="140">
                                            <p:txEl>
                                              <p:pRg st="5" end="5"/>
                                            </p:txEl>
                                          </p:spTgt>
                                        </p:tgtEl>
                                        <p:attrNameLst>
                                          <p:attrName>style.visibility</p:attrName>
                                        </p:attrNameLst>
                                      </p:cBhvr>
                                      <p:to>
                                        <p:strVal val="visible"/>
                                      </p:to>
                                    </p:set>
                                  </p:childTnLst>
                                </p:cTn>
                              </p:par>
                            </p:childTnLst>
                          </p:cTn>
                        </p:par>
                      </p:childTnLst>
                    </p:cTn>
                  </p:par>
                  <p:par>
                    <p:cTn id="567" fill="hold">
                      <p:stCondLst>
                        <p:cond delay="indefinite"/>
                      </p:stCondLst>
                      <p:childTnLst>
                        <p:par>
                          <p:cTn id="568" fill="hold">
                            <p:stCondLst>
                              <p:cond delay="0"/>
                            </p:stCondLst>
                            <p:childTnLst>
                              <p:par>
                                <p:cTn id="569" presetID="1" presetClass="entr" presetSubtype="0" fill="hold" nodeType="clickEffect">
                                  <p:stCondLst>
                                    <p:cond delay="0"/>
                                  </p:stCondLst>
                                  <p:childTnLst>
                                    <p:set>
                                      <p:cBhvr>
                                        <p:cTn id="570" dur="1" fill="hold">
                                          <p:stCondLst>
                                            <p:cond delay="0"/>
                                          </p:stCondLst>
                                        </p:cTn>
                                        <p:tgtEl>
                                          <p:spTgt spid="140">
                                            <p:txEl>
                                              <p:pRg st="6" end="6"/>
                                            </p:txEl>
                                          </p:spTgt>
                                        </p:tgtEl>
                                        <p:attrNameLst>
                                          <p:attrName>style.visibility</p:attrName>
                                        </p:attrNameLst>
                                      </p:cBhvr>
                                      <p:to>
                                        <p:strVal val="visible"/>
                                      </p:to>
                                    </p:set>
                                  </p:childTnLst>
                                </p:cTn>
                              </p:par>
                            </p:childTnLst>
                          </p:cTn>
                        </p:par>
                      </p:childTnLst>
                    </p:cTn>
                  </p:par>
                  <p:par>
                    <p:cTn id="571" fill="hold">
                      <p:stCondLst>
                        <p:cond delay="indefinite"/>
                      </p:stCondLst>
                      <p:childTnLst>
                        <p:par>
                          <p:cTn id="572" fill="hold">
                            <p:stCondLst>
                              <p:cond delay="0"/>
                            </p:stCondLst>
                            <p:childTnLst>
                              <p:par>
                                <p:cTn id="573" presetID="1" presetClass="entr" presetSubtype="0" fill="hold" nodeType="clickEffect">
                                  <p:stCondLst>
                                    <p:cond delay="0"/>
                                  </p:stCondLst>
                                  <p:childTnLst>
                                    <p:set>
                                      <p:cBhvr>
                                        <p:cTn id="574" dur="1" fill="hold">
                                          <p:stCondLst>
                                            <p:cond delay="0"/>
                                          </p:stCondLst>
                                        </p:cTn>
                                        <p:tgtEl>
                                          <p:spTgt spid="140">
                                            <p:txEl>
                                              <p:pRg st="7" end="7"/>
                                            </p:txEl>
                                          </p:spTgt>
                                        </p:tgtEl>
                                        <p:attrNameLst>
                                          <p:attrName>style.visibility</p:attrName>
                                        </p:attrNameLst>
                                      </p:cBhvr>
                                      <p:to>
                                        <p:strVal val="visible"/>
                                      </p:to>
                                    </p:set>
                                  </p:childTnLst>
                                </p:cTn>
                              </p:par>
                            </p:childTnLst>
                          </p:cTn>
                        </p:par>
                      </p:childTnLst>
                    </p:cTn>
                  </p:par>
                  <p:par>
                    <p:cTn id="575" fill="hold">
                      <p:stCondLst>
                        <p:cond delay="indefinite"/>
                      </p:stCondLst>
                      <p:childTnLst>
                        <p:par>
                          <p:cTn id="576" fill="hold">
                            <p:stCondLst>
                              <p:cond delay="0"/>
                            </p:stCondLst>
                            <p:childTnLst>
                              <p:par>
                                <p:cTn id="577" presetID="1" presetClass="entr" presetSubtype="0" fill="hold" nodeType="clickEffect">
                                  <p:stCondLst>
                                    <p:cond delay="0"/>
                                  </p:stCondLst>
                                  <p:childTnLst>
                                    <p:set>
                                      <p:cBhvr>
                                        <p:cTn id="578" dur="1" fill="hold">
                                          <p:stCondLst>
                                            <p:cond delay="0"/>
                                          </p:stCondLst>
                                        </p:cTn>
                                        <p:tgtEl>
                                          <p:spTgt spid="140">
                                            <p:txEl>
                                              <p:pRg st="8" end="8"/>
                                            </p:txEl>
                                          </p:spTgt>
                                        </p:tgtEl>
                                        <p:attrNameLst>
                                          <p:attrName>style.visibility</p:attrName>
                                        </p:attrNameLst>
                                      </p:cBhvr>
                                      <p:to>
                                        <p:strVal val="visible"/>
                                      </p:to>
                                    </p:set>
                                  </p:childTnLst>
                                </p:cTn>
                              </p:par>
                            </p:childTnLst>
                          </p:cTn>
                        </p:par>
                      </p:childTnLst>
                    </p:cTn>
                  </p:par>
                  <p:par>
                    <p:cTn id="579" fill="hold">
                      <p:stCondLst>
                        <p:cond delay="indefinite"/>
                      </p:stCondLst>
                      <p:childTnLst>
                        <p:par>
                          <p:cTn id="580" fill="hold">
                            <p:stCondLst>
                              <p:cond delay="0"/>
                            </p:stCondLst>
                            <p:childTnLst>
                              <p:par>
                                <p:cTn id="581" presetID="1" presetClass="entr" presetSubtype="0" fill="hold" nodeType="clickEffect">
                                  <p:stCondLst>
                                    <p:cond delay="0"/>
                                  </p:stCondLst>
                                  <p:childTnLst>
                                    <p:set>
                                      <p:cBhvr>
                                        <p:cTn id="582" dur="1" fill="hold">
                                          <p:stCondLst>
                                            <p:cond delay="0"/>
                                          </p:stCondLst>
                                        </p:cTn>
                                        <p:tgtEl>
                                          <p:spTgt spid="141">
                                            <p:txEl>
                                              <p:pRg st="0" end="0"/>
                                            </p:txEl>
                                          </p:spTgt>
                                        </p:tgtEl>
                                        <p:attrNameLst>
                                          <p:attrName>style.visibility</p:attrName>
                                        </p:attrNameLst>
                                      </p:cBhvr>
                                      <p:to>
                                        <p:strVal val="visible"/>
                                      </p:to>
                                    </p:set>
                                  </p:childTnLst>
                                </p:cTn>
                              </p:par>
                            </p:childTnLst>
                          </p:cTn>
                        </p:par>
                      </p:childTnLst>
                    </p:cTn>
                  </p:par>
                  <p:par>
                    <p:cTn id="583" fill="hold">
                      <p:stCondLst>
                        <p:cond delay="indefinite"/>
                      </p:stCondLst>
                      <p:childTnLst>
                        <p:par>
                          <p:cTn id="584" fill="hold">
                            <p:stCondLst>
                              <p:cond delay="0"/>
                            </p:stCondLst>
                            <p:childTnLst>
                              <p:par>
                                <p:cTn id="585" presetID="1" presetClass="entr" presetSubtype="0" fill="hold" nodeType="clickEffect">
                                  <p:stCondLst>
                                    <p:cond delay="0"/>
                                  </p:stCondLst>
                                  <p:childTnLst>
                                    <p:set>
                                      <p:cBhvr>
                                        <p:cTn id="586" dur="1" fill="hold">
                                          <p:stCondLst>
                                            <p:cond delay="0"/>
                                          </p:stCondLst>
                                        </p:cTn>
                                        <p:tgtEl>
                                          <p:spTgt spid="141">
                                            <p:txEl>
                                              <p:pRg st="1" end="1"/>
                                            </p:txEl>
                                          </p:spTgt>
                                        </p:tgtEl>
                                        <p:attrNameLst>
                                          <p:attrName>style.visibility</p:attrName>
                                        </p:attrNameLst>
                                      </p:cBhvr>
                                      <p:to>
                                        <p:strVal val="visible"/>
                                      </p:to>
                                    </p:set>
                                  </p:childTnLst>
                                </p:cTn>
                              </p:par>
                            </p:childTnLst>
                          </p:cTn>
                        </p:par>
                      </p:childTnLst>
                    </p:cTn>
                  </p:par>
                  <p:par>
                    <p:cTn id="587" fill="hold">
                      <p:stCondLst>
                        <p:cond delay="indefinite"/>
                      </p:stCondLst>
                      <p:childTnLst>
                        <p:par>
                          <p:cTn id="588" fill="hold">
                            <p:stCondLst>
                              <p:cond delay="0"/>
                            </p:stCondLst>
                            <p:childTnLst>
                              <p:par>
                                <p:cTn id="589" presetID="1" presetClass="entr" presetSubtype="0" fill="hold" nodeType="clickEffect">
                                  <p:stCondLst>
                                    <p:cond delay="0"/>
                                  </p:stCondLst>
                                  <p:childTnLst>
                                    <p:set>
                                      <p:cBhvr>
                                        <p:cTn id="590" dur="1" fill="hold">
                                          <p:stCondLst>
                                            <p:cond delay="0"/>
                                          </p:stCondLst>
                                        </p:cTn>
                                        <p:tgtEl>
                                          <p:spTgt spid="141">
                                            <p:txEl>
                                              <p:pRg st="2" end="2"/>
                                            </p:txEl>
                                          </p:spTgt>
                                        </p:tgtEl>
                                        <p:attrNameLst>
                                          <p:attrName>style.visibility</p:attrName>
                                        </p:attrNameLst>
                                      </p:cBhvr>
                                      <p:to>
                                        <p:strVal val="visible"/>
                                      </p:to>
                                    </p:set>
                                  </p:childTnLst>
                                </p:cTn>
                              </p:par>
                            </p:childTnLst>
                          </p:cTn>
                        </p:par>
                      </p:childTnLst>
                    </p:cTn>
                  </p:par>
                  <p:par>
                    <p:cTn id="591" fill="hold">
                      <p:stCondLst>
                        <p:cond delay="indefinite"/>
                      </p:stCondLst>
                      <p:childTnLst>
                        <p:par>
                          <p:cTn id="592" fill="hold">
                            <p:stCondLst>
                              <p:cond delay="0"/>
                            </p:stCondLst>
                            <p:childTnLst>
                              <p:par>
                                <p:cTn id="593" presetID="1" presetClass="entr" presetSubtype="0" fill="hold" nodeType="clickEffect">
                                  <p:stCondLst>
                                    <p:cond delay="0"/>
                                  </p:stCondLst>
                                  <p:childTnLst>
                                    <p:set>
                                      <p:cBhvr>
                                        <p:cTn id="594" dur="1" fill="hold">
                                          <p:stCondLst>
                                            <p:cond delay="0"/>
                                          </p:stCondLst>
                                        </p:cTn>
                                        <p:tgtEl>
                                          <p:spTgt spid="141">
                                            <p:txEl>
                                              <p:pRg st="3" end="3"/>
                                            </p:txEl>
                                          </p:spTgt>
                                        </p:tgtEl>
                                        <p:attrNameLst>
                                          <p:attrName>style.visibility</p:attrName>
                                        </p:attrNameLst>
                                      </p:cBhvr>
                                      <p:to>
                                        <p:strVal val="visible"/>
                                      </p:to>
                                    </p:set>
                                  </p:childTnLst>
                                </p:cTn>
                              </p:par>
                            </p:childTnLst>
                          </p:cTn>
                        </p:par>
                      </p:childTnLst>
                    </p:cTn>
                  </p:par>
                  <p:par>
                    <p:cTn id="595" fill="hold">
                      <p:stCondLst>
                        <p:cond delay="indefinite"/>
                      </p:stCondLst>
                      <p:childTnLst>
                        <p:par>
                          <p:cTn id="596" fill="hold">
                            <p:stCondLst>
                              <p:cond delay="0"/>
                            </p:stCondLst>
                            <p:childTnLst>
                              <p:par>
                                <p:cTn id="597" presetID="1" presetClass="entr" presetSubtype="0" fill="hold" nodeType="clickEffect">
                                  <p:stCondLst>
                                    <p:cond delay="0"/>
                                  </p:stCondLst>
                                  <p:childTnLst>
                                    <p:set>
                                      <p:cBhvr>
                                        <p:cTn id="598" dur="1" fill="hold">
                                          <p:stCondLst>
                                            <p:cond delay="0"/>
                                          </p:stCondLst>
                                        </p:cTn>
                                        <p:tgtEl>
                                          <p:spTgt spid="141">
                                            <p:txEl>
                                              <p:pRg st="4" end="4"/>
                                            </p:txEl>
                                          </p:spTgt>
                                        </p:tgtEl>
                                        <p:attrNameLst>
                                          <p:attrName>style.visibility</p:attrName>
                                        </p:attrNameLst>
                                      </p:cBhvr>
                                      <p:to>
                                        <p:strVal val="visible"/>
                                      </p:to>
                                    </p:set>
                                  </p:childTnLst>
                                </p:cTn>
                              </p:par>
                            </p:childTnLst>
                          </p:cTn>
                        </p:par>
                      </p:childTnLst>
                    </p:cTn>
                  </p:par>
                  <p:par>
                    <p:cTn id="599" fill="hold">
                      <p:stCondLst>
                        <p:cond delay="indefinite"/>
                      </p:stCondLst>
                      <p:childTnLst>
                        <p:par>
                          <p:cTn id="600" fill="hold">
                            <p:stCondLst>
                              <p:cond delay="0"/>
                            </p:stCondLst>
                            <p:childTnLst>
                              <p:par>
                                <p:cTn id="601" presetID="1" presetClass="entr" presetSubtype="0" fill="hold" nodeType="clickEffect">
                                  <p:stCondLst>
                                    <p:cond delay="0"/>
                                  </p:stCondLst>
                                  <p:childTnLst>
                                    <p:set>
                                      <p:cBhvr>
                                        <p:cTn id="602" dur="1" fill="hold">
                                          <p:stCondLst>
                                            <p:cond delay="0"/>
                                          </p:stCondLst>
                                        </p:cTn>
                                        <p:tgtEl>
                                          <p:spTgt spid="141">
                                            <p:txEl>
                                              <p:pRg st="5" end="5"/>
                                            </p:txEl>
                                          </p:spTgt>
                                        </p:tgtEl>
                                        <p:attrNameLst>
                                          <p:attrName>style.visibility</p:attrName>
                                        </p:attrNameLst>
                                      </p:cBhvr>
                                      <p:to>
                                        <p:strVal val="visible"/>
                                      </p:to>
                                    </p:set>
                                  </p:childTnLst>
                                </p:cTn>
                              </p:par>
                            </p:childTnLst>
                          </p:cTn>
                        </p:par>
                      </p:childTnLst>
                    </p:cTn>
                  </p:par>
                  <p:par>
                    <p:cTn id="603" fill="hold">
                      <p:stCondLst>
                        <p:cond delay="indefinite"/>
                      </p:stCondLst>
                      <p:childTnLst>
                        <p:par>
                          <p:cTn id="604" fill="hold">
                            <p:stCondLst>
                              <p:cond delay="0"/>
                            </p:stCondLst>
                            <p:childTnLst>
                              <p:par>
                                <p:cTn id="605" presetID="1" presetClass="entr" presetSubtype="0" fill="hold" nodeType="clickEffect">
                                  <p:stCondLst>
                                    <p:cond delay="0"/>
                                  </p:stCondLst>
                                  <p:childTnLst>
                                    <p:set>
                                      <p:cBhvr>
                                        <p:cTn id="606" dur="1" fill="hold">
                                          <p:stCondLst>
                                            <p:cond delay="0"/>
                                          </p:stCondLst>
                                        </p:cTn>
                                        <p:tgtEl>
                                          <p:spTgt spid="141">
                                            <p:txEl>
                                              <p:pRg st="6" end="6"/>
                                            </p:txEl>
                                          </p:spTgt>
                                        </p:tgtEl>
                                        <p:attrNameLst>
                                          <p:attrName>style.visibility</p:attrName>
                                        </p:attrNameLst>
                                      </p:cBhvr>
                                      <p:to>
                                        <p:strVal val="visible"/>
                                      </p:to>
                                    </p:set>
                                  </p:childTnLst>
                                </p:cTn>
                              </p:par>
                            </p:childTnLst>
                          </p:cTn>
                        </p:par>
                      </p:childTnLst>
                    </p:cTn>
                  </p:par>
                  <p:par>
                    <p:cTn id="607" fill="hold">
                      <p:stCondLst>
                        <p:cond delay="indefinite"/>
                      </p:stCondLst>
                      <p:childTnLst>
                        <p:par>
                          <p:cTn id="608" fill="hold">
                            <p:stCondLst>
                              <p:cond delay="0"/>
                            </p:stCondLst>
                            <p:childTnLst>
                              <p:par>
                                <p:cTn id="609" presetID="1" presetClass="entr" presetSubtype="0" fill="hold" nodeType="clickEffect">
                                  <p:stCondLst>
                                    <p:cond delay="0"/>
                                  </p:stCondLst>
                                  <p:childTnLst>
                                    <p:set>
                                      <p:cBhvr>
                                        <p:cTn id="610" dur="1" fill="hold">
                                          <p:stCondLst>
                                            <p:cond delay="0"/>
                                          </p:stCondLst>
                                        </p:cTn>
                                        <p:tgtEl>
                                          <p:spTgt spid="141">
                                            <p:txEl>
                                              <p:pRg st="7" end="7"/>
                                            </p:txEl>
                                          </p:spTgt>
                                        </p:tgtEl>
                                        <p:attrNameLst>
                                          <p:attrName>style.visibility</p:attrName>
                                        </p:attrNameLst>
                                      </p:cBhvr>
                                      <p:to>
                                        <p:strVal val="visible"/>
                                      </p:to>
                                    </p:set>
                                  </p:childTnLst>
                                </p:cTn>
                              </p:par>
                            </p:childTnLst>
                          </p:cTn>
                        </p:par>
                      </p:childTnLst>
                    </p:cTn>
                  </p:par>
                  <p:par>
                    <p:cTn id="611" fill="hold">
                      <p:stCondLst>
                        <p:cond delay="indefinite"/>
                      </p:stCondLst>
                      <p:childTnLst>
                        <p:par>
                          <p:cTn id="612" fill="hold">
                            <p:stCondLst>
                              <p:cond delay="0"/>
                            </p:stCondLst>
                            <p:childTnLst>
                              <p:par>
                                <p:cTn id="613" presetID="1" presetClass="entr" presetSubtype="0" fill="hold" nodeType="clickEffect">
                                  <p:stCondLst>
                                    <p:cond delay="0"/>
                                  </p:stCondLst>
                                  <p:childTnLst>
                                    <p:set>
                                      <p:cBhvr>
                                        <p:cTn id="614" dur="1" fill="hold">
                                          <p:stCondLst>
                                            <p:cond delay="0"/>
                                          </p:stCondLst>
                                        </p:cTn>
                                        <p:tgtEl>
                                          <p:spTgt spid="141">
                                            <p:txEl>
                                              <p:pRg st="8" end="8"/>
                                            </p:txEl>
                                          </p:spTgt>
                                        </p:tgtEl>
                                        <p:attrNameLst>
                                          <p:attrName>style.visibility</p:attrName>
                                        </p:attrNameLst>
                                      </p:cBhvr>
                                      <p:to>
                                        <p:strVal val="visible"/>
                                      </p:to>
                                    </p:set>
                                  </p:childTnLst>
                                </p:cTn>
                              </p:par>
                            </p:childTnLst>
                          </p:cTn>
                        </p:par>
                      </p:childTnLst>
                    </p:cTn>
                  </p:par>
                  <p:par>
                    <p:cTn id="615" fill="hold">
                      <p:stCondLst>
                        <p:cond delay="indefinite"/>
                      </p:stCondLst>
                      <p:childTnLst>
                        <p:par>
                          <p:cTn id="616" fill="hold">
                            <p:stCondLst>
                              <p:cond delay="0"/>
                            </p:stCondLst>
                            <p:childTnLst>
                              <p:par>
                                <p:cTn id="617" presetID="1" presetClass="entr" presetSubtype="0" fill="hold" nodeType="clickEffect">
                                  <p:stCondLst>
                                    <p:cond delay="0"/>
                                  </p:stCondLst>
                                  <p:childTnLst>
                                    <p:set>
                                      <p:cBhvr>
                                        <p:cTn id="618" dur="1" fill="hold">
                                          <p:stCondLst>
                                            <p:cond delay="0"/>
                                          </p:stCondLst>
                                        </p:cTn>
                                        <p:tgtEl>
                                          <p:spTgt spid="142">
                                            <p:txEl>
                                              <p:pRg st="0" end="0"/>
                                            </p:txEl>
                                          </p:spTgt>
                                        </p:tgtEl>
                                        <p:attrNameLst>
                                          <p:attrName>style.visibility</p:attrName>
                                        </p:attrNameLst>
                                      </p:cBhvr>
                                      <p:to>
                                        <p:strVal val="visible"/>
                                      </p:to>
                                    </p:set>
                                  </p:childTnLst>
                                </p:cTn>
                              </p:par>
                            </p:childTnLst>
                          </p:cTn>
                        </p:par>
                      </p:childTnLst>
                    </p:cTn>
                  </p:par>
                  <p:par>
                    <p:cTn id="619" fill="hold">
                      <p:stCondLst>
                        <p:cond delay="indefinite"/>
                      </p:stCondLst>
                      <p:childTnLst>
                        <p:par>
                          <p:cTn id="620" fill="hold">
                            <p:stCondLst>
                              <p:cond delay="0"/>
                            </p:stCondLst>
                            <p:childTnLst>
                              <p:par>
                                <p:cTn id="621" presetID="1" presetClass="entr" presetSubtype="0" fill="hold" nodeType="clickEffect">
                                  <p:stCondLst>
                                    <p:cond delay="0"/>
                                  </p:stCondLst>
                                  <p:childTnLst>
                                    <p:set>
                                      <p:cBhvr>
                                        <p:cTn id="622" dur="1" fill="hold">
                                          <p:stCondLst>
                                            <p:cond delay="0"/>
                                          </p:stCondLst>
                                        </p:cTn>
                                        <p:tgtEl>
                                          <p:spTgt spid="142">
                                            <p:txEl>
                                              <p:pRg st="1" end="1"/>
                                            </p:txEl>
                                          </p:spTgt>
                                        </p:tgtEl>
                                        <p:attrNameLst>
                                          <p:attrName>style.visibility</p:attrName>
                                        </p:attrNameLst>
                                      </p:cBhvr>
                                      <p:to>
                                        <p:strVal val="visible"/>
                                      </p:to>
                                    </p:set>
                                  </p:childTnLst>
                                </p:cTn>
                              </p:par>
                            </p:childTnLst>
                          </p:cTn>
                        </p:par>
                      </p:childTnLst>
                    </p:cTn>
                  </p:par>
                  <p:par>
                    <p:cTn id="623" fill="hold">
                      <p:stCondLst>
                        <p:cond delay="indefinite"/>
                      </p:stCondLst>
                      <p:childTnLst>
                        <p:par>
                          <p:cTn id="624" fill="hold">
                            <p:stCondLst>
                              <p:cond delay="0"/>
                            </p:stCondLst>
                            <p:childTnLst>
                              <p:par>
                                <p:cTn id="625" presetID="1" presetClass="entr" presetSubtype="0" fill="hold" nodeType="clickEffect">
                                  <p:stCondLst>
                                    <p:cond delay="0"/>
                                  </p:stCondLst>
                                  <p:childTnLst>
                                    <p:set>
                                      <p:cBhvr>
                                        <p:cTn id="626" dur="1" fill="hold">
                                          <p:stCondLst>
                                            <p:cond delay="0"/>
                                          </p:stCondLst>
                                        </p:cTn>
                                        <p:tgtEl>
                                          <p:spTgt spid="142">
                                            <p:txEl>
                                              <p:pRg st="2" end="2"/>
                                            </p:txEl>
                                          </p:spTgt>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nodeType="clickEffect">
                                  <p:stCondLst>
                                    <p:cond delay="0"/>
                                  </p:stCondLst>
                                  <p:childTnLst>
                                    <p:set>
                                      <p:cBhvr>
                                        <p:cTn id="630" dur="1" fill="hold">
                                          <p:stCondLst>
                                            <p:cond delay="0"/>
                                          </p:stCondLst>
                                        </p:cTn>
                                        <p:tgtEl>
                                          <p:spTgt spid="142">
                                            <p:txEl>
                                              <p:pRg st="3" end="3"/>
                                            </p:txEl>
                                          </p:spTgt>
                                        </p:tgtEl>
                                        <p:attrNameLst>
                                          <p:attrName>style.visibility</p:attrName>
                                        </p:attrNameLst>
                                      </p:cBhvr>
                                      <p:to>
                                        <p:strVal val="visible"/>
                                      </p:to>
                                    </p:set>
                                  </p:childTnLst>
                                </p:cTn>
                              </p:par>
                            </p:childTnLst>
                          </p:cTn>
                        </p:par>
                      </p:childTnLst>
                    </p:cTn>
                  </p:par>
                  <p:par>
                    <p:cTn id="631" fill="hold">
                      <p:stCondLst>
                        <p:cond delay="indefinite"/>
                      </p:stCondLst>
                      <p:childTnLst>
                        <p:par>
                          <p:cTn id="632" fill="hold">
                            <p:stCondLst>
                              <p:cond delay="0"/>
                            </p:stCondLst>
                            <p:childTnLst>
                              <p:par>
                                <p:cTn id="633" presetID="1" presetClass="entr" presetSubtype="0" fill="hold" nodeType="clickEffect">
                                  <p:stCondLst>
                                    <p:cond delay="0"/>
                                  </p:stCondLst>
                                  <p:childTnLst>
                                    <p:set>
                                      <p:cBhvr>
                                        <p:cTn id="634" dur="1" fill="hold">
                                          <p:stCondLst>
                                            <p:cond delay="0"/>
                                          </p:stCondLst>
                                        </p:cTn>
                                        <p:tgtEl>
                                          <p:spTgt spid="142">
                                            <p:txEl>
                                              <p:pRg st="4" end="4"/>
                                            </p:txEl>
                                          </p:spTgt>
                                        </p:tgtEl>
                                        <p:attrNameLst>
                                          <p:attrName>style.visibility</p:attrName>
                                        </p:attrNameLst>
                                      </p:cBhvr>
                                      <p:to>
                                        <p:strVal val="visible"/>
                                      </p:to>
                                    </p:set>
                                  </p:childTnLst>
                                </p:cTn>
                              </p:par>
                            </p:childTnLst>
                          </p:cTn>
                        </p:par>
                      </p:childTnLst>
                    </p:cTn>
                  </p:par>
                  <p:par>
                    <p:cTn id="635" fill="hold">
                      <p:stCondLst>
                        <p:cond delay="indefinite"/>
                      </p:stCondLst>
                      <p:childTnLst>
                        <p:par>
                          <p:cTn id="636" fill="hold">
                            <p:stCondLst>
                              <p:cond delay="0"/>
                            </p:stCondLst>
                            <p:childTnLst>
                              <p:par>
                                <p:cTn id="637" presetID="1" presetClass="entr" presetSubtype="0" fill="hold" nodeType="clickEffect">
                                  <p:stCondLst>
                                    <p:cond delay="0"/>
                                  </p:stCondLst>
                                  <p:childTnLst>
                                    <p:set>
                                      <p:cBhvr>
                                        <p:cTn id="638" dur="1" fill="hold">
                                          <p:stCondLst>
                                            <p:cond delay="0"/>
                                          </p:stCondLst>
                                        </p:cTn>
                                        <p:tgtEl>
                                          <p:spTgt spid="142">
                                            <p:txEl>
                                              <p:pRg st="5" end="5"/>
                                            </p:txEl>
                                          </p:spTgt>
                                        </p:tgtEl>
                                        <p:attrNameLst>
                                          <p:attrName>style.visibility</p:attrName>
                                        </p:attrNameLst>
                                      </p:cBhvr>
                                      <p:to>
                                        <p:strVal val="visible"/>
                                      </p:to>
                                    </p:set>
                                  </p:childTnLst>
                                </p:cTn>
                              </p:par>
                            </p:childTnLst>
                          </p:cTn>
                        </p:par>
                      </p:childTnLst>
                    </p:cTn>
                  </p:par>
                  <p:par>
                    <p:cTn id="639" fill="hold">
                      <p:stCondLst>
                        <p:cond delay="indefinite"/>
                      </p:stCondLst>
                      <p:childTnLst>
                        <p:par>
                          <p:cTn id="640" fill="hold">
                            <p:stCondLst>
                              <p:cond delay="0"/>
                            </p:stCondLst>
                            <p:childTnLst>
                              <p:par>
                                <p:cTn id="641" presetID="1" presetClass="entr" presetSubtype="0" fill="hold" nodeType="clickEffect">
                                  <p:stCondLst>
                                    <p:cond delay="0"/>
                                  </p:stCondLst>
                                  <p:childTnLst>
                                    <p:set>
                                      <p:cBhvr>
                                        <p:cTn id="642" dur="1" fill="hold">
                                          <p:stCondLst>
                                            <p:cond delay="0"/>
                                          </p:stCondLst>
                                        </p:cTn>
                                        <p:tgtEl>
                                          <p:spTgt spid="142">
                                            <p:txEl>
                                              <p:pRg st="6" end="6"/>
                                            </p:txEl>
                                          </p:spTgt>
                                        </p:tgtEl>
                                        <p:attrNameLst>
                                          <p:attrName>style.visibility</p:attrName>
                                        </p:attrNameLst>
                                      </p:cBhvr>
                                      <p:to>
                                        <p:strVal val="visible"/>
                                      </p:to>
                                    </p:set>
                                  </p:childTnLst>
                                </p:cTn>
                              </p:par>
                            </p:childTnLst>
                          </p:cTn>
                        </p:par>
                      </p:childTnLst>
                    </p:cTn>
                  </p:par>
                  <p:par>
                    <p:cTn id="643" fill="hold">
                      <p:stCondLst>
                        <p:cond delay="indefinite"/>
                      </p:stCondLst>
                      <p:childTnLst>
                        <p:par>
                          <p:cTn id="644" fill="hold">
                            <p:stCondLst>
                              <p:cond delay="0"/>
                            </p:stCondLst>
                            <p:childTnLst>
                              <p:par>
                                <p:cTn id="645" presetID="1" presetClass="entr" presetSubtype="0" fill="hold" nodeType="clickEffect">
                                  <p:stCondLst>
                                    <p:cond delay="0"/>
                                  </p:stCondLst>
                                  <p:childTnLst>
                                    <p:set>
                                      <p:cBhvr>
                                        <p:cTn id="646" dur="1" fill="hold">
                                          <p:stCondLst>
                                            <p:cond delay="0"/>
                                          </p:stCondLst>
                                        </p:cTn>
                                        <p:tgtEl>
                                          <p:spTgt spid="142">
                                            <p:txEl>
                                              <p:pRg st="7" end="7"/>
                                            </p:txEl>
                                          </p:spTgt>
                                        </p:tgtEl>
                                        <p:attrNameLst>
                                          <p:attrName>style.visibility</p:attrName>
                                        </p:attrNameLst>
                                      </p:cBhvr>
                                      <p:to>
                                        <p:strVal val="visible"/>
                                      </p:to>
                                    </p:set>
                                  </p:childTnLst>
                                </p:cTn>
                              </p:par>
                            </p:childTnLst>
                          </p:cTn>
                        </p:par>
                      </p:childTnLst>
                    </p:cTn>
                  </p:par>
                  <p:par>
                    <p:cTn id="647" fill="hold">
                      <p:stCondLst>
                        <p:cond delay="indefinite"/>
                      </p:stCondLst>
                      <p:childTnLst>
                        <p:par>
                          <p:cTn id="648" fill="hold">
                            <p:stCondLst>
                              <p:cond delay="0"/>
                            </p:stCondLst>
                            <p:childTnLst>
                              <p:par>
                                <p:cTn id="649" presetID="1" presetClass="entr" presetSubtype="0" fill="hold" nodeType="clickEffect">
                                  <p:stCondLst>
                                    <p:cond delay="0"/>
                                  </p:stCondLst>
                                  <p:childTnLst>
                                    <p:set>
                                      <p:cBhvr>
                                        <p:cTn id="650" dur="1" fill="hold">
                                          <p:stCondLst>
                                            <p:cond delay="0"/>
                                          </p:stCondLst>
                                        </p:cTn>
                                        <p:tgtEl>
                                          <p:spTgt spid="142">
                                            <p:txEl>
                                              <p:pRg st="8" end="8"/>
                                            </p:txEl>
                                          </p:spTgt>
                                        </p:tgtEl>
                                        <p:attrNameLst>
                                          <p:attrName>style.visibility</p:attrName>
                                        </p:attrNameLst>
                                      </p:cBhvr>
                                      <p:to>
                                        <p:strVal val="visible"/>
                                      </p:to>
                                    </p:set>
                                  </p:childTnLst>
                                </p:cTn>
                              </p:par>
                            </p:childTnLst>
                          </p:cTn>
                        </p:par>
                      </p:childTnLst>
                    </p:cTn>
                  </p:par>
                  <p:par>
                    <p:cTn id="651" fill="hold">
                      <p:stCondLst>
                        <p:cond delay="indefinite"/>
                      </p:stCondLst>
                      <p:childTnLst>
                        <p:par>
                          <p:cTn id="652" fill="hold">
                            <p:stCondLst>
                              <p:cond delay="0"/>
                            </p:stCondLst>
                            <p:childTnLst>
                              <p:par>
                                <p:cTn id="653" presetID="1" presetClass="entr" presetSubtype="0" fill="hold" nodeType="clickEffect">
                                  <p:stCondLst>
                                    <p:cond delay="0"/>
                                  </p:stCondLst>
                                  <p:childTnLst>
                                    <p:set>
                                      <p:cBhvr>
                                        <p:cTn id="654" dur="1" fill="hold">
                                          <p:stCondLst>
                                            <p:cond delay="0"/>
                                          </p:stCondLst>
                                        </p:cTn>
                                        <p:tgtEl>
                                          <p:spTgt spid="143">
                                            <p:txEl>
                                              <p:pRg st="0" end="0"/>
                                            </p:txEl>
                                          </p:spTgt>
                                        </p:tgtEl>
                                        <p:attrNameLst>
                                          <p:attrName>style.visibility</p:attrName>
                                        </p:attrNameLst>
                                      </p:cBhvr>
                                      <p:to>
                                        <p:strVal val="visible"/>
                                      </p:to>
                                    </p:set>
                                  </p:childTnLst>
                                </p:cTn>
                              </p:par>
                            </p:childTnLst>
                          </p:cTn>
                        </p:par>
                      </p:childTnLst>
                    </p:cTn>
                  </p:par>
                  <p:par>
                    <p:cTn id="655" fill="hold">
                      <p:stCondLst>
                        <p:cond delay="indefinite"/>
                      </p:stCondLst>
                      <p:childTnLst>
                        <p:par>
                          <p:cTn id="656" fill="hold">
                            <p:stCondLst>
                              <p:cond delay="0"/>
                            </p:stCondLst>
                            <p:childTnLst>
                              <p:par>
                                <p:cTn id="657" presetID="1" presetClass="entr" presetSubtype="0" fill="hold" nodeType="clickEffect">
                                  <p:stCondLst>
                                    <p:cond delay="0"/>
                                  </p:stCondLst>
                                  <p:childTnLst>
                                    <p:set>
                                      <p:cBhvr>
                                        <p:cTn id="658" dur="1" fill="hold">
                                          <p:stCondLst>
                                            <p:cond delay="0"/>
                                          </p:stCondLst>
                                        </p:cTn>
                                        <p:tgtEl>
                                          <p:spTgt spid="143">
                                            <p:txEl>
                                              <p:pRg st="1" end="1"/>
                                            </p:txEl>
                                          </p:spTgt>
                                        </p:tgtEl>
                                        <p:attrNameLst>
                                          <p:attrName>style.visibility</p:attrName>
                                        </p:attrNameLst>
                                      </p:cBhvr>
                                      <p:to>
                                        <p:strVal val="visible"/>
                                      </p:to>
                                    </p:set>
                                  </p:childTnLst>
                                </p:cTn>
                              </p:par>
                            </p:childTnLst>
                          </p:cTn>
                        </p:par>
                      </p:childTnLst>
                    </p:cTn>
                  </p:par>
                  <p:par>
                    <p:cTn id="659" fill="hold">
                      <p:stCondLst>
                        <p:cond delay="indefinite"/>
                      </p:stCondLst>
                      <p:childTnLst>
                        <p:par>
                          <p:cTn id="660" fill="hold">
                            <p:stCondLst>
                              <p:cond delay="0"/>
                            </p:stCondLst>
                            <p:childTnLst>
                              <p:par>
                                <p:cTn id="661" presetID="1" presetClass="entr" presetSubtype="0" fill="hold" nodeType="clickEffect">
                                  <p:stCondLst>
                                    <p:cond delay="0"/>
                                  </p:stCondLst>
                                  <p:childTnLst>
                                    <p:set>
                                      <p:cBhvr>
                                        <p:cTn id="662" dur="1" fill="hold">
                                          <p:stCondLst>
                                            <p:cond delay="0"/>
                                          </p:stCondLst>
                                        </p:cTn>
                                        <p:tgtEl>
                                          <p:spTgt spid="143">
                                            <p:txEl>
                                              <p:pRg st="2" end="2"/>
                                            </p:txEl>
                                          </p:spTgt>
                                        </p:tgtEl>
                                        <p:attrNameLst>
                                          <p:attrName>style.visibility</p:attrName>
                                        </p:attrNameLst>
                                      </p:cBhvr>
                                      <p:to>
                                        <p:strVal val="visible"/>
                                      </p:to>
                                    </p:set>
                                  </p:childTnLst>
                                </p:cTn>
                              </p:par>
                            </p:childTnLst>
                          </p:cTn>
                        </p:par>
                      </p:childTnLst>
                    </p:cTn>
                  </p:par>
                  <p:par>
                    <p:cTn id="663" fill="hold">
                      <p:stCondLst>
                        <p:cond delay="indefinite"/>
                      </p:stCondLst>
                      <p:childTnLst>
                        <p:par>
                          <p:cTn id="664" fill="hold">
                            <p:stCondLst>
                              <p:cond delay="0"/>
                            </p:stCondLst>
                            <p:childTnLst>
                              <p:par>
                                <p:cTn id="665" presetID="1" presetClass="entr" presetSubtype="0" fill="hold" nodeType="clickEffect">
                                  <p:stCondLst>
                                    <p:cond delay="0"/>
                                  </p:stCondLst>
                                  <p:childTnLst>
                                    <p:set>
                                      <p:cBhvr>
                                        <p:cTn id="666" dur="1" fill="hold">
                                          <p:stCondLst>
                                            <p:cond delay="0"/>
                                          </p:stCondLst>
                                        </p:cTn>
                                        <p:tgtEl>
                                          <p:spTgt spid="143">
                                            <p:txEl>
                                              <p:pRg st="3" end="3"/>
                                            </p:txEl>
                                          </p:spTgt>
                                        </p:tgtEl>
                                        <p:attrNameLst>
                                          <p:attrName>style.visibility</p:attrName>
                                        </p:attrNameLst>
                                      </p:cBhvr>
                                      <p:to>
                                        <p:strVal val="visible"/>
                                      </p:to>
                                    </p:set>
                                  </p:childTnLst>
                                </p:cTn>
                              </p:par>
                            </p:childTnLst>
                          </p:cTn>
                        </p:par>
                      </p:childTnLst>
                    </p:cTn>
                  </p:par>
                  <p:par>
                    <p:cTn id="667" fill="hold">
                      <p:stCondLst>
                        <p:cond delay="indefinite"/>
                      </p:stCondLst>
                      <p:childTnLst>
                        <p:par>
                          <p:cTn id="668" fill="hold">
                            <p:stCondLst>
                              <p:cond delay="0"/>
                            </p:stCondLst>
                            <p:childTnLst>
                              <p:par>
                                <p:cTn id="669" presetID="1" presetClass="entr" presetSubtype="0" fill="hold" nodeType="clickEffect">
                                  <p:stCondLst>
                                    <p:cond delay="0"/>
                                  </p:stCondLst>
                                  <p:childTnLst>
                                    <p:set>
                                      <p:cBhvr>
                                        <p:cTn id="670" dur="1" fill="hold">
                                          <p:stCondLst>
                                            <p:cond delay="0"/>
                                          </p:stCondLst>
                                        </p:cTn>
                                        <p:tgtEl>
                                          <p:spTgt spid="143">
                                            <p:txEl>
                                              <p:pRg st="4" end="4"/>
                                            </p:txEl>
                                          </p:spTgt>
                                        </p:tgtEl>
                                        <p:attrNameLst>
                                          <p:attrName>style.visibility</p:attrName>
                                        </p:attrNameLst>
                                      </p:cBhvr>
                                      <p:to>
                                        <p:strVal val="visible"/>
                                      </p:to>
                                    </p:set>
                                  </p:childTnLst>
                                </p:cTn>
                              </p:par>
                            </p:childTnLst>
                          </p:cTn>
                        </p:par>
                      </p:childTnLst>
                    </p:cTn>
                  </p:par>
                  <p:par>
                    <p:cTn id="671" fill="hold">
                      <p:stCondLst>
                        <p:cond delay="indefinite"/>
                      </p:stCondLst>
                      <p:childTnLst>
                        <p:par>
                          <p:cTn id="672" fill="hold">
                            <p:stCondLst>
                              <p:cond delay="0"/>
                            </p:stCondLst>
                            <p:childTnLst>
                              <p:par>
                                <p:cTn id="673" presetID="1" presetClass="entr" presetSubtype="0" fill="hold" nodeType="clickEffect">
                                  <p:stCondLst>
                                    <p:cond delay="0"/>
                                  </p:stCondLst>
                                  <p:childTnLst>
                                    <p:set>
                                      <p:cBhvr>
                                        <p:cTn id="674" dur="1" fill="hold">
                                          <p:stCondLst>
                                            <p:cond delay="0"/>
                                          </p:stCondLst>
                                        </p:cTn>
                                        <p:tgtEl>
                                          <p:spTgt spid="143">
                                            <p:txEl>
                                              <p:pRg st="5" end="5"/>
                                            </p:txEl>
                                          </p:spTgt>
                                        </p:tgtEl>
                                        <p:attrNameLst>
                                          <p:attrName>style.visibility</p:attrName>
                                        </p:attrNameLst>
                                      </p:cBhvr>
                                      <p:to>
                                        <p:strVal val="visible"/>
                                      </p:to>
                                    </p:set>
                                  </p:childTnLst>
                                </p:cTn>
                              </p:par>
                            </p:childTnLst>
                          </p:cTn>
                        </p:par>
                      </p:childTnLst>
                    </p:cTn>
                  </p:par>
                  <p:par>
                    <p:cTn id="675" fill="hold">
                      <p:stCondLst>
                        <p:cond delay="indefinite"/>
                      </p:stCondLst>
                      <p:childTnLst>
                        <p:par>
                          <p:cTn id="676" fill="hold">
                            <p:stCondLst>
                              <p:cond delay="0"/>
                            </p:stCondLst>
                            <p:childTnLst>
                              <p:par>
                                <p:cTn id="677" presetID="1" presetClass="entr" presetSubtype="0" fill="hold" nodeType="clickEffect">
                                  <p:stCondLst>
                                    <p:cond delay="0"/>
                                  </p:stCondLst>
                                  <p:childTnLst>
                                    <p:set>
                                      <p:cBhvr>
                                        <p:cTn id="678" dur="1" fill="hold">
                                          <p:stCondLst>
                                            <p:cond delay="0"/>
                                          </p:stCondLst>
                                        </p:cTn>
                                        <p:tgtEl>
                                          <p:spTgt spid="143">
                                            <p:txEl>
                                              <p:pRg st="6" end="6"/>
                                            </p:txEl>
                                          </p:spTgt>
                                        </p:tgtEl>
                                        <p:attrNameLst>
                                          <p:attrName>style.visibility</p:attrName>
                                        </p:attrNameLst>
                                      </p:cBhvr>
                                      <p:to>
                                        <p:strVal val="visible"/>
                                      </p:to>
                                    </p:set>
                                  </p:childTnLst>
                                </p:cTn>
                              </p:par>
                            </p:childTnLst>
                          </p:cTn>
                        </p:par>
                      </p:childTnLst>
                    </p:cTn>
                  </p:par>
                  <p:par>
                    <p:cTn id="679" fill="hold">
                      <p:stCondLst>
                        <p:cond delay="indefinite"/>
                      </p:stCondLst>
                      <p:childTnLst>
                        <p:par>
                          <p:cTn id="680" fill="hold">
                            <p:stCondLst>
                              <p:cond delay="0"/>
                            </p:stCondLst>
                            <p:childTnLst>
                              <p:par>
                                <p:cTn id="681" presetID="1" presetClass="entr" presetSubtype="0" fill="hold" nodeType="clickEffect">
                                  <p:stCondLst>
                                    <p:cond delay="0"/>
                                  </p:stCondLst>
                                  <p:childTnLst>
                                    <p:set>
                                      <p:cBhvr>
                                        <p:cTn id="682" dur="1" fill="hold">
                                          <p:stCondLst>
                                            <p:cond delay="0"/>
                                          </p:stCondLst>
                                        </p:cTn>
                                        <p:tgtEl>
                                          <p:spTgt spid="143">
                                            <p:txEl>
                                              <p:pRg st="7" end="7"/>
                                            </p:txEl>
                                          </p:spTgt>
                                        </p:tgtEl>
                                        <p:attrNameLst>
                                          <p:attrName>style.visibility</p:attrName>
                                        </p:attrNameLst>
                                      </p:cBhvr>
                                      <p:to>
                                        <p:strVal val="visible"/>
                                      </p:to>
                                    </p:set>
                                  </p:childTnLst>
                                </p:cTn>
                              </p:par>
                            </p:childTnLst>
                          </p:cTn>
                        </p:par>
                      </p:childTnLst>
                    </p:cTn>
                  </p:par>
                  <p:par>
                    <p:cTn id="683" fill="hold">
                      <p:stCondLst>
                        <p:cond delay="indefinite"/>
                      </p:stCondLst>
                      <p:childTnLst>
                        <p:par>
                          <p:cTn id="684" fill="hold">
                            <p:stCondLst>
                              <p:cond delay="0"/>
                            </p:stCondLst>
                            <p:childTnLst>
                              <p:par>
                                <p:cTn id="685" presetID="1" presetClass="entr" presetSubtype="0" fill="hold" nodeType="clickEffect">
                                  <p:stCondLst>
                                    <p:cond delay="0"/>
                                  </p:stCondLst>
                                  <p:childTnLst>
                                    <p:set>
                                      <p:cBhvr>
                                        <p:cTn id="686" dur="1" fill="hold">
                                          <p:stCondLst>
                                            <p:cond delay="0"/>
                                          </p:stCondLst>
                                        </p:cTn>
                                        <p:tgtEl>
                                          <p:spTgt spid="143">
                                            <p:txEl>
                                              <p:pRg st="8" end="8"/>
                                            </p:txEl>
                                          </p:spTgt>
                                        </p:tgtEl>
                                        <p:attrNameLst>
                                          <p:attrName>style.visibility</p:attrName>
                                        </p:attrNameLst>
                                      </p:cBhvr>
                                      <p:to>
                                        <p:strVal val="visible"/>
                                      </p:to>
                                    </p:set>
                                  </p:childTnLst>
                                </p:cTn>
                              </p:par>
                            </p:childTnLst>
                          </p:cTn>
                        </p:par>
                      </p:childTnLst>
                    </p:cTn>
                  </p:par>
                  <p:par>
                    <p:cTn id="687" fill="hold">
                      <p:stCondLst>
                        <p:cond delay="indefinite"/>
                      </p:stCondLst>
                      <p:childTnLst>
                        <p:par>
                          <p:cTn id="688" fill="hold">
                            <p:stCondLst>
                              <p:cond delay="0"/>
                            </p:stCondLst>
                            <p:childTnLst>
                              <p:par>
                                <p:cTn id="689" presetID="1" presetClass="entr" presetSubtype="0" fill="hold" nodeType="clickEffect">
                                  <p:stCondLst>
                                    <p:cond delay="0"/>
                                  </p:stCondLst>
                                  <p:childTnLst>
                                    <p:set>
                                      <p:cBhvr>
                                        <p:cTn id="690" dur="1" fill="hold">
                                          <p:stCondLst>
                                            <p:cond delay="0"/>
                                          </p:stCondLst>
                                        </p:cTn>
                                        <p:tgtEl>
                                          <p:spTgt spid="144">
                                            <p:txEl>
                                              <p:pRg st="0" end="0"/>
                                            </p:txEl>
                                          </p:spTgt>
                                        </p:tgtEl>
                                        <p:attrNameLst>
                                          <p:attrName>style.visibility</p:attrName>
                                        </p:attrNameLst>
                                      </p:cBhvr>
                                      <p:to>
                                        <p:strVal val="visible"/>
                                      </p:to>
                                    </p:set>
                                  </p:childTnLst>
                                </p:cTn>
                              </p:par>
                            </p:childTnLst>
                          </p:cTn>
                        </p:par>
                      </p:childTnLst>
                    </p:cTn>
                  </p:par>
                  <p:par>
                    <p:cTn id="691" fill="hold">
                      <p:stCondLst>
                        <p:cond delay="indefinite"/>
                      </p:stCondLst>
                      <p:childTnLst>
                        <p:par>
                          <p:cTn id="692" fill="hold">
                            <p:stCondLst>
                              <p:cond delay="0"/>
                            </p:stCondLst>
                            <p:childTnLst>
                              <p:par>
                                <p:cTn id="693" presetID="1" presetClass="entr" presetSubtype="0" fill="hold" nodeType="clickEffect">
                                  <p:stCondLst>
                                    <p:cond delay="0"/>
                                  </p:stCondLst>
                                  <p:childTnLst>
                                    <p:set>
                                      <p:cBhvr>
                                        <p:cTn id="694" dur="1" fill="hold">
                                          <p:stCondLst>
                                            <p:cond delay="0"/>
                                          </p:stCondLst>
                                        </p:cTn>
                                        <p:tgtEl>
                                          <p:spTgt spid="144">
                                            <p:txEl>
                                              <p:pRg st="1" end="1"/>
                                            </p:txEl>
                                          </p:spTgt>
                                        </p:tgtEl>
                                        <p:attrNameLst>
                                          <p:attrName>style.visibility</p:attrName>
                                        </p:attrNameLst>
                                      </p:cBhvr>
                                      <p:to>
                                        <p:strVal val="visible"/>
                                      </p:to>
                                    </p:set>
                                  </p:childTnLst>
                                </p:cTn>
                              </p:par>
                            </p:childTnLst>
                          </p:cTn>
                        </p:par>
                      </p:childTnLst>
                    </p:cTn>
                  </p:par>
                  <p:par>
                    <p:cTn id="695" fill="hold">
                      <p:stCondLst>
                        <p:cond delay="indefinite"/>
                      </p:stCondLst>
                      <p:childTnLst>
                        <p:par>
                          <p:cTn id="696" fill="hold">
                            <p:stCondLst>
                              <p:cond delay="0"/>
                            </p:stCondLst>
                            <p:childTnLst>
                              <p:par>
                                <p:cTn id="697" presetID="1" presetClass="entr" presetSubtype="0" fill="hold" nodeType="clickEffect">
                                  <p:stCondLst>
                                    <p:cond delay="0"/>
                                  </p:stCondLst>
                                  <p:childTnLst>
                                    <p:set>
                                      <p:cBhvr>
                                        <p:cTn id="698" dur="1" fill="hold">
                                          <p:stCondLst>
                                            <p:cond delay="0"/>
                                          </p:stCondLst>
                                        </p:cTn>
                                        <p:tgtEl>
                                          <p:spTgt spid="144">
                                            <p:txEl>
                                              <p:pRg st="2" end="2"/>
                                            </p:txEl>
                                          </p:spTgt>
                                        </p:tgtEl>
                                        <p:attrNameLst>
                                          <p:attrName>style.visibility</p:attrName>
                                        </p:attrNameLst>
                                      </p:cBhvr>
                                      <p:to>
                                        <p:strVal val="visible"/>
                                      </p:to>
                                    </p:set>
                                  </p:childTnLst>
                                </p:cTn>
                              </p:par>
                            </p:childTnLst>
                          </p:cTn>
                        </p:par>
                      </p:childTnLst>
                    </p:cTn>
                  </p:par>
                  <p:par>
                    <p:cTn id="699" fill="hold">
                      <p:stCondLst>
                        <p:cond delay="indefinite"/>
                      </p:stCondLst>
                      <p:childTnLst>
                        <p:par>
                          <p:cTn id="700" fill="hold">
                            <p:stCondLst>
                              <p:cond delay="0"/>
                            </p:stCondLst>
                            <p:childTnLst>
                              <p:par>
                                <p:cTn id="701" presetID="1" presetClass="entr" presetSubtype="0" fill="hold" nodeType="clickEffect">
                                  <p:stCondLst>
                                    <p:cond delay="0"/>
                                  </p:stCondLst>
                                  <p:childTnLst>
                                    <p:set>
                                      <p:cBhvr>
                                        <p:cTn id="702" dur="1" fill="hold">
                                          <p:stCondLst>
                                            <p:cond delay="0"/>
                                          </p:stCondLst>
                                        </p:cTn>
                                        <p:tgtEl>
                                          <p:spTgt spid="144">
                                            <p:txEl>
                                              <p:pRg st="3" end="3"/>
                                            </p:txEl>
                                          </p:spTgt>
                                        </p:tgtEl>
                                        <p:attrNameLst>
                                          <p:attrName>style.visibility</p:attrName>
                                        </p:attrNameLst>
                                      </p:cBhvr>
                                      <p:to>
                                        <p:strVal val="visible"/>
                                      </p:to>
                                    </p:set>
                                  </p:childTnLst>
                                </p:cTn>
                              </p:par>
                            </p:childTnLst>
                          </p:cTn>
                        </p:par>
                      </p:childTnLst>
                    </p:cTn>
                  </p:par>
                  <p:par>
                    <p:cTn id="703" fill="hold">
                      <p:stCondLst>
                        <p:cond delay="indefinite"/>
                      </p:stCondLst>
                      <p:childTnLst>
                        <p:par>
                          <p:cTn id="704" fill="hold">
                            <p:stCondLst>
                              <p:cond delay="0"/>
                            </p:stCondLst>
                            <p:childTnLst>
                              <p:par>
                                <p:cTn id="705" presetID="1" presetClass="entr" presetSubtype="0" fill="hold" nodeType="clickEffect">
                                  <p:stCondLst>
                                    <p:cond delay="0"/>
                                  </p:stCondLst>
                                  <p:childTnLst>
                                    <p:set>
                                      <p:cBhvr>
                                        <p:cTn id="706" dur="1" fill="hold">
                                          <p:stCondLst>
                                            <p:cond delay="0"/>
                                          </p:stCondLst>
                                        </p:cTn>
                                        <p:tgtEl>
                                          <p:spTgt spid="144">
                                            <p:txEl>
                                              <p:pRg st="4" end="4"/>
                                            </p:txEl>
                                          </p:spTgt>
                                        </p:tgtEl>
                                        <p:attrNameLst>
                                          <p:attrName>style.visibility</p:attrName>
                                        </p:attrNameLst>
                                      </p:cBhvr>
                                      <p:to>
                                        <p:strVal val="visible"/>
                                      </p:to>
                                    </p:set>
                                  </p:childTnLst>
                                </p:cTn>
                              </p:par>
                            </p:childTnLst>
                          </p:cTn>
                        </p:par>
                      </p:childTnLst>
                    </p:cTn>
                  </p:par>
                  <p:par>
                    <p:cTn id="707" fill="hold">
                      <p:stCondLst>
                        <p:cond delay="indefinite"/>
                      </p:stCondLst>
                      <p:childTnLst>
                        <p:par>
                          <p:cTn id="708" fill="hold">
                            <p:stCondLst>
                              <p:cond delay="0"/>
                            </p:stCondLst>
                            <p:childTnLst>
                              <p:par>
                                <p:cTn id="709" presetID="1" presetClass="entr" presetSubtype="0" fill="hold" nodeType="clickEffect">
                                  <p:stCondLst>
                                    <p:cond delay="0"/>
                                  </p:stCondLst>
                                  <p:childTnLst>
                                    <p:set>
                                      <p:cBhvr>
                                        <p:cTn id="710" dur="1" fill="hold">
                                          <p:stCondLst>
                                            <p:cond delay="0"/>
                                          </p:stCondLst>
                                        </p:cTn>
                                        <p:tgtEl>
                                          <p:spTgt spid="144">
                                            <p:txEl>
                                              <p:pRg st="5" end="5"/>
                                            </p:txEl>
                                          </p:spTgt>
                                        </p:tgtEl>
                                        <p:attrNameLst>
                                          <p:attrName>style.visibility</p:attrName>
                                        </p:attrNameLst>
                                      </p:cBhvr>
                                      <p:to>
                                        <p:strVal val="visible"/>
                                      </p:to>
                                    </p:set>
                                  </p:childTnLst>
                                </p:cTn>
                              </p:par>
                            </p:childTnLst>
                          </p:cTn>
                        </p:par>
                      </p:childTnLst>
                    </p:cTn>
                  </p:par>
                  <p:par>
                    <p:cTn id="711" fill="hold">
                      <p:stCondLst>
                        <p:cond delay="indefinite"/>
                      </p:stCondLst>
                      <p:childTnLst>
                        <p:par>
                          <p:cTn id="712" fill="hold">
                            <p:stCondLst>
                              <p:cond delay="0"/>
                            </p:stCondLst>
                            <p:childTnLst>
                              <p:par>
                                <p:cTn id="713" presetID="1" presetClass="entr" presetSubtype="0" fill="hold" nodeType="clickEffect">
                                  <p:stCondLst>
                                    <p:cond delay="0"/>
                                  </p:stCondLst>
                                  <p:childTnLst>
                                    <p:set>
                                      <p:cBhvr>
                                        <p:cTn id="714" dur="1" fill="hold">
                                          <p:stCondLst>
                                            <p:cond delay="0"/>
                                          </p:stCondLst>
                                        </p:cTn>
                                        <p:tgtEl>
                                          <p:spTgt spid="144">
                                            <p:txEl>
                                              <p:pRg st="6" end="6"/>
                                            </p:txEl>
                                          </p:spTgt>
                                        </p:tgtEl>
                                        <p:attrNameLst>
                                          <p:attrName>style.visibility</p:attrName>
                                        </p:attrNameLst>
                                      </p:cBhvr>
                                      <p:to>
                                        <p:strVal val="visible"/>
                                      </p:to>
                                    </p:set>
                                  </p:childTnLst>
                                </p:cTn>
                              </p:par>
                            </p:childTnLst>
                          </p:cTn>
                        </p:par>
                      </p:childTnLst>
                    </p:cTn>
                  </p:par>
                  <p:par>
                    <p:cTn id="715" fill="hold">
                      <p:stCondLst>
                        <p:cond delay="indefinite"/>
                      </p:stCondLst>
                      <p:childTnLst>
                        <p:par>
                          <p:cTn id="716" fill="hold">
                            <p:stCondLst>
                              <p:cond delay="0"/>
                            </p:stCondLst>
                            <p:childTnLst>
                              <p:par>
                                <p:cTn id="717" presetID="1" presetClass="entr" presetSubtype="0" fill="hold" nodeType="clickEffect">
                                  <p:stCondLst>
                                    <p:cond delay="0"/>
                                  </p:stCondLst>
                                  <p:childTnLst>
                                    <p:set>
                                      <p:cBhvr>
                                        <p:cTn id="718" dur="1" fill="hold">
                                          <p:stCondLst>
                                            <p:cond delay="0"/>
                                          </p:stCondLst>
                                        </p:cTn>
                                        <p:tgtEl>
                                          <p:spTgt spid="144">
                                            <p:txEl>
                                              <p:pRg st="7" end="7"/>
                                            </p:txEl>
                                          </p:spTgt>
                                        </p:tgtEl>
                                        <p:attrNameLst>
                                          <p:attrName>style.visibility</p:attrName>
                                        </p:attrNameLst>
                                      </p:cBhvr>
                                      <p:to>
                                        <p:strVal val="visible"/>
                                      </p:to>
                                    </p:set>
                                  </p:childTnLst>
                                </p:cTn>
                              </p:par>
                            </p:childTnLst>
                          </p:cTn>
                        </p:par>
                      </p:childTnLst>
                    </p:cTn>
                  </p:par>
                  <p:par>
                    <p:cTn id="719" fill="hold">
                      <p:stCondLst>
                        <p:cond delay="indefinite"/>
                      </p:stCondLst>
                      <p:childTnLst>
                        <p:par>
                          <p:cTn id="720" fill="hold">
                            <p:stCondLst>
                              <p:cond delay="0"/>
                            </p:stCondLst>
                            <p:childTnLst>
                              <p:par>
                                <p:cTn id="721" presetID="1" presetClass="entr" presetSubtype="0" fill="hold" nodeType="clickEffect">
                                  <p:stCondLst>
                                    <p:cond delay="0"/>
                                  </p:stCondLst>
                                  <p:childTnLst>
                                    <p:set>
                                      <p:cBhvr>
                                        <p:cTn id="722" dur="1" fill="hold">
                                          <p:stCondLst>
                                            <p:cond delay="0"/>
                                          </p:stCondLst>
                                        </p:cTn>
                                        <p:tgtEl>
                                          <p:spTgt spid="144">
                                            <p:txEl>
                                              <p:pRg st="8" end="8"/>
                                            </p:txEl>
                                          </p:spTgt>
                                        </p:tgtEl>
                                        <p:attrNameLst>
                                          <p:attrName>style.visibility</p:attrName>
                                        </p:attrNameLst>
                                      </p:cBhvr>
                                      <p:to>
                                        <p:strVal val="visible"/>
                                      </p:to>
                                    </p:set>
                                  </p:childTnLst>
                                </p:cTn>
                              </p:par>
                            </p:childTnLst>
                          </p:cTn>
                        </p:par>
                      </p:childTnLst>
                    </p:cTn>
                  </p:par>
                  <p:par>
                    <p:cTn id="723" fill="hold">
                      <p:stCondLst>
                        <p:cond delay="indefinite"/>
                      </p:stCondLst>
                      <p:childTnLst>
                        <p:par>
                          <p:cTn id="724" fill="hold">
                            <p:stCondLst>
                              <p:cond delay="0"/>
                            </p:stCondLst>
                            <p:childTnLst>
                              <p:par>
                                <p:cTn id="725" presetID="1" presetClass="entr" presetSubtype="0" fill="hold" nodeType="clickEffect">
                                  <p:stCondLst>
                                    <p:cond delay="0"/>
                                  </p:stCondLst>
                                  <p:childTnLst>
                                    <p:set>
                                      <p:cBhvr>
                                        <p:cTn id="726" dur="1" fill="hold">
                                          <p:stCondLst>
                                            <p:cond delay="0"/>
                                          </p:stCondLst>
                                        </p:cTn>
                                        <p:tgtEl>
                                          <p:spTgt spid="145">
                                            <p:txEl>
                                              <p:pRg st="0" end="0"/>
                                            </p:txEl>
                                          </p:spTgt>
                                        </p:tgtEl>
                                        <p:attrNameLst>
                                          <p:attrName>style.visibility</p:attrName>
                                        </p:attrNameLst>
                                      </p:cBhvr>
                                      <p:to>
                                        <p:strVal val="visible"/>
                                      </p:to>
                                    </p:set>
                                  </p:childTnLst>
                                </p:cTn>
                              </p:par>
                            </p:childTnLst>
                          </p:cTn>
                        </p:par>
                      </p:childTnLst>
                    </p:cTn>
                  </p:par>
                  <p:par>
                    <p:cTn id="727" fill="hold">
                      <p:stCondLst>
                        <p:cond delay="indefinite"/>
                      </p:stCondLst>
                      <p:childTnLst>
                        <p:par>
                          <p:cTn id="728" fill="hold">
                            <p:stCondLst>
                              <p:cond delay="0"/>
                            </p:stCondLst>
                            <p:childTnLst>
                              <p:par>
                                <p:cTn id="729" presetID="1" presetClass="entr" presetSubtype="0" fill="hold" nodeType="clickEffect">
                                  <p:stCondLst>
                                    <p:cond delay="0"/>
                                  </p:stCondLst>
                                  <p:childTnLst>
                                    <p:set>
                                      <p:cBhvr>
                                        <p:cTn id="730" dur="1" fill="hold">
                                          <p:stCondLst>
                                            <p:cond delay="0"/>
                                          </p:stCondLst>
                                        </p:cTn>
                                        <p:tgtEl>
                                          <p:spTgt spid="145">
                                            <p:txEl>
                                              <p:pRg st="1" end="1"/>
                                            </p:txEl>
                                          </p:spTgt>
                                        </p:tgtEl>
                                        <p:attrNameLst>
                                          <p:attrName>style.visibility</p:attrName>
                                        </p:attrNameLst>
                                      </p:cBhvr>
                                      <p:to>
                                        <p:strVal val="visible"/>
                                      </p:to>
                                    </p:set>
                                  </p:childTnLst>
                                </p:cTn>
                              </p:par>
                            </p:childTnLst>
                          </p:cTn>
                        </p:par>
                      </p:childTnLst>
                    </p:cTn>
                  </p:par>
                  <p:par>
                    <p:cTn id="731" fill="hold">
                      <p:stCondLst>
                        <p:cond delay="indefinite"/>
                      </p:stCondLst>
                      <p:childTnLst>
                        <p:par>
                          <p:cTn id="732" fill="hold">
                            <p:stCondLst>
                              <p:cond delay="0"/>
                            </p:stCondLst>
                            <p:childTnLst>
                              <p:par>
                                <p:cTn id="733" presetID="1" presetClass="entr" presetSubtype="0" fill="hold" nodeType="clickEffect">
                                  <p:stCondLst>
                                    <p:cond delay="0"/>
                                  </p:stCondLst>
                                  <p:childTnLst>
                                    <p:set>
                                      <p:cBhvr>
                                        <p:cTn id="734" dur="1" fill="hold">
                                          <p:stCondLst>
                                            <p:cond delay="0"/>
                                          </p:stCondLst>
                                        </p:cTn>
                                        <p:tgtEl>
                                          <p:spTgt spid="145">
                                            <p:txEl>
                                              <p:pRg st="2" end="2"/>
                                            </p:txEl>
                                          </p:spTgt>
                                        </p:tgtEl>
                                        <p:attrNameLst>
                                          <p:attrName>style.visibility</p:attrName>
                                        </p:attrNameLst>
                                      </p:cBhvr>
                                      <p:to>
                                        <p:strVal val="visible"/>
                                      </p:to>
                                    </p:set>
                                  </p:childTnLst>
                                </p:cTn>
                              </p:par>
                            </p:childTnLst>
                          </p:cTn>
                        </p:par>
                      </p:childTnLst>
                    </p:cTn>
                  </p:par>
                  <p:par>
                    <p:cTn id="735" fill="hold">
                      <p:stCondLst>
                        <p:cond delay="indefinite"/>
                      </p:stCondLst>
                      <p:childTnLst>
                        <p:par>
                          <p:cTn id="736" fill="hold">
                            <p:stCondLst>
                              <p:cond delay="0"/>
                            </p:stCondLst>
                            <p:childTnLst>
                              <p:par>
                                <p:cTn id="737" presetID="1" presetClass="entr" presetSubtype="0" fill="hold" nodeType="clickEffect">
                                  <p:stCondLst>
                                    <p:cond delay="0"/>
                                  </p:stCondLst>
                                  <p:childTnLst>
                                    <p:set>
                                      <p:cBhvr>
                                        <p:cTn id="738" dur="1" fill="hold">
                                          <p:stCondLst>
                                            <p:cond delay="0"/>
                                          </p:stCondLst>
                                        </p:cTn>
                                        <p:tgtEl>
                                          <p:spTgt spid="145">
                                            <p:txEl>
                                              <p:pRg st="3" end="3"/>
                                            </p:txEl>
                                          </p:spTgt>
                                        </p:tgtEl>
                                        <p:attrNameLst>
                                          <p:attrName>style.visibility</p:attrName>
                                        </p:attrNameLst>
                                      </p:cBhvr>
                                      <p:to>
                                        <p:strVal val="visible"/>
                                      </p:to>
                                    </p:set>
                                  </p:childTnLst>
                                </p:cTn>
                              </p:par>
                            </p:childTnLst>
                          </p:cTn>
                        </p:par>
                      </p:childTnLst>
                    </p:cTn>
                  </p:par>
                  <p:par>
                    <p:cTn id="739" fill="hold">
                      <p:stCondLst>
                        <p:cond delay="indefinite"/>
                      </p:stCondLst>
                      <p:childTnLst>
                        <p:par>
                          <p:cTn id="740" fill="hold">
                            <p:stCondLst>
                              <p:cond delay="0"/>
                            </p:stCondLst>
                            <p:childTnLst>
                              <p:par>
                                <p:cTn id="741" presetID="1" presetClass="entr" presetSubtype="0" fill="hold" nodeType="clickEffect">
                                  <p:stCondLst>
                                    <p:cond delay="0"/>
                                  </p:stCondLst>
                                  <p:childTnLst>
                                    <p:set>
                                      <p:cBhvr>
                                        <p:cTn id="742" dur="1" fill="hold">
                                          <p:stCondLst>
                                            <p:cond delay="0"/>
                                          </p:stCondLst>
                                        </p:cTn>
                                        <p:tgtEl>
                                          <p:spTgt spid="145">
                                            <p:txEl>
                                              <p:pRg st="4" end="4"/>
                                            </p:txEl>
                                          </p:spTgt>
                                        </p:tgtEl>
                                        <p:attrNameLst>
                                          <p:attrName>style.visibility</p:attrName>
                                        </p:attrNameLst>
                                      </p:cBhvr>
                                      <p:to>
                                        <p:strVal val="visible"/>
                                      </p:to>
                                    </p:set>
                                  </p:childTnLst>
                                </p:cTn>
                              </p:par>
                            </p:childTnLst>
                          </p:cTn>
                        </p:par>
                      </p:childTnLst>
                    </p:cTn>
                  </p:par>
                  <p:par>
                    <p:cTn id="743" fill="hold">
                      <p:stCondLst>
                        <p:cond delay="indefinite"/>
                      </p:stCondLst>
                      <p:childTnLst>
                        <p:par>
                          <p:cTn id="744" fill="hold">
                            <p:stCondLst>
                              <p:cond delay="0"/>
                            </p:stCondLst>
                            <p:childTnLst>
                              <p:par>
                                <p:cTn id="745" presetID="1" presetClass="entr" presetSubtype="0" fill="hold" nodeType="clickEffect">
                                  <p:stCondLst>
                                    <p:cond delay="0"/>
                                  </p:stCondLst>
                                  <p:childTnLst>
                                    <p:set>
                                      <p:cBhvr>
                                        <p:cTn id="746" dur="1" fill="hold">
                                          <p:stCondLst>
                                            <p:cond delay="0"/>
                                          </p:stCondLst>
                                        </p:cTn>
                                        <p:tgtEl>
                                          <p:spTgt spid="145">
                                            <p:txEl>
                                              <p:pRg st="5" end="5"/>
                                            </p:txEl>
                                          </p:spTgt>
                                        </p:tgtEl>
                                        <p:attrNameLst>
                                          <p:attrName>style.visibility</p:attrName>
                                        </p:attrNameLst>
                                      </p:cBhvr>
                                      <p:to>
                                        <p:strVal val="visible"/>
                                      </p:to>
                                    </p:set>
                                  </p:childTnLst>
                                </p:cTn>
                              </p:par>
                            </p:childTnLst>
                          </p:cTn>
                        </p:par>
                      </p:childTnLst>
                    </p:cTn>
                  </p:par>
                  <p:par>
                    <p:cTn id="747" fill="hold">
                      <p:stCondLst>
                        <p:cond delay="indefinite"/>
                      </p:stCondLst>
                      <p:childTnLst>
                        <p:par>
                          <p:cTn id="748" fill="hold">
                            <p:stCondLst>
                              <p:cond delay="0"/>
                            </p:stCondLst>
                            <p:childTnLst>
                              <p:par>
                                <p:cTn id="749" presetID="1" presetClass="entr" presetSubtype="0" fill="hold" nodeType="clickEffect">
                                  <p:stCondLst>
                                    <p:cond delay="0"/>
                                  </p:stCondLst>
                                  <p:childTnLst>
                                    <p:set>
                                      <p:cBhvr>
                                        <p:cTn id="750" dur="1" fill="hold">
                                          <p:stCondLst>
                                            <p:cond delay="0"/>
                                          </p:stCondLst>
                                        </p:cTn>
                                        <p:tgtEl>
                                          <p:spTgt spid="145">
                                            <p:txEl>
                                              <p:pRg st="6" end="6"/>
                                            </p:txEl>
                                          </p:spTgt>
                                        </p:tgtEl>
                                        <p:attrNameLst>
                                          <p:attrName>style.visibility</p:attrName>
                                        </p:attrNameLst>
                                      </p:cBhvr>
                                      <p:to>
                                        <p:strVal val="visible"/>
                                      </p:to>
                                    </p:set>
                                  </p:childTnLst>
                                </p:cTn>
                              </p:par>
                            </p:childTnLst>
                          </p:cTn>
                        </p:par>
                      </p:childTnLst>
                    </p:cTn>
                  </p:par>
                  <p:par>
                    <p:cTn id="751" fill="hold">
                      <p:stCondLst>
                        <p:cond delay="indefinite"/>
                      </p:stCondLst>
                      <p:childTnLst>
                        <p:par>
                          <p:cTn id="752" fill="hold">
                            <p:stCondLst>
                              <p:cond delay="0"/>
                            </p:stCondLst>
                            <p:childTnLst>
                              <p:par>
                                <p:cTn id="753" presetID="1" presetClass="entr" presetSubtype="0" fill="hold" nodeType="clickEffect">
                                  <p:stCondLst>
                                    <p:cond delay="0"/>
                                  </p:stCondLst>
                                  <p:childTnLst>
                                    <p:set>
                                      <p:cBhvr>
                                        <p:cTn id="754" dur="1" fill="hold">
                                          <p:stCondLst>
                                            <p:cond delay="0"/>
                                          </p:stCondLst>
                                        </p:cTn>
                                        <p:tgtEl>
                                          <p:spTgt spid="145">
                                            <p:txEl>
                                              <p:pRg st="7" end="7"/>
                                            </p:txEl>
                                          </p:spTgt>
                                        </p:tgtEl>
                                        <p:attrNameLst>
                                          <p:attrName>style.visibility</p:attrName>
                                        </p:attrNameLst>
                                      </p:cBhvr>
                                      <p:to>
                                        <p:strVal val="visible"/>
                                      </p:to>
                                    </p:set>
                                  </p:childTnLst>
                                </p:cTn>
                              </p:par>
                            </p:childTnLst>
                          </p:cTn>
                        </p:par>
                      </p:childTnLst>
                    </p:cTn>
                  </p:par>
                  <p:par>
                    <p:cTn id="755" fill="hold">
                      <p:stCondLst>
                        <p:cond delay="indefinite"/>
                      </p:stCondLst>
                      <p:childTnLst>
                        <p:par>
                          <p:cTn id="756" fill="hold">
                            <p:stCondLst>
                              <p:cond delay="0"/>
                            </p:stCondLst>
                            <p:childTnLst>
                              <p:par>
                                <p:cTn id="757" presetID="1" presetClass="entr" presetSubtype="0" fill="hold" nodeType="clickEffect">
                                  <p:stCondLst>
                                    <p:cond delay="0"/>
                                  </p:stCondLst>
                                  <p:childTnLst>
                                    <p:set>
                                      <p:cBhvr>
                                        <p:cTn id="758" dur="1" fill="hold">
                                          <p:stCondLst>
                                            <p:cond delay="0"/>
                                          </p:stCondLst>
                                        </p:cTn>
                                        <p:tgtEl>
                                          <p:spTgt spid="14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Activity 1">
  <p:cSld name="AUTOLAYOUT_1_1">
    <p:bg>
      <p:bgPr>
        <a:solidFill>
          <a:srgbClr val="FFFFFF"/>
        </a:solidFill>
        <a:effectLst/>
      </p:bgPr>
    </p:bg>
    <p:spTree>
      <p:nvGrpSpPr>
        <p:cNvPr id="1" name="Shape 146"/>
        <p:cNvGrpSpPr/>
        <p:nvPr/>
      </p:nvGrpSpPr>
      <p:grpSpPr>
        <a:xfrm>
          <a:off x="0" y="0"/>
          <a:ext cx="0" cy="0"/>
          <a:chOff x="0" y="0"/>
          <a:chExt cx="0" cy="0"/>
        </a:xfrm>
      </p:grpSpPr>
      <p:sp>
        <p:nvSpPr>
          <p:cNvPr id="147" name="Google Shape;147;p17"/>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17"/>
          <p:cNvSpPr txBox="1">
            <a:spLocks noGrp="1"/>
          </p:cNvSpPr>
          <p:nvPr>
            <p:ph type="body" idx="1"/>
          </p:nvPr>
        </p:nvSpPr>
        <p:spPr>
          <a:xfrm>
            <a:off x="65250" y="731625"/>
            <a:ext cx="8955900" cy="1146600"/>
          </a:xfrm>
          <a:prstGeom prst="rect">
            <a:avLst/>
          </a:prstGeom>
          <a:noFill/>
        </p:spPr>
        <p:txBody>
          <a:bodyPr spcFirstLastPara="1" wrap="square" lIns="91425" tIns="91425" rIns="91425" bIns="91425" anchor="t" anchorCtr="0">
            <a:sp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149" name="Google Shape;149;p17"/>
          <p:cNvSpPr txBox="1">
            <a:spLocks noGrp="1"/>
          </p:cNvSpPr>
          <p:nvPr>
            <p:ph type="sldNum" idx="12"/>
          </p:nvPr>
        </p:nvSpPr>
        <p:spPr>
          <a:xfrm>
            <a:off x="8472458" y="4663217"/>
            <a:ext cx="548700" cy="393600"/>
          </a:xfrm>
          <a:prstGeom prst="rect">
            <a:avLst/>
          </a:prstGeom>
          <a:noFill/>
        </p:spPr>
        <p:txBody>
          <a:bodyPr spcFirstLastPara="1" wrap="square" lIns="91425" tIns="91425" rIns="91425" bIns="91425" anchor="ctr" anchorCtr="0">
            <a:noAutofit/>
          </a:bodyPr>
          <a:lstStyle>
            <a:lvl1pPr lvl="0" algn="r" rtl="0">
              <a:lnSpc>
                <a:spcPct val="100000"/>
              </a:lnSpc>
              <a:spcAft>
                <a:spcPts val="0"/>
              </a:spcAft>
              <a:buNone/>
              <a:defRPr sz="1000">
                <a:solidFill>
                  <a:schemeClr val="dk2"/>
                </a:solidFill>
              </a:defRPr>
            </a:lvl1pPr>
            <a:lvl2pPr lvl="1" algn="r" rtl="0">
              <a:lnSpc>
                <a:spcPct val="100000"/>
              </a:lnSpc>
              <a:spcAft>
                <a:spcPts val="0"/>
              </a:spcAft>
              <a:buNone/>
              <a:defRPr sz="1000">
                <a:solidFill>
                  <a:schemeClr val="dk2"/>
                </a:solidFill>
              </a:defRPr>
            </a:lvl2pPr>
            <a:lvl3pPr lvl="2" algn="r" rtl="0">
              <a:lnSpc>
                <a:spcPct val="100000"/>
              </a:lnSpc>
              <a:spcAft>
                <a:spcPts val="0"/>
              </a:spcAft>
              <a:buNone/>
              <a:defRPr sz="1000">
                <a:solidFill>
                  <a:schemeClr val="dk2"/>
                </a:solidFill>
              </a:defRPr>
            </a:lvl3pPr>
            <a:lvl4pPr lvl="3" algn="r" rtl="0">
              <a:lnSpc>
                <a:spcPct val="100000"/>
              </a:lnSpc>
              <a:spcAft>
                <a:spcPts val="0"/>
              </a:spcAft>
              <a:buNone/>
              <a:defRPr sz="1000">
                <a:solidFill>
                  <a:schemeClr val="dk2"/>
                </a:solidFill>
              </a:defRPr>
            </a:lvl4pPr>
            <a:lvl5pPr lvl="4" algn="r" rtl="0">
              <a:lnSpc>
                <a:spcPct val="100000"/>
              </a:lnSpc>
              <a:spcAft>
                <a:spcPts val="0"/>
              </a:spcAft>
              <a:buNone/>
              <a:defRPr sz="1000">
                <a:solidFill>
                  <a:schemeClr val="dk2"/>
                </a:solidFill>
              </a:defRPr>
            </a:lvl5pPr>
            <a:lvl6pPr lvl="5" algn="r" rtl="0">
              <a:lnSpc>
                <a:spcPct val="100000"/>
              </a:lnSpc>
              <a:spcAft>
                <a:spcPts val="0"/>
              </a:spcAft>
              <a:buNone/>
              <a:defRPr sz="1000">
                <a:solidFill>
                  <a:schemeClr val="dk2"/>
                </a:solidFill>
              </a:defRPr>
            </a:lvl6pPr>
            <a:lvl7pPr lvl="6" algn="r" rtl="0">
              <a:lnSpc>
                <a:spcPct val="100000"/>
              </a:lnSpc>
              <a:spcAft>
                <a:spcPts val="0"/>
              </a:spcAft>
              <a:buNone/>
              <a:defRPr sz="1000">
                <a:solidFill>
                  <a:schemeClr val="dk2"/>
                </a:solidFill>
              </a:defRPr>
            </a:lvl7pPr>
            <a:lvl8pPr lvl="7" algn="r" rtl="0">
              <a:lnSpc>
                <a:spcPct val="100000"/>
              </a:lnSpc>
              <a:spcAft>
                <a:spcPts val="0"/>
              </a:spcAft>
              <a:buNone/>
              <a:defRPr sz="1000">
                <a:solidFill>
                  <a:schemeClr val="dk2"/>
                </a:solidFill>
              </a:defRPr>
            </a:lvl8pPr>
            <a:lvl9pPr lvl="8" algn="r" rtl="0">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150" name="Google Shape;150;p17"/>
          <p:cNvSpPr txBox="1">
            <a:spLocks noGrp="1"/>
          </p:cNvSpPr>
          <p:nvPr>
            <p:ph type="body" idx="2"/>
          </p:nvPr>
        </p:nvSpPr>
        <p:spPr>
          <a:xfrm>
            <a:off x="4420400" y="2013125"/>
            <a:ext cx="4520700" cy="28287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51" name="Google Shape;151;p17"/>
          <p:cNvSpPr/>
          <p:nvPr/>
        </p:nvSpPr>
        <p:spPr>
          <a:xfrm>
            <a:off x="1365175" y="0"/>
            <a:ext cx="7778700" cy="6456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17"/>
          <p:cNvSpPr txBox="1">
            <a:spLocks noGrp="1"/>
          </p:cNvSpPr>
          <p:nvPr>
            <p:ph type="title"/>
          </p:nvPr>
        </p:nvSpPr>
        <p:spPr>
          <a:xfrm>
            <a:off x="1436850" y="100"/>
            <a:ext cx="7642500" cy="596700"/>
          </a:xfrm>
          <a:prstGeom prst="rect">
            <a:avLst/>
          </a:prstGeom>
          <a:noFill/>
        </p:spPr>
        <p:txBody>
          <a:bodyPr spcFirstLastPara="1" wrap="square" lIns="91425" tIns="91425" rIns="91425" bIns="91425" anchor="ctr" anchorCtr="0">
            <a:spAutoFit/>
          </a:bodyPr>
          <a:lstStyle>
            <a:lvl1pPr lvl="0" algn="l"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153" name="Google Shape;153;p17"/>
          <p:cNvSpPr/>
          <p:nvPr/>
        </p:nvSpPr>
        <p:spPr>
          <a:xfrm>
            <a:off x="0" y="0"/>
            <a:ext cx="1365300" cy="6456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17"/>
          <p:cNvSpPr txBox="1">
            <a:spLocks noGrp="1"/>
          </p:cNvSpPr>
          <p:nvPr>
            <p:ph type="title" idx="3"/>
          </p:nvPr>
        </p:nvSpPr>
        <p:spPr>
          <a:xfrm>
            <a:off x="65250" y="100"/>
            <a:ext cx="1253700" cy="596700"/>
          </a:xfrm>
          <a:prstGeom prst="rect">
            <a:avLst/>
          </a:prstGeom>
          <a:noFill/>
        </p:spPr>
        <p:txBody>
          <a:bodyPr spcFirstLastPara="1" wrap="square" lIns="91425" tIns="91425" rIns="91425" bIns="91425" anchor="ctr" anchorCtr="0">
            <a:spAutoFit/>
          </a:bodyPr>
          <a:lstStyle>
            <a:lvl1pPr lvl="0" algn="r"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155" name="Google Shape;155;p17"/>
          <p:cNvSpPr txBox="1">
            <a:spLocks noGrp="1"/>
          </p:cNvSpPr>
          <p:nvPr>
            <p:ph type="body" idx="4"/>
          </p:nvPr>
        </p:nvSpPr>
        <p:spPr>
          <a:xfrm>
            <a:off x="141600" y="4156900"/>
            <a:ext cx="3023700" cy="47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160"/>
        <p:cNvGrpSpPr/>
        <p:nvPr/>
      </p:nvGrpSpPr>
      <p:grpSpPr>
        <a:xfrm>
          <a:off x="0" y="0"/>
          <a:ext cx="0" cy="0"/>
          <a:chOff x="0" y="0"/>
          <a:chExt cx="0" cy="0"/>
        </a:xfrm>
      </p:grpSpPr>
      <p:sp>
        <p:nvSpPr>
          <p:cNvPr id="161" name="Google Shape;161;p19"/>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62" name="Google Shape;162;p19"/>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63" name="Google Shape;163;p19"/>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lt2"/>
              </a:buClr>
              <a:buSzPts val="1600"/>
              <a:buNone/>
              <a:defRPr sz="1600">
                <a:solidFill>
                  <a:schemeClr val="lt2"/>
                </a:solidFill>
              </a:defRPr>
            </a:lvl1pPr>
            <a:lvl2pPr lvl="1">
              <a:lnSpc>
                <a:spcPct val="100000"/>
              </a:lnSpc>
              <a:spcBef>
                <a:spcPts val="0"/>
              </a:spcBef>
              <a:spcAft>
                <a:spcPts val="0"/>
              </a:spcAft>
              <a:buClr>
                <a:schemeClr val="lt2"/>
              </a:buClr>
              <a:buSzPts val="1600"/>
              <a:buNone/>
              <a:defRPr sz="1600">
                <a:solidFill>
                  <a:schemeClr val="lt2"/>
                </a:solidFill>
              </a:defRPr>
            </a:lvl2pPr>
            <a:lvl3pPr lvl="2">
              <a:lnSpc>
                <a:spcPct val="100000"/>
              </a:lnSpc>
              <a:spcBef>
                <a:spcPts val="0"/>
              </a:spcBef>
              <a:spcAft>
                <a:spcPts val="0"/>
              </a:spcAft>
              <a:buClr>
                <a:schemeClr val="lt2"/>
              </a:buClr>
              <a:buSzPts val="1600"/>
              <a:buNone/>
              <a:defRPr sz="1600">
                <a:solidFill>
                  <a:schemeClr val="lt2"/>
                </a:solidFill>
              </a:defRPr>
            </a:lvl3pPr>
            <a:lvl4pPr lvl="3">
              <a:lnSpc>
                <a:spcPct val="100000"/>
              </a:lnSpc>
              <a:spcBef>
                <a:spcPts val="0"/>
              </a:spcBef>
              <a:spcAft>
                <a:spcPts val="0"/>
              </a:spcAft>
              <a:buClr>
                <a:schemeClr val="lt2"/>
              </a:buClr>
              <a:buSzPts val="1600"/>
              <a:buNone/>
              <a:defRPr sz="1600">
                <a:solidFill>
                  <a:schemeClr val="lt2"/>
                </a:solidFill>
              </a:defRPr>
            </a:lvl4pPr>
            <a:lvl5pPr lvl="4">
              <a:lnSpc>
                <a:spcPct val="100000"/>
              </a:lnSpc>
              <a:spcBef>
                <a:spcPts val="0"/>
              </a:spcBef>
              <a:spcAft>
                <a:spcPts val="0"/>
              </a:spcAft>
              <a:buClr>
                <a:schemeClr val="lt2"/>
              </a:buClr>
              <a:buSzPts val="1600"/>
              <a:buNone/>
              <a:defRPr sz="1600">
                <a:solidFill>
                  <a:schemeClr val="lt2"/>
                </a:solidFill>
              </a:defRPr>
            </a:lvl5pPr>
            <a:lvl6pPr lvl="5">
              <a:lnSpc>
                <a:spcPct val="100000"/>
              </a:lnSpc>
              <a:spcBef>
                <a:spcPts val="0"/>
              </a:spcBef>
              <a:spcAft>
                <a:spcPts val="0"/>
              </a:spcAft>
              <a:buClr>
                <a:schemeClr val="lt2"/>
              </a:buClr>
              <a:buSzPts val="1600"/>
              <a:buNone/>
              <a:defRPr sz="1600">
                <a:solidFill>
                  <a:schemeClr val="lt2"/>
                </a:solidFill>
              </a:defRPr>
            </a:lvl6pPr>
            <a:lvl7pPr lvl="6">
              <a:lnSpc>
                <a:spcPct val="100000"/>
              </a:lnSpc>
              <a:spcBef>
                <a:spcPts val="0"/>
              </a:spcBef>
              <a:spcAft>
                <a:spcPts val="0"/>
              </a:spcAft>
              <a:buClr>
                <a:schemeClr val="lt2"/>
              </a:buClr>
              <a:buSzPts val="1600"/>
              <a:buNone/>
              <a:defRPr sz="1600">
                <a:solidFill>
                  <a:schemeClr val="lt2"/>
                </a:solidFill>
              </a:defRPr>
            </a:lvl7pPr>
            <a:lvl8pPr lvl="7">
              <a:lnSpc>
                <a:spcPct val="100000"/>
              </a:lnSpc>
              <a:spcBef>
                <a:spcPts val="0"/>
              </a:spcBef>
              <a:spcAft>
                <a:spcPts val="0"/>
              </a:spcAft>
              <a:buClr>
                <a:schemeClr val="lt2"/>
              </a:buClr>
              <a:buSzPts val="1600"/>
              <a:buNone/>
              <a:defRPr sz="1600">
                <a:solidFill>
                  <a:schemeClr val="lt2"/>
                </a:solidFill>
              </a:defRPr>
            </a:lvl8pPr>
            <a:lvl9pPr lvl="8">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64" name="Google Shape;164;p19"/>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65"/>
        <p:cNvGrpSpPr/>
        <p:nvPr/>
      </p:nvGrpSpPr>
      <p:grpSpPr>
        <a:xfrm>
          <a:off x="0" y="0"/>
          <a:ext cx="0" cy="0"/>
          <a:chOff x="0" y="0"/>
          <a:chExt cx="0" cy="0"/>
        </a:xfrm>
      </p:grpSpPr>
      <p:sp>
        <p:nvSpPr>
          <p:cNvPr id="166" name="Google Shape;166;p20"/>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67" name="Google Shape;167;p20"/>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68" name="Google Shape;168;p20"/>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69" name="Google Shape;169;p20"/>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0"/>
        <p:cNvGrpSpPr/>
        <p:nvPr/>
      </p:nvGrpSpPr>
      <p:grpSpPr>
        <a:xfrm>
          <a:off x="0" y="0"/>
          <a:ext cx="0" cy="0"/>
          <a:chOff x="0" y="0"/>
          <a:chExt cx="0" cy="0"/>
        </a:xfrm>
      </p:grpSpPr>
      <p:sp>
        <p:nvSpPr>
          <p:cNvPr id="171" name="Google Shape;171;p21"/>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72" name="Google Shape;172;p21"/>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21"/>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174" name="Google Shape;174;p21"/>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75" name="Google Shape;175;p21"/>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76" name="Google Shape;176;p21"/>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177" name="Google Shape;177;p21"/>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8"/>
        <p:cNvGrpSpPr/>
        <p:nvPr/>
      </p:nvGrpSpPr>
      <p:grpSpPr>
        <a:xfrm>
          <a:off x="0" y="0"/>
          <a:ext cx="0" cy="0"/>
          <a:chOff x="0" y="0"/>
          <a:chExt cx="0" cy="0"/>
        </a:xfrm>
      </p:grpSpPr>
      <p:sp>
        <p:nvSpPr>
          <p:cNvPr id="179" name="Google Shape;179;p22"/>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2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181" name="Google Shape;181;p22"/>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82" name="Google Shape;182;p22"/>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83" name="Google Shape;183;p22"/>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84"/>
        <p:cNvGrpSpPr/>
        <p:nvPr/>
      </p:nvGrpSpPr>
      <p:grpSpPr>
        <a:xfrm>
          <a:off x="0" y="0"/>
          <a:ext cx="0" cy="0"/>
          <a:chOff x="0" y="0"/>
          <a:chExt cx="0" cy="0"/>
        </a:xfrm>
      </p:grpSpPr>
      <p:sp>
        <p:nvSpPr>
          <p:cNvPr id="185" name="Google Shape;185;p23"/>
          <p:cNvSpPr/>
          <p:nvPr/>
        </p:nvSpPr>
        <p:spPr>
          <a:xfrm>
            <a:off x="0" y="0"/>
            <a:ext cx="9144000" cy="729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23"/>
          <p:cNvSpPr txBox="1">
            <a:spLocks noGrp="1"/>
          </p:cNvSpPr>
          <p:nvPr>
            <p:ph type="title"/>
          </p:nvPr>
        </p:nvSpPr>
        <p:spPr>
          <a:xfrm>
            <a:off x="311700" y="105275"/>
            <a:ext cx="8520600" cy="6237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187" name="Google Shape;187;p23"/>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88"/>
        <p:cNvGrpSpPr/>
        <p:nvPr/>
      </p:nvGrpSpPr>
      <p:grpSpPr>
        <a:xfrm>
          <a:off x="0" y="0"/>
          <a:ext cx="0" cy="0"/>
          <a:chOff x="0" y="0"/>
          <a:chExt cx="0" cy="0"/>
        </a:xfrm>
      </p:grpSpPr>
      <p:sp>
        <p:nvSpPr>
          <p:cNvPr id="189" name="Google Shape;189;p24"/>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4"/>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91" name="Google Shape;191;p24"/>
          <p:cNvSpPr txBox="1">
            <a:spLocks noGrp="1"/>
          </p:cNvSpPr>
          <p:nvPr>
            <p:ph type="sldNum" idx="12"/>
          </p:nvPr>
        </p:nvSpPr>
        <p:spPr>
          <a:xfrm>
            <a:off x="90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92" name="Google Shape;192;p24"/>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193" name="Google Shape;193;p24"/>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94" name="Google Shape;194;p24"/>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195" name="Google Shape;195;p24"/>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196"/>
        <p:cNvGrpSpPr/>
        <p:nvPr/>
      </p:nvGrpSpPr>
      <p:grpSpPr>
        <a:xfrm>
          <a:off x="0" y="0"/>
          <a:ext cx="0" cy="0"/>
          <a:chOff x="0" y="0"/>
          <a:chExt cx="0" cy="0"/>
        </a:xfrm>
      </p:grpSpPr>
      <p:sp>
        <p:nvSpPr>
          <p:cNvPr id="197" name="Google Shape;197;p25"/>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98" name="Google Shape;198;p25"/>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99"/>
        <p:cNvGrpSpPr/>
        <p:nvPr/>
      </p:nvGrpSpPr>
      <p:grpSpPr>
        <a:xfrm>
          <a:off x="0" y="0"/>
          <a:ext cx="0" cy="0"/>
          <a:chOff x="0" y="0"/>
          <a:chExt cx="0" cy="0"/>
        </a:xfrm>
      </p:grpSpPr>
      <p:sp>
        <p:nvSpPr>
          <p:cNvPr id="200" name="Google Shape;200;p26"/>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26"/>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02" name="Google Shape;202;p26"/>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203" name="Google Shape;203;p26"/>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04" name="Google Shape;204;p26"/>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05"/>
        <p:cNvGrpSpPr/>
        <p:nvPr/>
      </p:nvGrpSpPr>
      <p:grpSpPr>
        <a:xfrm>
          <a:off x="0" y="0"/>
          <a:ext cx="0" cy="0"/>
          <a:chOff x="0" y="0"/>
          <a:chExt cx="0" cy="0"/>
        </a:xfrm>
      </p:grpSpPr>
      <p:sp>
        <p:nvSpPr>
          <p:cNvPr id="206" name="Google Shape;206;p27"/>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7"/>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spAutoFit/>
          </a:bodyPr>
          <a:lstStyle>
            <a:lvl1pPr marL="457200" lvl="0" indent="-2286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208" name="Google Shape;208;p27"/>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209"/>
        <p:cNvGrpSpPr/>
        <p:nvPr/>
      </p:nvGrpSpPr>
      <p:grpSpPr>
        <a:xfrm>
          <a:off x="0" y="0"/>
          <a:ext cx="0" cy="0"/>
          <a:chOff x="0" y="0"/>
          <a:chExt cx="0" cy="0"/>
        </a:xfrm>
      </p:grpSpPr>
      <p:sp>
        <p:nvSpPr>
          <p:cNvPr id="210" name="Google Shape;210;p28"/>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spAutoFit/>
          </a:bodyPr>
          <a:lstStyle>
            <a:lvl1pPr lvl="0">
              <a:spcBef>
                <a:spcPts val="0"/>
              </a:spcBef>
              <a:spcAft>
                <a:spcPts val="0"/>
              </a:spcAft>
              <a:buClr>
                <a:schemeClr val="lt1"/>
              </a:buClr>
              <a:buSzPts val="10000"/>
              <a:buNone/>
              <a:defRPr sz="10000">
                <a:solidFill>
                  <a:schemeClr val="lt1"/>
                </a:solidFill>
              </a:defRPr>
            </a:lvl1pPr>
            <a:lvl2pPr lvl="1">
              <a:spcBef>
                <a:spcPts val="0"/>
              </a:spcBef>
              <a:spcAft>
                <a:spcPts val="0"/>
              </a:spcAft>
              <a:buClr>
                <a:schemeClr val="lt1"/>
              </a:buClr>
              <a:buSzPts val="10000"/>
              <a:buNone/>
              <a:defRPr sz="10000">
                <a:solidFill>
                  <a:schemeClr val="lt1"/>
                </a:solidFill>
              </a:defRPr>
            </a:lvl2pPr>
            <a:lvl3pPr lvl="2">
              <a:spcBef>
                <a:spcPts val="0"/>
              </a:spcBef>
              <a:spcAft>
                <a:spcPts val="0"/>
              </a:spcAft>
              <a:buClr>
                <a:schemeClr val="lt1"/>
              </a:buClr>
              <a:buSzPts val="10000"/>
              <a:buNone/>
              <a:defRPr sz="10000">
                <a:solidFill>
                  <a:schemeClr val="lt1"/>
                </a:solidFill>
              </a:defRPr>
            </a:lvl3pPr>
            <a:lvl4pPr lvl="3">
              <a:spcBef>
                <a:spcPts val="0"/>
              </a:spcBef>
              <a:spcAft>
                <a:spcPts val="0"/>
              </a:spcAft>
              <a:buClr>
                <a:schemeClr val="lt1"/>
              </a:buClr>
              <a:buSzPts val="10000"/>
              <a:buNone/>
              <a:defRPr sz="10000">
                <a:solidFill>
                  <a:schemeClr val="lt1"/>
                </a:solidFill>
              </a:defRPr>
            </a:lvl4pPr>
            <a:lvl5pPr lvl="4">
              <a:spcBef>
                <a:spcPts val="0"/>
              </a:spcBef>
              <a:spcAft>
                <a:spcPts val="0"/>
              </a:spcAft>
              <a:buClr>
                <a:schemeClr val="lt1"/>
              </a:buClr>
              <a:buSzPts val="10000"/>
              <a:buNone/>
              <a:defRPr sz="10000">
                <a:solidFill>
                  <a:schemeClr val="lt1"/>
                </a:solidFill>
              </a:defRPr>
            </a:lvl5pPr>
            <a:lvl6pPr lvl="5">
              <a:spcBef>
                <a:spcPts val="0"/>
              </a:spcBef>
              <a:spcAft>
                <a:spcPts val="0"/>
              </a:spcAft>
              <a:buClr>
                <a:schemeClr val="lt1"/>
              </a:buClr>
              <a:buSzPts val="10000"/>
              <a:buNone/>
              <a:defRPr sz="10000">
                <a:solidFill>
                  <a:schemeClr val="lt1"/>
                </a:solidFill>
              </a:defRPr>
            </a:lvl6pPr>
            <a:lvl7pPr lvl="6">
              <a:spcBef>
                <a:spcPts val="0"/>
              </a:spcBef>
              <a:spcAft>
                <a:spcPts val="0"/>
              </a:spcAft>
              <a:buClr>
                <a:schemeClr val="lt1"/>
              </a:buClr>
              <a:buSzPts val="10000"/>
              <a:buNone/>
              <a:defRPr sz="10000">
                <a:solidFill>
                  <a:schemeClr val="lt1"/>
                </a:solidFill>
              </a:defRPr>
            </a:lvl7pPr>
            <a:lvl8pPr lvl="7">
              <a:spcBef>
                <a:spcPts val="0"/>
              </a:spcBef>
              <a:spcAft>
                <a:spcPts val="0"/>
              </a:spcAft>
              <a:buClr>
                <a:schemeClr val="lt1"/>
              </a:buClr>
              <a:buSzPts val="10000"/>
              <a:buNone/>
              <a:defRPr sz="10000">
                <a:solidFill>
                  <a:schemeClr val="lt1"/>
                </a:solidFill>
              </a:defRPr>
            </a:lvl8pPr>
            <a:lvl9pPr lvl="8">
              <a:spcBef>
                <a:spcPts val="0"/>
              </a:spcBef>
              <a:spcAft>
                <a:spcPts val="0"/>
              </a:spcAft>
              <a:buClr>
                <a:schemeClr val="lt1"/>
              </a:buClr>
              <a:buSzPts val="10000"/>
              <a:buNone/>
              <a:defRPr sz="10000">
                <a:solidFill>
                  <a:schemeClr val="lt1"/>
                </a:solidFill>
              </a:defRPr>
            </a:lvl9pPr>
          </a:lstStyle>
          <a:p>
            <a:r>
              <a:t>xx%</a:t>
            </a:r>
          </a:p>
        </p:txBody>
      </p:sp>
      <p:sp>
        <p:nvSpPr>
          <p:cNvPr id="211" name="Google Shape;211;p28"/>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chemeClr val="accent2"/>
              </a:buClr>
              <a:buSzPts val="1300"/>
              <a:buChar char="●"/>
              <a:defRPr>
                <a:solidFill>
                  <a:schemeClr val="accent2"/>
                </a:solidFill>
              </a:defRPr>
            </a:lvl1pPr>
            <a:lvl2pPr marL="914400" lvl="1" indent="-298450">
              <a:spcBef>
                <a:spcPts val="1600"/>
              </a:spcBef>
              <a:spcAft>
                <a:spcPts val="0"/>
              </a:spcAft>
              <a:buClr>
                <a:schemeClr val="accent2"/>
              </a:buClr>
              <a:buSzPts val="1100"/>
              <a:buChar char="○"/>
              <a:defRPr>
                <a:solidFill>
                  <a:schemeClr val="accent2"/>
                </a:solidFill>
              </a:defRPr>
            </a:lvl2pPr>
            <a:lvl3pPr marL="1371600" lvl="2" indent="-298450">
              <a:spcBef>
                <a:spcPts val="1600"/>
              </a:spcBef>
              <a:spcAft>
                <a:spcPts val="0"/>
              </a:spcAft>
              <a:buClr>
                <a:schemeClr val="accent2"/>
              </a:buClr>
              <a:buSzPts val="1100"/>
              <a:buChar char="■"/>
              <a:defRPr>
                <a:solidFill>
                  <a:schemeClr val="accent2"/>
                </a:solidFill>
              </a:defRPr>
            </a:lvl3pPr>
            <a:lvl4pPr marL="1828800" lvl="3" indent="-298450">
              <a:spcBef>
                <a:spcPts val="1600"/>
              </a:spcBef>
              <a:spcAft>
                <a:spcPts val="0"/>
              </a:spcAft>
              <a:buClr>
                <a:schemeClr val="accent2"/>
              </a:buClr>
              <a:buSzPts val="1100"/>
              <a:buChar char="●"/>
              <a:defRPr>
                <a:solidFill>
                  <a:schemeClr val="accent2"/>
                </a:solidFill>
              </a:defRPr>
            </a:lvl4pPr>
            <a:lvl5pPr marL="2286000" lvl="4" indent="-298450">
              <a:spcBef>
                <a:spcPts val="1600"/>
              </a:spcBef>
              <a:spcAft>
                <a:spcPts val="0"/>
              </a:spcAft>
              <a:buClr>
                <a:schemeClr val="accent2"/>
              </a:buClr>
              <a:buSzPts val="1100"/>
              <a:buChar char="○"/>
              <a:defRPr>
                <a:solidFill>
                  <a:schemeClr val="accent2"/>
                </a:solidFill>
              </a:defRPr>
            </a:lvl5pPr>
            <a:lvl6pPr marL="2743200" lvl="5" indent="-298450">
              <a:spcBef>
                <a:spcPts val="1600"/>
              </a:spcBef>
              <a:spcAft>
                <a:spcPts val="0"/>
              </a:spcAft>
              <a:buClr>
                <a:schemeClr val="accent2"/>
              </a:buClr>
              <a:buSzPts val="1100"/>
              <a:buChar char="■"/>
              <a:defRPr>
                <a:solidFill>
                  <a:schemeClr val="accent2"/>
                </a:solidFill>
              </a:defRPr>
            </a:lvl6pPr>
            <a:lvl7pPr marL="3200400" lvl="6" indent="-298450">
              <a:spcBef>
                <a:spcPts val="1600"/>
              </a:spcBef>
              <a:spcAft>
                <a:spcPts val="0"/>
              </a:spcAft>
              <a:buClr>
                <a:schemeClr val="accent2"/>
              </a:buClr>
              <a:buSzPts val="1100"/>
              <a:buChar char="●"/>
              <a:defRPr>
                <a:solidFill>
                  <a:schemeClr val="accent2"/>
                </a:solidFill>
              </a:defRPr>
            </a:lvl7pPr>
            <a:lvl8pPr marL="3657600" lvl="7" indent="-298450">
              <a:spcBef>
                <a:spcPts val="1600"/>
              </a:spcBef>
              <a:spcAft>
                <a:spcPts val="0"/>
              </a:spcAft>
              <a:buClr>
                <a:schemeClr val="accent2"/>
              </a:buClr>
              <a:buSzPts val="1100"/>
              <a:buChar char="○"/>
              <a:defRPr>
                <a:solidFill>
                  <a:schemeClr val="accent2"/>
                </a:solidFill>
              </a:defRPr>
            </a:lvl8pPr>
            <a:lvl9pPr marL="4114800" lvl="8" indent="-298450">
              <a:spcBef>
                <a:spcPts val="1600"/>
              </a:spcBef>
              <a:spcAft>
                <a:spcPts val="1600"/>
              </a:spcAft>
              <a:buClr>
                <a:schemeClr val="accent2"/>
              </a:buClr>
              <a:buSzPts val="1100"/>
              <a:buChar char="■"/>
              <a:defRPr>
                <a:solidFill>
                  <a:schemeClr val="accent2"/>
                </a:solidFill>
              </a:defRPr>
            </a:lvl9pPr>
          </a:lstStyle>
          <a:p>
            <a:endParaRPr/>
          </a:p>
        </p:txBody>
      </p:sp>
      <p:sp>
        <p:nvSpPr>
          <p:cNvPr id="212" name="Google Shape;212;p28"/>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13"/>
        <p:cNvGrpSpPr/>
        <p:nvPr/>
      </p:nvGrpSpPr>
      <p:grpSpPr>
        <a:xfrm>
          <a:off x="0" y="0"/>
          <a:ext cx="0" cy="0"/>
          <a:chOff x="0" y="0"/>
          <a:chExt cx="0" cy="0"/>
        </a:xfrm>
      </p:grpSpPr>
      <p:sp>
        <p:nvSpPr>
          <p:cNvPr id="214" name="Google Shape;214;p29"/>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215"/>
        <p:cNvGrpSpPr/>
        <p:nvPr/>
      </p:nvGrpSpPr>
      <p:grpSpPr>
        <a:xfrm>
          <a:off x="0" y="0"/>
          <a:ext cx="0" cy="0"/>
          <a:chOff x="0" y="0"/>
          <a:chExt cx="0" cy="0"/>
        </a:xfrm>
      </p:grpSpPr>
      <p:sp>
        <p:nvSpPr>
          <p:cNvPr id="216" name="Google Shape;216;p30"/>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30"/>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18" name="Google Shape;218;p30"/>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19" name="Google Shape;219;p30"/>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220"/>
        <p:cNvGrpSpPr/>
        <p:nvPr/>
      </p:nvGrpSpPr>
      <p:grpSpPr>
        <a:xfrm>
          <a:off x="0" y="0"/>
          <a:ext cx="0" cy="0"/>
          <a:chOff x="0" y="0"/>
          <a:chExt cx="0" cy="0"/>
        </a:xfrm>
      </p:grpSpPr>
      <p:sp>
        <p:nvSpPr>
          <p:cNvPr id="221" name="Google Shape;221;p3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2" name="Google Shape;222;p3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23" name="Google Shape;223;p31"/>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4.xml"/><Relationship Id="rId13" Type="http://schemas.openxmlformats.org/officeDocument/2006/relationships/slideLayout" Target="../slideLayouts/slideLayout29.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slideLayout" Target="../slideLayouts/slideLayout28.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slideLayout" Target="../slideLayouts/slideLayout27.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156"/>
        <p:cNvGrpSpPr/>
        <p:nvPr/>
      </p:nvGrpSpPr>
      <p:grpSpPr>
        <a:xfrm>
          <a:off x="0" y="0"/>
          <a:ext cx="0" cy="0"/>
          <a:chOff x="0" y="0"/>
          <a:chExt cx="0" cy="0"/>
        </a:xfrm>
      </p:grpSpPr>
      <p:sp>
        <p:nvSpPr>
          <p:cNvPr id="157" name="Google Shape;157;p1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spAutoFit/>
          </a:bodyPr>
          <a:lstStyle>
            <a:lvl1pPr lv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158" name="Google Shape;158;p1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spAutoFit/>
          </a:bodyPr>
          <a:lstStyle>
            <a:lvl1pPr marL="457200" lvl="0" indent="-31115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159" name="Google Shape;159;p18"/>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sp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1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hyperlink" Target="https://docs.oracle.com/en/java/javase/21/docs/api/java.base/java/util/concurrent/Executors.html#newCachedThreadPool()" TargetMode="External"/><Relationship Id="rId2" Type="http://schemas.openxmlformats.org/officeDocument/2006/relationships/notesSlide" Target="../notesSlides/notesSlide25.xml"/><Relationship Id="rId1" Type="http://schemas.openxmlformats.org/officeDocument/2006/relationships/slideLayout" Target="../slideLayouts/slideLayout5.xml"/><Relationship Id="rId5" Type="http://schemas.openxmlformats.org/officeDocument/2006/relationships/hyperlink" Target="https://docs.oracle.com/en/java/javase/21/docs/api/java.base/java/util/concurrent/Executors.html#newSingleThreadExecutor()" TargetMode="External"/><Relationship Id="rId4" Type="http://schemas.openxmlformats.org/officeDocument/2006/relationships/hyperlink" Target="https://docs.oracle.com/en/java/javase/21/docs/api/java.base/java/util/concurrent/Executors.html#newFixedThreadPool(int)" TargetMode="Externa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3.xml"/><Relationship Id="rId1" Type="http://schemas.openxmlformats.org/officeDocument/2006/relationships/slideLayout" Target="../slideLayouts/slideLayout1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6.xml"/><Relationship Id="rId1" Type="http://schemas.openxmlformats.org/officeDocument/2006/relationships/slideLayout" Target="../slideLayouts/slideLayout5.xml"/><Relationship Id="rId4" Type="http://schemas.openxmlformats.org/officeDocument/2006/relationships/image" Target="../media/image12.png"/></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7.xml"/><Relationship Id="rId1" Type="http://schemas.openxmlformats.org/officeDocument/2006/relationships/slideLayout" Target="../slideLayouts/slideLayout5.xml"/><Relationship Id="rId4" Type="http://schemas.openxmlformats.org/officeDocument/2006/relationships/image" Target="../media/image12.png"/></Relationships>
</file>

<file path=ppt/slides/_rels/slide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8.xml"/><Relationship Id="rId1" Type="http://schemas.openxmlformats.org/officeDocument/2006/relationships/slideLayout" Target="../slideLayouts/slideLayout5.xml"/><Relationship Id="rId5" Type="http://schemas.openxmlformats.org/officeDocument/2006/relationships/image" Target="../media/image14.png"/><Relationship Id="rId4" Type="http://schemas.openxmlformats.org/officeDocument/2006/relationships/image" Target="../media/image13.png"/></Relationships>
</file>

<file path=ppt/slides/_rels/slide3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5.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40.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6.png"/><Relationship Id="rId7"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5.xml"/><Relationship Id="rId6" Type="http://schemas.openxmlformats.org/officeDocument/2006/relationships/image" Target="../media/image15.png"/><Relationship Id="rId5" Type="http://schemas.openxmlformats.org/officeDocument/2006/relationships/image" Target="../media/image13.png"/><Relationship Id="rId4" Type="http://schemas.openxmlformats.org/officeDocument/2006/relationships/image" Target="../media/image12.png"/></Relationships>
</file>

<file path=ppt/slides/_rels/slide41.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6.png"/><Relationship Id="rId7" Type="http://schemas.openxmlformats.org/officeDocument/2006/relationships/image" Target="../media/image17.png"/><Relationship Id="rId2" Type="http://schemas.openxmlformats.org/officeDocument/2006/relationships/notesSlide" Target="../notesSlides/notesSlide41.xml"/><Relationship Id="rId1" Type="http://schemas.openxmlformats.org/officeDocument/2006/relationships/slideLayout" Target="../slideLayouts/slideLayout5.xml"/><Relationship Id="rId6" Type="http://schemas.openxmlformats.org/officeDocument/2006/relationships/image" Target="../media/image15.png"/><Relationship Id="rId5" Type="http://schemas.openxmlformats.org/officeDocument/2006/relationships/image" Target="../media/image13.png"/><Relationship Id="rId4" Type="http://schemas.openxmlformats.org/officeDocument/2006/relationships/image" Target="../media/image12.png"/></Relationships>
</file>

<file path=ppt/slides/_rels/slide42.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6.png"/><Relationship Id="rId7" Type="http://schemas.openxmlformats.org/officeDocument/2006/relationships/image" Target="../media/image17.png"/><Relationship Id="rId2" Type="http://schemas.openxmlformats.org/officeDocument/2006/relationships/notesSlide" Target="../notesSlides/notesSlide42.xml"/><Relationship Id="rId1" Type="http://schemas.openxmlformats.org/officeDocument/2006/relationships/slideLayout" Target="../slideLayouts/slideLayout5.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6.xml"/></Relationships>
</file>

<file path=ppt/slides/_rels/slide4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6.xml"/><Relationship Id="rId1" Type="http://schemas.openxmlformats.org/officeDocument/2006/relationships/slideLayout" Target="../slideLayouts/slideLayout1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6.xml"/></Relationships>
</file>

<file path=ppt/slides/_rels/slide51.xml.rels><?xml version="1.0" encoding="UTF-8" standalone="yes"?>
<Relationships xmlns="http://schemas.openxmlformats.org/package/2006/relationships"><Relationship Id="rId3" Type="http://schemas.openxmlformats.org/officeDocument/2006/relationships/hyperlink" Target="https://docs.google.com/presentation/d/1lqcS1-2LFdoaMcKuy1yeikRurAKHLyyKb2KZ5a2rMdQ/edit#slide=id.gc973538050_1_172" TargetMode="External"/><Relationship Id="rId2" Type="http://schemas.openxmlformats.org/officeDocument/2006/relationships/notesSlide" Target="../notesSlides/notesSlide51.xml"/><Relationship Id="rId1" Type="http://schemas.openxmlformats.org/officeDocument/2006/relationships/slideLayout" Target="../slideLayouts/slideLayout27.xml"/><Relationship Id="rId6" Type="http://schemas.openxmlformats.org/officeDocument/2006/relationships/hyperlink" Target="https://docs.google.com/presentation/d/1lqcS1-2LFdoaMcKuy1yeikRurAKHLyyKb2KZ5a2rMdQ/edit#slide=id.g21c6847f24b_0_36" TargetMode="External"/><Relationship Id="rId5" Type="http://schemas.openxmlformats.org/officeDocument/2006/relationships/hyperlink" Target="https://docs.google.com/presentation/d/1lqcS1-2LFdoaMcKuy1yeikRurAKHLyyKb2KZ5a2rMdQ/edit#slide=id.g21cc4f74f13_0_60" TargetMode="External"/><Relationship Id="rId4" Type="http://schemas.openxmlformats.org/officeDocument/2006/relationships/hyperlink" Target="https://docs.google.com/presentation/d/1lqcS1-2LFdoaMcKuy1yeikRurAKHLyyKb2KZ5a2rMdQ/edit#slide=id.gc973538050_1_246" TargetMode="External"/></Relationships>
</file>

<file path=ppt/slides/_rels/slide5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2.xml"/><Relationship Id="rId1" Type="http://schemas.openxmlformats.org/officeDocument/2006/relationships/slideLayout" Target="../slideLayouts/slideLayout4.xml"/><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32"/>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GCIS-124</a:t>
            </a:r>
            <a:endParaRPr/>
          </a:p>
          <a:p>
            <a:pPr marL="0" lvl="0" indent="0" algn="l" rtl="0">
              <a:spcBef>
                <a:spcPts val="0"/>
              </a:spcBef>
              <a:spcAft>
                <a:spcPts val="0"/>
              </a:spcAft>
              <a:buNone/>
            </a:pPr>
            <a:r>
              <a:rPr lang="en" sz="3100"/>
              <a:t>Software Development &amp; Problem Solving</a:t>
            </a:r>
            <a:endParaRPr sz="3100"/>
          </a:p>
        </p:txBody>
      </p:sp>
      <p:sp>
        <p:nvSpPr>
          <p:cNvPr id="229" name="Google Shape;229;p32"/>
          <p:cNvSpPr txBox="1">
            <a:spLocks noGrp="1"/>
          </p:cNvSpPr>
          <p:nvPr>
            <p:ph type="subTitle" idx="1"/>
          </p:nvPr>
        </p:nvSpPr>
        <p:spPr>
          <a:xfrm>
            <a:off x="387900" y="1878550"/>
            <a:ext cx="4741200" cy="950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600" i="1"/>
              <a:t>8: Concurrent Programming</a:t>
            </a:r>
            <a:endParaRPr sz="2600" i="1">
              <a:solidFill>
                <a:srgbClr val="FF0000"/>
              </a:solidFill>
            </a:endParaRPr>
          </a:p>
        </p:txBody>
      </p:sp>
      <p:grpSp>
        <p:nvGrpSpPr>
          <p:cNvPr id="230" name="Google Shape;230;p32"/>
          <p:cNvGrpSpPr/>
          <p:nvPr/>
        </p:nvGrpSpPr>
        <p:grpSpPr>
          <a:xfrm>
            <a:off x="5001999" y="4264475"/>
            <a:ext cx="3908400" cy="738300"/>
            <a:chOff x="5001999" y="4264475"/>
            <a:chExt cx="3908400" cy="738300"/>
          </a:xfrm>
        </p:grpSpPr>
        <p:sp>
          <p:nvSpPr>
            <p:cNvPr id="231" name="Google Shape;231;p32"/>
            <p:cNvSpPr/>
            <p:nvPr/>
          </p:nvSpPr>
          <p:spPr>
            <a:xfrm>
              <a:off x="5001999" y="4264475"/>
              <a:ext cx="3908400" cy="738300"/>
            </a:xfrm>
            <a:prstGeom prst="rect">
              <a:avLst/>
            </a:prstGeom>
            <a:solidFill>
              <a:srgbClr val="FFFFFF"/>
            </a:solidFill>
            <a:ln w="9525" cap="flat" cmpd="sng">
              <a:solidFill>
                <a:srgbClr val="626B7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32" name="Google Shape;232;p32"/>
            <p:cNvPicPr preferRelativeResize="0"/>
            <p:nvPr/>
          </p:nvPicPr>
          <p:blipFill rotWithShape="1">
            <a:blip r:embed="rId3">
              <a:alphaModFix/>
            </a:blip>
            <a:srcRect/>
            <a:stretch/>
          </p:blipFill>
          <p:spPr>
            <a:xfrm>
              <a:off x="5088600" y="4363853"/>
              <a:ext cx="3725223" cy="544845"/>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33"/>
          <p:cNvSpPr txBox="1">
            <a:spLocks noGrp="1"/>
          </p:cNvSpPr>
          <p:nvPr>
            <p:ph type="title"/>
          </p:nvPr>
        </p:nvSpPr>
        <p:spPr>
          <a:xfrm>
            <a:off x="311725" y="272325"/>
            <a:ext cx="3706500" cy="822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Threads</a:t>
            </a:r>
            <a:endParaRPr/>
          </a:p>
        </p:txBody>
      </p:sp>
      <p:sp>
        <p:nvSpPr>
          <p:cNvPr id="238" name="Google Shape;238;p33"/>
          <p:cNvSpPr txBox="1">
            <a:spLocks noGrp="1"/>
          </p:cNvSpPr>
          <p:nvPr>
            <p:ph type="body" idx="1"/>
          </p:nvPr>
        </p:nvSpPr>
        <p:spPr>
          <a:xfrm>
            <a:off x="4644675" y="509600"/>
            <a:ext cx="4166400" cy="34911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In all modern OS's, multiple tasks can be running at the same time. This week we will look at how to allow our programs to run multiple simultaneous tasks using threads. </a:t>
            </a:r>
            <a:endParaRPr dirty="0"/>
          </a:p>
          <a:p>
            <a:pPr marL="457200" lvl="0" indent="-311150" algn="l" rtl="0">
              <a:spcBef>
                <a:spcPts val="1000"/>
              </a:spcBef>
              <a:spcAft>
                <a:spcPts val="0"/>
              </a:spcAft>
              <a:buSzPts val="1300"/>
              <a:buChar char="●"/>
            </a:pPr>
            <a:r>
              <a:rPr lang="en" dirty="0"/>
              <a:t>We will be exploring different ways to create and control threads, including:</a:t>
            </a:r>
            <a:endParaRPr dirty="0"/>
          </a:p>
          <a:p>
            <a:pPr marL="914400" lvl="1" indent="-298450" algn="l" rtl="0">
              <a:spcBef>
                <a:spcPts val="0"/>
              </a:spcBef>
              <a:spcAft>
                <a:spcPts val="0"/>
              </a:spcAft>
              <a:buSzPts val="1100"/>
              <a:buChar char="○"/>
            </a:pPr>
            <a:r>
              <a:rPr lang="en" dirty="0">
                <a:latin typeface="Courier New"/>
                <a:ea typeface="Courier New"/>
                <a:cs typeface="Courier New"/>
                <a:sym typeface="Courier New"/>
              </a:rPr>
              <a:t>Thread</a:t>
            </a:r>
            <a:endParaRPr dirty="0"/>
          </a:p>
          <a:p>
            <a:pPr marL="914400" lvl="1" indent="-298450" algn="l" rtl="0">
              <a:spcBef>
                <a:spcPts val="0"/>
              </a:spcBef>
              <a:spcAft>
                <a:spcPts val="0"/>
              </a:spcAft>
              <a:buSzPts val="1100"/>
              <a:buChar char="○"/>
            </a:pPr>
            <a:r>
              <a:rPr lang="en" dirty="0">
                <a:latin typeface="Courier New"/>
                <a:ea typeface="Courier New"/>
                <a:cs typeface="Courier New"/>
                <a:sym typeface="Courier New"/>
              </a:rPr>
              <a:t>Runnable</a:t>
            </a:r>
            <a:endParaRPr dirty="0"/>
          </a:p>
          <a:p>
            <a:pPr marL="914400" lvl="1" indent="-298450" algn="l" rtl="0">
              <a:spcBef>
                <a:spcPts val="0"/>
              </a:spcBef>
              <a:spcAft>
                <a:spcPts val="0"/>
              </a:spcAft>
              <a:buSzPts val="1100"/>
              <a:buFont typeface="Courier New"/>
              <a:buChar char="○"/>
            </a:pPr>
            <a:r>
              <a:rPr lang="en" dirty="0">
                <a:latin typeface="Courier New"/>
                <a:ea typeface="Courier New"/>
                <a:cs typeface="Courier New"/>
                <a:sym typeface="Courier New"/>
              </a:rPr>
              <a:t>Sleep</a:t>
            </a:r>
            <a:endParaRPr dirty="0">
              <a:latin typeface="Courier New"/>
              <a:ea typeface="Courier New"/>
              <a:cs typeface="Courier New"/>
              <a:sym typeface="Courier New"/>
            </a:endParaRPr>
          </a:p>
          <a:p>
            <a:pPr marL="914400" lvl="1" indent="-298450" algn="l" rtl="0">
              <a:spcBef>
                <a:spcPts val="0"/>
              </a:spcBef>
              <a:spcAft>
                <a:spcPts val="0"/>
              </a:spcAft>
              <a:buSzPts val="1100"/>
              <a:buFont typeface="Courier New"/>
              <a:buChar char="○"/>
            </a:pPr>
            <a:r>
              <a:rPr lang="en" dirty="0">
                <a:latin typeface="Courier New"/>
                <a:ea typeface="Courier New"/>
                <a:cs typeface="Courier New"/>
                <a:sym typeface="Courier New"/>
              </a:rPr>
              <a:t>Join</a:t>
            </a:r>
            <a:endParaRPr dirty="0">
              <a:latin typeface="Courier New"/>
              <a:ea typeface="Courier New"/>
              <a:cs typeface="Courier New"/>
              <a:sym typeface="Courier New"/>
            </a:endParaRPr>
          </a:p>
          <a:p>
            <a:pPr marL="457200" lvl="0" indent="-311150" algn="l" rtl="0">
              <a:spcBef>
                <a:spcPts val="1000"/>
              </a:spcBef>
              <a:spcAft>
                <a:spcPts val="0"/>
              </a:spcAft>
              <a:buSzPts val="1300"/>
              <a:buChar char="●"/>
            </a:pPr>
            <a:r>
              <a:rPr lang="en" dirty="0"/>
              <a:t>Today we will specifically be focusing the creation of a thread. We will also briefly discuss </a:t>
            </a:r>
            <a:r>
              <a:rPr lang="en" dirty="0">
                <a:highlight>
                  <a:srgbClr val="FFFF00"/>
                </a:highlight>
              </a:rPr>
              <a:t>how operating systems manage threads and some terminology associated </a:t>
            </a:r>
            <a:r>
              <a:rPr lang="en" dirty="0"/>
              <a:t>with them.</a:t>
            </a:r>
            <a:endParaRPr dirty="0"/>
          </a:p>
        </p:txBody>
      </p:sp>
      <p:sp>
        <p:nvSpPr>
          <p:cNvPr id="239" name="Google Shape;239;p3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a:t>
            </a:fld>
            <a:endParaRPr/>
          </a:p>
        </p:txBody>
      </p:sp>
      <p:sp>
        <p:nvSpPr>
          <p:cNvPr id="240" name="Google Shape;240;p33"/>
          <p:cNvSpPr txBox="1">
            <a:spLocks noGrp="1"/>
          </p:cNvSpPr>
          <p:nvPr>
            <p:ph type="body" idx="3"/>
          </p:nvPr>
        </p:nvSpPr>
        <p:spPr>
          <a:xfrm>
            <a:off x="234775" y="4221925"/>
            <a:ext cx="3757800" cy="581700"/>
          </a:xfrm>
          <a:prstGeom prst="rect">
            <a:avLst/>
          </a:prstGeom>
        </p:spPr>
        <p:txBody>
          <a:bodyPr spcFirstLastPara="1" wrap="square" lIns="91425" tIns="91425" rIns="91425" bIns="91425" anchor="ctr" anchorCtr="0">
            <a:spAutoFit/>
          </a:bodyPr>
          <a:lstStyle/>
          <a:p>
            <a:pPr marL="0" lvl="0" indent="0" algn="l" rtl="0">
              <a:lnSpc>
                <a:spcPct val="115000"/>
              </a:lnSpc>
              <a:spcBef>
                <a:spcPts val="0"/>
              </a:spcBef>
              <a:spcAft>
                <a:spcPts val="0"/>
              </a:spcAft>
              <a:buNone/>
            </a:pPr>
            <a:r>
              <a:rPr lang="en"/>
              <a:t>This week we will be discussing </a:t>
            </a:r>
            <a:r>
              <a:rPr lang="en" b="1" i="1">
                <a:solidFill>
                  <a:srgbClr val="FF0000"/>
                </a:solidFill>
              </a:rPr>
              <a:t>concurrency </a:t>
            </a:r>
            <a:r>
              <a:rPr lang="en"/>
              <a:t>and the tools by which we use it, mainly threads.</a:t>
            </a:r>
            <a:endParaRPr sz="1200"/>
          </a:p>
        </p:txBody>
      </p:sp>
      <p:pic>
        <p:nvPicPr>
          <p:cNvPr id="241" name="Google Shape;241;p33"/>
          <p:cNvPicPr preferRelativeResize="0"/>
          <p:nvPr/>
        </p:nvPicPr>
        <p:blipFill rotWithShape="1">
          <a:blip r:embed="rId3">
            <a:alphaModFix/>
          </a:blip>
          <a:srcRect t="4558" b="15894"/>
          <a:stretch/>
        </p:blipFill>
        <p:spPr>
          <a:xfrm>
            <a:off x="846464" y="1088250"/>
            <a:ext cx="2637016" cy="2966988"/>
          </a:xfrm>
          <a:prstGeom prst="rect">
            <a:avLst/>
          </a:prstGeom>
          <a:noFill/>
          <a:ln w="19050" cap="flat" cmpd="sng">
            <a:solidFill>
              <a:schemeClr val="accent1"/>
            </a:solidFill>
            <a:prstDash val="solid"/>
            <a:round/>
            <a:headEnd type="none" w="sm" len="sm"/>
            <a:tailEnd type="none" w="sm" len="sm"/>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0"/>
                                        </p:tgtEl>
                                        <p:attrNameLst>
                                          <p:attrName>style.visibility</p:attrName>
                                        </p:attrNameLst>
                                      </p:cBhvr>
                                      <p:to>
                                        <p:strVal val="visible"/>
                                      </p:to>
                                    </p:set>
                                    <p:animEffect transition="in" filter="fade">
                                      <p:cBhvr>
                                        <p:cTn id="7" dur="1000"/>
                                        <p:tgtEl>
                                          <p:spTgt spid="2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3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Let's Race</a:t>
            </a:r>
            <a:endParaRPr/>
          </a:p>
        </p:txBody>
      </p:sp>
      <p:sp>
        <p:nvSpPr>
          <p:cNvPr id="247" name="Google Shape;247;p34"/>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Let's warm up today by creating a small racing game. To start, we'll make a racer that knows how to race some number of laps.</a:t>
            </a:r>
            <a:endParaRPr/>
          </a:p>
        </p:txBody>
      </p:sp>
      <p:sp>
        <p:nvSpPr>
          <p:cNvPr id="248" name="Google Shape;248;p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a:t>
            </a:fld>
            <a:endParaRPr/>
          </a:p>
        </p:txBody>
      </p:sp>
      <p:sp>
        <p:nvSpPr>
          <p:cNvPr id="249" name="Google Shape;249;p34"/>
          <p:cNvSpPr txBox="1">
            <a:spLocks noGrp="1"/>
          </p:cNvSpPr>
          <p:nvPr>
            <p:ph type="body" idx="2"/>
          </p:nvPr>
        </p:nvSpPr>
        <p:spPr>
          <a:xfrm>
            <a:off x="3165300" y="1445925"/>
            <a:ext cx="5775900" cy="289666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Create a new package named </a:t>
            </a:r>
            <a:r>
              <a:rPr lang="en" dirty="0">
                <a:solidFill>
                  <a:srgbClr val="FF0000"/>
                </a:solidFill>
                <a:latin typeface="Courier New"/>
                <a:ea typeface="Courier New"/>
                <a:cs typeface="Courier New"/>
                <a:sym typeface="Courier New"/>
              </a:rPr>
              <a:t>racing</a:t>
            </a:r>
            <a:r>
              <a:rPr lang="en" dirty="0"/>
              <a:t>. Inside the package, make a new class using the UML on the left as a guide.</a:t>
            </a:r>
            <a:endParaRPr dirty="0"/>
          </a:p>
          <a:p>
            <a:pPr marL="457200" lvl="0" indent="-311150" algn="l" rtl="0">
              <a:spcBef>
                <a:spcPts val="0"/>
              </a:spcBef>
              <a:spcAft>
                <a:spcPts val="0"/>
              </a:spcAft>
              <a:buSzPts val="1300"/>
              <a:buChar char="●"/>
            </a:pPr>
            <a:r>
              <a:rPr lang="en" dirty="0"/>
              <a:t>For the </a:t>
            </a:r>
            <a:r>
              <a:rPr lang="en" dirty="0">
                <a:solidFill>
                  <a:srgbClr val="FF0000"/>
                </a:solidFill>
                <a:latin typeface="Courier New"/>
                <a:ea typeface="Courier New"/>
                <a:cs typeface="Courier New"/>
                <a:sym typeface="Courier New"/>
              </a:rPr>
              <a:t>race()</a:t>
            </a:r>
            <a:r>
              <a:rPr lang="en" dirty="0"/>
              <a:t> method:</a:t>
            </a:r>
            <a:endParaRPr dirty="0"/>
          </a:p>
          <a:p>
            <a:pPr marL="914400" lvl="1" indent="-298450" algn="l" rtl="0">
              <a:spcBef>
                <a:spcPts val="0"/>
              </a:spcBef>
              <a:spcAft>
                <a:spcPts val="0"/>
              </a:spcAft>
              <a:buSzPts val="1100"/>
              <a:buChar char="○"/>
            </a:pPr>
            <a:r>
              <a:rPr lang="en" dirty="0"/>
              <a:t>Store the starting time (</a:t>
            </a:r>
            <a:r>
              <a:rPr lang="en" dirty="0">
                <a:solidFill>
                  <a:srgbClr val="FF0000"/>
                </a:solidFill>
                <a:latin typeface="Courier New"/>
                <a:ea typeface="Courier New"/>
                <a:cs typeface="Courier New"/>
                <a:sym typeface="Courier New"/>
              </a:rPr>
              <a:t>System.nanoTime()</a:t>
            </a:r>
            <a:r>
              <a:rPr lang="en" dirty="0"/>
              <a:t>).</a:t>
            </a:r>
            <a:endParaRPr dirty="0"/>
          </a:p>
          <a:p>
            <a:pPr marL="914400" lvl="1" indent="-298450" algn="l" rtl="0">
              <a:spcBef>
                <a:spcPts val="0"/>
              </a:spcBef>
              <a:spcAft>
                <a:spcPts val="0"/>
              </a:spcAft>
              <a:buSzPts val="1100"/>
              <a:buChar char="○"/>
            </a:pPr>
            <a:r>
              <a:rPr lang="en" dirty="0">
                <a:highlight>
                  <a:srgbClr val="FFFF00"/>
                </a:highlight>
              </a:rPr>
              <a:t>For </a:t>
            </a:r>
            <a:r>
              <a:rPr lang="en" dirty="0">
                <a:solidFill>
                  <a:srgbClr val="FF0000"/>
                </a:solidFill>
                <a:highlight>
                  <a:srgbClr val="FFFF00"/>
                </a:highlight>
                <a:latin typeface="Courier New"/>
                <a:ea typeface="Courier New"/>
                <a:cs typeface="Courier New"/>
                <a:sym typeface="Courier New"/>
              </a:rPr>
              <a:t>numLaps</a:t>
            </a:r>
            <a:r>
              <a:rPr lang="en" dirty="0">
                <a:highlight>
                  <a:srgbClr val="FFFF00"/>
                </a:highlight>
              </a:rPr>
              <a:t>, if </a:t>
            </a:r>
            <a:r>
              <a:rPr lang="en" dirty="0">
                <a:highlight>
                  <a:srgbClr val="FFFF00"/>
                </a:highlight>
                <a:latin typeface="Courier New"/>
                <a:ea typeface="Courier New"/>
                <a:cs typeface="Courier New"/>
                <a:sym typeface="Courier New"/>
              </a:rPr>
              <a:t>debug</a:t>
            </a:r>
            <a:r>
              <a:rPr lang="en" dirty="0">
                <a:highlight>
                  <a:srgbClr val="FFFF00"/>
                </a:highlight>
              </a:rPr>
              <a:t> is </a:t>
            </a:r>
            <a:r>
              <a:rPr lang="en" b="1" i="1" dirty="0">
                <a:solidFill>
                  <a:srgbClr val="FF0000"/>
                </a:solidFill>
                <a:highlight>
                  <a:srgbClr val="FFFF00"/>
                </a:highlight>
              </a:rPr>
              <a:t>enabled</a:t>
            </a:r>
            <a:r>
              <a:rPr lang="en" dirty="0">
                <a:highlight>
                  <a:srgbClr val="FFFF00"/>
                </a:highlight>
              </a:rPr>
              <a:t>, print a message in the format:</a:t>
            </a:r>
            <a:endParaRPr dirty="0">
              <a:highlight>
                <a:srgbClr val="FFFF00"/>
              </a:highlight>
            </a:endParaRPr>
          </a:p>
          <a:p>
            <a:pPr marL="914400" lvl="0" indent="0" algn="l" rtl="0">
              <a:spcBef>
                <a:spcPts val="0"/>
              </a:spcBef>
              <a:spcAft>
                <a:spcPts val="0"/>
              </a:spcAft>
              <a:buNone/>
            </a:pPr>
            <a:r>
              <a:rPr lang="en" sz="1100" dirty="0">
                <a:solidFill>
                  <a:srgbClr val="FF0000"/>
                </a:solidFill>
                <a:highlight>
                  <a:srgbClr val="FFFF00"/>
                </a:highlight>
                <a:latin typeface="Courier New"/>
                <a:ea typeface="Courier New"/>
                <a:cs typeface="Courier New"/>
                <a:sym typeface="Courier New"/>
              </a:rPr>
              <a:t>&lt;name&gt; completed </a:t>
            </a:r>
            <a:r>
              <a:rPr lang="en" sz="1100" b="1" dirty="0">
                <a:solidFill>
                  <a:srgbClr val="FF0000"/>
                </a:solidFill>
                <a:highlight>
                  <a:srgbClr val="FFFF00"/>
                </a:highlight>
                <a:latin typeface="Courier New"/>
                <a:ea typeface="Courier New"/>
                <a:cs typeface="Courier New"/>
                <a:sym typeface="Courier New"/>
              </a:rPr>
              <a:t>&lt;lap&gt;</a:t>
            </a:r>
            <a:endParaRPr sz="1100" b="1" dirty="0">
              <a:solidFill>
                <a:srgbClr val="FF0000"/>
              </a:solidFill>
              <a:highlight>
                <a:srgbClr val="FFFF00"/>
              </a:highlight>
              <a:latin typeface="Courier New"/>
              <a:ea typeface="Courier New"/>
              <a:cs typeface="Courier New"/>
              <a:sym typeface="Courier New"/>
            </a:endParaRPr>
          </a:p>
          <a:p>
            <a:pPr marL="914400" lvl="1" indent="-298450" algn="l" rtl="0">
              <a:spcBef>
                <a:spcPts val="0"/>
              </a:spcBef>
              <a:spcAft>
                <a:spcPts val="0"/>
              </a:spcAft>
              <a:buSzPts val="1100"/>
              <a:buChar char="○"/>
            </a:pPr>
            <a:r>
              <a:rPr lang="en" dirty="0"/>
              <a:t>Subtract the starting time from the ending time and store that in </a:t>
            </a:r>
            <a:r>
              <a:rPr lang="en" dirty="0">
                <a:latin typeface="Courier New"/>
                <a:ea typeface="Courier New"/>
                <a:cs typeface="Courier New"/>
                <a:sym typeface="Courier New"/>
              </a:rPr>
              <a:t>time</a:t>
            </a:r>
            <a:r>
              <a:rPr lang="en" dirty="0"/>
              <a:t>.</a:t>
            </a:r>
            <a:endParaRPr dirty="0"/>
          </a:p>
          <a:p>
            <a:pPr marL="457200" lvl="0" indent="-311150" algn="l" rtl="0">
              <a:spcBef>
                <a:spcPts val="0"/>
              </a:spcBef>
              <a:spcAft>
                <a:spcPts val="0"/>
              </a:spcAft>
              <a:buSzPts val="1300"/>
              <a:buChar char="●"/>
            </a:pPr>
            <a:r>
              <a:rPr lang="en" dirty="0">
                <a:latin typeface="Courier New"/>
                <a:ea typeface="Courier New"/>
                <a:cs typeface="Courier New"/>
                <a:sym typeface="Courier New"/>
              </a:rPr>
              <a:t>getFinishTime()</a:t>
            </a:r>
            <a:r>
              <a:rPr lang="en" dirty="0"/>
              <a:t> should return the time in </a:t>
            </a:r>
            <a:r>
              <a:rPr lang="en" b="1" i="1" dirty="0">
                <a:solidFill>
                  <a:srgbClr val="FF0000"/>
                </a:solidFill>
              </a:rPr>
              <a:t>seconds</a:t>
            </a:r>
            <a:r>
              <a:rPr lang="en" dirty="0"/>
              <a:t> instead of the nanoseconds (ns) </a:t>
            </a:r>
            <a:r>
              <a:rPr lang="en" dirty="0">
                <a:latin typeface="Courier New"/>
                <a:ea typeface="Courier New"/>
                <a:cs typeface="Courier New"/>
                <a:sym typeface="Courier New"/>
              </a:rPr>
              <a:t>nanoTime</a:t>
            </a:r>
            <a:r>
              <a:rPr lang="en" dirty="0"/>
              <a:t> returns. (1 second = 1,000,000,000 ns)</a:t>
            </a:r>
            <a:endParaRPr dirty="0"/>
          </a:p>
          <a:p>
            <a:pPr marL="914400" lvl="1" indent="-298450" algn="l" rtl="0">
              <a:spcBef>
                <a:spcPts val="0"/>
              </a:spcBef>
              <a:spcAft>
                <a:spcPts val="0"/>
              </a:spcAft>
              <a:buSzPts val="1100"/>
              <a:buChar char="○"/>
            </a:pPr>
            <a:r>
              <a:rPr lang="en" dirty="0"/>
              <a:t>You can write this in code as </a:t>
            </a:r>
            <a:r>
              <a:rPr lang="en" dirty="0">
                <a:latin typeface="Courier New"/>
                <a:ea typeface="Courier New"/>
                <a:cs typeface="Courier New"/>
                <a:sym typeface="Courier New"/>
              </a:rPr>
              <a:t>1_000_000_000</a:t>
            </a:r>
            <a:r>
              <a:rPr lang="en" dirty="0"/>
              <a:t>.</a:t>
            </a:r>
            <a:endParaRPr dirty="0"/>
          </a:p>
          <a:p>
            <a:pPr marL="457200" lvl="0" indent="-311150" algn="l" rtl="0">
              <a:spcBef>
                <a:spcPts val="1000"/>
              </a:spcBef>
              <a:spcAft>
                <a:spcPts val="0"/>
              </a:spcAft>
              <a:buSzPts val="1300"/>
              <a:buChar char="●"/>
            </a:pPr>
            <a:r>
              <a:rPr lang="en" dirty="0"/>
              <a:t>In main, create a racer and have them race for 10 laps with debug enabled. Print out their finish time.</a:t>
            </a:r>
            <a:endParaRPr dirty="0"/>
          </a:p>
        </p:txBody>
      </p:sp>
      <p:sp>
        <p:nvSpPr>
          <p:cNvPr id="250" name="Google Shape;250;p3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8.1</a:t>
            </a:r>
            <a:endParaRPr/>
          </a:p>
        </p:txBody>
      </p:sp>
      <p:pic>
        <p:nvPicPr>
          <p:cNvPr id="251" name="Google Shape;251;p34"/>
          <p:cNvPicPr preferRelativeResize="0"/>
          <p:nvPr/>
        </p:nvPicPr>
        <p:blipFill>
          <a:blip r:embed="rId3">
            <a:alphaModFix/>
          </a:blip>
          <a:stretch>
            <a:fillRect/>
          </a:stretch>
        </p:blipFill>
        <p:spPr>
          <a:xfrm>
            <a:off x="172575" y="1530950"/>
            <a:ext cx="2849025" cy="33927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35"/>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A race with only one racer isn't that exciting. Let's add a couple more racers and see what happens.</a:t>
            </a:r>
            <a:endParaRPr/>
          </a:p>
        </p:txBody>
      </p:sp>
      <p:sp>
        <p:nvSpPr>
          <p:cNvPr id="257" name="Google Shape;257;p3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a:t>
            </a:fld>
            <a:endParaRPr/>
          </a:p>
        </p:txBody>
      </p:sp>
      <p:sp>
        <p:nvSpPr>
          <p:cNvPr id="258" name="Google Shape;258;p35"/>
          <p:cNvSpPr txBox="1">
            <a:spLocks noGrp="1"/>
          </p:cNvSpPr>
          <p:nvPr>
            <p:ph type="body" idx="2"/>
          </p:nvPr>
        </p:nvSpPr>
        <p:spPr>
          <a:xfrm>
            <a:off x="3015150" y="1485400"/>
            <a:ext cx="5926200" cy="20178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Start by creating a new class in racing named Race.</a:t>
            </a:r>
            <a:endParaRPr dirty="0"/>
          </a:p>
          <a:p>
            <a:pPr marL="457200" lvl="0" indent="-311150" algn="l" rtl="0">
              <a:spcBef>
                <a:spcPts val="0"/>
              </a:spcBef>
              <a:spcAft>
                <a:spcPts val="0"/>
              </a:spcAft>
              <a:buSzPts val="1300"/>
              <a:buChar char="●"/>
            </a:pPr>
            <a:r>
              <a:rPr lang="en" dirty="0"/>
              <a:t>In main:</a:t>
            </a:r>
            <a:endParaRPr dirty="0"/>
          </a:p>
          <a:p>
            <a:pPr marL="914400" lvl="1" indent="-298450" algn="l" rtl="0">
              <a:spcBef>
                <a:spcPts val="0"/>
              </a:spcBef>
              <a:spcAft>
                <a:spcPts val="0"/>
              </a:spcAft>
              <a:buSzPts val="1100"/>
              <a:buChar char="○"/>
            </a:pPr>
            <a:r>
              <a:rPr lang="en" dirty="0"/>
              <a:t>Create 3 racers that will race for 10 laps (with debug enabled)</a:t>
            </a:r>
            <a:endParaRPr dirty="0"/>
          </a:p>
          <a:p>
            <a:pPr marL="914400" lvl="1" indent="-298450" algn="l" rtl="0">
              <a:spcBef>
                <a:spcPts val="0"/>
              </a:spcBef>
              <a:spcAft>
                <a:spcPts val="0"/>
              </a:spcAft>
              <a:buSzPts val="1100"/>
              <a:buChar char="○"/>
            </a:pPr>
            <a:r>
              <a:rPr lang="en" dirty="0"/>
              <a:t>Have each racer race</a:t>
            </a:r>
            <a:endParaRPr dirty="0"/>
          </a:p>
          <a:p>
            <a:pPr marL="914400" lvl="1" indent="-298450" algn="l" rtl="0">
              <a:spcBef>
                <a:spcPts val="0"/>
              </a:spcBef>
              <a:spcAft>
                <a:spcPts val="0"/>
              </a:spcAft>
              <a:buSzPts val="1100"/>
              <a:buChar char="○"/>
            </a:pPr>
            <a:r>
              <a:rPr lang="en" dirty="0"/>
              <a:t>Print out the finish time for each racer</a:t>
            </a:r>
            <a:endParaRPr dirty="0"/>
          </a:p>
          <a:p>
            <a:pPr marL="457200" lvl="0" indent="-311150" algn="l" rtl="0">
              <a:spcBef>
                <a:spcPts val="1000"/>
              </a:spcBef>
              <a:spcAft>
                <a:spcPts val="0"/>
              </a:spcAft>
              <a:buSzPts val="1300"/>
              <a:buChar char="●"/>
            </a:pPr>
            <a:r>
              <a:rPr lang="en" dirty="0"/>
              <a:t>Run your program a few times and take a look at the results</a:t>
            </a:r>
            <a:endParaRPr dirty="0"/>
          </a:p>
          <a:p>
            <a:pPr marL="457200" lvl="0" indent="-311150" algn="l" rtl="0">
              <a:spcBef>
                <a:spcPts val="0"/>
              </a:spcBef>
              <a:spcAft>
                <a:spcPts val="0"/>
              </a:spcAft>
              <a:buSzPts val="1300"/>
              <a:buChar char="●"/>
            </a:pPr>
            <a:r>
              <a:rPr lang="en" dirty="0"/>
              <a:t>In a comment block, describe what you are seeing and any issues you feel would make this an unfair race.</a:t>
            </a:r>
            <a:endParaRPr dirty="0"/>
          </a:p>
        </p:txBody>
      </p:sp>
      <p:sp>
        <p:nvSpPr>
          <p:cNvPr id="259" name="Google Shape;259;p3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More Racers</a:t>
            </a:r>
            <a:endParaRPr/>
          </a:p>
        </p:txBody>
      </p:sp>
      <p:sp>
        <p:nvSpPr>
          <p:cNvPr id="260" name="Google Shape;260;p3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8.2</a:t>
            </a:r>
            <a:endParaRPr/>
          </a:p>
        </p:txBody>
      </p:sp>
      <p:sp>
        <p:nvSpPr>
          <p:cNvPr id="261" name="Google Shape;261;p35"/>
          <p:cNvSpPr txBox="1">
            <a:spLocks noGrp="1"/>
          </p:cNvSpPr>
          <p:nvPr>
            <p:ph type="body" idx="4"/>
          </p:nvPr>
        </p:nvSpPr>
        <p:spPr>
          <a:xfrm>
            <a:off x="239754" y="4350900"/>
            <a:ext cx="27699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More racers means more fun but is this really a fair race?</a:t>
            </a:r>
            <a:endParaRPr/>
          </a:p>
        </p:txBody>
      </p:sp>
      <p:pic>
        <p:nvPicPr>
          <p:cNvPr id="262" name="Google Shape;262;p35"/>
          <p:cNvPicPr preferRelativeResize="0"/>
          <p:nvPr/>
        </p:nvPicPr>
        <p:blipFill>
          <a:blip r:embed="rId3">
            <a:alphaModFix/>
          </a:blip>
          <a:stretch>
            <a:fillRect/>
          </a:stretch>
        </p:blipFill>
        <p:spPr>
          <a:xfrm>
            <a:off x="256384" y="1527763"/>
            <a:ext cx="2741284" cy="2741312"/>
          </a:xfrm>
          <a:prstGeom prst="rect">
            <a:avLst/>
          </a:prstGeom>
          <a:noFill/>
          <a:ln w="19050" cap="flat" cmpd="sng">
            <a:solidFill>
              <a:schemeClr val="dk1"/>
            </a:solidFill>
            <a:prstDash val="solid"/>
            <a:round/>
            <a:headEnd type="none" w="sm" len="sm"/>
            <a:tailEnd type="none" w="sm" len="sm"/>
          </a:ln>
        </p:spPr>
      </p:pic>
      <p:sp>
        <p:nvSpPr>
          <p:cNvPr id="263" name="Google Shape;263;p35"/>
          <p:cNvSpPr/>
          <p:nvPr/>
        </p:nvSpPr>
        <p:spPr>
          <a:xfrm>
            <a:off x="759125" y="1816875"/>
            <a:ext cx="909000" cy="196500"/>
          </a:xfrm>
          <a:prstGeom prst="rect">
            <a:avLst/>
          </a:prstGeom>
          <a:solidFill>
            <a:srgbClr val="00000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264" name="Google Shape;264;p35"/>
          <p:cNvSpPr/>
          <p:nvPr/>
        </p:nvSpPr>
        <p:spPr>
          <a:xfrm>
            <a:off x="702936" y="1810918"/>
            <a:ext cx="990106" cy="196500"/>
          </a:xfrm>
          <a:prstGeom prst="rect">
            <a:avLst/>
          </a:prstGeom>
        </p:spPr>
        <p:txBody>
          <a:bodyPr>
            <a:prstTxWarp prst="textPlain">
              <a:avLst/>
            </a:prstTxWarp>
          </a:bodyPr>
          <a:lstStyle/>
          <a:p>
            <a:pPr lvl="0" algn="ctr"/>
            <a:r>
              <a:rPr b="1" i="1">
                <a:ln w="9525" cap="flat" cmpd="sng">
                  <a:solidFill>
                    <a:srgbClr val="000000"/>
                  </a:solidFill>
                  <a:prstDash val="solid"/>
                  <a:round/>
                  <a:headEnd type="none" w="sm" len="sm"/>
                  <a:tailEnd type="none" w="sm" len="sm"/>
                </a:ln>
                <a:gradFill>
                  <a:gsLst>
                    <a:gs pos="0">
                      <a:srgbClr val="FFFFFF"/>
                    </a:gs>
                    <a:gs pos="100000">
                      <a:srgbClr val="D0BDAB"/>
                    </a:gs>
                  </a:gsLst>
                  <a:path path="circle">
                    <a:fillToRect l="50000" t="50000" r="50000" b="50000"/>
                  </a:path>
                  <a:tileRect/>
                </a:gradFill>
                <a:latin typeface="Impact"/>
              </a:rPr>
              <a:t>GCIS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sp>
        <p:nvSpPr>
          <p:cNvPr id="269" name="Google Shape;269;p36"/>
          <p:cNvSpPr txBox="1">
            <a:spLocks noGrp="1"/>
          </p:cNvSpPr>
          <p:nvPr>
            <p:ph type="title"/>
          </p:nvPr>
        </p:nvSpPr>
        <p:spPr>
          <a:xfrm>
            <a:off x="5264725" y="500925"/>
            <a:ext cx="3706500" cy="638100"/>
          </a:xfrm>
          <a:prstGeom prst="rect">
            <a:avLst/>
          </a:prstGeom>
          <a:noFill/>
          <a:ln>
            <a:noFill/>
          </a:ln>
        </p:spPr>
        <p:txBody>
          <a:bodyPr spcFirstLastPara="1" wrap="square" lIns="68575" tIns="34275" rIns="68575" bIns="34275" anchor="ctr" anchorCtr="0">
            <a:normAutofit/>
          </a:bodyPr>
          <a:lstStyle/>
          <a:p>
            <a:pPr marL="0" lvl="0" indent="0" algn="l" rtl="0">
              <a:lnSpc>
                <a:spcPct val="90000"/>
              </a:lnSpc>
              <a:spcBef>
                <a:spcPts val="0"/>
              </a:spcBef>
              <a:spcAft>
                <a:spcPts val="0"/>
              </a:spcAft>
              <a:buClr>
                <a:schemeClr val="dk2"/>
              </a:buClr>
              <a:buSzPts val="3300"/>
              <a:buFont typeface="Calibri"/>
              <a:buNone/>
            </a:pPr>
            <a:r>
              <a:rPr lang="en"/>
              <a:t>Processes</a:t>
            </a:r>
            <a:endParaRPr/>
          </a:p>
        </p:txBody>
      </p:sp>
      <p:sp>
        <p:nvSpPr>
          <p:cNvPr id="270" name="Google Shape;270;p36"/>
          <p:cNvSpPr txBox="1">
            <a:spLocks noGrp="1"/>
          </p:cNvSpPr>
          <p:nvPr>
            <p:ph type="body" idx="1"/>
          </p:nvPr>
        </p:nvSpPr>
        <p:spPr>
          <a:xfrm>
            <a:off x="377475" y="272325"/>
            <a:ext cx="4166400" cy="4738200"/>
          </a:xfrm>
          <a:prstGeom prst="rect">
            <a:avLst/>
          </a:prstGeom>
          <a:noFill/>
          <a:ln>
            <a:noFill/>
          </a:ln>
        </p:spPr>
        <p:txBody>
          <a:bodyPr spcFirstLastPara="1" wrap="square" lIns="68575" tIns="34275" rIns="68575" bIns="34275" anchor="t" anchorCtr="0">
            <a:normAutofit fontScale="92500" lnSpcReduction="10000"/>
          </a:bodyPr>
          <a:lstStyle/>
          <a:p>
            <a:pPr marL="457200" lvl="0" indent="-311150" algn="l" rtl="0">
              <a:lnSpc>
                <a:spcPct val="115000"/>
              </a:lnSpc>
              <a:spcBef>
                <a:spcPts val="0"/>
              </a:spcBef>
              <a:spcAft>
                <a:spcPts val="0"/>
              </a:spcAft>
              <a:buSzPts val="1300"/>
              <a:buChar char="●"/>
            </a:pPr>
            <a:r>
              <a:rPr lang="en" dirty="0"/>
              <a:t>Our race isn't very fair and has multiple issues </a:t>
            </a:r>
            <a:endParaRPr dirty="0"/>
          </a:p>
          <a:p>
            <a:pPr marL="457200" lvl="0" indent="-311150" algn="l" rtl="0">
              <a:lnSpc>
                <a:spcPct val="115000"/>
              </a:lnSpc>
              <a:spcBef>
                <a:spcPts val="0"/>
              </a:spcBef>
              <a:spcAft>
                <a:spcPts val="0"/>
              </a:spcAft>
              <a:buSzPts val="1300"/>
              <a:buChar char="●"/>
            </a:pPr>
            <a:r>
              <a:rPr lang="en" dirty="0">
                <a:highlight>
                  <a:srgbClr val="FFFF00"/>
                </a:highlight>
              </a:rPr>
              <a:t>Before we can solve them, we'll need to understand how programs run on computers.</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highlight>
                  <a:srgbClr val="FFFF00"/>
                </a:highlight>
              </a:rPr>
              <a:t>A </a:t>
            </a:r>
            <a:r>
              <a:rPr lang="en" b="1" i="1" dirty="0">
                <a:solidFill>
                  <a:srgbClr val="FF0000"/>
                </a:solidFill>
                <a:highlight>
                  <a:srgbClr val="FFFF00"/>
                </a:highlight>
              </a:rPr>
              <a:t>Process </a:t>
            </a:r>
            <a:r>
              <a:rPr lang="en" dirty="0">
                <a:highlight>
                  <a:srgbClr val="FFFF00"/>
                </a:highlight>
              </a:rPr>
              <a:t>is a instance of an application that is running on a system</a:t>
            </a:r>
            <a:endParaRPr dirty="0">
              <a:highlight>
                <a:srgbClr val="FFFF00"/>
              </a:highlight>
            </a:endParaRPr>
          </a:p>
          <a:p>
            <a:pPr marL="914400" lvl="1" indent="-298450" algn="l" rtl="0">
              <a:lnSpc>
                <a:spcPct val="115000"/>
              </a:lnSpc>
              <a:spcBef>
                <a:spcPts val="0"/>
              </a:spcBef>
              <a:spcAft>
                <a:spcPts val="0"/>
              </a:spcAft>
              <a:buSzPts val="1100"/>
              <a:buChar char="○"/>
            </a:pPr>
            <a:r>
              <a:rPr lang="en" dirty="0"/>
              <a:t>I.E. Running one instance of simple calculator creates one process</a:t>
            </a:r>
            <a:endParaRPr dirty="0"/>
          </a:p>
          <a:p>
            <a:pPr marL="457200" lvl="0" indent="-311150" algn="l" rtl="0">
              <a:lnSpc>
                <a:spcPct val="115000"/>
              </a:lnSpc>
              <a:spcBef>
                <a:spcPts val="1000"/>
              </a:spcBef>
              <a:spcAft>
                <a:spcPts val="0"/>
              </a:spcAft>
              <a:buSzPts val="1300"/>
              <a:buChar char="●"/>
            </a:pPr>
            <a:r>
              <a:rPr lang="en" dirty="0"/>
              <a:t>Each process has </a:t>
            </a:r>
            <a:r>
              <a:rPr lang="en" dirty="0">
                <a:highlight>
                  <a:srgbClr val="FFFF00"/>
                </a:highlight>
              </a:rPr>
              <a:t>some amount of </a:t>
            </a:r>
            <a:r>
              <a:rPr lang="en" b="1" i="1" dirty="0">
                <a:solidFill>
                  <a:srgbClr val="FF0000"/>
                </a:solidFill>
                <a:highlight>
                  <a:srgbClr val="FFFF00"/>
                </a:highlight>
              </a:rPr>
              <a:t>resources </a:t>
            </a:r>
            <a:r>
              <a:rPr lang="en" dirty="0"/>
              <a:t>reserved for its use</a:t>
            </a:r>
            <a:endParaRPr dirty="0"/>
          </a:p>
          <a:p>
            <a:pPr marL="914400" lvl="1" indent="-298450" algn="l" rtl="0">
              <a:lnSpc>
                <a:spcPct val="115000"/>
              </a:lnSpc>
              <a:spcBef>
                <a:spcPts val="0"/>
              </a:spcBef>
              <a:spcAft>
                <a:spcPts val="0"/>
              </a:spcAft>
              <a:buSzPts val="1100"/>
              <a:buChar char="○"/>
            </a:pPr>
            <a:r>
              <a:rPr lang="en" dirty="0"/>
              <a:t>This resource pool is predominantly memory, I.E. RAM</a:t>
            </a:r>
            <a:endParaRPr dirty="0"/>
          </a:p>
          <a:p>
            <a:pPr marL="914400" lvl="1" indent="-298450" algn="l" rtl="0">
              <a:lnSpc>
                <a:spcPct val="115000"/>
              </a:lnSpc>
              <a:spcBef>
                <a:spcPts val="0"/>
              </a:spcBef>
              <a:spcAft>
                <a:spcPts val="0"/>
              </a:spcAft>
              <a:buSzPts val="1100"/>
              <a:buChar char="○"/>
            </a:pPr>
            <a:r>
              <a:rPr lang="en" dirty="0"/>
              <a:t>A process will generate a </a:t>
            </a:r>
            <a:r>
              <a:rPr lang="en" dirty="0">
                <a:highlight>
                  <a:srgbClr val="FFFF00"/>
                </a:highlight>
              </a:rPr>
              <a:t>segmentation fault </a:t>
            </a:r>
            <a:r>
              <a:rPr lang="en" dirty="0"/>
              <a:t>if they try to use memory outside of that which has been allocated to the process</a:t>
            </a:r>
            <a:endParaRPr dirty="0"/>
          </a:p>
          <a:p>
            <a:pPr marL="457200" lvl="0" indent="-311150" algn="l" rtl="0">
              <a:lnSpc>
                <a:spcPct val="115000"/>
              </a:lnSpc>
              <a:spcBef>
                <a:spcPts val="1000"/>
              </a:spcBef>
              <a:spcAft>
                <a:spcPts val="0"/>
              </a:spcAft>
              <a:buSzPts val="1300"/>
              <a:buChar char="●"/>
            </a:pPr>
            <a:r>
              <a:rPr lang="en" dirty="0"/>
              <a:t>Each process can run </a:t>
            </a:r>
            <a:r>
              <a:rPr lang="en" dirty="0">
                <a:highlight>
                  <a:srgbClr val="FFFF00"/>
                </a:highlight>
              </a:rPr>
              <a:t>one or more </a:t>
            </a:r>
            <a:r>
              <a:rPr lang="en" b="1" i="1" dirty="0">
                <a:solidFill>
                  <a:srgbClr val="FF0000"/>
                </a:solidFill>
                <a:highlight>
                  <a:srgbClr val="FFFF00"/>
                </a:highlight>
              </a:rPr>
              <a:t>threads </a:t>
            </a:r>
            <a:r>
              <a:rPr lang="en" dirty="0"/>
              <a:t>of execution.</a:t>
            </a:r>
            <a:endParaRPr dirty="0"/>
          </a:p>
          <a:p>
            <a:pPr marL="457200" lvl="0" indent="-311150" algn="l" rtl="0">
              <a:lnSpc>
                <a:spcPct val="115000"/>
              </a:lnSpc>
              <a:spcBef>
                <a:spcPts val="0"/>
              </a:spcBef>
              <a:spcAft>
                <a:spcPts val="0"/>
              </a:spcAft>
              <a:buSzPts val="1300"/>
              <a:buChar char="●"/>
            </a:pPr>
            <a:r>
              <a:rPr lang="en" dirty="0"/>
              <a:t>Each </a:t>
            </a:r>
            <a:r>
              <a:rPr lang="en" dirty="0">
                <a:highlight>
                  <a:srgbClr val="FFFF00"/>
                </a:highlight>
              </a:rPr>
              <a:t>core (or v-core) </a:t>
            </a:r>
            <a:r>
              <a:rPr lang="en" dirty="0"/>
              <a:t>in your system can run </a:t>
            </a:r>
            <a:r>
              <a:rPr lang="en" b="1" i="1" dirty="0">
                <a:solidFill>
                  <a:srgbClr val="FF0000"/>
                </a:solidFill>
              </a:rPr>
              <a:t>one </a:t>
            </a:r>
            <a:r>
              <a:rPr lang="en" dirty="0"/>
              <a:t>thread at a time</a:t>
            </a:r>
            <a:endParaRPr dirty="0"/>
          </a:p>
          <a:p>
            <a:pPr marL="457200" lvl="0" indent="-311150" algn="l" rtl="0">
              <a:lnSpc>
                <a:spcPct val="115000"/>
              </a:lnSpc>
              <a:spcBef>
                <a:spcPts val="0"/>
              </a:spcBef>
              <a:spcAft>
                <a:spcPts val="0"/>
              </a:spcAft>
              <a:buSzPts val="1300"/>
              <a:buChar char="●"/>
            </a:pPr>
            <a:r>
              <a:rPr lang="en" dirty="0"/>
              <a:t>So how many processes/threads does your computer use?</a:t>
            </a:r>
            <a:endParaRPr dirty="0"/>
          </a:p>
          <a:p>
            <a:pPr marL="457200" lvl="0" indent="-311150" algn="l" rtl="0">
              <a:lnSpc>
                <a:spcPct val="115000"/>
              </a:lnSpc>
              <a:spcBef>
                <a:spcPts val="0"/>
              </a:spcBef>
              <a:spcAft>
                <a:spcPts val="0"/>
              </a:spcAft>
              <a:buSzPts val="1300"/>
              <a:buChar char="●"/>
            </a:pPr>
            <a:r>
              <a:rPr lang="en" dirty="0"/>
              <a:t>Since there are </a:t>
            </a:r>
            <a:r>
              <a:rPr lang="en" b="1" i="1" dirty="0">
                <a:solidFill>
                  <a:srgbClr val="FF0000"/>
                </a:solidFill>
              </a:rPr>
              <a:t>many more</a:t>
            </a:r>
            <a:r>
              <a:rPr lang="en" dirty="0"/>
              <a:t> processes than cores and </a:t>
            </a:r>
            <a:r>
              <a:rPr lang="en" dirty="0">
                <a:highlight>
                  <a:srgbClr val="FFFF00"/>
                </a:highlight>
              </a:rPr>
              <a:t>each core can only execute one process </a:t>
            </a:r>
            <a:r>
              <a:rPr lang="en" dirty="0"/>
              <a:t>how does a computer work?</a:t>
            </a:r>
            <a:endParaRPr dirty="0"/>
          </a:p>
        </p:txBody>
      </p:sp>
      <p:sp>
        <p:nvSpPr>
          <p:cNvPr id="271" name="Google Shape;271;p36"/>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68575" tIns="34275" rIns="68575" bIns="34275" anchor="ctr" anchorCtr="0">
            <a:noAutofit/>
          </a:bodyPr>
          <a:lstStyle/>
          <a:p>
            <a:pPr marL="0" lvl="0" indent="0" algn="l" rtl="0">
              <a:lnSpc>
                <a:spcPct val="115000"/>
              </a:lnSpc>
              <a:spcBef>
                <a:spcPts val="0"/>
              </a:spcBef>
              <a:spcAft>
                <a:spcPts val="0"/>
              </a:spcAft>
              <a:buClr>
                <a:schemeClr val="dk2"/>
              </a:buClr>
              <a:buSzPts val="2300"/>
              <a:buNone/>
            </a:pPr>
            <a:r>
              <a:rPr lang="en" sz="1400"/>
              <a:t>Modern computers can run many </a:t>
            </a:r>
            <a:r>
              <a:rPr lang="en" sz="1400" b="1" i="1">
                <a:solidFill>
                  <a:srgbClr val="FF0000"/>
                </a:solidFill>
              </a:rPr>
              <a:t>processes</a:t>
            </a:r>
            <a:r>
              <a:rPr lang="en" sz="1400"/>
              <a:t> (or applications) at the same time.</a:t>
            </a:r>
            <a:endParaRPr sz="1400"/>
          </a:p>
        </p:txBody>
      </p:sp>
      <p:sp>
        <p:nvSpPr>
          <p:cNvPr id="272" name="Google Shape;272;p36"/>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a:t>
            </a:fld>
            <a:endParaRPr/>
          </a:p>
        </p:txBody>
      </p:sp>
      <p:pic>
        <p:nvPicPr>
          <p:cNvPr id="273" name="Google Shape;273;p36"/>
          <p:cNvPicPr preferRelativeResize="0"/>
          <p:nvPr/>
        </p:nvPicPr>
        <p:blipFill>
          <a:blip r:embed="rId3">
            <a:alphaModFix/>
          </a:blip>
          <a:stretch>
            <a:fillRect/>
          </a:stretch>
        </p:blipFill>
        <p:spPr>
          <a:xfrm>
            <a:off x="5192225" y="1360875"/>
            <a:ext cx="3706501" cy="2464970"/>
          </a:xfrm>
          <a:prstGeom prst="rect">
            <a:avLst/>
          </a:prstGeom>
          <a:noFill/>
          <a:ln w="19050" cap="flat" cmpd="sng">
            <a:solidFill>
              <a:schemeClr val="accent1"/>
            </a:solidFill>
            <a:prstDash val="solid"/>
            <a:round/>
            <a:headEnd type="none" w="sm" len="sm"/>
            <a:tailEnd type="none" w="sm" len="sm"/>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1"/>
                                        </p:tgtEl>
                                        <p:attrNameLst>
                                          <p:attrName>style.visibility</p:attrName>
                                        </p:attrNameLst>
                                      </p:cBhvr>
                                      <p:to>
                                        <p:strVal val="visible"/>
                                      </p:to>
                                    </p:set>
                                    <p:animEffect transition="in" filter="fade">
                                      <p:cBhvr>
                                        <p:cTn id="7" dur="1000"/>
                                        <p:tgtEl>
                                          <p:spTgt spid="2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a:t>
            </a:fld>
            <a:endParaRPr/>
          </a:p>
        </p:txBody>
      </p:sp>
      <p:sp>
        <p:nvSpPr>
          <p:cNvPr id="279" name="Google Shape;279;p3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How Many Threads!?</a:t>
            </a:r>
            <a:endParaRPr/>
          </a:p>
        </p:txBody>
      </p:sp>
      <p:sp>
        <p:nvSpPr>
          <p:cNvPr id="280" name="Google Shape;280;p37"/>
          <p:cNvSpPr txBox="1">
            <a:spLocks noGrp="1"/>
          </p:cNvSpPr>
          <p:nvPr>
            <p:ph type="body" idx="1"/>
          </p:nvPr>
        </p:nvSpPr>
        <p:spPr>
          <a:xfrm>
            <a:off x="65250" y="6554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Every operating system provides a mechanism that can be used to see a list of the processes that are running on your computer. Depending on your OS, you may also be able to see details about each process (including how much memory and processor time it is using). Follow the instructions for your operating system. How many processes are you running right now?</a:t>
            </a:r>
            <a:endParaRPr dirty="0"/>
          </a:p>
        </p:txBody>
      </p:sp>
      <p:sp>
        <p:nvSpPr>
          <p:cNvPr id="281" name="Google Shape;281;p37"/>
          <p:cNvSpPr txBox="1">
            <a:spLocks noGrp="1"/>
          </p:cNvSpPr>
          <p:nvPr>
            <p:ph type="body" idx="2"/>
          </p:nvPr>
        </p:nvSpPr>
        <p:spPr>
          <a:xfrm>
            <a:off x="3683650" y="1944950"/>
            <a:ext cx="5242200" cy="27921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Windows:</a:t>
            </a:r>
            <a:endParaRPr sz="1500" dirty="0"/>
          </a:p>
          <a:p>
            <a:pPr marL="914400" lvl="1" indent="-311150" algn="l" rtl="0">
              <a:spcBef>
                <a:spcPts val="0"/>
              </a:spcBef>
              <a:spcAft>
                <a:spcPts val="0"/>
              </a:spcAft>
              <a:buSzPts val="1300"/>
              <a:buChar char="○"/>
            </a:pPr>
            <a:r>
              <a:rPr lang="en" sz="1300" dirty="0"/>
              <a:t>CTRL+ALT+DEL</a:t>
            </a:r>
            <a:endParaRPr sz="1300" dirty="0"/>
          </a:p>
          <a:p>
            <a:pPr marL="914400" lvl="1" indent="-311150" algn="l" rtl="0">
              <a:spcBef>
                <a:spcPts val="0"/>
              </a:spcBef>
              <a:spcAft>
                <a:spcPts val="0"/>
              </a:spcAft>
              <a:buSzPts val="1300"/>
              <a:buChar char="○"/>
            </a:pPr>
            <a:r>
              <a:rPr lang="en" sz="1300" dirty="0"/>
              <a:t>Select Task Manager</a:t>
            </a:r>
            <a:endParaRPr sz="1300" dirty="0"/>
          </a:p>
          <a:p>
            <a:pPr marL="914400" lvl="1" indent="-311150" algn="l" rtl="0">
              <a:spcBef>
                <a:spcPts val="0"/>
              </a:spcBef>
              <a:spcAft>
                <a:spcPts val="0"/>
              </a:spcAft>
              <a:buSzPts val="1300"/>
              <a:buChar char="○"/>
            </a:pPr>
            <a:r>
              <a:rPr lang="en" sz="1300" dirty="0"/>
              <a:t>Performance Tab | CPU</a:t>
            </a:r>
            <a:endParaRPr sz="1300" dirty="0"/>
          </a:p>
          <a:p>
            <a:pPr marL="457200" lvl="0" indent="-323850" algn="l" rtl="0">
              <a:spcBef>
                <a:spcPts val="0"/>
              </a:spcBef>
              <a:spcAft>
                <a:spcPts val="0"/>
              </a:spcAft>
              <a:buSzPts val="1500"/>
              <a:buChar char="●"/>
            </a:pPr>
            <a:r>
              <a:rPr lang="en" sz="1500" dirty="0"/>
              <a:t>MacOS:</a:t>
            </a:r>
            <a:endParaRPr sz="1500" dirty="0"/>
          </a:p>
          <a:p>
            <a:pPr marL="914400" lvl="1" indent="-311150" algn="l" rtl="0">
              <a:spcBef>
                <a:spcPts val="0"/>
              </a:spcBef>
              <a:spcAft>
                <a:spcPts val="0"/>
              </a:spcAft>
              <a:buSzPts val="1300"/>
              <a:buChar char="○"/>
            </a:pPr>
            <a:r>
              <a:rPr lang="en" sz="1300" dirty="0"/>
              <a:t>Search for and run Activity Monitor</a:t>
            </a:r>
            <a:endParaRPr sz="1300" dirty="0"/>
          </a:p>
          <a:p>
            <a:pPr marL="914400" lvl="1" indent="-311150" algn="l" rtl="0">
              <a:spcBef>
                <a:spcPts val="0"/>
              </a:spcBef>
              <a:spcAft>
                <a:spcPts val="0"/>
              </a:spcAft>
              <a:buSzPts val="1300"/>
              <a:buChar char="○"/>
            </a:pPr>
            <a:r>
              <a:rPr lang="en" sz="1300" dirty="0"/>
              <a:t>Choose the CPU tab</a:t>
            </a:r>
            <a:endParaRPr sz="1300" dirty="0"/>
          </a:p>
          <a:p>
            <a:pPr marL="457200" lvl="0" indent="-323850" algn="l" rtl="0">
              <a:spcBef>
                <a:spcPts val="0"/>
              </a:spcBef>
              <a:spcAft>
                <a:spcPts val="0"/>
              </a:spcAft>
              <a:buSzPts val="1500"/>
              <a:buChar char="●"/>
            </a:pPr>
            <a:r>
              <a:rPr lang="en" sz="1500" dirty="0"/>
              <a:t>Linux:</a:t>
            </a:r>
            <a:endParaRPr sz="1500" dirty="0"/>
          </a:p>
          <a:p>
            <a:pPr marL="914400" lvl="1" indent="-311150" algn="l" rtl="0">
              <a:spcBef>
                <a:spcPts val="0"/>
              </a:spcBef>
              <a:spcAft>
                <a:spcPts val="0"/>
              </a:spcAft>
              <a:buSzPts val="1300"/>
              <a:buChar char="○"/>
            </a:pPr>
            <a:r>
              <a:rPr lang="en" sz="1300" dirty="0"/>
              <a:t>Open the terminal window</a:t>
            </a:r>
            <a:endParaRPr sz="1300" dirty="0"/>
          </a:p>
          <a:p>
            <a:pPr marL="914400" lvl="1" indent="-311150" algn="l" rtl="0">
              <a:spcBef>
                <a:spcPts val="0"/>
              </a:spcBef>
              <a:spcAft>
                <a:spcPts val="0"/>
              </a:spcAft>
              <a:buSzPts val="1300"/>
              <a:buFont typeface="Courier New"/>
              <a:buChar char="○"/>
            </a:pPr>
            <a:r>
              <a:rPr lang="en" sz="1300" dirty="0">
                <a:latin typeface="Courier New"/>
                <a:ea typeface="Courier New"/>
                <a:cs typeface="Courier New"/>
                <a:sym typeface="Courier New"/>
              </a:rPr>
              <a:t>ps -eL | wc -l</a:t>
            </a:r>
            <a:br>
              <a:rPr lang="en" sz="1300" dirty="0">
                <a:latin typeface="Courier New"/>
                <a:ea typeface="Courier New"/>
                <a:cs typeface="Courier New"/>
                <a:sym typeface="Courier New"/>
              </a:rPr>
            </a:br>
            <a:r>
              <a:rPr lang="en" sz="1300" dirty="0">
                <a:latin typeface="Courier New"/>
                <a:ea typeface="Courier New"/>
                <a:cs typeface="Courier New"/>
                <a:sym typeface="Courier New"/>
              </a:rPr>
              <a:t>(or run htop in a terminal)</a:t>
            </a:r>
            <a:endParaRPr sz="1300" dirty="0">
              <a:latin typeface="Courier New"/>
              <a:ea typeface="Courier New"/>
              <a:cs typeface="Courier New"/>
              <a:sym typeface="Courier New"/>
            </a:endParaRPr>
          </a:p>
        </p:txBody>
      </p:sp>
      <p:sp>
        <p:nvSpPr>
          <p:cNvPr id="282" name="Google Shape;282;p3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8.3</a:t>
            </a:r>
            <a:endParaRPr/>
          </a:p>
        </p:txBody>
      </p:sp>
      <p:pic>
        <p:nvPicPr>
          <p:cNvPr id="283" name="Google Shape;283;p37"/>
          <p:cNvPicPr preferRelativeResize="0"/>
          <p:nvPr/>
        </p:nvPicPr>
        <p:blipFill>
          <a:blip r:embed="rId3">
            <a:alphaModFix/>
          </a:blip>
          <a:stretch>
            <a:fillRect/>
          </a:stretch>
        </p:blipFill>
        <p:spPr>
          <a:xfrm>
            <a:off x="170975" y="1944950"/>
            <a:ext cx="3368974" cy="2984351"/>
          </a:xfrm>
          <a:prstGeom prst="rect">
            <a:avLst/>
          </a:prstGeom>
          <a:noFill/>
          <a:ln w="19050" cap="flat" cmpd="sng">
            <a:solidFill>
              <a:schemeClr val="dk2"/>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38"/>
          <p:cNvSpPr txBox="1">
            <a:spLocks noGrp="1"/>
          </p:cNvSpPr>
          <p:nvPr>
            <p:ph type="title"/>
          </p:nvPr>
        </p:nvSpPr>
        <p:spPr>
          <a:xfrm>
            <a:off x="311725" y="500925"/>
            <a:ext cx="8520600" cy="623700"/>
          </a:xfrm>
          <a:prstGeom prst="rect">
            <a:avLst/>
          </a:prstGeom>
          <a:noFill/>
          <a:ln>
            <a:noFill/>
          </a:ln>
        </p:spPr>
        <p:txBody>
          <a:bodyPr spcFirstLastPara="1" wrap="square" lIns="68575" tIns="34275" rIns="68575" bIns="34275" anchor="ctr" anchorCtr="0">
            <a:normAutofit/>
          </a:bodyPr>
          <a:lstStyle/>
          <a:p>
            <a:pPr marL="0" lvl="0" indent="0" algn="l" rtl="0">
              <a:lnSpc>
                <a:spcPct val="90000"/>
              </a:lnSpc>
              <a:spcBef>
                <a:spcPts val="0"/>
              </a:spcBef>
              <a:spcAft>
                <a:spcPts val="0"/>
              </a:spcAft>
              <a:buClr>
                <a:schemeClr val="dk2"/>
              </a:buClr>
              <a:buSzPts val="3300"/>
              <a:buFont typeface="Calibri"/>
              <a:buNone/>
            </a:pPr>
            <a:r>
              <a:rPr lang="en"/>
              <a:t>Time Sharing</a:t>
            </a:r>
            <a:endParaRPr/>
          </a:p>
        </p:txBody>
      </p:sp>
      <p:sp>
        <p:nvSpPr>
          <p:cNvPr id="289" name="Google Shape;289;p38"/>
          <p:cNvSpPr txBox="1">
            <a:spLocks noGrp="1"/>
          </p:cNvSpPr>
          <p:nvPr>
            <p:ph type="body" idx="1"/>
          </p:nvPr>
        </p:nvSpPr>
        <p:spPr>
          <a:xfrm>
            <a:off x="311700" y="1505700"/>
            <a:ext cx="8520600" cy="2072700"/>
          </a:xfrm>
          <a:prstGeom prst="rect">
            <a:avLst/>
          </a:prstGeom>
          <a:noFill/>
          <a:ln>
            <a:noFill/>
          </a:ln>
        </p:spPr>
        <p:txBody>
          <a:bodyPr spcFirstLastPara="1" wrap="square" lIns="68575" tIns="34275" rIns="68575" bIns="34275" anchor="t" anchorCtr="0">
            <a:normAutofit lnSpcReduction="10000"/>
          </a:bodyPr>
          <a:lstStyle/>
          <a:p>
            <a:pPr marL="457200" lvl="0" indent="-311150" algn="l" rtl="0">
              <a:lnSpc>
                <a:spcPct val="115000"/>
              </a:lnSpc>
              <a:spcBef>
                <a:spcPts val="0"/>
              </a:spcBef>
              <a:spcAft>
                <a:spcPts val="0"/>
              </a:spcAft>
              <a:buSzPts val="1300"/>
              <a:buChar char="●"/>
            </a:pPr>
            <a:r>
              <a:rPr lang="en" dirty="0"/>
              <a:t>Clearly, there are far more </a:t>
            </a:r>
            <a:r>
              <a:rPr lang="en" i="1" dirty="0"/>
              <a:t>processes </a:t>
            </a:r>
            <a:r>
              <a:rPr lang="en" dirty="0"/>
              <a:t>than </a:t>
            </a:r>
            <a:r>
              <a:rPr lang="en" i="1" dirty="0"/>
              <a:t>processors </a:t>
            </a:r>
            <a:r>
              <a:rPr lang="en" dirty="0"/>
              <a:t>(or </a:t>
            </a:r>
            <a:r>
              <a:rPr lang="en" b="1" i="1" dirty="0">
                <a:solidFill>
                  <a:srgbClr val="FF0000"/>
                </a:solidFill>
              </a:rPr>
              <a:t>cores</a:t>
            </a:r>
            <a:r>
              <a:rPr lang="en" dirty="0"/>
              <a:t>) on your computer. This means that processes will have to </a:t>
            </a:r>
            <a:r>
              <a:rPr lang="en" b="1" i="1" dirty="0">
                <a:solidFill>
                  <a:srgbClr val="FF0000"/>
                </a:solidFill>
              </a:rPr>
              <a:t>share</a:t>
            </a:r>
            <a:r>
              <a:rPr lang="en" dirty="0"/>
              <a:t> hardware, but how to do this in a fair way that lets all processes make </a:t>
            </a:r>
            <a:r>
              <a:rPr lang="en" b="1" i="1" dirty="0">
                <a:solidFill>
                  <a:srgbClr val="FF0000"/>
                </a:solidFill>
              </a:rPr>
              <a:t>progress</a:t>
            </a:r>
            <a:r>
              <a:rPr lang="en" dirty="0"/>
              <a:t>?</a:t>
            </a:r>
            <a:endParaRPr dirty="0"/>
          </a:p>
          <a:p>
            <a:pPr marL="457200" lvl="0" indent="-311150" algn="l" rtl="0">
              <a:lnSpc>
                <a:spcPct val="115000"/>
              </a:lnSpc>
              <a:spcBef>
                <a:spcPts val="1000"/>
              </a:spcBef>
              <a:spcAft>
                <a:spcPts val="0"/>
              </a:spcAft>
              <a:buSzPts val="1300"/>
              <a:buChar char="●"/>
            </a:pPr>
            <a:r>
              <a:rPr lang="en" dirty="0"/>
              <a:t>Each process is given a small window of time, or </a:t>
            </a:r>
            <a:r>
              <a:rPr lang="en" b="1" i="1" dirty="0">
                <a:solidFill>
                  <a:srgbClr val="FF0000"/>
                </a:solidFill>
                <a:highlight>
                  <a:srgbClr val="FFFF00"/>
                </a:highlight>
              </a:rPr>
              <a:t>time slice</a:t>
            </a:r>
            <a:r>
              <a:rPr lang="en" dirty="0"/>
              <a:t>, in which it is allowed to use a CPU core.</a:t>
            </a:r>
            <a:endParaRPr dirty="0"/>
          </a:p>
          <a:p>
            <a:pPr marL="914400" lvl="1" indent="-304800" algn="l" rtl="0">
              <a:lnSpc>
                <a:spcPct val="115000"/>
              </a:lnSpc>
              <a:spcBef>
                <a:spcPts val="0"/>
              </a:spcBef>
              <a:spcAft>
                <a:spcPts val="0"/>
              </a:spcAft>
              <a:buSzPts val="1200"/>
              <a:buChar char="○"/>
            </a:pPr>
            <a:r>
              <a:rPr lang="en" sz="1200" dirty="0"/>
              <a:t>The amount of time </a:t>
            </a:r>
            <a:r>
              <a:rPr lang="en" sz="1200" b="1" i="1" dirty="0">
                <a:solidFill>
                  <a:srgbClr val="FF0000"/>
                </a:solidFill>
              </a:rPr>
              <a:t>varies</a:t>
            </a:r>
            <a:r>
              <a:rPr lang="en" sz="1200" dirty="0"/>
              <a:t> based on hardware and OS.</a:t>
            </a:r>
            <a:endParaRPr sz="1200" dirty="0"/>
          </a:p>
          <a:p>
            <a:pPr marL="914400" lvl="1" indent="-304800" algn="l" rtl="0">
              <a:lnSpc>
                <a:spcPct val="115000"/>
              </a:lnSpc>
              <a:spcBef>
                <a:spcPts val="400"/>
              </a:spcBef>
              <a:spcAft>
                <a:spcPts val="0"/>
              </a:spcAft>
              <a:buSzPts val="1200"/>
              <a:buChar char="○"/>
            </a:pPr>
            <a:r>
              <a:rPr lang="en" sz="1200" dirty="0"/>
              <a:t>For a specific system instance the</a:t>
            </a:r>
            <a:r>
              <a:rPr lang="en" sz="1200" dirty="0">
                <a:highlight>
                  <a:srgbClr val="FFFF00"/>
                </a:highlight>
              </a:rPr>
              <a:t> time slice is normally a </a:t>
            </a:r>
            <a:r>
              <a:rPr lang="en" sz="1200" b="1" i="1" dirty="0">
                <a:solidFill>
                  <a:srgbClr val="FF0000"/>
                </a:solidFill>
                <a:highlight>
                  <a:srgbClr val="FFFF00"/>
                </a:highlight>
              </a:rPr>
              <a:t>constant</a:t>
            </a:r>
            <a:r>
              <a:rPr lang="en" sz="1200" dirty="0">
                <a:highlight>
                  <a:srgbClr val="FFFF00"/>
                </a:highlight>
              </a:rPr>
              <a:t>.</a:t>
            </a:r>
            <a:endParaRPr sz="400" b="1" i="1" dirty="0">
              <a:solidFill>
                <a:srgbClr val="FF0000"/>
              </a:solidFill>
              <a:highlight>
                <a:srgbClr val="FFFF00"/>
              </a:highlight>
            </a:endParaRPr>
          </a:p>
          <a:p>
            <a:pPr marL="0" lvl="0" indent="0" algn="ctr" rtl="0">
              <a:lnSpc>
                <a:spcPct val="90000"/>
              </a:lnSpc>
              <a:spcBef>
                <a:spcPts val="1000"/>
              </a:spcBef>
              <a:spcAft>
                <a:spcPts val="1600"/>
              </a:spcAft>
              <a:buClr>
                <a:schemeClr val="dk1"/>
              </a:buClr>
              <a:buSzPts val="1900"/>
              <a:buNone/>
            </a:pPr>
            <a:r>
              <a:rPr lang="en" sz="2000" dirty="0">
                <a:solidFill>
                  <a:schemeClr val="accent1"/>
                </a:solidFill>
              </a:rPr>
              <a:t>Core A</a:t>
            </a:r>
            <a:endParaRPr sz="2000" dirty="0">
              <a:solidFill>
                <a:schemeClr val="accent1"/>
              </a:solidFill>
            </a:endParaRPr>
          </a:p>
        </p:txBody>
      </p:sp>
      <p:graphicFrame>
        <p:nvGraphicFramePr>
          <p:cNvPr id="290" name="Google Shape;290;p38"/>
          <p:cNvGraphicFramePr/>
          <p:nvPr/>
        </p:nvGraphicFramePr>
        <p:xfrm>
          <a:off x="640080" y="3301648"/>
          <a:ext cx="7886700" cy="1028760"/>
        </p:xfrm>
        <a:graphic>
          <a:graphicData uri="http://schemas.openxmlformats.org/drawingml/2006/table">
            <a:tbl>
              <a:tblPr firstRow="1" bandRow="1">
                <a:noFill/>
                <a:tableStyleId>{A07C2E57-52A4-4090-9760-2D5068A43A11}</a:tableStyleId>
              </a:tblPr>
              <a:tblGrid>
                <a:gridCol w="876300">
                  <a:extLst>
                    <a:ext uri="{9D8B030D-6E8A-4147-A177-3AD203B41FA5}">
                      <a16:colId xmlns:a16="http://schemas.microsoft.com/office/drawing/2014/main" val="20000"/>
                    </a:ext>
                  </a:extLst>
                </a:gridCol>
                <a:gridCol w="876300">
                  <a:extLst>
                    <a:ext uri="{9D8B030D-6E8A-4147-A177-3AD203B41FA5}">
                      <a16:colId xmlns:a16="http://schemas.microsoft.com/office/drawing/2014/main" val="20001"/>
                    </a:ext>
                  </a:extLst>
                </a:gridCol>
                <a:gridCol w="876300">
                  <a:extLst>
                    <a:ext uri="{9D8B030D-6E8A-4147-A177-3AD203B41FA5}">
                      <a16:colId xmlns:a16="http://schemas.microsoft.com/office/drawing/2014/main" val="20002"/>
                    </a:ext>
                  </a:extLst>
                </a:gridCol>
                <a:gridCol w="876300">
                  <a:extLst>
                    <a:ext uri="{9D8B030D-6E8A-4147-A177-3AD203B41FA5}">
                      <a16:colId xmlns:a16="http://schemas.microsoft.com/office/drawing/2014/main" val="20003"/>
                    </a:ext>
                  </a:extLst>
                </a:gridCol>
                <a:gridCol w="876300">
                  <a:extLst>
                    <a:ext uri="{9D8B030D-6E8A-4147-A177-3AD203B41FA5}">
                      <a16:colId xmlns:a16="http://schemas.microsoft.com/office/drawing/2014/main" val="20004"/>
                    </a:ext>
                  </a:extLst>
                </a:gridCol>
                <a:gridCol w="876300">
                  <a:extLst>
                    <a:ext uri="{9D8B030D-6E8A-4147-A177-3AD203B41FA5}">
                      <a16:colId xmlns:a16="http://schemas.microsoft.com/office/drawing/2014/main" val="20005"/>
                    </a:ext>
                  </a:extLst>
                </a:gridCol>
                <a:gridCol w="876300">
                  <a:extLst>
                    <a:ext uri="{9D8B030D-6E8A-4147-A177-3AD203B41FA5}">
                      <a16:colId xmlns:a16="http://schemas.microsoft.com/office/drawing/2014/main" val="20006"/>
                    </a:ext>
                  </a:extLst>
                </a:gridCol>
                <a:gridCol w="876300">
                  <a:extLst>
                    <a:ext uri="{9D8B030D-6E8A-4147-A177-3AD203B41FA5}">
                      <a16:colId xmlns:a16="http://schemas.microsoft.com/office/drawing/2014/main" val="20007"/>
                    </a:ext>
                  </a:extLst>
                </a:gridCol>
                <a:gridCol w="876300">
                  <a:extLst>
                    <a:ext uri="{9D8B030D-6E8A-4147-A177-3AD203B41FA5}">
                      <a16:colId xmlns:a16="http://schemas.microsoft.com/office/drawing/2014/main" val="20008"/>
                    </a:ext>
                  </a:extLst>
                </a:gridCol>
              </a:tblGrid>
              <a:tr h="278150">
                <a:tc>
                  <a:txBody>
                    <a:bodyPr/>
                    <a:lstStyle/>
                    <a:p>
                      <a:pPr marL="0" marR="0" lvl="0" indent="0" algn="l" rtl="0">
                        <a:spcBef>
                          <a:spcPts val="0"/>
                        </a:spcBef>
                        <a:spcAft>
                          <a:spcPts val="0"/>
                        </a:spcAft>
                        <a:buNone/>
                      </a:pPr>
                      <a:r>
                        <a:rPr lang="en" sz="1500" u="none" strike="noStrike" cap="none"/>
                        <a:t>process1</a:t>
                      </a:r>
                      <a:endParaRPr sz="1100"/>
                    </a:p>
                  </a:txBody>
                  <a:tcPr marL="68600" marR="68600" marT="34300" marB="34300">
                    <a:lnR w="12700" cap="flat" cmpd="sng">
                      <a:solidFill>
                        <a:schemeClr val="dk1"/>
                      </a:solidFill>
                      <a:prstDash val="solid"/>
                      <a:round/>
                      <a:headEnd type="none" w="sm" len="sm"/>
                      <a:tailEnd type="none" w="sm" len="sm"/>
                    </a:lnR>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accent1"/>
                      </a:solidFill>
                      <a:prstDash val="solid"/>
                      <a:round/>
                      <a:headEnd type="none" w="sm" len="sm"/>
                      <a:tailEnd type="none" w="sm" len="sm"/>
                    </a:lnR>
                    <a:lnB w="9525" cap="flat" cmpd="sng">
                      <a:solidFill>
                        <a:schemeClr val="accent1"/>
                      </a:solidFill>
                      <a:prstDash val="solid"/>
                      <a:round/>
                      <a:headEnd type="none" w="sm" len="sm"/>
                      <a:tailEnd type="none" w="sm" len="sm"/>
                    </a:lnB>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accent1"/>
                      </a:solidFill>
                      <a:prstDash val="solid"/>
                      <a:round/>
                      <a:headEnd type="none" w="sm" len="sm"/>
                      <a:tailEnd type="none" w="sm" len="sm"/>
                    </a:lnL>
                    <a:lnR w="12700" cap="flat" cmpd="sng">
                      <a:solidFill>
                        <a:schemeClr val="accent1"/>
                      </a:solidFill>
                      <a:prstDash val="solid"/>
                      <a:round/>
                      <a:headEnd type="none" w="sm" len="sm"/>
                      <a:tailEnd type="none" w="sm" len="sm"/>
                    </a:lnR>
                    <a:lnT w="9525" cap="flat" cmpd="sng">
                      <a:solidFill>
                        <a:schemeClr val="accent1"/>
                      </a:solidFill>
                      <a:prstDash val="solid"/>
                      <a:round/>
                      <a:headEnd type="none" w="sm" len="sm"/>
                      <a:tailEnd type="none" w="sm" len="sm"/>
                    </a:lnT>
                    <a:lnB w="9525" cap="flat" cmpd="sng">
                      <a:solidFill>
                        <a:schemeClr val="accent1"/>
                      </a:solidFill>
                      <a:prstDash val="solid"/>
                      <a:round/>
                      <a:headEnd type="none" w="sm" len="sm"/>
                      <a:tailEnd type="none" w="sm" len="sm"/>
                    </a:lnB>
                    <a:solidFill>
                      <a:srgbClr val="4A86E8"/>
                    </a:solidFill>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accent1"/>
                      </a:solidFill>
                      <a:prstDash val="solid"/>
                      <a:round/>
                      <a:headEnd type="none" w="sm" len="sm"/>
                      <a:tailEnd type="none" w="sm" len="sm"/>
                    </a:lnL>
                    <a:lnR w="12700" cap="flat" cmpd="sng">
                      <a:solidFill>
                        <a:schemeClr val="dk1"/>
                      </a:solidFill>
                      <a:prstDash val="solid"/>
                      <a:round/>
                      <a:headEnd type="none" w="sm" len="sm"/>
                      <a:tailEnd type="none" w="sm" len="sm"/>
                    </a:lnR>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B w="9525" cap="flat" cmpd="sng">
                      <a:solidFill>
                        <a:schemeClr val="accent1"/>
                      </a:solidFill>
                      <a:prstDash val="solid"/>
                      <a:round/>
                      <a:headEnd type="none" w="sm" len="sm"/>
                      <a:tailEnd type="none" w="sm" len="sm"/>
                    </a:lnB>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accent1"/>
                      </a:solidFill>
                      <a:prstDash val="solid"/>
                      <a:round/>
                      <a:headEnd type="none" w="sm" len="sm"/>
                      <a:tailEnd type="none" w="sm" len="sm"/>
                    </a:lnR>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accent1"/>
                      </a:solidFill>
                      <a:prstDash val="solid"/>
                      <a:round/>
                      <a:headEnd type="none" w="sm" len="sm"/>
                      <a:tailEnd type="none" w="sm" len="sm"/>
                    </a:lnL>
                    <a:lnR w="12700" cap="flat" cmpd="sng">
                      <a:solidFill>
                        <a:schemeClr val="accent1"/>
                      </a:solidFill>
                      <a:prstDash val="solid"/>
                      <a:round/>
                      <a:headEnd type="none" w="sm" len="sm"/>
                      <a:tailEnd type="none" w="sm" len="sm"/>
                    </a:lnR>
                    <a:lnT w="9525" cap="flat" cmpd="sng">
                      <a:solidFill>
                        <a:schemeClr val="accent1"/>
                      </a:solidFill>
                      <a:prstDash val="solid"/>
                      <a:round/>
                      <a:headEnd type="none" w="sm" len="sm"/>
                      <a:tailEnd type="none" w="sm" len="sm"/>
                    </a:lnT>
                    <a:lnB w="9525" cap="flat" cmpd="sng">
                      <a:solidFill>
                        <a:schemeClr val="accent1"/>
                      </a:solidFill>
                      <a:prstDash val="solid"/>
                      <a:round/>
                      <a:headEnd type="none" w="sm" len="sm"/>
                      <a:tailEnd type="none" w="sm" len="sm"/>
                    </a:lnB>
                    <a:solidFill>
                      <a:srgbClr val="4A86E8"/>
                    </a:solidFill>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accent1"/>
                      </a:solidFill>
                      <a:prstDash val="solid"/>
                      <a:round/>
                      <a:headEnd type="none" w="sm" len="sm"/>
                      <a:tailEnd type="none" w="sm" len="sm"/>
                    </a:lnL>
                    <a:lnR w="12700" cap="flat" cmpd="sng">
                      <a:solidFill>
                        <a:schemeClr val="dk1"/>
                      </a:solidFill>
                      <a:prstDash val="solid"/>
                      <a:round/>
                      <a:headEnd type="none" w="sm" len="sm"/>
                      <a:tailEnd type="none" w="sm" len="sm"/>
                    </a:lnR>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B w="9525" cap="flat" cmpd="sng">
                      <a:solidFill>
                        <a:schemeClr val="accen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278150">
                <a:tc>
                  <a:txBody>
                    <a:bodyPr/>
                    <a:lstStyle/>
                    <a:p>
                      <a:pPr marL="0" marR="0" lvl="0" indent="0" algn="l" rtl="0">
                        <a:spcBef>
                          <a:spcPts val="0"/>
                        </a:spcBef>
                        <a:spcAft>
                          <a:spcPts val="0"/>
                        </a:spcAft>
                        <a:buNone/>
                      </a:pPr>
                      <a:r>
                        <a:rPr lang="en" sz="1500"/>
                        <a:t>process2</a:t>
                      </a:r>
                      <a:endParaRPr sz="1100"/>
                    </a:p>
                  </a:txBody>
                  <a:tcPr marL="68600" marR="68600" marT="34300" marB="34300">
                    <a:lnR w="12700" cap="flat" cmpd="sng">
                      <a:solidFill>
                        <a:schemeClr val="accent1"/>
                      </a:solidFill>
                      <a:prstDash val="solid"/>
                      <a:round/>
                      <a:headEnd type="none" w="sm" len="sm"/>
                      <a:tailEnd type="none" w="sm" len="sm"/>
                    </a:lnR>
                  </a:tcPr>
                </a:tc>
                <a:tc>
                  <a:txBody>
                    <a:bodyPr/>
                    <a:lstStyle/>
                    <a:p>
                      <a:pPr marL="0" marR="0" lvl="0" indent="0" algn="l" rtl="0">
                        <a:spcBef>
                          <a:spcPts val="0"/>
                        </a:spcBef>
                        <a:spcAft>
                          <a:spcPts val="0"/>
                        </a:spcAft>
                        <a:buNone/>
                      </a:pPr>
                      <a:endParaRPr sz="1800">
                        <a:solidFill>
                          <a:schemeClr val="accent1"/>
                        </a:solidFill>
                      </a:endParaRPr>
                    </a:p>
                  </a:txBody>
                  <a:tcPr marL="68600" marR="68600" marT="34300" marB="34300">
                    <a:lnL w="12700" cap="flat" cmpd="sng">
                      <a:solidFill>
                        <a:schemeClr val="accent1"/>
                      </a:solidFill>
                      <a:prstDash val="solid"/>
                      <a:round/>
                      <a:headEnd type="none" w="sm" len="sm"/>
                      <a:tailEnd type="none" w="sm" len="sm"/>
                    </a:lnL>
                    <a:lnR w="12700" cap="flat" cmpd="sng">
                      <a:solidFill>
                        <a:schemeClr val="accent1"/>
                      </a:solidFill>
                      <a:prstDash val="solid"/>
                      <a:round/>
                      <a:headEnd type="none" w="sm" len="sm"/>
                      <a:tailEnd type="none" w="sm" len="sm"/>
                    </a:lnR>
                    <a:lnT w="9525" cap="flat" cmpd="sng">
                      <a:solidFill>
                        <a:schemeClr val="accent1"/>
                      </a:solidFill>
                      <a:prstDash val="solid"/>
                      <a:round/>
                      <a:headEnd type="none" w="sm" len="sm"/>
                      <a:tailEnd type="none" w="sm" len="sm"/>
                    </a:lnT>
                    <a:lnB w="9525" cap="flat" cmpd="sng">
                      <a:solidFill>
                        <a:schemeClr val="accent1"/>
                      </a:solidFill>
                      <a:prstDash val="solid"/>
                      <a:round/>
                      <a:headEnd type="none" w="sm" len="sm"/>
                      <a:tailEnd type="none" w="sm" len="sm"/>
                    </a:lnB>
                    <a:solidFill>
                      <a:srgbClr val="4A86E8"/>
                    </a:solidFill>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accent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chemeClr val="accent1"/>
                      </a:solidFill>
                      <a:prstDash val="solid"/>
                      <a:round/>
                      <a:headEnd type="none" w="sm" len="sm"/>
                      <a:tailEnd type="none" w="sm" len="sm"/>
                    </a:lnT>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accent1"/>
                      </a:solidFill>
                      <a:prstDash val="solid"/>
                      <a:round/>
                      <a:headEnd type="none" w="sm" len="sm"/>
                      <a:tailEnd type="none" w="sm" len="sm"/>
                    </a:lnR>
                    <a:lnB w="9525" cap="flat" cmpd="sng">
                      <a:solidFill>
                        <a:schemeClr val="accent1"/>
                      </a:solidFill>
                      <a:prstDash val="solid"/>
                      <a:round/>
                      <a:headEnd type="none" w="sm" len="sm"/>
                      <a:tailEnd type="none" w="sm" len="sm"/>
                    </a:lnB>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accent1"/>
                      </a:solidFill>
                      <a:prstDash val="solid"/>
                      <a:round/>
                      <a:headEnd type="none" w="sm" len="sm"/>
                      <a:tailEnd type="none" w="sm" len="sm"/>
                    </a:lnL>
                    <a:lnR w="12700" cap="flat" cmpd="sng">
                      <a:solidFill>
                        <a:schemeClr val="accent1"/>
                      </a:solidFill>
                      <a:prstDash val="solid"/>
                      <a:round/>
                      <a:headEnd type="none" w="sm" len="sm"/>
                      <a:tailEnd type="none" w="sm" len="sm"/>
                    </a:lnR>
                    <a:lnT w="9525" cap="flat" cmpd="sng">
                      <a:solidFill>
                        <a:schemeClr val="accent1"/>
                      </a:solidFill>
                      <a:prstDash val="solid"/>
                      <a:round/>
                      <a:headEnd type="none" w="sm" len="sm"/>
                      <a:tailEnd type="none" w="sm" len="sm"/>
                    </a:lnT>
                    <a:lnB w="9525" cap="flat" cmpd="sng">
                      <a:solidFill>
                        <a:schemeClr val="accent1"/>
                      </a:solidFill>
                      <a:prstDash val="solid"/>
                      <a:round/>
                      <a:headEnd type="none" w="sm" len="sm"/>
                      <a:tailEnd type="none" w="sm" len="sm"/>
                    </a:lnB>
                    <a:solidFill>
                      <a:srgbClr val="4A86E8"/>
                    </a:solidFill>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accent1"/>
                      </a:solidFill>
                      <a:prstDash val="solid"/>
                      <a:round/>
                      <a:headEnd type="none" w="sm" len="sm"/>
                      <a:tailEnd type="none" w="sm" len="sm"/>
                    </a:lnL>
                    <a:lnR w="12700" cap="flat" cmpd="sng">
                      <a:solidFill>
                        <a:schemeClr val="dk1"/>
                      </a:solidFill>
                      <a:prstDash val="solid"/>
                      <a:round/>
                      <a:headEnd type="none" w="sm" len="sm"/>
                      <a:tailEnd type="none" w="sm" len="sm"/>
                    </a:lnR>
                    <a:lnB w="9525" cap="flat" cmpd="sng">
                      <a:solidFill>
                        <a:schemeClr val="accent1"/>
                      </a:solidFill>
                      <a:prstDash val="solid"/>
                      <a:round/>
                      <a:headEnd type="none" w="sm" len="sm"/>
                      <a:tailEnd type="none" w="sm" len="sm"/>
                    </a:lnB>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chemeClr val="accent1"/>
                      </a:solidFill>
                      <a:prstDash val="solid"/>
                      <a:round/>
                      <a:headEnd type="none" w="sm" len="sm"/>
                      <a:tailEnd type="none" w="sm" len="sm"/>
                    </a:lnT>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accent1"/>
                      </a:solidFill>
                      <a:prstDash val="solid"/>
                      <a:round/>
                      <a:headEnd type="none" w="sm" len="sm"/>
                      <a:tailEnd type="none" w="sm" len="sm"/>
                    </a:lnR>
                    <a:lnB w="9525" cap="flat" cmpd="sng">
                      <a:solidFill>
                        <a:schemeClr val="accent1"/>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accent1"/>
                      </a:solidFill>
                      <a:prstDash val="solid"/>
                      <a:round/>
                      <a:headEnd type="none" w="sm" len="sm"/>
                      <a:tailEnd type="none" w="sm" len="sm"/>
                    </a:lnL>
                    <a:lnR w="12700" cap="flat" cmpd="sng">
                      <a:solidFill>
                        <a:schemeClr val="accent1"/>
                      </a:solidFill>
                      <a:prstDash val="solid"/>
                      <a:round/>
                      <a:headEnd type="none" w="sm" len="sm"/>
                      <a:tailEnd type="none" w="sm" len="sm"/>
                    </a:lnR>
                    <a:lnT w="9525" cap="flat" cmpd="sng">
                      <a:solidFill>
                        <a:schemeClr val="accent1"/>
                      </a:solidFill>
                      <a:prstDash val="solid"/>
                      <a:round/>
                      <a:headEnd type="none" w="sm" len="sm"/>
                      <a:tailEnd type="none" w="sm" len="sm"/>
                    </a:lnT>
                    <a:lnB w="9525" cap="flat" cmpd="sng">
                      <a:solidFill>
                        <a:schemeClr val="accent1"/>
                      </a:solidFill>
                      <a:prstDash val="solid"/>
                      <a:round/>
                      <a:headEnd type="none" w="sm" len="sm"/>
                      <a:tailEnd type="none" w="sm" len="sm"/>
                    </a:lnB>
                    <a:solidFill>
                      <a:srgbClr val="4A86E8"/>
                    </a:solidFill>
                  </a:tcPr>
                </a:tc>
                <a:extLst>
                  <a:ext uri="{0D108BD9-81ED-4DB2-BD59-A6C34878D82A}">
                    <a16:rowId xmlns:a16="http://schemas.microsoft.com/office/drawing/2014/main" val="10001"/>
                  </a:ext>
                </a:extLst>
              </a:tr>
              <a:tr h="278150">
                <a:tc>
                  <a:txBody>
                    <a:bodyPr/>
                    <a:lstStyle/>
                    <a:p>
                      <a:pPr marL="0" marR="0" lvl="0" indent="0" algn="l" rtl="0">
                        <a:spcBef>
                          <a:spcPts val="0"/>
                        </a:spcBef>
                        <a:spcAft>
                          <a:spcPts val="0"/>
                        </a:spcAft>
                        <a:buNone/>
                      </a:pPr>
                      <a:r>
                        <a:rPr lang="en" sz="1500"/>
                        <a:t>process3</a:t>
                      </a:r>
                      <a:endParaRPr sz="1100"/>
                    </a:p>
                  </a:txBody>
                  <a:tcPr marL="68600" marR="68600" marT="34300" marB="34300">
                    <a:lnR w="12700" cap="flat" cmpd="sng">
                      <a:solidFill>
                        <a:schemeClr val="dk1"/>
                      </a:solidFill>
                      <a:prstDash val="solid"/>
                      <a:round/>
                      <a:headEnd type="none" w="sm" len="sm"/>
                      <a:tailEnd type="none" w="sm" len="sm"/>
                    </a:lnR>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chemeClr val="accent1"/>
                      </a:solidFill>
                      <a:prstDash val="solid"/>
                      <a:round/>
                      <a:headEnd type="none" w="sm" len="sm"/>
                      <a:tailEnd type="none" w="sm" len="sm"/>
                    </a:lnT>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accent1"/>
                      </a:solidFill>
                      <a:prstDash val="solid"/>
                      <a:round/>
                      <a:headEnd type="none" w="sm" len="sm"/>
                      <a:tailEnd type="none" w="sm" len="sm"/>
                    </a:lnR>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accent1"/>
                      </a:solidFill>
                      <a:prstDash val="solid"/>
                      <a:round/>
                      <a:headEnd type="none" w="sm" len="sm"/>
                      <a:tailEnd type="none" w="sm" len="sm"/>
                    </a:lnL>
                    <a:lnR w="12700" cap="flat" cmpd="sng">
                      <a:solidFill>
                        <a:schemeClr val="accent1"/>
                      </a:solidFill>
                      <a:prstDash val="solid"/>
                      <a:round/>
                      <a:headEnd type="none" w="sm" len="sm"/>
                      <a:tailEnd type="none" w="sm" len="sm"/>
                    </a:lnR>
                    <a:lnT w="9525" cap="flat" cmpd="sng">
                      <a:solidFill>
                        <a:schemeClr val="accent1"/>
                      </a:solidFill>
                      <a:prstDash val="solid"/>
                      <a:round/>
                      <a:headEnd type="none" w="sm" len="sm"/>
                      <a:tailEnd type="none" w="sm" len="sm"/>
                    </a:lnT>
                    <a:lnB w="9525" cap="flat" cmpd="sng">
                      <a:solidFill>
                        <a:schemeClr val="accent1"/>
                      </a:solidFill>
                      <a:prstDash val="solid"/>
                      <a:round/>
                      <a:headEnd type="none" w="sm" len="sm"/>
                      <a:tailEnd type="none" w="sm" len="sm"/>
                    </a:lnB>
                    <a:solidFill>
                      <a:srgbClr val="4A86E8"/>
                    </a:solidFill>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accent1"/>
                      </a:solidFill>
                      <a:prstDash val="solid"/>
                      <a:round/>
                      <a:headEnd type="none" w="sm" len="sm"/>
                      <a:tailEnd type="none" w="sm" len="sm"/>
                    </a:lnL>
                    <a:lnR w="12700" cap="flat" cmpd="sng">
                      <a:solidFill>
                        <a:schemeClr val="accent1"/>
                      </a:solidFill>
                      <a:prstDash val="solid"/>
                      <a:round/>
                      <a:headEnd type="none" w="sm" len="sm"/>
                      <a:tailEnd type="none" w="sm" len="sm"/>
                    </a:lnR>
                    <a:lnT w="9525" cap="flat" cmpd="sng">
                      <a:solidFill>
                        <a:schemeClr val="accent1"/>
                      </a:solidFill>
                      <a:prstDash val="solid"/>
                      <a:round/>
                      <a:headEnd type="none" w="sm" len="sm"/>
                      <a:tailEnd type="none" w="sm" len="sm"/>
                    </a:lnT>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accent1"/>
                      </a:solidFill>
                      <a:prstDash val="solid"/>
                      <a:round/>
                      <a:headEnd type="none" w="sm" len="sm"/>
                      <a:tailEnd type="none" w="sm" len="sm"/>
                    </a:lnL>
                    <a:lnR w="12700" cap="flat" cmpd="sng">
                      <a:solidFill>
                        <a:schemeClr val="accent1"/>
                      </a:solidFill>
                      <a:prstDash val="solid"/>
                      <a:round/>
                      <a:headEnd type="none" w="sm" len="sm"/>
                      <a:tailEnd type="none" w="sm" len="sm"/>
                    </a:lnR>
                    <a:lnT w="9525" cap="flat" cmpd="sng">
                      <a:solidFill>
                        <a:schemeClr val="accent1"/>
                      </a:solidFill>
                      <a:prstDash val="solid"/>
                      <a:round/>
                      <a:headEnd type="none" w="sm" len="sm"/>
                      <a:tailEnd type="none" w="sm" len="sm"/>
                    </a:lnT>
                    <a:lnB w="9525" cap="flat" cmpd="sng">
                      <a:solidFill>
                        <a:schemeClr val="accent1"/>
                      </a:solidFill>
                      <a:prstDash val="solid"/>
                      <a:round/>
                      <a:headEnd type="none" w="sm" len="sm"/>
                      <a:tailEnd type="none" w="sm" len="sm"/>
                    </a:lnB>
                    <a:solidFill>
                      <a:srgbClr val="4A86E8"/>
                    </a:solidFill>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accent1"/>
                      </a:solidFill>
                      <a:prstDash val="solid"/>
                      <a:round/>
                      <a:headEnd type="none" w="sm" len="sm"/>
                      <a:tailEnd type="none" w="sm" len="sm"/>
                    </a:lnL>
                    <a:lnR w="12700" cap="flat" cmpd="sng">
                      <a:solidFill>
                        <a:schemeClr val="accent1"/>
                      </a:solidFill>
                      <a:prstDash val="solid"/>
                      <a:round/>
                      <a:headEnd type="none" w="sm" len="sm"/>
                      <a:tailEnd type="none" w="sm" len="sm"/>
                    </a:lnR>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accent1"/>
                      </a:solidFill>
                      <a:prstDash val="solid"/>
                      <a:round/>
                      <a:headEnd type="none" w="sm" len="sm"/>
                      <a:tailEnd type="none" w="sm" len="sm"/>
                    </a:lnL>
                    <a:lnR w="12700" cap="flat" cmpd="sng">
                      <a:solidFill>
                        <a:schemeClr val="accent1"/>
                      </a:solidFill>
                      <a:prstDash val="solid"/>
                      <a:round/>
                      <a:headEnd type="none" w="sm" len="sm"/>
                      <a:tailEnd type="none" w="sm" len="sm"/>
                    </a:lnR>
                    <a:lnT w="9525" cap="flat" cmpd="sng">
                      <a:solidFill>
                        <a:schemeClr val="accent1"/>
                      </a:solidFill>
                      <a:prstDash val="solid"/>
                      <a:round/>
                      <a:headEnd type="none" w="sm" len="sm"/>
                      <a:tailEnd type="none" w="sm" len="sm"/>
                    </a:lnT>
                    <a:lnB w="9525" cap="flat" cmpd="sng">
                      <a:solidFill>
                        <a:schemeClr val="accent1"/>
                      </a:solidFill>
                      <a:prstDash val="solid"/>
                      <a:round/>
                      <a:headEnd type="none" w="sm" len="sm"/>
                      <a:tailEnd type="none" w="sm" len="sm"/>
                    </a:lnB>
                    <a:solidFill>
                      <a:srgbClr val="4A86E8"/>
                    </a:solidFill>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accent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chemeClr val="accent1"/>
                      </a:solidFill>
                      <a:prstDash val="solid"/>
                      <a:round/>
                      <a:headEnd type="none" w="sm" len="sm"/>
                      <a:tailEnd type="none" w="sm" len="sm"/>
                    </a:lnT>
                    <a:solidFill>
                      <a:schemeClr val="lt1"/>
                    </a:solidFill>
                  </a:tcPr>
                </a:tc>
                <a:extLst>
                  <a:ext uri="{0D108BD9-81ED-4DB2-BD59-A6C34878D82A}">
                    <a16:rowId xmlns:a16="http://schemas.microsoft.com/office/drawing/2014/main" val="10002"/>
                  </a:ext>
                </a:extLst>
              </a:tr>
            </a:tbl>
          </a:graphicData>
        </a:graphic>
      </p:graphicFrame>
      <p:sp>
        <p:nvSpPr>
          <p:cNvPr id="291" name="Google Shape;291;p38"/>
          <p:cNvSpPr/>
          <p:nvPr/>
        </p:nvSpPr>
        <p:spPr>
          <a:xfrm>
            <a:off x="4028551" y="4654374"/>
            <a:ext cx="1109700" cy="348900"/>
          </a:xfrm>
          <a:prstGeom prst="rect">
            <a:avLst/>
          </a:prstGeom>
          <a:solidFill>
            <a:srgbClr val="FFF2CC"/>
          </a:solidFill>
          <a:ln w="19050" cap="flat" cmpd="sng">
            <a:solidFill>
              <a:srgbClr val="FF0000"/>
            </a:solidFill>
            <a:prstDash val="solid"/>
            <a:miter lim="800000"/>
            <a:headEnd type="none" w="sm" len="sm"/>
            <a:tailEnd type="none" w="sm" len="sm"/>
          </a:ln>
          <a:effectLst>
            <a:outerShdw blurRad="50800" dist="38100" dir="2700000" algn="tl" rotWithShape="0">
              <a:srgbClr val="000000">
                <a:alpha val="40000"/>
              </a:srgbClr>
            </a:outerShdw>
          </a:effectLst>
        </p:spPr>
        <p:txBody>
          <a:bodyPr spcFirstLastPara="1" wrap="square" lIns="68575" tIns="34275" rIns="68575" bIns="34275" anchor="ctr" anchorCtr="0">
            <a:noAutofit/>
          </a:bodyPr>
          <a:lstStyle/>
          <a:p>
            <a:pPr marL="0" marR="0" lvl="0" indent="0" algn="ctr" rtl="0">
              <a:spcBef>
                <a:spcPts val="0"/>
              </a:spcBef>
              <a:spcAft>
                <a:spcPts val="0"/>
              </a:spcAft>
              <a:buNone/>
            </a:pPr>
            <a:r>
              <a:rPr lang="en" b="0" i="0" u="none" strike="noStrike" cap="none">
                <a:solidFill>
                  <a:schemeClr val="dk1"/>
                </a:solidFill>
                <a:latin typeface="Arial"/>
                <a:ea typeface="Arial"/>
                <a:cs typeface="Arial"/>
                <a:sym typeface="Arial"/>
              </a:rPr>
              <a:t>Time Slice</a:t>
            </a:r>
            <a:endParaRPr/>
          </a:p>
        </p:txBody>
      </p:sp>
      <p:sp>
        <p:nvSpPr>
          <p:cNvPr id="292" name="Google Shape;292;p38"/>
          <p:cNvSpPr/>
          <p:nvPr/>
        </p:nvSpPr>
        <p:spPr>
          <a:xfrm rot="-5400000">
            <a:off x="4487047" y="4002800"/>
            <a:ext cx="187200" cy="882000"/>
          </a:xfrm>
          <a:prstGeom prst="leftBrace">
            <a:avLst>
              <a:gd name="adj1" fmla="val 56790"/>
              <a:gd name="adj2" fmla="val 50000"/>
            </a:avLst>
          </a:prstGeom>
          <a:noFill/>
          <a:ln w="28575" cap="flat" cmpd="sng">
            <a:solidFill>
              <a:schemeClr val="dk2"/>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chemeClr val="dk1"/>
              </a:solidFill>
              <a:latin typeface="Calibri"/>
              <a:ea typeface="Calibri"/>
              <a:cs typeface="Calibri"/>
              <a:sym typeface="Calibri"/>
            </a:endParaRPr>
          </a:p>
        </p:txBody>
      </p:sp>
      <p:sp>
        <p:nvSpPr>
          <p:cNvPr id="293" name="Google Shape;293;p3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9">
                                            <p:txEl>
                                              <p:pRg st="0" end="0"/>
                                            </p:txEl>
                                          </p:spTgt>
                                        </p:tgtEl>
                                        <p:attrNameLst>
                                          <p:attrName>style.visibility</p:attrName>
                                        </p:attrNameLst>
                                      </p:cBhvr>
                                      <p:to>
                                        <p:strVal val="visible"/>
                                      </p:to>
                                    </p:set>
                                    <p:animEffect transition="in" filter="fade">
                                      <p:cBhvr>
                                        <p:cTn id="7" dur="1000"/>
                                        <p:tgtEl>
                                          <p:spTgt spid="28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9">
                                            <p:txEl>
                                              <p:pRg st="1" end="1"/>
                                            </p:txEl>
                                          </p:spTgt>
                                        </p:tgtEl>
                                        <p:attrNameLst>
                                          <p:attrName>style.visibility</p:attrName>
                                        </p:attrNameLst>
                                      </p:cBhvr>
                                      <p:to>
                                        <p:strVal val="visible"/>
                                      </p:to>
                                    </p:set>
                                    <p:animEffect transition="in" filter="fade">
                                      <p:cBhvr>
                                        <p:cTn id="12" dur="1000"/>
                                        <p:tgtEl>
                                          <p:spTgt spid="28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9">
                                            <p:txEl>
                                              <p:pRg st="2" end="2"/>
                                            </p:txEl>
                                          </p:spTgt>
                                        </p:tgtEl>
                                        <p:attrNameLst>
                                          <p:attrName>style.visibility</p:attrName>
                                        </p:attrNameLst>
                                      </p:cBhvr>
                                      <p:to>
                                        <p:strVal val="visible"/>
                                      </p:to>
                                    </p:set>
                                    <p:animEffect transition="in" filter="fade">
                                      <p:cBhvr>
                                        <p:cTn id="17" dur="1000"/>
                                        <p:tgtEl>
                                          <p:spTgt spid="28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9">
                                            <p:txEl>
                                              <p:pRg st="3" end="3"/>
                                            </p:txEl>
                                          </p:spTgt>
                                        </p:tgtEl>
                                        <p:attrNameLst>
                                          <p:attrName>style.visibility</p:attrName>
                                        </p:attrNameLst>
                                      </p:cBhvr>
                                      <p:to>
                                        <p:strVal val="visible"/>
                                      </p:to>
                                    </p:set>
                                    <p:animEffect transition="in" filter="fade">
                                      <p:cBhvr>
                                        <p:cTn id="22" dur="1000"/>
                                        <p:tgtEl>
                                          <p:spTgt spid="289">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9">
                                            <p:txEl>
                                              <p:pRg st="4" end="4"/>
                                            </p:txEl>
                                          </p:spTgt>
                                        </p:tgtEl>
                                        <p:attrNameLst>
                                          <p:attrName>style.visibility</p:attrName>
                                        </p:attrNameLst>
                                      </p:cBhvr>
                                      <p:to>
                                        <p:strVal val="visible"/>
                                      </p:to>
                                    </p:set>
                                    <p:animEffect transition="in" filter="fade">
                                      <p:cBhvr>
                                        <p:cTn id="27" dur="1000"/>
                                        <p:tgtEl>
                                          <p:spTgt spid="289">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0"/>
                                        </p:tgtEl>
                                        <p:attrNameLst>
                                          <p:attrName>style.visibility</p:attrName>
                                        </p:attrNameLst>
                                      </p:cBhvr>
                                      <p:to>
                                        <p:strVal val="visible"/>
                                      </p:to>
                                    </p:set>
                                    <p:animEffect transition="in" filter="fade">
                                      <p:cBhvr>
                                        <p:cTn id="32" dur="1000"/>
                                        <p:tgtEl>
                                          <p:spTgt spid="29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91"/>
                                        </p:tgtEl>
                                        <p:attrNameLst>
                                          <p:attrName>style.visibility</p:attrName>
                                        </p:attrNameLst>
                                      </p:cBhvr>
                                      <p:to>
                                        <p:strVal val="visible"/>
                                      </p:to>
                                    </p:set>
                                    <p:animEffect transition="in" filter="fade">
                                      <p:cBhvr>
                                        <p:cTn id="37" dur="1000"/>
                                        <p:tgtEl>
                                          <p:spTgt spid="291"/>
                                        </p:tgtEl>
                                      </p:cBhvr>
                                    </p:animEffect>
                                  </p:childTnLst>
                                </p:cTn>
                              </p:par>
                              <p:par>
                                <p:cTn id="38" presetID="10" presetClass="entr" presetSubtype="0" fill="hold" nodeType="withEffect">
                                  <p:stCondLst>
                                    <p:cond delay="0"/>
                                  </p:stCondLst>
                                  <p:childTnLst>
                                    <p:set>
                                      <p:cBhvr>
                                        <p:cTn id="39" dur="1" fill="hold">
                                          <p:stCondLst>
                                            <p:cond delay="0"/>
                                          </p:stCondLst>
                                        </p:cTn>
                                        <p:tgtEl>
                                          <p:spTgt spid="292"/>
                                        </p:tgtEl>
                                        <p:attrNameLst>
                                          <p:attrName>style.visibility</p:attrName>
                                        </p:attrNameLst>
                                      </p:cBhvr>
                                      <p:to>
                                        <p:strVal val="visible"/>
                                      </p:to>
                                    </p:set>
                                    <p:animEffect transition="in" filter="fade">
                                      <p:cBhvr>
                                        <p:cTn id="40" dur="1000"/>
                                        <p:tgtEl>
                                          <p:spTgt spid="2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Google Shape;298;p39"/>
          <p:cNvSpPr txBox="1">
            <a:spLocks noGrp="1"/>
          </p:cNvSpPr>
          <p:nvPr>
            <p:ph type="title"/>
          </p:nvPr>
        </p:nvSpPr>
        <p:spPr>
          <a:xfrm>
            <a:off x="5108158" y="342100"/>
            <a:ext cx="3817800" cy="996000"/>
          </a:xfrm>
          <a:prstGeom prst="rect">
            <a:avLst/>
          </a:prstGeom>
          <a:noFill/>
          <a:ln>
            <a:noFill/>
          </a:ln>
        </p:spPr>
        <p:txBody>
          <a:bodyPr spcFirstLastPara="1" wrap="square" lIns="68575" tIns="34275" rIns="68575" bIns="34275" anchor="ctr" anchorCtr="0">
            <a:spAutoFit/>
          </a:bodyPr>
          <a:lstStyle/>
          <a:p>
            <a:pPr marL="0" lvl="0" indent="0" algn="l" rtl="0">
              <a:lnSpc>
                <a:spcPct val="115000"/>
              </a:lnSpc>
              <a:spcBef>
                <a:spcPts val="0"/>
              </a:spcBef>
              <a:spcAft>
                <a:spcPts val="0"/>
              </a:spcAft>
              <a:buClr>
                <a:schemeClr val="dk2"/>
              </a:buClr>
              <a:buSzPts val="3300"/>
              <a:buFont typeface="Calibri"/>
              <a:buNone/>
            </a:pPr>
            <a:r>
              <a:rPr lang="en"/>
              <a:t>Extending </a:t>
            </a:r>
            <a:r>
              <a:rPr lang="en">
                <a:latin typeface="Courier New"/>
                <a:ea typeface="Courier New"/>
                <a:cs typeface="Courier New"/>
                <a:sym typeface="Courier New"/>
              </a:rPr>
              <a:t>java.lang.Thread</a:t>
            </a:r>
            <a:endParaRPr>
              <a:latin typeface="Courier New"/>
              <a:ea typeface="Courier New"/>
              <a:cs typeface="Courier New"/>
              <a:sym typeface="Courier New"/>
            </a:endParaRPr>
          </a:p>
        </p:txBody>
      </p:sp>
      <p:sp>
        <p:nvSpPr>
          <p:cNvPr id="299" name="Google Shape;299;p39"/>
          <p:cNvSpPr txBox="1">
            <a:spLocks noGrp="1"/>
          </p:cNvSpPr>
          <p:nvPr>
            <p:ph type="body" idx="1"/>
          </p:nvPr>
        </p:nvSpPr>
        <p:spPr>
          <a:xfrm>
            <a:off x="166400" y="175675"/>
            <a:ext cx="4523400" cy="4911571"/>
          </a:xfrm>
          <a:prstGeom prst="rect">
            <a:avLst/>
          </a:prstGeom>
          <a:noFill/>
          <a:ln>
            <a:noFill/>
          </a:ln>
        </p:spPr>
        <p:txBody>
          <a:bodyPr spcFirstLastPara="1" wrap="square" lIns="68575" tIns="34275" rIns="68575" bIns="34275" anchor="t" anchorCtr="0">
            <a:spAutoFit/>
          </a:bodyPr>
          <a:lstStyle/>
          <a:p>
            <a:pPr marL="457200" lvl="0" indent="-311150" algn="l" rtl="0">
              <a:lnSpc>
                <a:spcPct val="100000"/>
              </a:lnSpc>
              <a:spcBef>
                <a:spcPts val="0"/>
              </a:spcBef>
              <a:spcAft>
                <a:spcPts val="0"/>
              </a:spcAft>
              <a:buSzPts val="1300"/>
              <a:buChar char="●"/>
            </a:pPr>
            <a:r>
              <a:rPr lang="en" dirty="0">
                <a:highlight>
                  <a:srgbClr val="FFFF00"/>
                </a:highlight>
              </a:rPr>
              <a:t>While processes are useful, their protected memory space makes </a:t>
            </a:r>
            <a:r>
              <a:rPr lang="en" b="1" i="1" dirty="0">
                <a:solidFill>
                  <a:srgbClr val="FF0000"/>
                </a:solidFill>
                <a:highlight>
                  <a:srgbClr val="FFFF00"/>
                </a:highlight>
              </a:rPr>
              <a:t>communicating </a:t>
            </a:r>
            <a:r>
              <a:rPr lang="en" dirty="0">
                <a:highlight>
                  <a:srgbClr val="FFFF00"/>
                </a:highlight>
              </a:rPr>
              <a:t>between them more difficult/expensive</a:t>
            </a:r>
            <a:endParaRPr dirty="0">
              <a:highlight>
                <a:srgbClr val="FFFF00"/>
              </a:highlight>
            </a:endParaRPr>
          </a:p>
          <a:p>
            <a:pPr marL="914400" lvl="1" indent="-298450" algn="l" rtl="0">
              <a:lnSpc>
                <a:spcPct val="100000"/>
              </a:lnSpc>
              <a:spcBef>
                <a:spcPts val="0"/>
              </a:spcBef>
              <a:spcAft>
                <a:spcPts val="0"/>
              </a:spcAft>
              <a:buSzPts val="1100"/>
              <a:buChar char="○"/>
            </a:pPr>
            <a:r>
              <a:rPr lang="en" dirty="0"/>
              <a:t>Two different processes cannot read from or write to each other's memory</a:t>
            </a:r>
            <a:endParaRPr dirty="0"/>
          </a:p>
          <a:p>
            <a:pPr marL="914400" lvl="1" indent="-298450" algn="l" rtl="0">
              <a:lnSpc>
                <a:spcPct val="100000"/>
              </a:lnSpc>
              <a:spcBef>
                <a:spcPts val="0"/>
              </a:spcBef>
              <a:spcAft>
                <a:spcPts val="0"/>
              </a:spcAft>
              <a:buSzPts val="1100"/>
              <a:buChar char="○"/>
            </a:pPr>
            <a:r>
              <a:rPr lang="en" dirty="0"/>
              <a:t>This makes it difficult for two processes to work together to accomplish more than one task simultaneously</a:t>
            </a:r>
            <a:endParaRPr dirty="0"/>
          </a:p>
          <a:p>
            <a:pPr marL="457200" lvl="0" indent="-311150" algn="l" rtl="0">
              <a:lnSpc>
                <a:spcPct val="100000"/>
              </a:lnSpc>
              <a:spcBef>
                <a:spcPts val="1000"/>
              </a:spcBef>
              <a:spcAft>
                <a:spcPts val="0"/>
              </a:spcAft>
              <a:buSzPts val="1300"/>
              <a:buChar char="●"/>
            </a:pPr>
            <a:r>
              <a:rPr lang="en" dirty="0">
                <a:highlight>
                  <a:srgbClr val="FFFF00"/>
                </a:highlight>
              </a:rPr>
              <a:t>A lighter weight version of a process, called a </a:t>
            </a:r>
            <a:r>
              <a:rPr lang="en" b="1" i="1" dirty="0">
                <a:solidFill>
                  <a:srgbClr val="FF0000"/>
                </a:solidFill>
                <a:highlight>
                  <a:srgbClr val="FFFF00"/>
                </a:highlight>
              </a:rPr>
              <a:t>Thread</a:t>
            </a:r>
            <a:r>
              <a:rPr lang="en" dirty="0">
                <a:highlight>
                  <a:srgbClr val="FFFF00"/>
                </a:highlight>
              </a:rPr>
              <a:t>, is more commonly used</a:t>
            </a:r>
            <a:endParaRPr dirty="0">
              <a:highlight>
                <a:srgbClr val="FFFF00"/>
              </a:highlight>
            </a:endParaRPr>
          </a:p>
          <a:p>
            <a:pPr marL="914400" lvl="1" indent="-292100" algn="l" rtl="0">
              <a:lnSpc>
                <a:spcPct val="100000"/>
              </a:lnSpc>
              <a:spcBef>
                <a:spcPts val="0"/>
              </a:spcBef>
              <a:spcAft>
                <a:spcPts val="0"/>
              </a:spcAft>
              <a:buSzPts val="1000"/>
              <a:buChar char="○"/>
            </a:pPr>
            <a:r>
              <a:rPr lang="en" sz="1000" dirty="0"/>
              <a:t>A single process may have two or more threads working together at the same time</a:t>
            </a:r>
            <a:endParaRPr sz="1000" dirty="0"/>
          </a:p>
          <a:p>
            <a:pPr marL="914400" lvl="1" indent="-292100" algn="l" rtl="0">
              <a:lnSpc>
                <a:spcPct val="100000"/>
              </a:lnSpc>
              <a:spcBef>
                <a:spcPts val="0"/>
              </a:spcBef>
              <a:spcAft>
                <a:spcPts val="0"/>
              </a:spcAft>
              <a:buSzPts val="1000"/>
              <a:buChar char="○"/>
            </a:pPr>
            <a:r>
              <a:rPr lang="en" sz="1000" dirty="0">
                <a:highlight>
                  <a:srgbClr val="FFFF00"/>
                </a:highlight>
              </a:rPr>
              <a:t>All threads created in a process </a:t>
            </a:r>
            <a:r>
              <a:rPr lang="en" sz="1000" b="1" i="1" dirty="0">
                <a:solidFill>
                  <a:srgbClr val="FF0000"/>
                </a:solidFill>
                <a:highlight>
                  <a:srgbClr val="FFFF00"/>
                </a:highlight>
              </a:rPr>
              <a:t>share </a:t>
            </a:r>
            <a:r>
              <a:rPr lang="en" sz="1000" dirty="0">
                <a:highlight>
                  <a:srgbClr val="FFFF00"/>
                </a:highlight>
              </a:rPr>
              <a:t>the same memory space</a:t>
            </a:r>
            <a:endParaRPr sz="1000" dirty="0">
              <a:highlight>
                <a:srgbClr val="FFFF00"/>
              </a:highlight>
            </a:endParaRPr>
          </a:p>
          <a:p>
            <a:pPr marL="457200" lvl="0" indent="-311150" algn="l" rtl="0">
              <a:lnSpc>
                <a:spcPct val="100000"/>
              </a:lnSpc>
              <a:spcBef>
                <a:spcPts val="1000"/>
              </a:spcBef>
              <a:spcAft>
                <a:spcPts val="0"/>
              </a:spcAft>
              <a:buSzPts val="1300"/>
              <a:buChar char="●"/>
            </a:pPr>
            <a:r>
              <a:rPr lang="en" dirty="0"/>
              <a:t>All Java programs are executed in a </a:t>
            </a:r>
            <a:r>
              <a:rPr lang="en" b="1" i="1" dirty="0">
                <a:solidFill>
                  <a:srgbClr val="FF0000"/>
                </a:solidFill>
                <a:highlight>
                  <a:srgbClr val="FFFF00"/>
                </a:highlight>
              </a:rPr>
              <a:t>main thread</a:t>
            </a:r>
            <a:endParaRPr dirty="0">
              <a:highlight>
                <a:srgbClr val="FFFF00"/>
              </a:highlight>
            </a:endParaRPr>
          </a:p>
          <a:p>
            <a:pPr marL="914400" lvl="1" indent="-298450" algn="l" rtl="0">
              <a:lnSpc>
                <a:spcPct val="100000"/>
              </a:lnSpc>
              <a:spcBef>
                <a:spcPts val="0"/>
              </a:spcBef>
              <a:spcAft>
                <a:spcPts val="0"/>
              </a:spcAft>
              <a:buSzPts val="1100"/>
              <a:buChar char="○"/>
            </a:pPr>
            <a:r>
              <a:rPr lang="en" dirty="0"/>
              <a:t>This is the thread that executes the code in the main method</a:t>
            </a:r>
            <a:endParaRPr dirty="0"/>
          </a:p>
          <a:p>
            <a:pPr marL="457200" lvl="0" indent="-311150" algn="l" rtl="0">
              <a:lnSpc>
                <a:spcPct val="100000"/>
              </a:lnSpc>
              <a:spcBef>
                <a:spcPts val="1000"/>
              </a:spcBef>
              <a:spcAft>
                <a:spcPts val="0"/>
              </a:spcAft>
              <a:buSzPts val="1300"/>
              <a:buChar char="●"/>
            </a:pPr>
            <a:r>
              <a:rPr lang="en" dirty="0"/>
              <a:t>One way to create additional threads in a Java program is by extending the </a:t>
            </a:r>
            <a:r>
              <a:rPr lang="en" dirty="0">
                <a:solidFill>
                  <a:srgbClr val="FF0000"/>
                </a:solidFill>
                <a:highlight>
                  <a:srgbClr val="FFFF00"/>
                </a:highlight>
                <a:latin typeface="Courier New"/>
                <a:ea typeface="Courier New"/>
                <a:cs typeface="Courier New"/>
                <a:sym typeface="Courier New"/>
              </a:rPr>
              <a:t>java.lang.Thread</a:t>
            </a:r>
            <a:r>
              <a:rPr lang="en" dirty="0">
                <a:highlight>
                  <a:srgbClr val="FFFF00"/>
                </a:highlight>
              </a:rPr>
              <a:t> </a:t>
            </a:r>
            <a:r>
              <a:rPr lang="en" dirty="0"/>
              <a:t>class</a:t>
            </a:r>
            <a:endParaRPr dirty="0"/>
          </a:p>
          <a:p>
            <a:pPr marL="914400" lvl="1" indent="-298450" algn="l" rtl="0">
              <a:lnSpc>
                <a:spcPct val="100000"/>
              </a:lnSpc>
              <a:spcBef>
                <a:spcPts val="0"/>
              </a:spcBef>
              <a:spcAft>
                <a:spcPts val="0"/>
              </a:spcAft>
              <a:buSzPts val="1100"/>
              <a:buChar char="○"/>
            </a:pPr>
            <a:r>
              <a:rPr lang="en" dirty="0">
                <a:highlight>
                  <a:srgbClr val="FFFF00"/>
                </a:highlight>
              </a:rPr>
              <a:t>Override its </a:t>
            </a:r>
            <a:r>
              <a:rPr lang="en" dirty="0">
                <a:solidFill>
                  <a:srgbClr val="FF0000"/>
                </a:solidFill>
                <a:highlight>
                  <a:srgbClr val="FFFF00"/>
                </a:highlight>
                <a:latin typeface="Courier New"/>
                <a:ea typeface="Courier New"/>
                <a:cs typeface="Courier New"/>
                <a:sym typeface="Courier New"/>
              </a:rPr>
              <a:t>run</a:t>
            </a:r>
            <a:r>
              <a:rPr lang="en" dirty="0">
                <a:highlight>
                  <a:srgbClr val="FFFF00"/>
                </a:highlight>
              </a:rPr>
              <a:t> method in your subclass to include the code that you want the thread to execute</a:t>
            </a:r>
            <a:endParaRPr dirty="0">
              <a:highlight>
                <a:srgbClr val="FFFF00"/>
              </a:highlight>
            </a:endParaRPr>
          </a:p>
          <a:p>
            <a:pPr marL="914400" lvl="1" indent="-298450" algn="l" rtl="0">
              <a:lnSpc>
                <a:spcPct val="100000"/>
              </a:lnSpc>
              <a:spcBef>
                <a:spcPts val="400"/>
              </a:spcBef>
              <a:spcAft>
                <a:spcPts val="1000"/>
              </a:spcAft>
              <a:buSzPts val="1100"/>
              <a:buChar char="○"/>
            </a:pPr>
            <a:r>
              <a:rPr lang="en" dirty="0">
                <a:highlight>
                  <a:srgbClr val="FFFF00"/>
                </a:highlight>
              </a:rPr>
              <a:t>Call its </a:t>
            </a:r>
            <a:r>
              <a:rPr lang="en" dirty="0">
                <a:solidFill>
                  <a:srgbClr val="FF0000"/>
                </a:solidFill>
                <a:highlight>
                  <a:srgbClr val="FFFF00"/>
                </a:highlight>
                <a:latin typeface="Courier New"/>
                <a:ea typeface="Courier New"/>
                <a:cs typeface="Courier New"/>
                <a:sym typeface="Courier New"/>
              </a:rPr>
              <a:t>start</a:t>
            </a:r>
            <a:r>
              <a:rPr lang="en" dirty="0">
                <a:highlight>
                  <a:srgbClr val="FFFF00"/>
                </a:highlight>
              </a:rPr>
              <a:t> method to execute as a thread that is separate from the main thread</a:t>
            </a:r>
            <a:endParaRPr dirty="0">
              <a:highlight>
                <a:srgbClr val="FFFF00"/>
              </a:highlight>
            </a:endParaRPr>
          </a:p>
        </p:txBody>
      </p:sp>
      <p:sp>
        <p:nvSpPr>
          <p:cNvPr id="300" name="Google Shape;300;p39"/>
          <p:cNvSpPr/>
          <p:nvPr/>
        </p:nvSpPr>
        <p:spPr>
          <a:xfrm>
            <a:off x="5108158" y="1444000"/>
            <a:ext cx="3817800" cy="3064200"/>
          </a:xfrm>
          <a:prstGeom prst="rect">
            <a:avLst/>
          </a:prstGeom>
          <a:solidFill>
            <a:srgbClr val="FFFFFF"/>
          </a:solidFill>
          <a:ln w="28575" cap="flat" cmpd="sng">
            <a:solidFill>
              <a:srgbClr val="000000"/>
            </a:solidFill>
            <a:prstDash val="solid"/>
            <a:miter lim="800000"/>
            <a:headEnd type="none" w="sm" len="sm"/>
            <a:tailEnd type="none" w="sm" len="sm"/>
          </a:ln>
        </p:spPr>
        <p:txBody>
          <a:bodyPr spcFirstLastPara="1" wrap="square" lIns="91425" tIns="91425" rIns="68575" bIns="91425" anchor="t" anchorCtr="0">
            <a:noAutofit/>
          </a:bodyPr>
          <a:lstStyle/>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class</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ThreadExample</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extends</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Thread</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spcBef>
                <a:spcPts val="0"/>
              </a:spcBef>
              <a:spcAft>
                <a:spcPts val="0"/>
              </a:spcAft>
              <a:buNone/>
            </a:pPr>
            <a:r>
              <a:rPr lang="en" sz="1050" dirty="0">
                <a:solidFill>
                  <a:srgbClr val="008000"/>
                </a:solidFill>
                <a:latin typeface="Consolas"/>
                <a:ea typeface="Consolas"/>
                <a:cs typeface="Consolas"/>
                <a:sym typeface="Consolas"/>
              </a:rPr>
              <a:t>2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3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private</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final</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int</a:t>
            </a:r>
            <a:r>
              <a:rPr lang="en" sz="1050" dirty="0">
                <a:latin typeface="Consolas"/>
                <a:ea typeface="Consolas"/>
                <a:cs typeface="Consolas"/>
                <a:sym typeface="Consolas"/>
              </a:rPr>
              <a:t> </a:t>
            </a:r>
            <a:r>
              <a:rPr lang="en" sz="1050" dirty="0">
                <a:solidFill>
                  <a:srgbClr val="0070C1"/>
                </a:solidFill>
                <a:latin typeface="Consolas"/>
                <a:ea typeface="Consolas"/>
                <a:cs typeface="Consolas"/>
                <a:sym typeface="Consolas"/>
              </a:rPr>
              <a:t>id</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spcBef>
                <a:spcPts val="0"/>
              </a:spcBef>
              <a:spcAft>
                <a:spcPts val="0"/>
              </a:spcAft>
              <a:buNone/>
            </a:pPr>
            <a:r>
              <a:rPr lang="en" sz="1050" dirty="0">
                <a:solidFill>
                  <a:srgbClr val="008000"/>
                </a:solidFill>
                <a:latin typeface="Consolas"/>
                <a:ea typeface="Consolas"/>
                <a:cs typeface="Consolas"/>
                <a:sym typeface="Consolas"/>
              </a:rPr>
              <a:t>4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5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ThreadExample</a:t>
            </a:r>
            <a:r>
              <a:rPr lang="en" sz="1050" dirty="0">
                <a:latin typeface="Consolas"/>
                <a:ea typeface="Consolas"/>
                <a:cs typeface="Consolas"/>
                <a:sym typeface="Consolas"/>
              </a:rPr>
              <a:t>(</a:t>
            </a:r>
            <a:r>
              <a:rPr lang="en" sz="1050" dirty="0">
                <a:solidFill>
                  <a:srgbClr val="267F99"/>
                </a:solidFill>
                <a:latin typeface="Consolas"/>
                <a:ea typeface="Consolas"/>
                <a:cs typeface="Consolas"/>
                <a:sym typeface="Consolas"/>
              </a:rPr>
              <a:t>int</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id</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6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this</a:t>
            </a:r>
            <a:r>
              <a:rPr lang="en" sz="1050" dirty="0">
                <a:latin typeface="Consolas"/>
                <a:ea typeface="Consolas"/>
                <a:cs typeface="Consolas"/>
                <a:sym typeface="Consolas"/>
              </a:rPr>
              <a:t>.</a:t>
            </a:r>
            <a:r>
              <a:rPr lang="en" sz="1050" dirty="0">
                <a:solidFill>
                  <a:srgbClr val="0070C1"/>
                </a:solidFill>
                <a:latin typeface="Consolas"/>
                <a:ea typeface="Consolas"/>
                <a:cs typeface="Consolas"/>
                <a:sym typeface="Consolas"/>
              </a:rPr>
              <a:t>id</a:t>
            </a:r>
            <a:r>
              <a:rPr lang="en" sz="1050" dirty="0">
                <a:latin typeface="Consolas"/>
                <a:ea typeface="Consolas"/>
                <a:cs typeface="Consolas"/>
                <a:sym typeface="Consolas"/>
              </a:rPr>
              <a:t> = </a:t>
            </a:r>
            <a:r>
              <a:rPr lang="en" sz="1050" dirty="0">
                <a:solidFill>
                  <a:srgbClr val="001080"/>
                </a:solidFill>
                <a:latin typeface="Consolas"/>
                <a:ea typeface="Consolas"/>
                <a:cs typeface="Consolas"/>
                <a:sym typeface="Consolas"/>
              </a:rPr>
              <a:t>id</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7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spcBef>
                <a:spcPts val="0"/>
              </a:spcBef>
              <a:spcAft>
                <a:spcPts val="0"/>
              </a:spcAft>
              <a:buNone/>
            </a:pPr>
            <a:r>
              <a:rPr lang="en" sz="1050" dirty="0">
                <a:solidFill>
                  <a:srgbClr val="008000"/>
                </a:solidFill>
                <a:latin typeface="Consolas"/>
                <a:ea typeface="Consolas"/>
                <a:cs typeface="Consolas"/>
                <a:sym typeface="Consolas"/>
              </a:rPr>
              <a:t>8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9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Override</a:t>
            </a:r>
            <a:endParaRPr sz="1050" dirty="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10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void</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run</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11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System</a:t>
            </a:r>
            <a:r>
              <a:rPr lang="en" sz="1050" dirty="0">
                <a:latin typeface="Consolas"/>
                <a:ea typeface="Consolas"/>
                <a:cs typeface="Consolas"/>
                <a:sym typeface="Consolas"/>
              </a:rPr>
              <a:t>.</a:t>
            </a:r>
            <a:r>
              <a:rPr lang="en" sz="1050" dirty="0">
                <a:solidFill>
                  <a:srgbClr val="0070C1"/>
                </a:solidFill>
                <a:latin typeface="Consolas"/>
                <a:ea typeface="Consolas"/>
                <a:cs typeface="Consolas"/>
                <a:sym typeface="Consolas"/>
              </a:rPr>
              <a:t>out</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println</a:t>
            </a:r>
            <a:r>
              <a:rPr lang="en" sz="1050" dirty="0">
                <a:latin typeface="Consolas"/>
                <a:ea typeface="Consolas"/>
                <a:cs typeface="Consolas"/>
                <a:sym typeface="Consolas"/>
              </a:rPr>
              <a:t>(</a:t>
            </a:r>
            <a:r>
              <a:rPr lang="en" sz="1050" dirty="0">
                <a:solidFill>
                  <a:srgbClr val="0070C1"/>
                </a:solidFill>
                <a:latin typeface="Consolas"/>
                <a:ea typeface="Consolas"/>
                <a:cs typeface="Consolas"/>
                <a:sym typeface="Consolas"/>
              </a:rPr>
              <a:t>id</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12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13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14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static</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void</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main</a:t>
            </a:r>
            <a:r>
              <a:rPr lang="en" sz="1050" dirty="0">
                <a:latin typeface="Consolas"/>
                <a:ea typeface="Consolas"/>
                <a:cs typeface="Consolas"/>
                <a:sym typeface="Consolas"/>
              </a:rPr>
              <a:t>(</a:t>
            </a:r>
            <a:r>
              <a:rPr lang="en" sz="1050" dirty="0">
                <a:solidFill>
                  <a:srgbClr val="267F99"/>
                </a:solidFill>
                <a:latin typeface="Consolas"/>
                <a:ea typeface="Consolas"/>
                <a:cs typeface="Consolas"/>
                <a:sym typeface="Consolas"/>
              </a:rPr>
              <a:t>String</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args</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15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Thread</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example</a:t>
            </a:r>
            <a:r>
              <a:rPr lang="en" sz="1050" dirty="0">
                <a:latin typeface="Consolas"/>
                <a:ea typeface="Consolas"/>
                <a:cs typeface="Consolas"/>
                <a:sym typeface="Consolas"/>
              </a:rPr>
              <a:t> = </a:t>
            </a:r>
            <a:r>
              <a:rPr lang="en" sz="1050" dirty="0">
                <a:solidFill>
                  <a:srgbClr val="AF00DB"/>
                </a:solidFill>
                <a:latin typeface="Consolas"/>
                <a:ea typeface="Consolas"/>
                <a:cs typeface="Consolas"/>
                <a:sym typeface="Consolas"/>
              </a:rPr>
              <a:t>new</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ThreadExample</a:t>
            </a:r>
            <a:r>
              <a:rPr lang="en" sz="1050" dirty="0">
                <a:latin typeface="Consolas"/>
                <a:ea typeface="Consolas"/>
                <a:cs typeface="Consolas"/>
                <a:sym typeface="Consolas"/>
              </a:rPr>
              <a:t>(</a:t>
            </a:r>
            <a:r>
              <a:rPr lang="en" sz="1050" dirty="0">
                <a:solidFill>
                  <a:srgbClr val="098658"/>
                </a:solidFill>
                <a:latin typeface="Consolas"/>
                <a:ea typeface="Consolas"/>
                <a:cs typeface="Consolas"/>
                <a:sym typeface="Consolas"/>
              </a:rPr>
              <a:t>1</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16 </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example</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start</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17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18 </a:t>
            </a:r>
            <a:r>
              <a:rPr lang="en" sz="1050" dirty="0">
                <a:latin typeface="Consolas"/>
                <a:ea typeface="Consolas"/>
                <a:cs typeface="Consolas"/>
                <a:sym typeface="Consolas"/>
              </a:rPr>
              <a:t>}</a:t>
            </a:r>
            <a:endParaRPr sz="1100" dirty="0">
              <a:solidFill>
                <a:schemeClr val="dk1"/>
              </a:solidFill>
              <a:latin typeface="Consolas"/>
              <a:ea typeface="Consolas"/>
              <a:cs typeface="Consolas"/>
              <a:sym typeface="Consolas"/>
            </a:endParaRPr>
          </a:p>
        </p:txBody>
      </p:sp>
      <p:sp>
        <p:nvSpPr>
          <p:cNvPr id="301" name="Google Shape;301;p39"/>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8</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05"/>
        <p:cNvGrpSpPr/>
        <p:nvPr/>
      </p:nvGrpSpPr>
      <p:grpSpPr>
        <a:xfrm>
          <a:off x="0" y="0"/>
          <a:ext cx="0" cy="0"/>
          <a:chOff x="0" y="0"/>
          <a:chExt cx="0" cy="0"/>
        </a:xfrm>
      </p:grpSpPr>
      <p:sp>
        <p:nvSpPr>
          <p:cNvPr id="306" name="Google Shape;306;p4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a:t>
            </a:fld>
            <a:endParaRPr/>
          </a:p>
        </p:txBody>
      </p:sp>
      <p:sp>
        <p:nvSpPr>
          <p:cNvPr id="307" name="Google Shape;307;p4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Extending </a:t>
            </a:r>
            <a:r>
              <a:rPr lang="en">
                <a:latin typeface="Courier New"/>
                <a:ea typeface="Courier New"/>
                <a:cs typeface="Courier New"/>
                <a:sym typeface="Courier New"/>
              </a:rPr>
              <a:t>Thread</a:t>
            </a:r>
            <a:endParaRPr>
              <a:latin typeface="Courier New"/>
              <a:ea typeface="Courier New"/>
              <a:cs typeface="Courier New"/>
              <a:sym typeface="Courier New"/>
            </a:endParaRPr>
          </a:p>
        </p:txBody>
      </p:sp>
      <p:sp>
        <p:nvSpPr>
          <p:cNvPr id="308" name="Google Shape;308;p40"/>
          <p:cNvSpPr/>
          <p:nvPr/>
        </p:nvSpPr>
        <p:spPr>
          <a:xfrm>
            <a:off x="2608375" y="1527200"/>
            <a:ext cx="3927300" cy="3135900"/>
          </a:xfrm>
          <a:prstGeom prst="rect">
            <a:avLst/>
          </a:prstGeom>
          <a:solidFill>
            <a:srgbClr val="FFFFFF"/>
          </a:solidFill>
          <a:ln w="28575" cap="flat" cmpd="sng">
            <a:solidFill>
              <a:srgbClr val="000000"/>
            </a:solidFill>
            <a:prstDash val="solid"/>
            <a:miter lim="800000"/>
            <a:headEnd type="none" w="sm" len="sm"/>
            <a:tailEnd type="none" w="sm" len="sm"/>
          </a:ln>
        </p:spPr>
        <p:txBody>
          <a:bodyPr spcFirstLastPara="1" wrap="square" lIns="91425" tIns="91425" rIns="68575" bIns="91425" anchor="t" anchorCtr="0">
            <a:noAutofit/>
          </a:bodyPr>
          <a:lstStyle/>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class</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ThreadExample</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extends</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Thread</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spcBef>
                <a:spcPts val="0"/>
              </a:spcBef>
              <a:spcAft>
                <a:spcPts val="0"/>
              </a:spcAft>
              <a:buNone/>
            </a:pPr>
            <a:r>
              <a:rPr lang="en" sz="1050" dirty="0">
                <a:solidFill>
                  <a:srgbClr val="008000"/>
                </a:solidFill>
                <a:latin typeface="Consolas"/>
                <a:ea typeface="Consolas"/>
                <a:cs typeface="Consolas"/>
                <a:sym typeface="Consolas"/>
              </a:rPr>
              <a:t>2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3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private</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final</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int</a:t>
            </a:r>
            <a:r>
              <a:rPr lang="en" sz="1050" dirty="0">
                <a:latin typeface="Consolas"/>
                <a:ea typeface="Consolas"/>
                <a:cs typeface="Consolas"/>
                <a:sym typeface="Consolas"/>
              </a:rPr>
              <a:t> </a:t>
            </a:r>
            <a:r>
              <a:rPr lang="en" sz="1050" dirty="0">
                <a:solidFill>
                  <a:srgbClr val="0070C1"/>
                </a:solidFill>
                <a:latin typeface="Consolas"/>
                <a:ea typeface="Consolas"/>
                <a:cs typeface="Consolas"/>
                <a:sym typeface="Consolas"/>
              </a:rPr>
              <a:t>id</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spcBef>
                <a:spcPts val="0"/>
              </a:spcBef>
              <a:spcAft>
                <a:spcPts val="0"/>
              </a:spcAft>
              <a:buNone/>
            </a:pPr>
            <a:r>
              <a:rPr lang="en" sz="1050" dirty="0">
                <a:solidFill>
                  <a:srgbClr val="008000"/>
                </a:solidFill>
                <a:latin typeface="Consolas"/>
                <a:ea typeface="Consolas"/>
                <a:cs typeface="Consolas"/>
                <a:sym typeface="Consolas"/>
              </a:rPr>
              <a:t>4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5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ThreadExample</a:t>
            </a:r>
            <a:r>
              <a:rPr lang="en" sz="1050" dirty="0">
                <a:latin typeface="Consolas"/>
                <a:ea typeface="Consolas"/>
                <a:cs typeface="Consolas"/>
                <a:sym typeface="Consolas"/>
              </a:rPr>
              <a:t>(</a:t>
            </a:r>
            <a:r>
              <a:rPr lang="en" sz="1050" dirty="0">
                <a:solidFill>
                  <a:srgbClr val="267F99"/>
                </a:solidFill>
                <a:latin typeface="Consolas"/>
                <a:ea typeface="Consolas"/>
                <a:cs typeface="Consolas"/>
                <a:sym typeface="Consolas"/>
              </a:rPr>
              <a:t>int</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id</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6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this</a:t>
            </a:r>
            <a:r>
              <a:rPr lang="en" sz="1050" dirty="0">
                <a:latin typeface="Consolas"/>
                <a:ea typeface="Consolas"/>
                <a:cs typeface="Consolas"/>
                <a:sym typeface="Consolas"/>
              </a:rPr>
              <a:t>.</a:t>
            </a:r>
            <a:r>
              <a:rPr lang="en" sz="1050" dirty="0">
                <a:solidFill>
                  <a:srgbClr val="0070C1"/>
                </a:solidFill>
                <a:latin typeface="Consolas"/>
                <a:ea typeface="Consolas"/>
                <a:cs typeface="Consolas"/>
                <a:sym typeface="Consolas"/>
              </a:rPr>
              <a:t>id</a:t>
            </a:r>
            <a:r>
              <a:rPr lang="en" sz="1050" dirty="0">
                <a:latin typeface="Consolas"/>
                <a:ea typeface="Consolas"/>
                <a:cs typeface="Consolas"/>
                <a:sym typeface="Consolas"/>
              </a:rPr>
              <a:t> = </a:t>
            </a:r>
            <a:r>
              <a:rPr lang="en" sz="1050" dirty="0">
                <a:solidFill>
                  <a:srgbClr val="001080"/>
                </a:solidFill>
                <a:latin typeface="Consolas"/>
                <a:ea typeface="Consolas"/>
                <a:cs typeface="Consolas"/>
                <a:sym typeface="Consolas"/>
              </a:rPr>
              <a:t>id</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7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spcBef>
                <a:spcPts val="0"/>
              </a:spcBef>
              <a:spcAft>
                <a:spcPts val="0"/>
              </a:spcAft>
              <a:buNone/>
            </a:pPr>
            <a:r>
              <a:rPr lang="en" sz="1050" dirty="0">
                <a:solidFill>
                  <a:srgbClr val="008000"/>
                </a:solidFill>
                <a:latin typeface="Consolas"/>
                <a:ea typeface="Consolas"/>
                <a:cs typeface="Consolas"/>
                <a:sym typeface="Consolas"/>
              </a:rPr>
              <a:t>8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9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Override</a:t>
            </a:r>
            <a:endParaRPr sz="1050" dirty="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10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void</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run</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11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System</a:t>
            </a:r>
            <a:r>
              <a:rPr lang="en" sz="1050" dirty="0">
                <a:latin typeface="Consolas"/>
                <a:ea typeface="Consolas"/>
                <a:cs typeface="Consolas"/>
                <a:sym typeface="Consolas"/>
              </a:rPr>
              <a:t>.</a:t>
            </a:r>
            <a:r>
              <a:rPr lang="en" sz="1050" dirty="0">
                <a:solidFill>
                  <a:srgbClr val="0070C1"/>
                </a:solidFill>
                <a:latin typeface="Consolas"/>
                <a:ea typeface="Consolas"/>
                <a:cs typeface="Consolas"/>
                <a:sym typeface="Consolas"/>
              </a:rPr>
              <a:t>out</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println</a:t>
            </a:r>
            <a:r>
              <a:rPr lang="en" sz="1050" dirty="0">
                <a:latin typeface="Consolas"/>
                <a:ea typeface="Consolas"/>
                <a:cs typeface="Consolas"/>
                <a:sym typeface="Consolas"/>
              </a:rPr>
              <a:t>(</a:t>
            </a:r>
            <a:r>
              <a:rPr lang="en" sz="1050" dirty="0">
                <a:solidFill>
                  <a:srgbClr val="0070C1"/>
                </a:solidFill>
                <a:latin typeface="Consolas"/>
                <a:ea typeface="Consolas"/>
                <a:cs typeface="Consolas"/>
                <a:sym typeface="Consolas"/>
              </a:rPr>
              <a:t>id</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12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13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14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static</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void</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main</a:t>
            </a:r>
            <a:r>
              <a:rPr lang="en" sz="1050" dirty="0">
                <a:latin typeface="Consolas"/>
                <a:ea typeface="Consolas"/>
                <a:cs typeface="Consolas"/>
                <a:sym typeface="Consolas"/>
              </a:rPr>
              <a:t>(</a:t>
            </a:r>
            <a:r>
              <a:rPr lang="en" sz="1050" dirty="0">
                <a:solidFill>
                  <a:srgbClr val="267F99"/>
                </a:solidFill>
                <a:latin typeface="Consolas"/>
                <a:ea typeface="Consolas"/>
                <a:cs typeface="Consolas"/>
                <a:sym typeface="Consolas"/>
              </a:rPr>
              <a:t>String</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args</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15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Thread</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example</a:t>
            </a:r>
            <a:r>
              <a:rPr lang="en" sz="1050" dirty="0">
                <a:latin typeface="Consolas"/>
                <a:ea typeface="Consolas"/>
                <a:cs typeface="Consolas"/>
                <a:sym typeface="Consolas"/>
              </a:rPr>
              <a:t> = </a:t>
            </a:r>
            <a:r>
              <a:rPr lang="en" sz="1050" dirty="0">
                <a:solidFill>
                  <a:srgbClr val="AF00DB"/>
                </a:solidFill>
                <a:latin typeface="Consolas"/>
                <a:ea typeface="Consolas"/>
                <a:cs typeface="Consolas"/>
                <a:sym typeface="Consolas"/>
              </a:rPr>
              <a:t>new</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ThreadExample</a:t>
            </a:r>
            <a:r>
              <a:rPr lang="en" sz="1050" dirty="0">
                <a:latin typeface="Consolas"/>
                <a:ea typeface="Consolas"/>
                <a:cs typeface="Consolas"/>
                <a:sym typeface="Consolas"/>
              </a:rPr>
              <a:t>(</a:t>
            </a:r>
            <a:r>
              <a:rPr lang="en" sz="1050" dirty="0">
                <a:solidFill>
                  <a:srgbClr val="098658"/>
                </a:solidFill>
                <a:latin typeface="Consolas"/>
                <a:ea typeface="Consolas"/>
                <a:cs typeface="Consolas"/>
                <a:sym typeface="Consolas"/>
              </a:rPr>
              <a:t>1</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16 </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example</a:t>
            </a:r>
            <a:r>
              <a:rPr lang="en" sz="1050" dirty="0">
                <a:latin typeface="Consolas"/>
                <a:ea typeface="Consolas"/>
                <a:cs typeface="Consolas"/>
                <a:sym typeface="Consolas"/>
              </a:rPr>
              <a:t>.</a:t>
            </a:r>
            <a:r>
              <a:rPr lang="en" sz="1050" dirty="0">
                <a:solidFill>
                  <a:srgbClr val="795E26"/>
                </a:solidFill>
                <a:highlight>
                  <a:srgbClr val="FFFF00"/>
                </a:highlight>
                <a:latin typeface="Consolas"/>
                <a:ea typeface="Consolas"/>
                <a:cs typeface="Consolas"/>
                <a:sym typeface="Consolas"/>
              </a:rPr>
              <a:t>start</a:t>
            </a:r>
            <a:r>
              <a:rPr lang="en" sz="1050" dirty="0">
                <a:highlight>
                  <a:srgbClr val="FFFF00"/>
                </a:highlight>
                <a:latin typeface="Consolas"/>
                <a:ea typeface="Consolas"/>
                <a:cs typeface="Consolas"/>
                <a:sym typeface="Consolas"/>
              </a:rPr>
              <a:t>();</a:t>
            </a:r>
            <a:endParaRPr sz="1050" dirty="0">
              <a:highlight>
                <a:srgbClr val="FFFF00"/>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17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18 </a:t>
            </a:r>
            <a:r>
              <a:rPr lang="en" sz="1050" dirty="0">
                <a:latin typeface="Consolas"/>
                <a:ea typeface="Consolas"/>
                <a:cs typeface="Consolas"/>
                <a:sym typeface="Consolas"/>
              </a:rPr>
              <a:t>}</a:t>
            </a:r>
            <a:endParaRPr sz="1100" dirty="0">
              <a:solidFill>
                <a:schemeClr val="dk1"/>
              </a:solidFill>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12"/>
        <p:cNvGrpSpPr/>
        <p:nvPr/>
      </p:nvGrpSpPr>
      <p:grpSpPr>
        <a:xfrm>
          <a:off x="0" y="0"/>
          <a:ext cx="0" cy="0"/>
          <a:chOff x="0" y="0"/>
          <a:chExt cx="0" cy="0"/>
        </a:xfrm>
      </p:grpSpPr>
      <p:sp>
        <p:nvSpPr>
          <p:cNvPr id="313" name="Google Shape;313;p4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a:t>
            </a:fld>
            <a:endParaRPr/>
          </a:p>
        </p:txBody>
      </p:sp>
      <p:sp>
        <p:nvSpPr>
          <p:cNvPr id="314" name="Google Shape;314;p41"/>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Extending </a:t>
            </a:r>
            <a:r>
              <a:rPr lang="en">
                <a:latin typeface="Courier New"/>
                <a:ea typeface="Courier New"/>
                <a:cs typeface="Courier New"/>
                <a:sym typeface="Courier New"/>
              </a:rPr>
              <a:t>Thread</a:t>
            </a:r>
            <a:endParaRPr>
              <a:latin typeface="Courier New"/>
              <a:ea typeface="Courier New"/>
              <a:cs typeface="Courier New"/>
              <a:sym typeface="Courier New"/>
            </a:endParaRPr>
          </a:p>
        </p:txBody>
      </p:sp>
      <p:sp>
        <p:nvSpPr>
          <p:cNvPr id="315" name="Google Shape;315;p41"/>
          <p:cNvSpPr/>
          <p:nvPr/>
        </p:nvSpPr>
        <p:spPr>
          <a:xfrm>
            <a:off x="2608375" y="1527200"/>
            <a:ext cx="3927300" cy="3135900"/>
          </a:xfrm>
          <a:prstGeom prst="rect">
            <a:avLst/>
          </a:prstGeom>
          <a:solidFill>
            <a:srgbClr val="FFFFFF"/>
          </a:solidFill>
          <a:ln w="28575" cap="flat" cmpd="sng">
            <a:solidFill>
              <a:srgbClr val="000000"/>
            </a:solidFill>
            <a:prstDash val="solid"/>
            <a:miter lim="800000"/>
            <a:headEnd type="none" w="sm" len="sm"/>
            <a:tailEnd type="none" w="sm" len="sm"/>
          </a:ln>
        </p:spPr>
        <p:txBody>
          <a:bodyPr spcFirstLastPara="1" wrap="square" lIns="91425" tIns="91425" rIns="68575" bIns="91425" anchor="t" anchorCtr="0">
            <a:noAutofit/>
          </a:bodyPr>
          <a:lstStyle/>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class</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ThreadExample</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extends</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Thread</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spcBef>
                <a:spcPts val="0"/>
              </a:spcBef>
              <a:spcAft>
                <a:spcPts val="0"/>
              </a:spcAft>
              <a:buNone/>
            </a:pPr>
            <a:r>
              <a:rPr lang="en" sz="1050" dirty="0">
                <a:solidFill>
                  <a:srgbClr val="008000"/>
                </a:solidFill>
                <a:latin typeface="Consolas"/>
                <a:ea typeface="Consolas"/>
                <a:cs typeface="Consolas"/>
                <a:sym typeface="Consolas"/>
              </a:rPr>
              <a:t>2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3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private</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final</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int</a:t>
            </a:r>
            <a:r>
              <a:rPr lang="en" sz="1050" dirty="0">
                <a:latin typeface="Consolas"/>
                <a:ea typeface="Consolas"/>
                <a:cs typeface="Consolas"/>
                <a:sym typeface="Consolas"/>
              </a:rPr>
              <a:t> </a:t>
            </a:r>
            <a:r>
              <a:rPr lang="en" sz="1050" dirty="0">
                <a:solidFill>
                  <a:srgbClr val="0070C1"/>
                </a:solidFill>
                <a:latin typeface="Consolas"/>
                <a:ea typeface="Consolas"/>
                <a:cs typeface="Consolas"/>
                <a:sym typeface="Consolas"/>
              </a:rPr>
              <a:t>id</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spcBef>
                <a:spcPts val="0"/>
              </a:spcBef>
              <a:spcAft>
                <a:spcPts val="0"/>
              </a:spcAft>
              <a:buNone/>
            </a:pPr>
            <a:r>
              <a:rPr lang="en" sz="1050" dirty="0">
                <a:solidFill>
                  <a:srgbClr val="008000"/>
                </a:solidFill>
                <a:latin typeface="Consolas"/>
                <a:ea typeface="Consolas"/>
                <a:cs typeface="Consolas"/>
                <a:sym typeface="Consolas"/>
              </a:rPr>
              <a:t>4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5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ThreadExample</a:t>
            </a:r>
            <a:r>
              <a:rPr lang="en" sz="1050" dirty="0">
                <a:latin typeface="Consolas"/>
                <a:ea typeface="Consolas"/>
                <a:cs typeface="Consolas"/>
                <a:sym typeface="Consolas"/>
              </a:rPr>
              <a:t>(</a:t>
            </a:r>
            <a:r>
              <a:rPr lang="en" sz="1050" dirty="0">
                <a:solidFill>
                  <a:srgbClr val="267F99"/>
                </a:solidFill>
                <a:latin typeface="Consolas"/>
                <a:ea typeface="Consolas"/>
                <a:cs typeface="Consolas"/>
                <a:sym typeface="Consolas"/>
              </a:rPr>
              <a:t>int</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id</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6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this</a:t>
            </a:r>
            <a:r>
              <a:rPr lang="en" sz="1050" dirty="0">
                <a:latin typeface="Consolas"/>
                <a:ea typeface="Consolas"/>
                <a:cs typeface="Consolas"/>
                <a:sym typeface="Consolas"/>
              </a:rPr>
              <a:t>.</a:t>
            </a:r>
            <a:r>
              <a:rPr lang="en" sz="1050" dirty="0">
                <a:solidFill>
                  <a:srgbClr val="0070C1"/>
                </a:solidFill>
                <a:latin typeface="Consolas"/>
                <a:ea typeface="Consolas"/>
                <a:cs typeface="Consolas"/>
                <a:sym typeface="Consolas"/>
              </a:rPr>
              <a:t>id</a:t>
            </a:r>
            <a:r>
              <a:rPr lang="en" sz="1050" dirty="0">
                <a:latin typeface="Consolas"/>
                <a:ea typeface="Consolas"/>
                <a:cs typeface="Consolas"/>
                <a:sym typeface="Consolas"/>
              </a:rPr>
              <a:t> = </a:t>
            </a:r>
            <a:r>
              <a:rPr lang="en" sz="1050" dirty="0">
                <a:solidFill>
                  <a:srgbClr val="001080"/>
                </a:solidFill>
                <a:latin typeface="Consolas"/>
                <a:ea typeface="Consolas"/>
                <a:cs typeface="Consolas"/>
                <a:sym typeface="Consolas"/>
              </a:rPr>
              <a:t>id</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7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spcBef>
                <a:spcPts val="0"/>
              </a:spcBef>
              <a:spcAft>
                <a:spcPts val="0"/>
              </a:spcAft>
              <a:buNone/>
            </a:pPr>
            <a:r>
              <a:rPr lang="en" sz="1050" dirty="0">
                <a:solidFill>
                  <a:srgbClr val="008000"/>
                </a:solidFill>
                <a:latin typeface="Consolas"/>
                <a:ea typeface="Consolas"/>
                <a:cs typeface="Consolas"/>
                <a:sym typeface="Consolas"/>
              </a:rPr>
              <a:t>8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9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Override</a:t>
            </a:r>
            <a:endParaRPr sz="1050" dirty="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10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void</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run</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11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System</a:t>
            </a:r>
            <a:r>
              <a:rPr lang="en" sz="1050" dirty="0">
                <a:latin typeface="Consolas"/>
                <a:ea typeface="Consolas"/>
                <a:cs typeface="Consolas"/>
                <a:sym typeface="Consolas"/>
              </a:rPr>
              <a:t>.</a:t>
            </a:r>
            <a:r>
              <a:rPr lang="en" sz="1050" dirty="0">
                <a:solidFill>
                  <a:srgbClr val="0070C1"/>
                </a:solidFill>
                <a:latin typeface="Consolas"/>
                <a:ea typeface="Consolas"/>
                <a:cs typeface="Consolas"/>
                <a:sym typeface="Consolas"/>
              </a:rPr>
              <a:t>out</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println</a:t>
            </a:r>
            <a:r>
              <a:rPr lang="en" sz="1050" dirty="0">
                <a:latin typeface="Consolas"/>
                <a:ea typeface="Consolas"/>
                <a:cs typeface="Consolas"/>
                <a:sym typeface="Consolas"/>
              </a:rPr>
              <a:t>(</a:t>
            </a:r>
            <a:r>
              <a:rPr lang="en" sz="1050" dirty="0">
                <a:solidFill>
                  <a:srgbClr val="0070C1"/>
                </a:solidFill>
                <a:latin typeface="Consolas"/>
                <a:ea typeface="Consolas"/>
                <a:cs typeface="Consolas"/>
                <a:sym typeface="Consolas"/>
              </a:rPr>
              <a:t>id</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12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13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14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static</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void</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main</a:t>
            </a:r>
            <a:r>
              <a:rPr lang="en" sz="1050" dirty="0">
                <a:latin typeface="Consolas"/>
                <a:ea typeface="Consolas"/>
                <a:cs typeface="Consolas"/>
                <a:sym typeface="Consolas"/>
              </a:rPr>
              <a:t>(</a:t>
            </a:r>
            <a:r>
              <a:rPr lang="en" sz="1050" dirty="0">
                <a:solidFill>
                  <a:srgbClr val="267F99"/>
                </a:solidFill>
                <a:latin typeface="Consolas"/>
                <a:ea typeface="Consolas"/>
                <a:cs typeface="Consolas"/>
                <a:sym typeface="Consolas"/>
              </a:rPr>
              <a:t>String</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args</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15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Thread</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example</a:t>
            </a:r>
            <a:r>
              <a:rPr lang="en" sz="1050" dirty="0">
                <a:latin typeface="Consolas"/>
                <a:ea typeface="Consolas"/>
                <a:cs typeface="Consolas"/>
                <a:sym typeface="Consolas"/>
              </a:rPr>
              <a:t> = </a:t>
            </a:r>
            <a:r>
              <a:rPr lang="en" sz="1050" dirty="0">
                <a:solidFill>
                  <a:srgbClr val="AF00DB"/>
                </a:solidFill>
                <a:latin typeface="Consolas"/>
                <a:ea typeface="Consolas"/>
                <a:cs typeface="Consolas"/>
                <a:sym typeface="Consolas"/>
              </a:rPr>
              <a:t>new</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ThreadExample</a:t>
            </a:r>
            <a:r>
              <a:rPr lang="en" sz="1050" dirty="0">
                <a:latin typeface="Consolas"/>
                <a:ea typeface="Consolas"/>
                <a:cs typeface="Consolas"/>
                <a:sym typeface="Consolas"/>
              </a:rPr>
              <a:t>(</a:t>
            </a:r>
            <a:r>
              <a:rPr lang="en" sz="1050" dirty="0">
                <a:solidFill>
                  <a:srgbClr val="098658"/>
                </a:solidFill>
                <a:latin typeface="Consolas"/>
                <a:ea typeface="Consolas"/>
                <a:cs typeface="Consolas"/>
                <a:sym typeface="Consolas"/>
              </a:rPr>
              <a:t>1</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16 </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example</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start</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17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18 </a:t>
            </a:r>
            <a:r>
              <a:rPr lang="en" sz="1050" dirty="0">
                <a:latin typeface="Consolas"/>
                <a:ea typeface="Consolas"/>
                <a:cs typeface="Consolas"/>
                <a:sym typeface="Consolas"/>
              </a:rPr>
              <a:t>}</a:t>
            </a:r>
            <a:endParaRPr sz="1100" dirty="0">
              <a:solidFill>
                <a:schemeClr val="dk1"/>
              </a:solidFill>
              <a:latin typeface="Consolas"/>
              <a:ea typeface="Consolas"/>
              <a:cs typeface="Consolas"/>
              <a:sym typeface="Consolas"/>
            </a:endParaRPr>
          </a:p>
        </p:txBody>
      </p:sp>
      <p:sp>
        <p:nvSpPr>
          <p:cNvPr id="316" name="Google Shape;316;p41"/>
          <p:cNvSpPr txBox="1"/>
          <p:nvPr/>
        </p:nvSpPr>
        <p:spPr>
          <a:xfrm>
            <a:off x="158850" y="1527200"/>
            <a:ext cx="2314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latin typeface="Roboto"/>
                <a:ea typeface="Roboto"/>
                <a:cs typeface="Roboto"/>
                <a:sym typeface="Roboto"/>
              </a:rPr>
              <a:t>Start by creating a </a:t>
            </a:r>
            <a:r>
              <a:rPr lang="en" sz="1200" b="1" i="1" dirty="0">
                <a:solidFill>
                  <a:srgbClr val="FF0000"/>
                </a:solidFill>
                <a:latin typeface="Roboto"/>
                <a:ea typeface="Roboto"/>
                <a:cs typeface="Roboto"/>
                <a:sym typeface="Roboto"/>
              </a:rPr>
              <a:t>subclass</a:t>
            </a:r>
            <a:r>
              <a:rPr lang="en" sz="1200" dirty="0">
                <a:solidFill>
                  <a:srgbClr val="FF0000"/>
                </a:solidFill>
                <a:latin typeface="Roboto"/>
                <a:ea typeface="Roboto"/>
                <a:cs typeface="Roboto"/>
                <a:sym typeface="Roboto"/>
              </a:rPr>
              <a:t> </a:t>
            </a:r>
            <a:r>
              <a:rPr lang="en" sz="1200" dirty="0">
                <a:latin typeface="Roboto"/>
                <a:ea typeface="Roboto"/>
                <a:cs typeface="Roboto"/>
                <a:sym typeface="Roboto"/>
              </a:rPr>
              <a:t>by extending </a:t>
            </a:r>
            <a:r>
              <a:rPr lang="en" sz="1200" dirty="0">
                <a:solidFill>
                  <a:srgbClr val="FF0000"/>
                </a:solidFill>
                <a:latin typeface="Courier New"/>
                <a:ea typeface="Courier New"/>
                <a:cs typeface="Courier New"/>
                <a:sym typeface="Courier New"/>
              </a:rPr>
              <a:t>Thread</a:t>
            </a:r>
            <a:r>
              <a:rPr lang="en" sz="1200" dirty="0">
                <a:latin typeface="Roboto"/>
                <a:ea typeface="Roboto"/>
                <a:cs typeface="Roboto"/>
                <a:sym typeface="Roboto"/>
              </a:rPr>
              <a:t>.</a:t>
            </a:r>
            <a:endParaRPr sz="1200" dirty="0">
              <a:latin typeface="Roboto"/>
              <a:ea typeface="Roboto"/>
              <a:cs typeface="Roboto"/>
              <a:sym typeface="Roboto"/>
            </a:endParaRPr>
          </a:p>
        </p:txBody>
      </p:sp>
      <p:grpSp>
        <p:nvGrpSpPr>
          <p:cNvPr id="317" name="Google Shape;317;p41"/>
          <p:cNvGrpSpPr/>
          <p:nvPr/>
        </p:nvGrpSpPr>
        <p:grpSpPr>
          <a:xfrm>
            <a:off x="1316100" y="1527200"/>
            <a:ext cx="4674575" cy="288100"/>
            <a:chOff x="1316100" y="1527200"/>
            <a:chExt cx="4674575" cy="288100"/>
          </a:xfrm>
        </p:grpSpPr>
        <p:sp>
          <p:nvSpPr>
            <p:cNvPr id="318" name="Google Shape;318;p41"/>
            <p:cNvSpPr/>
            <p:nvPr/>
          </p:nvSpPr>
          <p:spPr>
            <a:xfrm>
              <a:off x="4856075" y="1596000"/>
              <a:ext cx="1134600" cy="2193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19" name="Google Shape;319;p41"/>
            <p:cNvCxnSpPr>
              <a:stCxn id="316" idx="0"/>
              <a:endCxn id="318" idx="0"/>
            </p:cNvCxnSpPr>
            <p:nvPr/>
          </p:nvCxnSpPr>
          <p:spPr>
            <a:xfrm rot="-5400000" flipH="1">
              <a:off x="3335400" y="-492100"/>
              <a:ext cx="68700" cy="4107300"/>
            </a:xfrm>
            <a:prstGeom prst="bentConnector3">
              <a:avLst>
                <a:gd name="adj1" fmla="val -241157"/>
              </a:avLst>
            </a:prstGeom>
            <a:noFill/>
            <a:ln w="19050" cap="flat" cmpd="sng">
              <a:solidFill>
                <a:srgbClr val="FF0000"/>
              </a:solidFill>
              <a:prstDash val="solid"/>
              <a:round/>
              <a:headEnd type="none" w="med" len="med"/>
              <a:tailEnd type="none" w="med" len="med"/>
            </a:ln>
          </p:spPr>
        </p:cxnSp>
      </p:grpSp>
      <p:sp>
        <p:nvSpPr>
          <p:cNvPr id="320" name="Google Shape;320;p41"/>
          <p:cNvSpPr txBox="1"/>
          <p:nvPr/>
        </p:nvSpPr>
        <p:spPr>
          <a:xfrm>
            <a:off x="158850" y="2224225"/>
            <a:ext cx="2314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Because </a:t>
            </a:r>
            <a:r>
              <a:rPr lang="en" sz="1200">
                <a:latin typeface="Courier New"/>
                <a:ea typeface="Courier New"/>
                <a:cs typeface="Courier New"/>
                <a:sym typeface="Courier New"/>
              </a:rPr>
              <a:t>Thread</a:t>
            </a:r>
            <a:r>
              <a:rPr lang="en" sz="1200">
                <a:latin typeface="Roboto"/>
                <a:ea typeface="Roboto"/>
                <a:cs typeface="Roboto"/>
                <a:sym typeface="Roboto"/>
              </a:rPr>
              <a:t> is in the </a:t>
            </a:r>
            <a:r>
              <a:rPr lang="en" sz="1200">
                <a:latin typeface="Courier New"/>
                <a:ea typeface="Courier New"/>
                <a:cs typeface="Courier New"/>
                <a:sym typeface="Courier New"/>
              </a:rPr>
              <a:t>java.lang</a:t>
            </a:r>
            <a:r>
              <a:rPr lang="en" sz="1200">
                <a:latin typeface="Roboto"/>
                <a:ea typeface="Roboto"/>
                <a:cs typeface="Roboto"/>
                <a:sym typeface="Roboto"/>
              </a:rPr>
              <a:t> package, you don't need to import it to use it.</a:t>
            </a:r>
            <a:endParaRPr sz="1200">
              <a:latin typeface="Roboto"/>
              <a:ea typeface="Roboto"/>
              <a:cs typeface="Roboto"/>
              <a:sym typeface="Roboto"/>
            </a:endParaRPr>
          </a:p>
        </p:txBody>
      </p:sp>
      <p:sp>
        <p:nvSpPr>
          <p:cNvPr id="321" name="Google Shape;321;p41"/>
          <p:cNvSpPr txBox="1"/>
          <p:nvPr/>
        </p:nvSpPr>
        <p:spPr>
          <a:xfrm>
            <a:off x="158850" y="3106050"/>
            <a:ext cx="2314500" cy="1477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latin typeface="Roboto"/>
                <a:ea typeface="Roboto"/>
                <a:cs typeface="Roboto"/>
                <a:sym typeface="Roboto"/>
              </a:rPr>
              <a:t>The default </a:t>
            </a:r>
            <a:r>
              <a:rPr lang="en" sz="1200" dirty="0">
                <a:solidFill>
                  <a:srgbClr val="FF0000"/>
                </a:solidFill>
                <a:latin typeface="Courier New"/>
                <a:ea typeface="Courier New"/>
                <a:cs typeface="Courier New"/>
                <a:sym typeface="Courier New"/>
              </a:rPr>
              <a:t>run()</a:t>
            </a:r>
            <a:r>
              <a:rPr lang="en" sz="1200" dirty="0">
                <a:latin typeface="Roboto"/>
                <a:ea typeface="Roboto"/>
                <a:cs typeface="Roboto"/>
                <a:sym typeface="Roboto"/>
              </a:rPr>
              <a:t> method provided by the </a:t>
            </a:r>
            <a:r>
              <a:rPr lang="en" sz="1200" dirty="0">
                <a:latin typeface="Courier New"/>
                <a:ea typeface="Courier New"/>
                <a:cs typeface="Courier New"/>
                <a:sym typeface="Courier New"/>
              </a:rPr>
              <a:t>Thread</a:t>
            </a:r>
            <a:r>
              <a:rPr lang="en" sz="1200" dirty="0">
                <a:latin typeface="Roboto"/>
                <a:ea typeface="Roboto"/>
                <a:cs typeface="Roboto"/>
                <a:sym typeface="Roboto"/>
              </a:rPr>
              <a:t> class doesn't actually </a:t>
            </a:r>
            <a:r>
              <a:rPr lang="en" sz="1200" i="1" dirty="0">
                <a:latin typeface="Roboto"/>
                <a:ea typeface="Roboto"/>
                <a:cs typeface="Roboto"/>
                <a:sym typeface="Roboto"/>
              </a:rPr>
              <a:t>do</a:t>
            </a:r>
            <a:r>
              <a:rPr lang="en" sz="1200" dirty="0">
                <a:latin typeface="Roboto"/>
                <a:ea typeface="Roboto"/>
                <a:cs typeface="Roboto"/>
                <a:sym typeface="Roboto"/>
              </a:rPr>
              <a:t> anything. You will need to </a:t>
            </a:r>
            <a:r>
              <a:rPr lang="en" sz="1200" b="1" i="1" dirty="0">
                <a:solidFill>
                  <a:srgbClr val="FF0000"/>
                </a:solidFill>
                <a:latin typeface="Roboto"/>
                <a:ea typeface="Roboto"/>
                <a:cs typeface="Roboto"/>
                <a:sym typeface="Roboto"/>
              </a:rPr>
              <a:t>override</a:t>
            </a:r>
            <a:r>
              <a:rPr lang="en" sz="1200" dirty="0">
                <a:solidFill>
                  <a:srgbClr val="FF0000"/>
                </a:solidFill>
                <a:latin typeface="Roboto"/>
                <a:ea typeface="Roboto"/>
                <a:cs typeface="Roboto"/>
                <a:sym typeface="Roboto"/>
              </a:rPr>
              <a:t> </a:t>
            </a:r>
            <a:r>
              <a:rPr lang="en" sz="1200" dirty="0">
                <a:latin typeface="Roboto"/>
                <a:ea typeface="Roboto"/>
                <a:cs typeface="Roboto"/>
                <a:sym typeface="Roboto"/>
              </a:rPr>
              <a:t>it to include the code that you would like to execute in the thread.</a:t>
            </a:r>
            <a:endParaRPr sz="1200" dirty="0">
              <a:latin typeface="Roboto"/>
              <a:ea typeface="Roboto"/>
              <a:cs typeface="Roboto"/>
              <a:sym typeface="Roboto"/>
            </a:endParaRPr>
          </a:p>
        </p:txBody>
      </p:sp>
      <p:grpSp>
        <p:nvGrpSpPr>
          <p:cNvPr id="322" name="Google Shape;322;p41"/>
          <p:cNvGrpSpPr/>
          <p:nvPr/>
        </p:nvGrpSpPr>
        <p:grpSpPr>
          <a:xfrm>
            <a:off x="2473350" y="2836500"/>
            <a:ext cx="2790625" cy="1008300"/>
            <a:chOff x="2473350" y="2836500"/>
            <a:chExt cx="2790625" cy="1008300"/>
          </a:xfrm>
        </p:grpSpPr>
        <p:sp>
          <p:nvSpPr>
            <p:cNvPr id="323" name="Google Shape;323;p41"/>
            <p:cNvSpPr/>
            <p:nvPr/>
          </p:nvSpPr>
          <p:spPr>
            <a:xfrm>
              <a:off x="3100675" y="2836500"/>
              <a:ext cx="2163300" cy="7866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24" name="Google Shape;324;p41"/>
            <p:cNvCxnSpPr>
              <a:stCxn id="321" idx="3"/>
              <a:endCxn id="323" idx="1"/>
            </p:cNvCxnSpPr>
            <p:nvPr/>
          </p:nvCxnSpPr>
          <p:spPr>
            <a:xfrm rot="10800000" flipH="1">
              <a:off x="2473350" y="3229800"/>
              <a:ext cx="627300" cy="615000"/>
            </a:xfrm>
            <a:prstGeom prst="bentConnector3">
              <a:avLst>
                <a:gd name="adj1" fmla="val 50002"/>
              </a:avLst>
            </a:prstGeom>
            <a:noFill/>
            <a:ln w="19050" cap="flat" cmpd="sng">
              <a:solidFill>
                <a:srgbClr val="FF0000"/>
              </a:solidFill>
              <a:prstDash val="solid"/>
              <a:round/>
              <a:headEnd type="none" w="med" len="med"/>
              <a:tailEnd type="none" w="med" len="med"/>
            </a:ln>
          </p:spPr>
        </p:cxnSp>
      </p:grpSp>
      <p:sp>
        <p:nvSpPr>
          <p:cNvPr id="325" name="Google Shape;325;p41"/>
          <p:cNvSpPr txBox="1"/>
          <p:nvPr/>
        </p:nvSpPr>
        <p:spPr>
          <a:xfrm>
            <a:off x="6670700" y="1527200"/>
            <a:ext cx="23145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latin typeface="Roboto"/>
                <a:ea typeface="Roboto"/>
                <a:cs typeface="Roboto"/>
                <a:sym typeface="Roboto"/>
              </a:rPr>
              <a:t>Simply calling the </a:t>
            </a:r>
            <a:r>
              <a:rPr lang="en" sz="1200" dirty="0">
                <a:highlight>
                  <a:srgbClr val="FFFF00"/>
                </a:highlight>
                <a:latin typeface="Courier New"/>
                <a:ea typeface="Courier New"/>
                <a:cs typeface="Courier New"/>
                <a:sym typeface="Courier New"/>
              </a:rPr>
              <a:t>run()</a:t>
            </a:r>
            <a:r>
              <a:rPr lang="en" sz="1200" dirty="0">
                <a:latin typeface="Roboto"/>
                <a:ea typeface="Roboto"/>
                <a:cs typeface="Roboto"/>
                <a:sym typeface="Roboto"/>
              </a:rPr>
              <a:t> method on an instance of your new thread directly would execute it in the </a:t>
            </a:r>
            <a:r>
              <a:rPr lang="en" sz="1200" b="1" i="1" dirty="0">
                <a:solidFill>
                  <a:srgbClr val="FF0000"/>
                </a:solidFill>
                <a:latin typeface="Roboto"/>
                <a:ea typeface="Roboto"/>
                <a:cs typeface="Roboto"/>
                <a:sym typeface="Roboto"/>
              </a:rPr>
              <a:t>main</a:t>
            </a:r>
            <a:r>
              <a:rPr lang="en" sz="1200" dirty="0">
                <a:solidFill>
                  <a:srgbClr val="FF0000"/>
                </a:solidFill>
                <a:latin typeface="Roboto"/>
                <a:ea typeface="Roboto"/>
                <a:cs typeface="Roboto"/>
                <a:sym typeface="Roboto"/>
              </a:rPr>
              <a:t> </a:t>
            </a:r>
            <a:r>
              <a:rPr lang="en" sz="1200" dirty="0">
                <a:latin typeface="Roboto"/>
                <a:ea typeface="Roboto"/>
                <a:cs typeface="Roboto"/>
                <a:sym typeface="Roboto"/>
              </a:rPr>
              <a:t>thread.</a:t>
            </a:r>
            <a:endParaRPr sz="1200" dirty="0">
              <a:latin typeface="Roboto"/>
              <a:ea typeface="Roboto"/>
              <a:cs typeface="Roboto"/>
              <a:sym typeface="Roboto"/>
            </a:endParaRPr>
          </a:p>
        </p:txBody>
      </p:sp>
      <p:sp>
        <p:nvSpPr>
          <p:cNvPr id="326" name="Google Shape;326;p41"/>
          <p:cNvSpPr txBox="1"/>
          <p:nvPr/>
        </p:nvSpPr>
        <p:spPr>
          <a:xfrm>
            <a:off x="6670700" y="2633450"/>
            <a:ext cx="23145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latin typeface="Roboto"/>
                <a:ea typeface="Roboto"/>
                <a:cs typeface="Roboto"/>
                <a:sym typeface="Roboto"/>
              </a:rPr>
              <a:t>If you want to execute your code in a separate thread, you will need to call the </a:t>
            </a:r>
            <a:r>
              <a:rPr lang="en" sz="1200" dirty="0">
                <a:solidFill>
                  <a:srgbClr val="FF0000"/>
                </a:solidFill>
                <a:highlight>
                  <a:srgbClr val="FFFF00"/>
                </a:highlight>
                <a:latin typeface="Courier New"/>
                <a:ea typeface="Courier New"/>
                <a:cs typeface="Courier New"/>
                <a:sym typeface="Courier New"/>
              </a:rPr>
              <a:t>start()</a:t>
            </a:r>
            <a:r>
              <a:rPr lang="en" sz="1200" dirty="0">
                <a:highlight>
                  <a:srgbClr val="FFFF00"/>
                </a:highlight>
                <a:latin typeface="Roboto"/>
                <a:ea typeface="Roboto"/>
                <a:cs typeface="Roboto"/>
                <a:sym typeface="Roboto"/>
              </a:rPr>
              <a:t> </a:t>
            </a:r>
            <a:r>
              <a:rPr lang="en" sz="1200" dirty="0">
                <a:latin typeface="Roboto"/>
                <a:ea typeface="Roboto"/>
                <a:cs typeface="Roboto"/>
                <a:sym typeface="Roboto"/>
              </a:rPr>
              <a:t>method instead.</a:t>
            </a:r>
            <a:endParaRPr sz="1200" dirty="0">
              <a:latin typeface="Roboto"/>
              <a:ea typeface="Roboto"/>
              <a:cs typeface="Roboto"/>
              <a:sym typeface="Roboto"/>
            </a:endParaRPr>
          </a:p>
        </p:txBody>
      </p:sp>
      <p:grpSp>
        <p:nvGrpSpPr>
          <p:cNvPr id="327" name="Google Shape;327;p41"/>
          <p:cNvGrpSpPr/>
          <p:nvPr/>
        </p:nvGrpSpPr>
        <p:grpSpPr>
          <a:xfrm>
            <a:off x="3452530" y="3095025"/>
            <a:ext cx="3218100" cy="1125600"/>
            <a:chOff x="3452530" y="3095025"/>
            <a:chExt cx="3218100" cy="1125600"/>
          </a:xfrm>
        </p:grpSpPr>
        <p:sp>
          <p:nvSpPr>
            <p:cNvPr id="328" name="Google Shape;328;p41"/>
            <p:cNvSpPr/>
            <p:nvPr/>
          </p:nvSpPr>
          <p:spPr>
            <a:xfrm>
              <a:off x="3452530" y="4010025"/>
              <a:ext cx="1259700" cy="2106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29" name="Google Shape;329;p41"/>
            <p:cNvCxnSpPr>
              <a:endCxn id="328" idx="3"/>
            </p:cNvCxnSpPr>
            <p:nvPr/>
          </p:nvCxnSpPr>
          <p:spPr>
            <a:xfrm flipH="1">
              <a:off x="4712230" y="3095025"/>
              <a:ext cx="1958400" cy="1020300"/>
            </a:xfrm>
            <a:prstGeom prst="bentConnector3">
              <a:avLst>
                <a:gd name="adj1" fmla="val 16954"/>
              </a:avLst>
            </a:prstGeom>
            <a:noFill/>
            <a:ln w="19050" cap="flat" cmpd="sng">
              <a:solidFill>
                <a:srgbClr val="FF0000"/>
              </a:solidFill>
              <a:prstDash val="solid"/>
              <a:round/>
              <a:headEnd type="none" w="med" len="med"/>
              <a:tailEnd type="none" w="med" len="med"/>
            </a:ln>
          </p:spPr>
        </p:cxnSp>
      </p:grpSp>
      <p:sp>
        <p:nvSpPr>
          <p:cNvPr id="330" name="Google Shape;330;p41"/>
          <p:cNvSpPr txBox="1"/>
          <p:nvPr/>
        </p:nvSpPr>
        <p:spPr>
          <a:xfrm>
            <a:off x="6670700" y="3685975"/>
            <a:ext cx="2314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latin typeface="Roboto"/>
                <a:ea typeface="Roboto"/>
                <a:cs typeface="Roboto"/>
                <a:sym typeface="Roboto"/>
              </a:rPr>
              <a:t>The Java runtime will create a new thread and call the </a:t>
            </a:r>
            <a:r>
              <a:rPr lang="en" sz="1200" dirty="0">
                <a:highlight>
                  <a:srgbClr val="FFFF00"/>
                </a:highlight>
                <a:latin typeface="Courier New"/>
                <a:ea typeface="Courier New"/>
                <a:cs typeface="Courier New"/>
                <a:sym typeface="Courier New"/>
              </a:rPr>
              <a:t>run()</a:t>
            </a:r>
            <a:r>
              <a:rPr lang="en" sz="1200" dirty="0">
                <a:latin typeface="Roboto"/>
                <a:ea typeface="Roboto"/>
                <a:cs typeface="Roboto"/>
                <a:sym typeface="Roboto"/>
              </a:rPr>
              <a:t> method in that thread.</a:t>
            </a:r>
            <a:endParaRPr sz="1200" dirty="0">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16"/>
                                        </p:tgtEl>
                                        <p:attrNameLst>
                                          <p:attrName>style.visibility</p:attrName>
                                        </p:attrNameLst>
                                      </p:cBhvr>
                                      <p:to>
                                        <p:strVal val="visible"/>
                                      </p:to>
                                    </p:set>
                                    <p:animEffect transition="in" filter="fade">
                                      <p:cBhvr>
                                        <p:cTn id="7" dur="1000"/>
                                        <p:tgtEl>
                                          <p:spTgt spid="316"/>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317"/>
                                        </p:tgtEl>
                                        <p:attrNameLst>
                                          <p:attrName>style.visibility</p:attrName>
                                        </p:attrNameLst>
                                      </p:cBhvr>
                                      <p:to>
                                        <p:strVal val="visible"/>
                                      </p:to>
                                    </p:set>
                                    <p:animEffect transition="in" filter="fade">
                                      <p:cBhvr>
                                        <p:cTn id="11" dur="1000"/>
                                        <p:tgtEl>
                                          <p:spTgt spid="31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320"/>
                                        </p:tgtEl>
                                        <p:attrNameLst>
                                          <p:attrName>style.visibility</p:attrName>
                                        </p:attrNameLst>
                                      </p:cBhvr>
                                      <p:to>
                                        <p:strVal val="visible"/>
                                      </p:to>
                                    </p:set>
                                    <p:animEffect transition="in" filter="fade">
                                      <p:cBhvr>
                                        <p:cTn id="16" dur="1000"/>
                                        <p:tgtEl>
                                          <p:spTgt spid="32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21"/>
                                        </p:tgtEl>
                                        <p:attrNameLst>
                                          <p:attrName>style.visibility</p:attrName>
                                        </p:attrNameLst>
                                      </p:cBhvr>
                                      <p:to>
                                        <p:strVal val="visible"/>
                                      </p:to>
                                    </p:set>
                                    <p:animEffect transition="in" filter="fade">
                                      <p:cBhvr>
                                        <p:cTn id="21" dur="1000"/>
                                        <p:tgtEl>
                                          <p:spTgt spid="321"/>
                                        </p:tgtEl>
                                      </p:cBhvr>
                                    </p:animEffect>
                                  </p:childTnLst>
                                </p:cTn>
                              </p:par>
                            </p:childTnLst>
                          </p:cTn>
                        </p:par>
                        <p:par>
                          <p:cTn id="22" fill="hold">
                            <p:stCondLst>
                              <p:cond delay="1000"/>
                            </p:stCondLst>
                            <p:childTnLst>
                              <p:par>
                                <p:cTn id="23" presetID="10" presetClass="entr" presetSubtype="0" fill="hold" nodeType="afterEffect">
                                  <p:stCondLst>
                                    <p:cond delay="0"/>
                                  </p:stCondLst>
                                  <p:childTnLst>
                                    <p:set>
                                      <p:cBhvr>
                                        <p:cTn id="24" dur="1" fill="hold">
                                          <p:stCondLst>
                                            <p:cond delay="0"/>
                                          </p:stCondLst>
                                        </p:cTn>
                                        <p:tgtEl>
                                          <p:spTgt spid="322"/>
                                        </p:tgtEl>
                                        <p:attrNameLst>
                                          <p:attrName>style.visibility</p:attrName>
                                        </p:attrNameLst>
                                      </p:cBhvr>
                                      <p:to>
                                        <p:strVal val="visible"/>
                                      </p:to>
                                    </p:set>
                                    <p:animEffect transition="in" filter="fade">
                                      <p:cBhvr>
                                        <p:cTn id="25" dur="1000"/>
                                        <p:tgtEl>
                                          <p:spTgt spid="32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25"/>
                                        </p:tgtEl>
                                        <p:attrNameLst>
                                          <p:attrName>style.visibility</p:attrName>
                                        </p:attrNameLst>
                                      </p:cBhvr>
                                      <p:to>
                                        <p:strVal val="visible"/>
                                      </p:to>
                                    </p:set>
                                    <p:animEffect transition="in" filter="fade">
                                      <p:cBhvr>
                                        <p:cTn id="30" dur="1000"/>
                                        <p:tgtEl>
                                          <p:spTgt spid="32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26"/>
                                        </p:tgtEl>
                                        <p:attrNameLst>
                                          <p:attrName>style.visibility</p:attrName>
                                        </p:attrNameLst>
                                      </p:cBhvr>
                                      <p:to>
                                        <p:strVal val="visible"/>
                                      </p:to>
                                    </p:set>
                                    <p:animEffect transition="in" filter="fade">
                                      <p:cBhvr>
                                        <p:cTn id="35" dur="1000"/>
                                        <p:tgtEl>
                                          <p:spTgt spid="326"/>
                                        </p:tgtEl>
                                      </p:cBhvr>
                                    </p:animEffect>
                                  </p:childTnLst>
                                </p:cTn>
                              </p:par>
                            </p:childTnLst>
                          </p:cTn>
                        </p:par>
                        <p:par>
                          <p:cTn id="36" fill="hold">
                            <p:stCondLst>
                              <p:cond delay="1000"/>
                            </p:stCondLst>
                            <p:childTnLst>
                              <p:par>
                                <p:cTn id="37" presetID="10" presetClass="entr" presetSubtype="0" fill="hold" nodeType="afterEffect">
                                  <p:stCondLst>
                                    <p:cond delay="0"/>
                                  </p:stCondLst>
                                  <p:childTnLst>
                                    <p:set>
                                      <p:cBhvr>
                                        <p:cTn id="38" dur="1" fill="hold">
                                          <p:stCondLst>
                                            <p:cond delay="0"/>
                                          </p:stCondLst>
                                        </p:cTn>
                                        <p:tgtEl>
                                          <p:spTgt spid="327"/>
                                        </p:tgtEl>
                                        <p:attrNameLst>
                                          <p:attrName>style.visibility</p:attrName>
                                        </p:attrNameLst>
                                      </p:cBhvr>
                                      <p:to>
                                        <p:strVal val="visible"/>
                                      </p:to>
                                    </p:set>
                                    <p:animEffect transition="in" filter="fade">
                                      <p:cBhvr>
                                        <p:cTn id="39" dur="1000"/>
                                        <p:tgtEl>
                                          <p:spTgt spid="327"/>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330"/>
                                        </p:tgtEl>
                                        <p:attrNameLst>
                                          <p:attrName>style.visibility</p:attrName>
                                        </p:attrNameLst>
                                      </p:cBhvr>
                                      <p:to>
                                        <p:strVal val="visible"/>
                                      </p:to>
                                    </p:set>
                                    <p:animEffect transition="in" filter="fade">
                                      <p:cBhvr>
                                        <p:cTn id="44" dur="1000"/>
                                        <p:tgtEl>
                                          <p:spTgt spid="3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sp>
        <p:nvSpPr>
          <p:cNvPr id="335" name="Google Shape;335;p42"/>
          <p:cNvSpPr txBox="1">
            <a:spLocks noGrp="1"/>
          </p:cNvSpPr>
          <p:nvPr>
            <p:ph type="title"/>
          </p:nvPr>
        </p:nvSpPr>
        <p:spPr>
          <a:xfrm>
            <a:off x="311725" y="500925"/>
            <a:ext cx="3706500" cy="638100"/>
          </a:xfrm>
          <a:prstGeom prst="rect">
            <a:avLst/>
          </a:prstGeom>
          <a:noFill/>
          <a:ln>
            <a:noFill/>
          </a:ln>
        </p:spPr>
        <p:txBody>
          <a:bodyPr spcFirstLastPara="1" wrap="square" lIns="68575" tIns="34275" rIns="68575" bIns="34275" anchor="ctr" anchorCtr="0">
            <a:normAutofit fontScale="90000"/>
          </a:bodyPr>
          <a:lstStyle/>
          <a:p>
            <a:pPr marL="0" lvl="0" indent="0" algn="l" rtl="0">
              <a:lnSpc>
                <a:spcPct val="90000"/>
              </a:lnSpc>
              <a:spcBef>
                <a:spcPts val="0"/>
              </a:spcBef>
              <a:spcAft>
                <a:spcPts val="0"/>
              </a:spcAft>
              <a:buClr>
                <a:schemeClr val="dk2"/>
              </a:buClr>
              <a:buSzPct val="117857"/>
              <a:buFont typeface="Calibri"/>
              <a:buNone/>
            </a:pPr>
            <a:r>
              <a:rPr lang="en"/>
              <a:t>The Thread Scheduler</a:t>
            </a:r>
            <a:endParaRPr/>
          </a:p>
        </p:txBody>
      </p:sp>
      <p:sp>
        <p:nvSpPr>
          <p:cNvPr id="336" name="Google Shape;336;p42"/>
          <p:cNvSpPr txBox="1">
            <a:spLocks noGrp="1"/>
          </p:cNvSpPr>
          <p:nvPr>
            <p:ph type="body" idx="1"/>
          </p:nvPr>
        </p:nvSpPr>
        <p:spPr>
          <a:xfrm>
            <a:off x="4644675" y="272325"/>
            <a:ext cx="4166400" cy="4432200"/>
          </a:xfrm>
          <a:prstGeom prst="rect">
            <a:avLst/>
          </a:prstGeom>
          <a:noFill/>
          <a:ln>
            <a:noFill/>
          </a:ln>
        </p:spPr>
        <p:txBody>
          <a:bodyPr spcFirstLastPara="1" wrap="square" lIns="68575" tIns="34275" rIns="68575" bIns="34275" anchor="t" anchorCtr="0">
            <a:normAutofit/>
          </a:bodyPr>
          <a:lstStyle/>
          <a:p>
            <a:pPr marL="457200" lvl="0" indent="-317500" algn="l" rtl="0">
              <a:lnSpc>
                <a:spcPct val="115000"/>
              </a:lnSpc>
              <a:spcBef>
                <a:spcPts val="0"/>
              </a:spcBef>
              <a:spcAft>
                <a:spcPts val="0"/>
              </a:spcAft>
              <a:buSzPts val="1400"/>
              <a:buChar char="●"/>
            </a:pPr>
            <a:r>
              <a:rPr lang="en" sz="1400" dirty="0"/>
              <a:t>So who, or what, decides whether or not a thread is given time on one of the available processors?</a:t>
            </a:r>
            <a:endParaRPr sz="1400" dirty="0"/>
          </a:p>
          <a:p>
            <a:pPr marL="457200" lvl="0" indent="-317500" algn="l" rtl="0">
              <a:lnSpc>
                <a:spcPct val="115000"/>
              </a:lnSpc>
              <a:spcBef>
                <a:spcPts val="1000"/>
              </a:spcBef>
              <a:spcAft>
                <a:spcPts val="0"/>
              </a:spcAft>
              <a:buSzPts val="1400"/>
              <a:buChar char="●"/>
            </a:pPr>
            <a:r>
              <a:rPr lang="en" sz="1400" dirty="0">
                <a:highlight>
                  <a:srgbClr val="FFFF00"/>
                </a:highlight>
              </a:rPr>
              <a:t>A mysterious entity called the thread </a:t>
            </a:r>
            <a:r>
              <a:rPr lang="en" sz="1400" b="1" i="1" dirty="0">
                <a:solidFill>
                  <a:srgbClr val="FF0000"/>
                </a:solidFill>
                <a:highlight>
                  <a:srgbClr val="FFFF00"/>
                </a:highlight>
              </a:rPr>
              <a:t>scheduler</a:t>
            </a:r>
            <a:endParaRPr sz="1400" b="1" i="1" dirty="0">
              <a:solidFill>
                <a:srgbClr val="FF0000"/>
              </a:solidFill>
              <a:highlight>
                <a:srgbClr val="FFFF00"/>
              </a:highlight>
            </a:endParaRPr>
          </a:p>
          <a:p>
            <a:pPr marL="457200" lvl="0" indent="-317500" algn="l" rtl="0">
              <a:lnSpc>
                <a:spcPct val="115000"/>
              </a:lnSpc>
              <a:spcBef>
                <a:spcPts val="1000"/>
              </a:spcBef>
              <a:spcAft>
                <a:spcPts val="0"/>
              </a:spcAft>
              <a:buSzPts val="1400"/>
              <a:buChar char="●"/>
            </a:pPr>
            <a:r>
              <a:rPr lang="en" sz="1400" dirty="0"/>
              <a:t>The thread scheduler works </a:t>
            </a:r>
            <a:r>
              <a:rPr lang="en" sz="1400" b="1" i="1" dirty="0">
                <a:solidFill>
                  <a:srgbClr val="FF0000"/>
                </a:solidFill>
              </a:rPr>
              <a:t>differently </a:t>
            </a:r>
            <a:r>
              <a:rPr lang="en" sz="1400" dirty="0"/>
              <a:t>on different architectures (operating systems, processors, etc.)</a:t>
            </a:r>
            <a:endParaRPr sz="1400" dirty="0"/>
          </a:p>
          <a:p>
            <a:pPr marL="457200" lvl="0" indent="-317500" algn="l" rtl="0">
              <a:lnSpc>
                <a:spcPct val="115000"/>
              </a:lnSpc>
              <a:spcBef>
                <a:spcPts val="1000"/>
              </a:spcBef>
              <a:spcAft>
                <a:spcPts val="0"/>
              </a:spcAft>
              <a:buSzPts val="1400"/>
              <a:buChar char="●"/>
            </a:pPr>
            <a:r>
              <a:rPr lang="en" sz="1400" dirty="0"/>
              <a:t>Its behavior is a black box, and somewhat </a:t>
            </a:r>
            <a:r>
              <a:rPr lang="en" sz="1400" b="1" i="1" dirty="0">
                <a:solidFill>
                  <a:srgbClr val="FF0000"/>
                </a:solidFill>
              </a:rPr>
              <a:t>unpredictable</a:t>
            </a:r>
            <a:endParaRPr sz="1400" b="1" i="1" dirty="0">
              <a:solidFill>
                <a:srgbClr val="FF0000"/>
              </a:solidFill>
            </a:endParaRPr>
          </a:p>
          <a:p>
            <a:pPr marL="914400" lvl="1" indent="-311150" algn="l" rtl="0">
              <a:lnSpc>
                <a:spcPct val="115000"/>
              </a:lnSpc>
              <a:spcBef>
                <a:spcPts val="1000"/>
              </a:spcBef>
              <a:spcAft>
                <a:spcPts val="0"/>
              </a:spcAft>
              <a:buSzPts val="1300"/>
              <a:buChar char="○"/>
            </a:pPr>
            <a:r>
              <a:rPr lang="en" sz="1300" dirty="0">
                <a:highlight>
                  <a:srgbClr val="FFFF00"/>
                </a:highlight>
              </a:rPr>
              <a:t>Your threads are in competition with all of the </a:t>
            </a:r>
            <a:r>
              <a:rPr lang="en" sz="1300" b="1" i="1" dirty="0">
                <a:solidFill>
                  <a:srgbClr val="FF0000"/>
                </a:solidFill>
                <a:highlight>
                  <a:srgbClr val="FFFF00"/>
                </a:highlight>
              </a:rPr>
              <a:t>other</a:t>
            </a:r>
            <a:r>
              <a:rPr lang="en" sz="1300" dirty="0">
                <a:highlight>
                  <a:srgbClr val="FFFF00"/>
                </a:highlight>
              </a:rPr>
              <a:t> threads </a:t>
            </a:r>
            <a:r>
              <a:rPr lang="en" sz="1300" dirty="0"/>
              <a:t>running on the computer</a:t>
            </a:r>
            <a:endParaRPr sz="1300" dirty="0"/>
          </a:p>
          <a:p>
            <a:pPr marL="914400" lvl="1" indent="-311150" algn="l" rtl="0">
              <a:lnSpc>
                <a:spcPct val="115000"/>
              </a:lnSpc>
              <a:spcBef>
                <a:spcPts val="1000"/>
              </a:spcBef>
              <a:spcAft>
                <a:spcPts val="1000"/>
              </a:spcAft>
              <a:buSzPts val="1300"/>
              <a:buChar char="○"/>
            </a:pPr>
            <a:r>
              <a:rPr lang="en" sz="1300" dirty="0"/>
              <a:t>There is </a:t>
            </a:r>
            <a:r>
              <a:rPr lang="en" sz="1300" dirty="0">
                <a:highlight>
                  <a:srgbClr val="FFFF00"/>
                </a:highlight>
              </a:rPr>
              <a:t>no way to </a:t>
            </a:r>
            <a:r>
              <a:rPr lang="en" sz="1300" b="1" i="1" dirty="0">
                <a:solidFill>
                  <a:srgbClr val="FF0000"/>
                </a:solidFill>
                <a:highlight>
                  <a:srgbClr val="FFFF00"/>
                </a:highlight>
              </a:rPr>
              <a:t>guarantee </a:t>
            </a:r>
            <a:r>
              <a:rPr lang="en" sz="1300" dirty="0"/>
              <a:t>that one of your threads gets time on the processor</a:t>
            </a:r>
            <a:endParaRPr sz="1300" dirty="0"/>
          </a:p>
        </p:txBody>
      </p:sp>
      <p:sp>
        <p:nvSpPr>
          <p:cNvPr id="337" name="Google Shape;337;p42"/>
          <p:cNvSpPr txBox="1">
            <a:spLocks noGrp="1"/>
          </p:cNvSpPr>
          <p:nvPr>
            <p:ph type="body" idx="3"/>
          </p:nvPr>
        </p:nvSpPr>
        <p:spPr>
          <a:xfrm>
            <a:off x="168075" y="4089650"/>
            <a:ext cx="40026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68575" bIns="91425" anchor="ctr" anchorCtr="0">
            <a:spAutoFit/>
          </a:bodyPr>
          <a:lstStyle/>
          <a:p>
            <a:pPr marL="0" lvl="0" indent="0" algn="l" rtl="0">
              <a:lnSpc>
                <a:spcPct val="100000"/>
              </a:lnSpc>
              <a:spcBef>
                <a:spcPts val="0"/>
              </a:spcBef>
              <a:spcAft>
                <a:spcPts val="0"/>
              </a:spcAft>
              <a:buClr>
                <a:schemeClr val="dk2"/>
              </a:buClr>
              <a:buSzPts val="2300"/>
              <a:buNone/>
            </a:pPr>
            <a:r>
              <a:rPr lang="en" dirty="0"/>
              <a:t>The </a:t>
            </a:r>
            <a:r>
              <a:rPr lang="en" b="1" i="1" dirty="0">
                <a:solidFill>
                  <a:srgbClr val="FF0000"/>
                </a:solidFill>
                <a:highlight>
                  <a:srgbClr val="FFFF00"/>
                </a:highlight>
              </a:rPr>
              <a:t>thread scheduler</a:t>
            </a:r>
            <a:r>
              <a:rPr lang="en" dirty="0">
                <a:highlight>
                  <a:srgbClr val="FFFF00"/>
                </a:highlight>
              </a:rPr>
              <a:t> controls when, and if, a thread gets to run. </a:t>
            </a:r>
            <a:r>
              <a:rPr lang="en" dirty="0"/>
              <a:t>You have minimal control over this process but normally it works the way you want it to.</a:t>
            </a:r>
            <a:endParaRPr dirty="0"/>
          </a:p>
        </p:txBody>
      </p:sp>
      <p:sp>
        <p:nvSpPr>
          <p:cNvPr id="338" name="Google Shape;338;p4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11</a:t>
            </a:fld>
            <a:endParaRPr/>
          </a:p>
        </p:txBody>
      </p:sp>
      <p:grpSp>
        <p:nvGrpSpPr>
          <p:cNvPr id="339" name="Google Shape;339;p42"/>
          <p:cNvGrpSpPr/>
          <p:nvPr/>
        </p:nvGrpSpPr>
        <p:grpSpPr>
          <a:xfrm>
            <a:off x="1138275" y="1894300"/>
            <a:ext cx="1933800" cy="1196100"/>
            <a:chOff x="1249550" y="1861075"/>
            <a:chExt cx="1933800" cy="1196100"/>
          </a:xfrm>
        </p:grpSpPr>
        <p:sp>
          <p:nvSpPr>
            <p:cNvPr id="340" name="Google Shape;340;p42"/>
            <p:cNvSpPr/>
            <p:nvPr/>
          </p:nvSpPr>
          <p:spPr>
            <a:xfrm>
              <a:off x="1249550" y="1861075"/>
              <a:ext cx="1933800" cy="1196100"/>
            </a:xfrm>
            <a:prstGeom prst="cube">
              <a:avLst>
                <a:gd name="adj" fmla="val 25000"/>
              </a:avLst>
            </a:prstGeom>
            <a:solidFill>
              <a:srgbClr val="00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42"/>
            <p:cNvSpPr txBox="1"/>
            <p:nvPr/>
          </p:nvSpPr>
          <p:spPr>
            <a:xfrm>
              <a:off x="1322645" y="2312952"/>
              <a:ext cx="14820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300">
                  <a:solidFill>
                    <a:srgbClr val="FFFFFF"/>
                  </a:solidFill>
                  <a:latin typeface="Roboto"/>
                  <a:ea typeface="Roboto"/>
                  <a:cs typeface="Roboto"/>
                  <a:sym typeface="Roboto"/>
                </a:rPr>
                <a:t>Scheduler</a:t>
              </a:r>
              <a:endParaRPr sz="2300">
                <a:solidFill>
                  <a:srgbClr val="FFFFFF"/>
                </a:solidFill>
                <a:latin typeface="Roboto"/>
                <a:ea typeface="Roboto"/>
                <a:cs typeface="Roboto"/>
                <a:sym typeface="Roboto"/>
              </a:endParaRPr>
            </a:p>
          </p:txBody>
        </p:sp>
      </p:grpSp>
      <p:sp>
        <p:nvSpPr>
          <p:cNvPr id="342" name="Google Shape;342;p42"/>
          <p:cNvSpPr txBox="1"/>
          <p:nvPr/>
        </p:nvSpPr>
        <p:spPr>
          <a:xfrm>
            <a:off x="168075" y="1349400"/>
            <a:ext cx="970200" cy="677100"/>
          </a:xfrm>
          <a:prstGeom prst="rect">
            <a:avLst/>
          </a:prstGeom>
          <a:noFill/>
          <a:ln w="19050" cap="flat" cmpd="sng">
            <a:solidFill>
              <a:srgbClr val="FFFFFF"/>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FFFFFF"/>
                </a:solidFill>
                <a:latin typeface="Roboto"/>
                <a:ea typeface="Roboto"/>
                <a:cs typeface="Roboto"/>
                <a:sym typeface="Roboto"/>
              </a:rPr>
              <a:t>Run a thread</a:t>
            </a:r>
            <a:endParaRPr sz="1600">
              <a:solidFill>
                <a:srgbClr val="FFFFFF"/>
              </a:solidFill>
              <a:latin typeface="Roboto"/>
              <a:ea typeface="Roboto"/>
              <a:cs typeface="Roboto"/>
              <a:sym typeface="Roboto"/>
            </a:endParaRPr>
          </a:p>
        </p:txBody>
      </p:sp>
      <p:cxnSp>
        <p:nvCxnSpPr>
          <p:cNvPr id="343" name="Google Shape;343;p42"/>
          <p:cNvCxnSpPr>
            <a:stCxn id="342" idx="2"/>
            <a:endCxn id="340" idx="2"/>
          </p:cNvCxnSpPr>
          <p:nvPr/>
        </p:nvCxnSpPr>
        <p:spPr>
          <a:xfrm rot="-5400000" flipH="1">
            <a:off x="588075" y="2091600"/>
            <a:ext cx="615300" cy="485100"/>
          </a:xfrm>
          <a:prstGeom prst="bentConnector2">
            <a:avLst/>
          </a:prstGeom>
          <a:noFill/>
          <a:ln w="19050" cap="flat" cmpd="sng">
            <a:solidFill>
              <a:srgbClr val="FFFFFF"/>
            </a:solidFill>
            <a:prstDash val="solid"/>
            <a:round/>
            <a:headEnd type="none" w="med" len="med"/>
            <a:tailEnd type="triangle" w="med" len="med"/>
          </a:ln>
        </p:spPr>
      </p:cxnSp>
      <p:sp>
        <p:nvSpPr>
          <p:cNvPr id="344" name="Google Shape;344;p42"/>
          <p:cNvSpPr txBox="1"/>
          <p:nvPr/>
        </p:nvSpPr>
        <p:spPr>
          <a:xfrm>
            <a:off x="2206475" y="3215135"/>
            <a:ext cx="1964100" cy="677100"/>
          </a:xfrm>
          <a:prstGeom prst="rect">
            <a:avLst/>
          </a:prstGeom>
          <a:noFill/>
          <a:ln w="19050" cap="flat" cmpd="sng">
            <a:solidFill>
              <a:srgbClr val="FFFFFF"/>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FFFFFF"/>
                </a:solidFill>
                <a:latin typeface="Roboto"/>
                <a:ea typeface="Roboto"/>
                <a:cs typeface="Roboto"/>
                <a:sym typeface="Roboto"/>
              </a:rPr>
              <a:t>Thread runs, for some time, maybe</a:t>
            </a:r>
            <a:endParaRPr sz="1600">
              <a:solidFill>
                <a:srgbClr val="FFFFFF"/>
              </a:solidFill>
              <a:latin typeface="Roboto"/>
              <a:ea typeface="Roboto"/>
              <a:cs typeface="Roboto"/>
              <a:sym typeface="Roboto"/>
            </a:endParaRPr>
          </a:p>
        </p:txBody>
      </p:sp>
      <p:cxnSp>
        <p:nvCxnSpPr>
          <p:cNvPr id="345" name="Google Shape;345;p42"/>
          <p:cNvCxnSpPr/>
          <p:nvPr/>
        </p:nvCxnSpPr>
        <p:spPr>
          <a:xfrm rot="-5400000" flipH="1">
            <a:off x="2936300" y="2597700"/>
            <a:ext cx="645000" cy="593100"/>
          </a:xfrm>
          <a:prstGeom prst="bentConnector3">
            <a:avLst>
              <a:gd name="adj1" fmla="val -2004"/>
            </a:avLst>
          </a:prstGeom>
          <a:noFill/>
          <a:ln w="19050" cap="flat" cmpd="sng">
            <a:solidFill>
              <a:srgbClr val="FFFFFF"/>
            </a:solidFill>
            <a:prstDash val="solid"/>
            <a:round/>
            <a:headEnd type="none" w="med" len="med"/>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2"/>
                                        </p:tgtEl>
                                        <p:attrNameLst>
                                          <p:attrName>style.visibility</p:attrName>
                                        </p:attrNameLst>
                                      </p:cBhvr>
                                      <p:to>
                                        <p:strVal val="visible"/>
                                      </p:to>
                                    </p:set>
                                    <p:animEffect transition="in" filter="fade">
                                      <p:cBhvr>
                                        <p:cTn id="7" dur="1000"/>
                                        <p:tgtEl>
                                          <p:spTgt spid="342"/>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343"/>
                                        </p:tgtEl>
                                        <p:attrNameLst>
                                          <p:attrName>style.visibility</p:attrName>
                                        </p:attrNameLst>
                                      </p:cBhvr>
                                      <p:to>
                                        <p:strVal val="visible"/>
                                      </p:to>
                                    </p:set>
                                    <p:animEffect transition="in" filter="fade">
                                      <p:cBhvr>
                                        <p:cTn id="11" dur="1000"/>
                                        <p:tgtEl>
                                          <p:spTgt spid="343"/>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345"/>
                                        </p:tgtEl>
                                        <p:attrNameLst>
                                          <p:attrName>style.visibility</p:attrName>
                                        </p:attrNameLst>
                                      </p:cBhvr>
                                      <p:to>
                                        <p:strVal val="visible"/>
                                      </p:to>
                                    </p:set>
                                    <p:animEffect transition="in" filter="fade">
                                      <p:cBhvr>
                                        <p:cTn id="15" dur="1000"/>
                                        <p:tgtEl>
                                          <p:spTgt spid="345"/>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344"/>
                                        </p:tgtEl>
                                        <p:attrNameLst>
                                          <p:attrName>style.visibility</p:attrName>
                                        </p:attrNameLst>
                                      </p:cBhvr>
                                      <p:to>
                                        <p:strVal val="visible"/>
                                      </p:to>
                                    </p:set>
                                    <p:animEffect transition="in" filter="fade">
                                      <p:cBhvr>
                                        <p:cTn id="19" dur="1000"/>
                                        <p:tgtEl>
                                          <p:spTgt spid="34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337"/>
                                        </p:tgtEl>
                                        <p:attrNameLst>
                                          <p:attrName>style.visibility</p:attrName>
                                        </p:attrNameLst>
                                      </p:cBhvr>
                                      <p:to>
                                        <p:strVal val="visible"/>
                                      </p:to>
                                    </p:set>
                                    <p:animEffect transition="in" filter="fade">
                                      <p:cBhvr>
                                        <p:cTn id="24" dur="1000"/>
                                        <p:tgtEl>
                                          <p:spTgt spid="3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43"/>
          <p:cNvSpPr txBox="1">
            <a:spLocks noGrp="1"/>
          </p:cNvSpPr>
          <p:nvPr>
            <p:ph type="title"/>
          </p:nvPr>
        </p:nvSpPr>
        <p:spPr>
          <a:xfrm>
            <a:off x="1436850" y="100"/>
            <a:ext cx="7642500" cy="596700"/>
          </a:xfrm>
          <a:prstGeom prst="rect">
            <a:avLst/>
          </a:prstGeom>
          <a:noFill/>
          <a:ln>
            <a:noFill/>
          </a:ln>
        </p:spPr>
        <p:txBody>
          <a:bodyPr spcFirstLastPara="1" wrap="square" lIns="68575" tIns="34275" rIns="68575" bIns="34275" anchor="ctr" anchorCtr="0">
            <a:normAutofit/>
          </a:bodyPr>
          <a:lstStyle/>
          <a:p>
            <a:pPr marL="0" lvl="0" indent="0" algn="l" rtl="0">
              <a:lnSpc>
                <a:spcPct val="100000"/>
              </a:lnSpc>
              <a:spcBef>
                <a:spcPts val="0"/>
              </a:spcBef>
              <a:spcAft>
                <a:spcPts val="0"/>
              </a:spcAft>
              <a:buClr>
                <a:schemeClr val="dk2"/>
              </a:buClr>
              <a:buSzPts val="3300"/>
              <a:buFont typeface="Calibri"/>
              <a:buNone/>
            </a:pPr>
            <a:r>
              <a:rPr lang="en">
                <a:latin typeface="Courier New"/>
                <a:ea typeface="Courier New"/>
                <a:cs typeface="Courier New"/>
                <a:sym typeface="Courier New"/>
              </a:rPr>
              <a:t>ThreadRacer</a:t>
            </a:r>
            <a:endParaRPr>
              <a:latin typeface="Courier New"/>
              <a:ea typeface="Courier New"/>
              <a:cs typeface="Courier New"/>
              <a:sym typeface="Courier New"/>
            </a:endParaRPr>
          </a:p>
        </p:txBody>
      </p:sp>
      <p:sp>
        <p:nvSpPr>
          <p:cNvPr id="351" name="Google Shape;351;p43"/>
          <p:cNvSpPr txBox="1">
            <a:spLocks noGrp="1"/>
          </p:cNvSpPr>
          <p:nvPr>
            <p:ph type="body" idx="1"/>
          </p:nvPr>
        </p:nvSpPr>
        <p:spPr>
          <a:xfrm>
            <a:off x="65250" y="731625"/>
            <a:ext cx="8955900" cy="512400"/>
          </a:xfrm>
          <a:prstGeom prst="rect">
            <a:avLst/>
          </a:prstGeom>
          <a:noFill/>
          <a:ln>
            <a:noFill/>
          </a:ln>
        </p:spPr>
        <p:txBody>
          <a:bodyPr spcFirstLastPara="1" wrap="square" lIns="68575" tIns="34275" rIns="68575" bIns="34275" anchor="t" anchorCtr="0">
            <a:spAutoFit/>
          </a:bodyPr>
          <a:lstStyle/>
          <a:p>
            <a:pPr marL="0" lvl="0" indent="0" algn="l" rtl="0">
              <a:lnSpc>
                <a:spcPct val="90000"/>
              </a:lnSpc>
              <a:spcBef>
                <a:spcPts val="0"/>
              </a:spcBef>
              <a:spcAft>
                <a:spcPts val="1600"/>
              </a:spcAft>
              <a:buClr>
                <a:schemeClr val="dk1"/>
              </a:buClr>
              <a:buSzPts val="1800"/>
              <a:buNone/>
            </a:pPr>
            <a:r>
              <a:rPr lang="en"/>
              <a:t>To solve our racing problems, were going to need to have the racers race concurrently rather than in serial. To start, we'll create a racer that is also a thread.</a:t>
            </a:r>
            <a:endParaRPr/>
          </a:p>
        </p:txBody>
      </p:sp>
      <p:sp>
        <p:nvSpPr>
          <p:cNvPr id="352" name="Google Shape;352;p43"/>
          <p:cNvSpPr txBox="1">
            <a:spLocks noGrp="1"/>
          </p:cNvSpPr>
          <p:nvPr>
            <p:ph type="body" idx="2"/>
          </p:nvPr>
        </p:nvSpPr>
        <p:spPr>
          <a:xfrm>
            <a:off x="3989250" y="1378850"/>
            <a:ext cx="4921200" cy="3413400"/>
          </a:xfrm>
          <a:prstGeom prst="rect">
            <a:avLst/>
          </a:prstGeom>
          <a:noFill/>
          <a:ln>
            <a:noFill/>
          </a:ln>
        </p:spPr>
        <p:txBody>
          <a:bodyPr spcFirstLastPara="1" wrap="square" lIns="68575" tIns="34275" rIns="68575" bIns="34275" anchor="t" anchorCtr="0">
            <a:spAutoFit/>
          </a:bodyPr>
          <a:lstStyle/>
          <a:p>
            <a:pPr marL="457200" lvl="0" indent="-311150" algn="l" rtl="0">
              <a:lnSpc>
                <a:spcPct val="115000"/>
              </a:lnSpc>
              <a:spcBef>
                <a:spcPts val="0"/>
              </a:spcBef>
              <a:spcAft>
                <a:spcPts val="0"/>
              </a:spcAft>
              <a:buSzPts val="1300"/>
              <a:buChar char="●"/>
            </a:pPr>
            <a:r>
              <a:rPr lang="en" dirty="0"/>
              <a:t>Make a </a:t>
            </a:r>
            <a:r>
              <a:rPr lang="en" b="1" i="1" dirty="0">
                <a:solidFill>
                  <a:srgbClr val="FF0000"/>
                </a:solidFill>
              </a:rPr>
              <a:t>copy</a:t>
            </a:r>
            <a:r>
              <a:rPr lang="en" dirty="0"/>
              <a:t> of the </a:t>
            </a:r>
            <a:r>
              <a:rPr lang="en" dirty="0">
                <a:latin typeface="Courier New"/>
                <a:ea typeface="Courier New"/>
                <a:cs typeface="Courier New"/>
                <a:sym typeface="Courier New"/>
              </a:rPr>
              <a:t>Racer</a:t>
            </a:r>
            <a:r>
              <a:rPr lang="en" dirty="0"/>
              <a:t> class named </a:t>
            </a:r>
            <a:r>
              <a:rPr lang="en" dirty="0">
                <a:latin typeface="Courier New"/>
                <a:ea typeface="Courier New"/>
                <a:cs typeface="Courier New"/>
                <a:sym typeface="Courier New"/>
              </a:rPr>
              <a:t>ThreadRacer</a:t>
            </a:r>
            <a:r>
              <a:rPr lang="en" dirty="0"/>
              <a:t>.</a:t>
            </a:r>
            <a:endParaRPr dirty="0"/>
          </a:p>
          <a:p>
            <a:pPr marL="457200" lvl="0" indent="-311150" algn="l" rtl="0">
              <a:lnSpc>
                <a:spcPct val="115000"/>
              </a:lnSpc>
              <a:spcBef>
                <a:spcPts val="0"/>
              </a:spcBef>
              <a:spcAft>
                <a:spcPts val="0"/>
              </a:spcAft>
              <a:buSzPts val="1300"/>
              <a:buChar char="●"/>
            </a:pPr>
            <a:r>
              <a:rPr lang="en" dirty="0"/>
              <a:t>In addition to the current functionality, extend the </a:t>
            </a:r>
            <a:r>
              <a:rPr lang="en" b="1" i="1" dirty="0">
                <a:solidFill>
                  <a:srgbClr val="FF0000"/>
                </a:solidFill>
              </a:rPr>
              <a:t>Thread</a:t>
            </a:r>
            <a:r>
              <a:rPr lang="en" dirty="0"/>
              <a:t> class.</a:t>
            </a:r>
            <a:endParaRPr dirty="0"/>
          </a:p>
          <a:p>
            <a:pPr marL="457200" lvl="0" indent="-311150" algn="l" rtl="0">
              <a:lnSpc>
                <a:spcPct val="115000"/>
              </a:lnSpc>
              <a:spcBef>
                <a:spcPts val="0"/>
              </a:spcBef>
              <a:spcAft>
                <a:spcPts val="0"/>
              </a:spcAft>
              <a:buSzPts val="1300"/>
              <a:buChar char="●"/>
            </a:pPr>
            <a:r>
              <a:rPr lang="en" dirty="0"/>
              <a:t>In </a:t>
            </a:r>
            <a:r>
              <a:rPr lang="en" dirty="0">
                <a:latin typeface="Courier New"/>
                <a:ea typeface="Courier New"/>
                <a:cs typeface="Courier New"/>
                <a:sym typeface="Courier New"/>
              </a:rPr>
              <a:t>main</a:t>
            </a:r>
            <a:r>
              <a:rPr lang="en" dirty="0"/>
              <a:t>, instead of calling </a:t>
            </a:r>
            <a:r>
              <a:rPr lang="en" dirty="0">
                <a:latin typeface="Courier New"/>
                <a:ea typeface="Courier New"/>
                <a:cs typeface="Courier New"/>
                <a:sym typeface="Courier New"/>
              </a:rPr>
              <a:t>racer.race()</a:t>
            </a:r>
            <a:r>
              <a:rPr lang="en" dirty="0"/>
              <a:t> call </a:t>
            </a:r>
            <a:r>
              <a:rPr lang="en" dirty="0">
                <a:solidFill>
                  <a:srgbClr val="FF0000"/>
                </a:solidFill>
                <a:latin typeface="Courier New"/>
                <a:ea typeface="Courier New"/>
                <a:cs typeface="Courier New"/>
                <a:sym typeface="Courier New"/>
              </a:rPr>
              <a:t>racer.start()</a:t>
            </a:r>
            <a:r>
              <a:rPr lang="en" dirty="0"/>
              <a:t> so it executes in its </a:t>
            </a:r>
            <a:r>
              <a:rPr lang="en" b="1" i="1" dirty="0">
                <a:solidFill>
                  <a:srgbClr val="FF0000"/>
                </a:solidFill>
              </a:rPr>
              <a:t>own thread</a:t>
            </a:r>
            <a:r>
              <a:rPr lang="en" dirty="0"/>
              <a:t>.</a:t>
            </a:r>
            <a:endParaRPr dirty="0"/>
          </a:p>
          <a:p>
            <a:pPr marL="457200" lvl="0" indent="-311150" algn="l" rtl="0">
              <a:lnSpc>
                <a:spcPct val="115000"/>
              </a:lnSpc>
              <a:spcBef>
                <a:spcPts val="1000"/>
              </a:spcBef>
              <a:spcAft>
                <a:spcPts val="0"/>
              </a:spcAft>
              <a:buSzPts val="1300"/>
              <a:buChar char="●"/>
            </a:pPr>
            <a:r>
              <a:rPr lang="en" dirty="0"/>
              <a:t>If you followed the directions closely, </a:t>
            </a:r>
            <a:r>
              <a:rPr lang="en" dirty="0">
                <a:highlight>
                  <a:srgbClr val="FFFF00"/>
                </a:highlight>
              </a:rPr>
              <a:t>your racer only prints out the finish time of 0.0 seconds.</a:t>
            </a:r>
            <a:endParaRPr dirty="0">
              <a:highlight>
                <a:srgbClr val="FFFF00"/>
              </a:highlight>
            </a:endParaRPr>
          </a:p>
          <a:p>
            <a:pPr marL="457200" lvl="0" indent="-311150" algn="l" rtl="0">
              <a:lnSpc>
                <a:spcPct val="115000"/>
              </a:lnSpc>
              <a:spcBef>
                <a:spcPts val="0"/>
              </a:spcBef>
              <a:spcAft>
                <a:spcPts val="0"/>
              </a:spcAft>
              <a:buSzPts val="1300"/>
              <a:buChar char="●"/>
            </a:pPr>
            <a:r>
              <a:rPr lang="en" dirty="0"/>
              <a:t>This is because we didn't implement the </a:t>
            </a:r>
            <a:r>
              <a:rPr lang="en" b="1" i="1" dirty="0">
                <a:solidFill>
                  <a:srgbClr val="FF0000"/>
                </a:solidFill>
              </a:rPr>
              <a:t>run</a:t>
            </a:r>
            <a:r>
              <a:rPr lang="en" dirty="0"/>
              <a:t> method.</a:t>
            </a:r>
            <a:endParaRPr dirty="0"/>
          </a:p>
          <a:p>
            <a:pPr marL="914400" lvl="1" indent="-304800" algn="l" rtl="0">
              <a:lnSpc>
                <a:spcPct val="115000"/>
              </a:lnSpc>
              <a:spcBef>
                <a:spcPts val="0"/>
              </a:spcBef>
              <a:spcAft>
                <a:spcPts val="0"/>
              </a:spcAft>
              <a:buSzPts val="1200"/>
              <a:buChar char="○"/>
            </a:pPr>
            <a:r>
              <a:rPr lang="en" sz="1200" dirty="0"/>
              <a:t>It's not required but your code won't do much without it.</a:t>
            </a:r>
            <a:endParaRPr sz="1200" dirty="0"/>
          </a:p>
          <a:p>
            <a:pPr marL="914400" lvl="1" indent="-304800" algn="l" rtl="0">
              <a:lnSpc>
                <a:spcPct val="115000"/>
              </a:lnSpc>
              <a:spcBef>
                <a:spcPts val="0"/>
              </a:spcBef>
              <a:spcAft>
                <a:spcPts val="0"/>
              </a:spcAft>
              <a:buSzPts val="1200"/>
              <a:buChar char="○"/>
            </a:pPr>
            <a:r>
              <a:rPr lang="en" sz="1200" dirty="0"/>
              <a:t>Override the </a:t>
            </a:r>
            <a:r>
              <a:rPr lang="en" sz="1200" dirty="0">
                <a:solidFill>
                  <a:srgbClr val="FF0000"/>
                </a:solidFill>
                <a:latin typeface="Courier New"/>
                <a:ea typeface="Courier New"/>
                <a:cs typeface="Courier New"/>
                <a:sym typeface="Courier New"/>
              </a:rPr>
              <a:t>run</a:t>
            </a:r>
            <a:r>
              <a:rPr lang="en" sz="1200" dirty="0"/>
              <a:t> method and have it call the </a:t>
            </a:r>
            <a:r>
              <a:rPr lang="en" sz="1200" dirty="0">
                <a:latin typeface="Courier New"/>
                <a:ea typeface="Courier New"/>
                <a:cs typeface="Courier New"/>
                <a:sym typeface="Courier New"/>
              </a:rPr>
              <a:t>race</a:t>
            </a:r>
            <a:r>
              <a:rPr lang="en" sz="1200" dirty="0"/>
              <a:t> method.</a:t>
            </a:r>
            <a:endParaRPr sz="1200" dirty="0"/>
          </a:p>
          <a:p>
            <a:pPr marL="457200" lvl="0" indent="-304800" algn="l" rtl="0">
              <a:lnSpc>
                <a:spcPct val="115000"/>
              </a:lnSpc>
              <a:spcBef>
                <a:spcPts val="1000"/>
              </a:spcBef>
              <a:spcAft>
                <a:spcPts val="0"/>
              </a:spcAft>
              <a:buSzPts val="1200"/>
              <a:buChar char="●"/>
            </a:pPr>
            <a:r>
              <a:rPr lang="en" sz="1200" b="1" i="1" dirty="0">
                <a:solidFill>
                  <a:srgbClr val="FF0000"/>
                </a:solidFill>
              </a:rPr>
              <a:t>Rerun</a:t>
            </a:r>
            <a:r>
              <a:rPr lang="en" sz="1200" dirty="0"/>
              <a:t> the program. You should now see the laps. </a:t>
            </a:r>
            <a:endParaRPr sz="1200" dirty="0"/>
          </a:p>
          <a:p>
            <a:pPr marL="457200" lvl="0" indent="-304800" algn="l" rtl="0">
              <a:lnSpc>
                <a:spcPct val="115000"/>
              </a:lnSpc>
              <a:spcBef>
                <a:spcPts val="0"/>
              </a:spcBef>
              <a:spcAft>
                <a:spcPts val="0"/>
              </a:spcAft>
              <a:buSzPts val="1200"/>
              <a:buChar char="●"/>
            </a:pPr>
            <a:r>
              <a:rPr lang="en" sz="1200" dirty="0"/>
              <a:t>However, you'll notice that the finish time is wrong, and may be printed before the race ends!</a:t>
            </a:r>
            <a:endParaRPr sz="1200" dirty="0"/>
          </a:p>
        </p:txBody>
      </p:sp>
      <p:sp>
        <p:nvSpPr>
          <p:cNvPr id="353" name="Google Shape;353;p4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54" name="Google Shape;354;p4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solidFill>
                  <a:schemeClr val="lt1"/>
                </a:solidFill>
              </a:rPr>
              <a:t>8.4</a:t>
            </a:r>
            <a:endParaRPr sz="2400">
              <a:solidFill>
                <a:schemeClr val="lt1"/>
              </a:solidFill>
              <a:latin typeface="Roboto"/>
              <a:ea typeface="Roboto"/>
              <a:cs typeface="Roboto"/>
              <a:sym typeface="Roboto"/>
            </a:endParaRPr>
          </a:p>
        </p:txBody>
      </p:sp>
      <p:sp>
        <p:nvSpPr>
          <p:cNvPr id="355" name="Google Shape;355;p43"/>
          <p:cNvSpPr/>
          <p:nvPr/>
        </p:nvSpPr>
        <p:spPr>
          <a:xfrm>
            <a:off x="157625" y="1378850"/>
            <a:ext cx="3639600" cy="3135900"/>
          </a:xfrm>
          <a:prstGeom prst="rect">
            <a:avLst/>
          </a:prstGeom>
          <a:solidFill>
            <a:srgbClr val="FFFFFF"/>
          </a:solidFill>
          <a:ln w="28575" cap="flat" cmpd="sng">
            <a:solidFill>
              <a:srgbClr val="000000"/>
            </a:solidFill>
            <a:prstDash val="solid"/>
            <a:miter lim="800000"/>
            <a:headEnd type="none" w="sm" len="sm"/>
            <a:tailEnd type="none" w="sm" len="sm"/>
          </a:ln>
        </p:spPr>
        <p:txBody>
          <a:bodyPr spcFirstLastPara="1" wrap="square" lIns="91425" tIns="91425" rIns="68575" bIns="91425" anchor="t" anchorCtr="0">
            <a:noAutofit/>
          </a:bodyPr>
          <a:lstStyle/>
          <a:p>
            <a:pPr marL="0" lvl="0" indent="0" algn="l" rtl="0">
              <a:lnSpc>
                <a:spcPct val="100000"/>
              </a:lnSpc>
              <a:spcBef>
                <a:spcPts val="0"/>
              </a:spcBef>
              <a:spcAft>
                <a:spcPts val="0"/>
              </a:spcAft>
              <a:buNone/>
            </a:pPr>
            <a:r>
              <a:rPr lang="en" sz="1050">
                <a:solidFill>
                  <a:srgbClr val="0000FF"/>
                </a:solidFill>
                <a:latin typeface="Consolas"/>
                <a:ea typeface="Consolas"/>
                <a:cs typeface="Consolas"/>
                <a:sym typeface="Consolas"/>
              </a:rPr>
              <a:t>public</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class</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ThreadExample</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extends</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Thread</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spcBef>
                <a:spcPts val="0"/>
              </a:spcBef>
              <a:spcAft>
                <a:spcPts val="0"/>
              </a:spcAft>
              <a:buNone/>
            </a:pPr>
            <a:r>
              <a:rPr lang="en" sz="1050">
                <a:solidFill>
                  <a:srgbClr val="008000"/>
                </a:solidFill>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private</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final</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int</a:t>
            </a:r>
            <a:r>
              <a:rPr lang="en" sz="1050">
                <a:latin typeface="Consolas"/>
                <a:ea typeface="Consolas"/>
                <a:cs typeface="Consolas"/>
                <a:sym typeface="Consolas"/>
              </a:rPr>
              <a:t> </a:t>
            </a:r>
            <a:r>
              <a:rPr lang="en" sz="1050">
                <a:solidFill>
                  <a:srgbClr val="0070C1"/>
                </a:solidFill>
                <a:latin typeface="Consolas"/>
                <a:ea typeface="Consolas"/>
                <a:cs typeface="Consolas"/>
                <a:sym typeface="Consolas"/>
              </a:rPr>
              <a:t>id</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spcBef>
                <a:spcPts val="0"/>
              </a:spcBef>
              <a:spcAft>
                <a:spcPts val="0"/>
              </a:spcAft>
              <a:buNone/>
            </a:pP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public</a:t>
            </a:r>
            <a:r>
              <a:rPr lang="en" sz="1050">
                <a:latin typeface="Consolas"/>
                <a:ea typeface="Consolas"/>
                <a:cs typeface="Consolas"/>
                <a:sym typeface="Consolas"/>
              </a:rPr>
              <a:t> </a:t>
            </a:r>
            <a:r>
              <a:rPr lang="en" sz="1050">
                <a:solidFill>
                  <a:srgbClr val="795E26"/>
                </a:solidFill>
                <a:latin typeface="Consolas"/>
                <a:ea typeface="Consolas"/>
                <a:cs typeface="Consolas"/>
                <a:sym typeface="Consolas"/>
              </a:rPr>
              <a:t>ThreadExample</a:t>
            </a:r>
            <a:r>
              <a:rPr lang="en" sz="1050">
                <a:latin typeface="Consolas"/>
                <a:ea typeface="Consolas"/>
                <a:cs typeface="Consolas"/>
                <a:sym typeface="Consolas"/>
              </a:rPr>
              <a:t>(</a:t>
            </a:r>
            <a:r>
              <a:rPr lang="en" sz="1050">
                <a:solidFill>
                  <a:srgbClr val="267F99"/>
                </a:solidFill>
                <a:latin typeface="Consolas"/>
                <a:ea typeface="Consolas"/>
                <a:cs typeface="Consolas"/>
                <a:sym typeface="Consolas"/>
              </a:rPr>
              <a:t>int</a:t>
            </a:r>
            <a:r>
              <a:rPr lang="en" sz="1050">
                <a:latin typeface="Consolas"/>
                <a:ea typeface="Consolas"/>
                <a:cs typeface="Consolas"/>
                <a:sym typeface="Consolas"/>
              </a:rPr>
              <a:t> </a:t>
            </a:r>
            <a:r>
              <a:rPr lang="en" sz="1050">
                <a:solidFill>
                  <a:srgbClr val="001080"/>
                </a:solidFill>
                <a:latin typeface="Consolas"/>
                <a:ea typeface="Consolas"/>
                <a:cs typeface="Consolas"/>
                <a:sym typeface="Consolas"/>
              </a:rPr>
              <a:t>id</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this</a:t>
            </a:r>
            <a:r>
              <a:rPr lang="en" sz="1050">
                <a:latin typeface="Consolas"/>
                <a:ea typeface="Consolas"/>
                <a:cs typeface="Consolas"/>
                <a:sym typeface="Consolas"/>
              </a:rPr>
              <a:t>.</a:t>
            </a:r>
            <a:r>
              <a:rPr lang="en" sz="1050">
                <a:solidFill>
                  <a:srgbClr val="0070C1"/>
                </a:solidFill>
                <a:latin typeface="Consolas"/>
                <a:ea typeface="Consolas"/>
                <a:cs typeface="Consolas"/>
                <a:sym typeface="Consolas"/>
              </a:rPr>
              <a:t>id</a:t>
            </a:r>
            <a:r>
              <a:rPr lang="en" sz="1050">
                <a:latin typeface="Consolas"/>
                <a:ea typeface="Consolas"/>
                <a:cs typeface="Consolas"/>
                <a:sym typeface="Consolas"/>
              </a:rPr>
              <a:t> = </a:t>
            </a:r>
            <a:r>
              <a:rPr lang="en" sz="1050">
                <a:solidFill>
                  <a:srgbClr val="001080"/>
                </a:solidFill>
                <a:latin typeface="Consolas"/>
                <a:ea typeface="Consolas"/>
                <a:cs typeface="Consolas"/>
                <a:sym typeface="Consolas"/>
              </a:rPr>
              <a:t>id</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spcBef>
                <a:spcPts val="0"/>
              </a:spcBef>
              <a:spcAft>
                <a:spcPts val="0"/>
              </a:spcAft>
              <a:buNone/>
            </a:pPr>
            <a:r>
              <a:rPr lang="en" sz="1050">
                <a:solidFill>
                  <a:srgbClr val="008000"/>
                </a:solidFill>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Override</a:t>
            </a:r>
            <a:endParaRPr sz="105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public</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void</a:t>
            </a:r>
            <a:r>
              <a:rPr lang="en" sz="1050">
                <a:latin typeface="Consolas"/>
                <a:ea typeface="Consolas"/>
                <a:cs typeface="Consolas"/>
                <a:sym typeface="Consolas"/>
              </a:rPr>
              <a:t> </a:t>
            </a:r>
            <a:r>
              <a:rPr lang="en" sz="1050">
                <a:solidFill>
                  <a:srgbClr val="795E26"/>
                </a:solidFill>
                <a:latin typeface="Consolas"/>
                <a:ea typeface="Consolas"/>
                <a:cs typeface="Consolas"/>
                <a:sym typeface="Consolas"/>
              </a:rPr>
              <a:t>run</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System</a:t>
            </a:r>
            <a:r>
              <a:rPr lang="en" sz="1050">
                <a:latin typeface="Consolas"/>
                <a:ea typeface="Consolas"/>
                <a:cs typeface="Consolas"/>
                <a:sym typeface="Consolas"/>
              </a:rPr>
              <a:t>.</a:t>
            </a:r>
            <a:r>
              <a:rPr lang="en" sz="1050">
                <a:solidFill>
                  <a:srgbClr val="0070C1"/>
                </a:solidFill>
                <a:latin typeface="Consolas"/>
                <a:ea typeface="Consolas"/>
                <a:cs typeface="Consolas"/>
                <a:sym typeface="Consolas"/>
              </a:rPr>
              <a:t>out</a:t>
            </a:r>
            <a:r>
              <a:rPr lang="en" sz="1050">
                <a:latin typeface="Consolas"/>
                <a:ea typeface="Consolas"/>
                <a:cs typeface="Consolas"/>
                <a:sym typeface="Consolas"/>
              </a:rPr>
              <a:t>.</a:t>
            </a:r>
            <a:r>
              <a:rPr lang="en" sz="1050">
                <a:solidFill>
                  <a:srgbClr val="795E26"/>
                </a:solidFill>
                <a:latin typeface="Consolas"/>
                <a:ea typeface="Consolas"/>
                <a:cs typeface="Consolas"/>
                <a:sym typeface="Consolas"/>
              </a:rPr>
              <a:t>println</a:t>
            </a:r>
            <a:r>
              <a:rPr lang="en" sz="1050">
                <a:latin typeface="Consolas"/>
                <a:ea typeface="Consolas"/>
                <a:cs typeface="Consolas"/>
                <a:sym typeface="Consolas"/>
              </a:rPr>
              <a:t>(</a:t>
            </a:r>
            <a:r>
              <a:rPr lang="en" sz="1050">
                <a:solidFill>
                  <a:srgbClr val="0070C1"/>
                </a:solidFill>
                <a:latin typeface="Consolas"/>
                <a:ea typeface="Consolas"/>
                <a:cs typeface="Consolas"/>
                <a:sym typeface="Consolas"/>
              </a:rPr>
              <a:t>id</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8000"/>
                </a:solidFill>
                <a:latin typeface="Consolas"/>
                <a:ea typeface="Consolas"/>
                <a:cs typeface="Consolas"/>
                <a:sym typeface="Consolas"/>
              </a:rPr>
              <a:t>  </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public</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static</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void</a:t>
            </a:r>
            <a:r>
              <a:rPr lang="en" sz="1050">
                <a:latin typeface="Consolas"/>
                <a:ea typeface="Consolas"/>
                <a:cs typeface="Consolas"/>
                <a:sym typeface="Consolas"/>
              </a:rPr>
              <a:t> </a:t>
            </a:r>
            <a:r>
              <a:rPr lang="en" sz="1050">
                <a:solidFill>
                  <a:srgbClr val="795E26"/>
                </a:solidFill>
                <a:latin typeface="Consolas"/>
                <a:ea typeface="Consolas"/>
                <a:cs typeface="Consolas"/>
                <a:sym typeface="Consolas"/>
              </a:rPr>
              <a:t>main</a:t>
            </a:r>
            <a:r>
              <a:rPr lang="en" sz="1050">
                <a:latin typeface="Consolas"/>
                <a:ea typeface="Consolas"/>
                <a:cs typeface="Consolas"/>
                <a:sym typeface="Consolas"/>
              </a:rPr>
              <a:t>(</a:t>
            </a:r>
            <a:r>
              <a:rPr lang="en" sz="1050">
                <a:solidFill>
                  <a:srgbClr val="267F99"/>
                </a:solidFill>
                <a:latin typeface="Consolas"/>
                <a:ea typeface="Consolas"/>
                <a:cs typeface="Consolas"/>
                <a:sym typeface="Consolas"/>
              </a:rPr>
              <a:t>String</a:t>
            </a:r>
            <a:r>
              <a:rPr lang="en" sz="1050">
                <a:latin typeface="Consolas"/>
                <a:ea typeface="Consolas"/>
                <a:cs typeface="Consolas"/>
                <a:sym typeface="Consolas"/>
              </a:rPr>
              <a:t>[] </a:t>
            </a:r>
            <a:r>
              <a:rPr lang="en" sz="1050">
                <a:solidFill>
                  <a:srgbClr val="001080"/>
                </a:solidFill>
                <a:latin typeface="Consolas"/>
                <a:ea typeface="Consolas"/>
                <a:cs typeface="Consolas"/>
                <a:sym typeface="Consolas"/>
              </a:rPr>
              <a:t>args</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Thread</a:t>
            </a:r>
            <a:r>
              <a:rPr lang="en" sz="1050">
                <a:latin typeface="Consolas"/>
                <a:ea typeface="Consolas"/>
                <a:cs typeface="Consolas"/>
                <a:sym typeface="Consolas"/>
              </a:rPr>
              <a:t> </a:t>
            </a:r>
            <a:r>
              <a:rPr lang="en" sz="1050">
                <a:solidFill>
                  <a:srgbClr val="001080"/>
                </a:solidFill>
                <a:latin typeface="Consolas"/>
                <a:ea typeface="Consolas"/>
                <a:cs typeface="Consolas"/>
                <a:sym typeface="Consolas"/>
              </a:rPr>
              <a:t>example</a:t>
            </a:r>
            <a:r>
              <a:rPr lang="en" sz="1050">
                <a:latin typeface="Consolas"/>
                <a:ea typeface="Consolas"/>
                <a:cs typeface="Consolas"/>
                <a:sym typeface="Consolas"/>
              </a:rPr>
              <a:t> = </a:t>
            </a:r>
            <a:r>
              <a:rPr lang="en" sz="1050">
                <a:solidFill>
                  <a:srgbClr val="AF00DB"/>
                </a:solidFill>
                <a:latin typeface="Consolas"/>
                <a:ea typeface="Consolas"/>
                <a:cs typeface="Consolas"/>
                <a:sym typeface="Consolas"/>
              </a:rPr>
              <a:t>new</a:t>
            </a:r>
            <a:r>
              <a:rPr lang="en" sz="1050">
                <a:latin typeface="Consolas"/>
                <a:ea typeface="Consolas"/>
                <a:cs typeface="Consolas"/>
                <a:sym typeface="Consolas"/>
              </a:rPr>
              <a:t> </a:t>
            </a:r>
            <a:r>
              <a:rPr lang="en" sz="1050">
                <a:solidFill>
                  <a:srgbClr val="795E26"/>
                </a:solidFill>
                <a:latin typeface="Consolas"/>
                <a:ea typeface="Consolas"/>
                <a:cs typeface="Consolas"/>
                <a:sym typeface="Consolas"/>
              </a:rPr>
              <a:t>ThreadExample</a:t>
            </a:r>
            <a:r>
              <a:rPr lang="en" sz="1050">
                <a:latin typeface="Consolas"/>
                <a:ea typeface="Consolas"/>
                <a:cs typeface="Consolas"/>
                <a:sym typeface="Consolas"/>
              </a:rPr>
              <a:t>(</a:t>
            </a:r>
            <a:r>
              <a:rPr lang="en" sz="1050">
                <a:solidFill>
                  <a:srgbClr val="098658"/>
                </a:solidFill>
                <a:latin typeface="Consolas"/>
                <a:ea typeface="Consolas"/>
                <a:cs typeface="Consolas"/>
                <a:sym typeface="Consolas"/>
              </a:rPr>
              <a:t>1</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001080"/>
                </a:solidFill>
                <a:latin typeface="Consolas"/>
                <a:ea typeface="Consolas"/>
                <a:cs typeface="Consolas"/>
                <a:sym typeface="Consolas"/>
              </a:rPr>
              <a:t>example</a:t>
            </a:r>
            <a:r>
              <a:rPr lang="en" sz="1050">
                <a:latin typeface="Consolas"/>
                <a:ea typeface="Consolas"/>
                <a:cs typeface="Consolas"/>
                <a:sym typeface="Consolas"/>
              </a:rPr>
              <a:t>.</a:t>
            </a:r>
            <a:r>
              <a:rPr lang="en" sz="1050">
                <a:solidFill>
                  <a:srgbClr val="795E26"/>
                </a:solidFill>
                <a:latin typeface="Consolas"/>
                <a:ea typeface="Consolas"/>
                <a:cs typeface="Consolas"/>
                <a:sym typeface="Consolas"/>
              </a:rPr>
              <a:t>start</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a:t>
            </a:r>
            <a:endParaRPr sz="1100">
              <a:solidFill>
                <a:schemeClr val="dk1"/>
              </a:solidFill>
              <a:latin typeface="Consolas"/>
              <a:ea typeface="Consolas"/>
              <a:cs typeface="Consolas"/>
              <a:sym typeface="Consola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0" name="Google Shape;360;p4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Multithreading</a:t>
            </a:r>
            <a:endParaRPr/>
          </a:p>
        </p:txBody>
      </p:sp>
      <p:sp>
        <p:nvSpPr>
          <p:cNvPr id="361" name="Google Shape;361;p44"/>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For now, we're going to ignore the finish time errors (don't worry, we'll solve it later in this unit). Instead, let's focus on getting our racers to race concurrently. It's time to have our racers race again, but this time as threads. </a:t>
            </a:r>
            <a:endParaRPr/>
          </a:p>
        </p:txBody>
      </p:sp>
      <p:sp>
        <p:nvSpPr>
          <p:cNvPr id="362" name="Google Shape;362;p4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63" name="Google Shape;363;p44"/>
          <p:cNvSpPr txBox="1">
            <a:spLocks noGrp="1"/>
          </p:cNvSpPr>
          <p:nvPr>
            <p:ph type="body" idx="2"/>
          </p:nvPr>
        </p:nvSpPr>
        <p:spPr>
          <a:xfrm>
            <a:off x="2998525" y="1779175"/>
            <a:ext cx="5813700" cy="30312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Create a copy of the </a:t>
            </a:r>
            <a:r>
              <a:rPr lang="en" dirty="0">
                <a:latin typeface="Courier New"/>
                <a:ea typeface="Courier New"/>
                <a:cs typeface="Courier New"/>
                <a:sym typeface="Courier New"/>
              </a:rPr>
              <a:t>Race</a:t>
            </a:r>
            <a:r>
              <a:rPr lang="en" dirty="0"/>
              <a:t> class named </a:t>
            </a:r>
            <a:r>
              <a:rPr lang="en" dirty="0">
                <a:solidFill>
                  <a:srgbClr val="FF0000"/>
                </a:solidFill>
                <a:latin typeface="Courier New"/>
                <a:ea typeface="Courier New"/>
                <a:cs typeface="Courier New"/>
                <a:sym typeface="Courier New"/>
              </a:rPr>
              <a:t>ThreadRace</a:t>
            </a:r>
            <a:r>
              <a:rPr lang="en" dirty="0"/>
              <a:t>.</a:t>
            </a:r>
            <a:endParaRPr dirty="0"/>
          </a:p>
          <a:p>
            <a:pPr marL="457200" lvl="0" indent="-311150" algn="l" rtl="0">
              <a:spcBef>
                <a:spcPts val="0"/>
              </a:spcBef>
              <a:spcAft>
                <a:spcPts val="0"/>
              </a:spcAft>
              <a:buSzPts val="1300"/>
              <a:buChar char="●"/>
            </a:pPr>
            <a:r>
              <a:rPr lang="en" dirty="0"/>
              <a:t>Change all the </a:t>
            </a:r>
            <a:r>
              <a:rPr lang="en" dirty="0">
                <a:latin typeface="Courier New"/>
                <a:ea typeface="Courier New"/>
                <a:cs typeface="Courier New"/>
                <a:sym typeface="Courier New"/>
              </a:rPr>
              <a:t>Racer</a:t>
            </a:r>
            <a:r>
              <a:rPr lang="en" dirty="0"/>
              <a:t>s to be </a:t>
            </a:r>
            <a:r>
              <a:rPr lang="en" dirty="0">
                <a:solidFill>
                  <a:srgbClr val="FF0000"/>
                </a:solidFill>
                <a:latin typeface="Courier New"/>
                <a:ea typeface="Courier New"/>
                <a:cs typeface="Courier New"/>
                <a:sym typeface="Courier New"/>
              </a:rPr>
              <a:t>ThreadRacer</a:t>
            </a:r>
            <a:r>
              <a:rPr lang="en" dirty="0"/>
              <a:t>s.</a:t>
            </a:r>
            <a:endParaRPr dirty="0"/>
          </a:p>
          <a:p>
            <a:pPr marL="457200" lvl="0" indent="-311150" algn="l" rtl="0">
              <a:spcBef>
                <a:spcPts val="0"/>
              </a:spcBef>
              <a:spcAft>
                <a:spcPts val="0"/>
              </a:spcAft>
              <a:buSzPts val="1300"/>
              <a:buChar char="●"/>
            </a:pPr>
            <a:r>
              <a:rPr lang="en" dirty="0"/>
              <a:t>Instead of calling </a:t>
            </a:r>
            <a:r>
              <a:rPr lang="en" dirty="0">
                <a:latin typeface="Courier New"/>
                <a:ea typeface="Courier New"/>
                <a:cs typeface="Courier New"/>
                <a:sym typeface="Courier New"/>
              </a:rPr>
              <a:t>race()</a:t>
            </a:r>
            <a:r>
              <a:rPr lang="en" dirty="0"/>
              <a:t> for each racer, call </a:t>
            </a:r>
            <a:r>
              <a:rPr lang="en" dirty="0">
                <a:solidFill>
                  <a:srgbClr val="FF0000"/>
                </a:solidFill>
                <a:latin typeface="Courier New"/>
                <a:ea typeface="Courier New"/>
                <a:cs typeface="Courier New"/>
                <a:sym typeface="Courier New"/>
              </a:rPr>
              <a:t>start()</a:t>
            </a:r>
            <a:r>
              <a:rPr lang="en" dirty="0"/>
              <a:t>.</a:t>
            </a:r>
            <a:endParaRPr dirty="0"/>
          </a:p>
          <a:p>
            <a:pPr marL="457200" lvl="0" indent="-311150" algn="l" rtl="0">
              <a:spcBef>
                <a:spcPts val="0"/>
              </a:spcBef>
              <a:spcAft>
                <a:spcPts val="0"/>
              </a:spcAft>
              <a:buSzPts val="1300"/>
              <a:buChar char="●"/>
            </a:pPr>
            <a:r>
              <a:rPr lang="en" dirty="0"/>
              <a:t>For now, </a:t>
            </a:r>
            <a:r>
              <a:rPr lang="en" b="1" i="1" dirty="0">
                <a:solidFill>
                  <a:srgbClr val="FF0000"/>
                </a:solidFill>
              </a:rPr>
              <a:t>comment out</a:t>
            </a:r>
            <a:r>
              <a:rPr lang="en" dirty="0"/>
              <a:t> the finish times.</a:t>
            </a:r>
            <a:endParaRPr dirty="0"/>
          </a:p>
          <a:p>
            <a:pPr marL="457200" lvl="0" indent="-311150" algn="l" rtl="0">
              <a:spcBef>
                <a:spcPts val="0"/>
              </a:spcBef>
              <a:spcAft>
                <a:spcPts val="0"/>
              </a:spcAft>
              <a:buSzPts val="1300"/>
              <a:buChar char="●"/>
            </a:pPr>
            <a:r>
              <a:rPr lang="en" dirty="0"/>
              <a:t>Run your program a few times and see what happens.</a:t>
            </a:r>
            <a:endParaRPr dirty="0"/>
          </a:p>
          <a:p>
            <a:pPr marL="914400" lvl="1" indent="-298450" algn="l" rtl="0">
              <a:spcBef>
                <a:spcPts val="0"/>
              </a:spcBef>
              <a:spcAft>
                <a:spcPts val="0"/>
              </a:spcAft>
              <a:buSzPts val="1100"/>
              <a:buChar char="○"/>
            </a:pPr>
            <a:r>
              <a:rPr lang="en" dirty="0"/>
              <a:t>What does the output look like?</a:t>
            </a:r>
            <a:endParaRPr dirty="0"/>
          </a:p>
          <a:p>
            <a:pPr marL="914400" lvl="1" indent="-298450" algn="l" rtl="0">
              <a:spcBef>
                <a:spcPts val="0"/>
              </a:spcBef>
              <a:spcAft>
                <a:spcPts val="0"/>
              </a:spcAft>
              <a:buSzPts val="1100"/>
              <a:buChar char="○"/>
            </a:pPr>
            <a:r>
              <a:rPr lang="en" dirty="0"/>
              <a:t>Does the same racer finish the first lap each time?</a:t>
            </a:r>
            <a:endParaRPr dirty="0"/>
          </a:p>
          <a:p>
            <a:pPr marL="914400" lvl="1" indent="-298450" algn="l" rtl="0">
              <a:spcBef>
                <a:spcPts val="0"/>
              </a:spcBef>
              <a:spcAft>
                <a:spcPts val="0"/>
              </a:spcAft>
              <a:buSzPts val="1100"/>
              <a:buChar char="○"/>
            </a:pPr>
            <a:r>
              <a:rPr lang="en" dirty="0"/>
              <a:t>Does the same racer win each time?</a:t>
            </a:r>
            <a:endParaRPr dirty="0"/>
          </a:p>
          <a:p>
            <a:pPr marL="914400" lvl="1" indent="-298450" algn="l" rtl="0">
              <a:spcBef>
                <a:spcPts val="0"/>
              </a:spcBef>
              <a:spcAft>
                <a:spcPts val="0"/>
              </a:spcAft>
              <a:buSzPts val="1100"/>
              <a:buChar char="○"/>
            </a:pPr>
            <a:r>
              <a:rPr lang="en" dirty="0"/>
              <a:t>Does the same racer come in last each time?</a:t>
            </a:r>
            <a:endParaRPr dirty="0"/>
          </a:p>
          <a:p>
            <a:pPr marL="914400" lvl="1" indent="-298450" algn="l" rtl="0">
              <a:spcBef>
                <a:spcPts val="0"/>
              </a:spcBef>
              <a:spcAft>
                <a:spcPts val="0"/>
              </a:spcAft>
              <a:buSzPts val="1100"/>
              <a:buChar char="○"/>
            </a:pPr>
            <a:r>
              <a:rPr lang="en" dirty="0"/>
              <a:t>Does the racer that starts first, always finish first?</a:t>
            </a:r>
            <a:endParaRPr dirty="0"/>
          </a:p>
          <a:p>
            <a:pPr marL="457200" lvl="0" indent="-311150" algn="l" rtl="0">
              <a:spcBef>
                <a:spcPts val="1000"/>
              </a:spcBef>
              <a:spcAft>
                <a:spcPts val="0"/>
              </a:spcAft>
              <a:buSzPts val="1300"/>
              <a:buChar char="●"/>
            </a:pPr>
            <a:r>
              <a:rPr lang="en" dirty="0">
                <a:highlight>
                  <a:srgbClr val="FFFF00"/>
                </a:highlight>
              </a:rPr>
              <a:t>If all went according to plan, you should have a real race running now.</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Different architectures handle threads differently so your output may not match your neighbors or the instructors.</a:t>
            </a:r>
            <a:endParaRPr dirty="0">
              <a:highlight>
                <a:srgbClr val="FFFF00"/>
              </a:highlight>
            </a:endParaRPr>
          </a:p>
        </p:txBody>
      </p:sp>
      <p:sp>
        <p:nvSpPr>
          <p:cNvPr id="364" name="Google Shape;364;p4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8.5</a:t>
            </a:r>
            <a:endParaRPr/>
          </a:p>
        </p:txBody>
      </p:sp>
      <p:pic>
        <p:nvPicPr>
          <p:cNvPr id="365" name="Google Shape;365;p44"/>
          <p:cNvPicPr preferRelativeResize="0"/>
          <p:nvPr/>
        </p:nvPicPr>
        <p:blipFill>
          <a:blip r:embed="rId3">
            <a:alphaModFix/>
          </a:blip>
          <a:stretch>
            <a:fillRect/>
          </a:stretch>
        </p:blipFill>
        <p:spPr>
          <a:xfrm>
            <a:off x="249662" y="1757000"/>
            <a:ext cx="2457100" cy="1239125"/>
          </a:xfrm>
          <a:prstGeom prst="rect">
            <a:avLst/>
          </a:prstGeom>
          <a:noFill/>
          <a:ln w="19050" cap="flat" cmpd="sng">
            <a:solidFill>
              <a:schemeClr val="dk1"/>
            </a:solidFill>
            <a:prstDash val="solid"/>
            <a:round/>
            <a:headEnd type="none" w="sm" len="sm"/>
            <a:tailEnd type="none" w="sm" len="sm"/>
          </a:ln>
        </p:spPr>
      </p:pic>
      <p:sp>
        <p:nvSpPr>
          <p:cNvPr id="366" name="Google Shape;366;p44"/>
          <p:cNvSpPr txBox="1"/>
          <p:nvPr/>
        </p:nvSpPr>
        <p:spPr>
          <a:xfrm>
            <a:off x="249662" y="3137089"/>
            <a:ext cx="2457000" cy="14043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900">
                <a:latin typeface="Courier New"/>
                <a:ea typeface="Courier New"/>
                <a:cs typeface="Courier New"/>
                <a:sym typeface="Courier New"/>
              </a:rPr>
              <a:t>Peach completed Lap 1</a:t>
            </a:r>
            <a:endParaRPr sz="900">
              <a:latin typeface="Courier New"/>
              <a:ea typeface="Courier New"/>
              <a:cs typeface="Courier New"/>
              <a:sym typeface="Courier New"/>
            </a:endParaRPr>
          </a:p>
          <a:p>
            <a:pPr marL="0" lvl="0" indent="0" algn="l" rtl="0">
              <a:spcBef>
                <a:spcPts val="0"/>
              </a:spcBef>
              <a:spcAft>
                <a:spcPts val="0"/>
              </a:spcAft>
              <a:buNone/>
            </a:pPr>
            <a:r>
              <a:rPr lang="en" sz="900">
                <a:latin typeface="Courier New"/>
                <a:ea typeface="Courier New"/>
                <a:cs typeface="Courier New"/>
                <a:sym typeface="Courier New"/>
              </a:rPr>
              <a:t>Peach completed Lap 2</a:t>
            </a:r>
            <a:endParaRPr sz="900">
              <a:latin typeface="Courier New"/>
              <a:ea typeface="Courier New"/>
              <a:cs typeface="Courier New"/>
              <a:sym typeface="Courier New"/>
            </a:endParaRPr>
          </a:p>
          <a:p>
            <a:pPr marL="0" lvl="0" indent="0" algn="l" rtl="0">
              <a:spcBef>
                <a:spcPts val="0"/>
              </a:spcBef>
              <a:spcAft>
                <a:spcPts val="0"/>
              </a:spcAft>
              <a:buNone/>
            </a:pPr>
            <a:r>
              <a:rPr lang="en" sz="900">
                <a:latin typeface="Courier New"/>
                <a:ea typeface="Courier New"/>
                <a:cs typeface="Courier New"/>
                <a:sym typeface="Courier New"/>
              </a:rPr>
              <a:t>Luigi completed Lap 1</a:t>
            </a:r>
            <a:endParaRPr sz="900">
              <a:latin typeface="Courier New"/>
              <a:ea typeface="Courier New"/>
              <a:cs typeface="Courier New"/>
              <a:sym typeface="Courier New"/>
            </a:endParaRPr>
          </a:p>
          <a:p>
            <a:pPr marL="0" lvl="0" indent="0" algn="l" rtl="0">
              <a:spcBef>
                <a:spcPts val="0"/>
              </a:spcBef>
              <a:spcAft>
                <a:spcPts val="0"/>
              </a:spcAft>
              <a:buNone/>
            </a:pPr>
            <a:r>
              <a:rPr lang="en" sz="900">
                <a:latin typeface="Courier New"/>
                <a:ea typeface="Courier New"/>
                <a:cs typeface="Courier New"/>
                <a:sym typeface="Courier New"/>
              </a:rPr>
              <a:t>Mario completed Lap 1</a:t>
            </a:r>
            <a:endParaRPr sz="900">
              <a:latin typeface="Courier New"/>
              <a:ea typeface="Courier New"/>
              <a:cs typeface="Courier New"/>
              <a:sym typeface="Courier New"/>
            </a:endParaRPr>
          </a:p>
          <a:p>
            <a:pPr marL="0" lvl="0" indent="0" algn="l" rtl="0">
              <a:spcBef>
                <a:spcPts val="0"/>
              </a:spcBef>
              <a:spcAft>
                <a:spcPts val="0"/>
              </a:spcAft>
              <a:buNone/>
            </a:pPr>
            <a:r>
              <a:rPr lang="en" sz="900">
                <a:latin typeface="Courier New"/>
                <a:ea typeface="Courier New"/>
                <a:cs typeface="Courier New"/>
                <a:sym typeface="Courier New"/>
              </a:rPr>
              <a:t>Peach completed Lap 3</a:t>
            </a:r>
            <a:endParaRPr sz="900">
              <a:latin typeface="Courier New"/>
              <a:ea typeface="Courier New"/>
              <a:cs typeface="Courier New"/>
              <a:sym typeface="Courier New"/>
            </a:endParaRPr>
          </a:p>
          <a:p>
            <a:pPr marL="0" lvl="0" indent="0" algn="l" rtl="0">
              <a:spcBef>
                <a:spcPts val="0"/>
              </a:spcBef>
              <a:spcAft>
                <a:spcPts val="0"/>
              </a:spcAft>
              <a:buNone/>
            </a:pPr>
            <a:r>
              <a:rPr lang="en" sz="900">
                <a:latin typeface="Courier New"/>
                <a:ea typeface="Courier New"/>
                <a:cs typeface="Courier New"/>
                <a:sym typeface="Courier New"/>
              </a:rPr>
              <a:t>Luigi completed Lap 2</a:t>
            </a:r>
            <a:endParaRPr sz="900">
              <a:latin typeface="Courier New"/>
              <a:ea typeface="Courier New"/>
              <a:cs typeface="Courier New"/>
              <a:sym typeface="Courier New"/>
            </a:endParaRPr>
          </a:p>
          <a:p>
            <a:pPr marL="0" lvl="0" indent="0" algn="l" rtl="0">
              <a:spcBef>
                <a:spcPts val="0"/>
              </a:spcBef>
              <a:spcAft>
                <a:spcPts val="0"/>
              </a:spcAft>
              <a:buNone/>
            </a:pPr>
            <a:r>
              <a:rPr lang="en" sz="900">
                <a:latin typeface="Courier New"/>
                <a:ea typeface="Courier New"/>
                <a:cs typeface="Courier New"/>
                <a:sym typeface="Courier New"/>
              </a:rPr>
              <a:t>Mario completed Lap 2</a:t>
            </a:r>
            <a:endParaRPr sz="900">
              <a:latin typeface="Courier New"/>
              <a:ea typeface="Courier New"/>
              <a:cs typeface="Courier New"/>
              <a:sym typeface="Courier New"/>
            </a:endParaRPr>
          </a:p>
          <a:p>
            <a:pPr marL="0" lvl="0" indent="0" algn="l" rtl="0">
              <a:spcBef>
                <a:spcPts val="0"/>
              </a:spcBef>
              <a:spcAft>
                <a:spcPts val="0"/>
              </a:spcAft>
              <a:buNone/>
            </a:pPr>
            <a:r>
              <a:rPr lang="en" sz="900">
                <a:latin typeface="Courier New"/>
                <a:ea typeface="Courier New"/>
                <a:cs typeface="Courier New"/>
                <a:sym typeface="Courier New"/>
              </a:rPr>
              <a:t>Luigi completed Lap 3</a:t>
            </a:r>
            <a:endParaRPr sz="900">
              <a:latin typeface="Courier New"/>
              <a:ea typeface="Courier New"/>
              <a:cs typeface="Courier New"/>
              <a:sym typeface="Courier New"/>
            </a:endParaRPr>
          </a:p>
          <a:p>
            <a:pPr marL="0" lvl="0" indent="0" algn="l" rtl="0">
              <a:spcBef>
                <a:spcPts val="0"/>
              </a:spcBef>
              <a:spcAft>
                <a:spcPts val="0"/>
              </a:spcAft>
              <a:buNone/>
            </a:pPr>
            <a:r>
              <a:rPr lang="en" sz="900">
                <a:latin typeface="Courier New"/>
                <a:ea typeface="Courier New"/>
                <a:cs typeface="Courier New"/>
                <a:sym typeface="Courier New"/>
              </a:rPr>
              <a:t>Mario completed Lap 3</a:t>
            </a:r>
            <a:endParaRPr sz="900">
              <a:latin typeface="Courier New"/>
              <a:ea typeface="Courier New"/>
              <a:cs typeface="Courier New"/>
              <a:sym typeface="Courier New"/>
            </a:endParaRPr>
          </a:p>
        </p:txBody>
      </p:sp>
      <p:sp>
        <p:nvSpPr>
          <p:cNvPr id="367" name="Google Shape;367;p44"/>
          <p:cNvSpPr txBox="1">
            <a:spLocks noGrp="1"/>
          </p:cNvSpPr>
          <p:nvPr>
            <p:ph type="body" idx="4"/>
          </p:nvPr>
        </p:nvSpPr>
        <p:spPr>
          <a:xfrm>
            <a:off x="249650" y="4611400"/>
            <a:ext cx="2457000" cy="3693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Sample output for 3 laps.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45"/>
          <p:cNvSpPr txBox="1">
            <a:spLocks noGrp="1"/>
          </p:cNvSpPr>
          <p:nvPr>
            <p:ph type="title"/>
          </p:nvPr>
        </p:nvSpPr>
        <p:spPr>
          <a:xfrm>
            <a:off x="5264725" y="272325"/>
            <a:ext cx="3706500" cy="638100"/>
          </a:xfrm>
          <a:prstGeom prst="rect">
            <a:avLst/>
          </a:prstGeom>
          <a:noFill/>
          <a:ln>
            <a:noFill/>
          </a:ln>
        </p:spPr>
        <p:txBody>
          <a:bodyPr spcFirstLastPara="1" wrap="square" lIns="68575" tIns="34275" rIns="68575" bIns="34275" anchor="ctr" anchorCtr="0">
            <a:normAutofit/>
          </a:bodyPr>
          <a:lstStyle/>
          <a:p>
            <a:pPr marL="0" lvl="0" indent="0" algn="l" rtl="0">
              <a:lnSpc>
                <a:spcPct val="90000"/>
              </a:lnSpc>
              <a:spcBef>
                <a:spcPts val="0"/>
              </a:spcBef>
              <a:spcAft>
                <a:spcPts val="0"/>
              </a:spcAft>
              <a:buClr>
                <a:schemeClr val="dk2"/>
              </a:buClr>
              <a:buSzPts val="3300"/>
              <a:buFont typeface="Calibri"/>
              <a:buNone/>
            </a:pPr>
            <a:r>
              <a:rPr lang="en"/>
              <a:t>Thread States I</a:t>
            </a:r>
            <a:endParaRPr/>
          </a:p>
        </p:txBody>
      </p:sp>
      <p:sp>
        <p:nvSpPr>
          <p:cNvPr id="373" name="Google Shape;373;p45"/>
          <p:cNvSpPr txBox="1">
            <a:spLocks noGrp="1"/>
          </p:cNvSpPr>
          <p:nvPr>
            <p:ph type="body" idx="1"/>
          </p:nvPr>
        </p:nvSpPr>
        <p:spPr>
          <a:xfrm>
            <a:off x="331525" y="621950"/>
            <a:ext cx="4166400" cy="3817681"/>
          </a:xfrm>
          <a:prstGeom prst="rect">
            <a:avLst/>
          </a:prstGeom>
          <a:noFill/>
          <a:ln>
            <a:noFill/>
          </a:ln>
        </p:spPr>
        <p:txBody>
          <a:bodyPr spcFirstLastPara="1" wrap="square" lIns="68575" tIns="34275" rIns="68575" bIns="34275" anchor="t" anchorCtr="0">
            <a:spAutoFit/>
          </a:bodyPr>
          <a:lstStyle/>
          <a:p>
            <a:pPr marL="457200" lvl="0" indent="-311150" algn="l" rtl="0">
              <a:lnSpc>
                <a:spcPct val="95000"/>
              </a:lnSpc>
              <a:spcBef>
                <a:spcPts val="0"/>
              </a:spcBef>
              <a:spcAft>
                <a:spcPts val="0"/>
              </a:spcAft>
              <a:buSzPts val="1300"/>
              <a:buChar char="●"/>
            </a:pPr>
            <a:r>
              <a:rPr lang="en" dirty="0"/>
              <a:t>Each thread can be in one of several </a:t>
            </a:r>
            <a:r>
              <a:rPr lang="en" b="1" i="1" dirty="0">
                <a:solidFill>
                  <a:srgbClr val="FF0000"/>
                </a:solidFill>
              </a:rPr>
              <a:t>states</a:t>
            </a:r>
            <a:r>
              <a:rPr lang="en" dirty="0"/>
              <a:t> at any point in time</a:t>
            </a:r>
            <a:endParaRPr dirty="0"/>
          </a:p>
          <a:p>
            <a:pPr marL="457200" lvl="0" indent="-311150" algn="l" rtl="0">
              <a:lnSpc>
                <a:spcPct val="95000"/>
              </a:lnSpc>
              <a:spcBef>
                <a:spcPts val="1000"/>
              </a:spcBef>
              <a:spcAft>
                <a:spcPts val="0"/>
              </a:spcAft>
              <a:buSzPts val="1300"/>
              <a:buChar char="●"/>
            </a:pPr>
            <a:r>
              <a:rPr lang="en" dirty="0"/>
              <a:t>We'll start with the first states and add more as we introduce new functionality</a:t>
            </a:r>
            <a:endParaRPr dirty="0"/>
          </a:p>
          <a:p>
            <a:pPr marL="457200" lvl="0" indent="-311150" algn="l" rtl="0">
              <a:lnSpc>
                <a:spcPct val="95000"/>
              </a:lnSpc>
              <a:spcBef>
                <a:spcPts val="1000"/>
              </a:spcBef>
              <a:spcAft>
                <a:spcPts val="0"/>
              </a:spcAft>
              <a:buSzPts val="1300"/>
              <a:buChar char="●"/>
            </a:pPr>
            <a:r>
              <a:rPr lang="en" b="1" i="1" dirty="0">
                <a:solidFill>
                  <a:srgbClr val="FF0000"/>
                </a:solidFill>
                <a:highlight>
                  <a:srgbClr val="FFFF00"/>
                </a:highlight>
              </a:rPr>
              <a:t>NEW</a:t>
            </a:r>
            <a:r>
              <a:rPr lang="en" dirty="0">
                <a:highlight>
                  <a:srgbClr val="FFFF00"/>
                </a:highlight>
              </a:rPr>
              <a:t> </a:t>
            </a:r>
            <a:r>
              <a:rPr lang="en" dirty="0"/>
              <a:t>– A thread has been created but start has not been called</a:t>
            </a:r>
            <a:endParaRPr dirty="0"/>
          </a:p>
          <a:p>
            <a:pPr marL="457200" lvl="0" indent="-311150" algn="l" rtl="0">
              <a:lnSpc>
                <a:spcPct val="95000"/>
              </a:lnSpc>
              <a:spcBef>
                <a:spcPts val="1000"/>
              </a:spcBef>
              <a:spcAft>
                <a:spcPts val="0"/>
              </a:spcAft>
              <a:buSzPts val="1300"/>
              <a:buChar char="●"/>
            </a:pPr>
            <a:r>
              <a:rPr lang="en" b="1" i="1" dirty="0">
                <a:solidFill>
                  <a:srgbClr val="FF0000"/>
                </a:solidFill>
              </a:rPr>
              <a:t>R</a:t>
            </a:r>
            <a:r>
              <a:rPr lang="en" b="1" i="1" dirty="0">
                <a:solidFill>
                  <a:srgbClr val="FF0000"/>
                </a:solidFill>
                <a:highlight>
                  <a:srgbClr val="FFFF00"/>
                </a:highlight>
              </a:rPr>
              <a:t>UNNABLE</a:t>
            </a:r>
            <a:r>
              <a:rPr lang="en" dirty="0">
                <a:highlight>
                  <a:srgbClr val="FFFF00"/>
                </a:highlight>
              </a:rPr>
              <a:t> </a:t>
            </a:r>
            <a:r>
              <a:rPr lang="en" dirty="0"/>
              <a:t>– Start has been called and nothing is preventing the thread from running</a:t>
            </a:r>
            <a:endParaRPr dirty="0"/>
          </a:p>
          <a:p>
            <a:pPr marL="457200" lvl="0" indent="-311150" algn="l" rtl="0">
              <a:lnSpc>
                <a:spcPct val="95000"/>
              </a:lnSpc>
              <a:spcBef>
                <a:spcPts val="1000"/>
              </a:spcBef>
              <a:spcAft>
                <a:spcPts val="0"/>
              </a:spcAft>
              <a:buSzPts val="1300"/>
              <a:buChar char="●"/>
            </a:pPr>
            <a:r>
              <a:rPr lang="en" b="1" i="1" dirty="0">
                <a:solidFill>
                  <a:srgbClr val="FF0000"/>
                </a:solidFill>
                <a:highlight>
                  <a:srgbClr val="FFFF00"/>
                </a:highlight>
              </a:rPr>
              <a:t>Running</a:t>
            </a:r>
            <a:r>
              <a:rPr lang="en" dirty="0">
                <a:highlight>
                  <a:srgbClr val="FFFF00"/>
                </a:highlight>
              </a:rPr>
              <a:t> </a:t>
            </a:r>
            <a:r>
              <a:rPr lang="en" dirty="0"/>
              <a:t>– The thread is actively executing on a processor (not an official state)</a:t>
            </a:r>
            <a:endParaRPr dirty="0"/>
          </a:p>
          <a:p>
            <a:pPr marL="457200" lvl="0" indent="-311150" algn="l" rtl="0">
              <a:lnSpc>
                <a:spcPct val="95000"/>
              </a:lnSpc>
              <a:spcBef>
                <a:spcPts val="1000"/>
              </a:spcBef>
              <a:spcAft>
                <a:spcPts val="0"/>
              </a:spcAft>
              <a:buSzPts val="1300"/>
              <a:buChar char="●"/>
            </a:pPr>
            <a:r>
              <a:rPr lang="en" dirty="0"/>
              <a:t>When a thread has finished its execution, or has been terminated, it enters the </a:t>
            </a:r>
            <a:r>
              <a:rPr lang="en" b="1" i="1" dirty="0">
                <a:solidFill>
                  <a:srgbClr val="FF0000"/>
                </a:solidFill>
                <a:highlight>
                  <a:srgbClr val="FFFF00"/>
                </a:highlight>
              </a:rPr>
              <a:t>DEAD </a:t>
            </a:r>
            <a:r>
              <a:rPr lang="en" dirty="0"/>
              <a:t>state</a:t>
            </a:r>
            <a:endParaRPr dirty="0"/>
          </a:p>
          <a:p>
            <a:pPr marL="457200" lvl="0" indent="-311150" algn="l" rtl="0">
              <a:lnSpc>
                <a:spcPct val="95000"/>
              </a:lnSpc>
              <a:spcBef>
                <a:spcPts val="1000"/>
              </a:spcBef>
              <a:spcAft>
                <a:spcPts val="1000"/>
              </a:spcAft>
              <a:buSzPts val="1300"/>
              <a:buChar char="●"/>
            </a:pPr>
            <a:r>
              <a:rPr lang="en" dirty="0"/>
              <a:t>We can check if a thread is in this state using the </a:t>
            </a:r>
            <a:r>
              <a:rPr lang="en" dirty="0">
                <a:solidFill>
                  <a:srgbClr val="FF0000"/>
                </a:solidFill>
                <a:highlight>
                  <a:srgbClr val="FFFF00"/>
                </a:highlight>
                <a:latin typeface="Courier New"/>
                <a:ea typeface="Courier New"/>
                <a:cs typeface="Courier New"/>
                <a:sym typeface="Courier New"/>
              </a:rPr>
              <a:t>isAlive</a:t>
            </a:r>
            <a:r>
              <a:rPr lang="en" dirty="0">
                <a:highlight>
                  <a:srgbClr val="FFFF00"/>
                </a:highlight>
                <a:latin typeface="Courier New"/>
                <a:ea typeface="Courier New"/>
                <a:cs typeface="Courier New"/>
                <a:sym typeface="Courier New"/>
              </a:rPr>
              <a:t>()</a:t>
            </a:r>
            <a:r>
              <a:rPr lang="en" dirty="0">
                <a:highlight>
                  <a:srgbClr val="FFFF00"/>
                </a:highlight>
              </a:rPr>
              <a:t> </a:t>
            </a:r>
            <a:r>
              <a:rPr lang="en" dirty="0"/>
              <a:t>method - It returns </a:t>
            </a:r>
            <a:r>
              <a:rPr lang="en" dirty="0">
                <a:latin typeface="Courier New"/>
                <a:ea typeface="Courier New"/>
                <a:cs typeface="Courier New"/>
                <a:sym typeface="Courier New"/>
              </a:rPr>
              <a:t>true</a:t>
            </a:r>
            <a:r>
              <a:rPr lang="en" dirty="0"/>
              <a:t> if the thread is still </a:t>
            </a:r>
            <a:r>
              <a:rPr lang="en" b="1" i="1" dirty="0">
                <a:solidFill>
                  <a:srgbClr val="FF0000"/>
                </a:solidFill>
              </a:rPr>
              <a:t>active</a:t>
            </a:r>
            <a:r>
              <a:rPr lang="en" dirty="0"/>
              <a:t> or false if it has died</a:t>
            </a:r>
            <a:endParaRPr dirty="0"/>
          </a:p>
        </p:txBody>
      </p:sp>
      <p:sp>
        <p:nvSpPr>
          <p:cNvPr id="374" name="Google Shape;374;p45"/>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375" name="Google Shape;375;p45"/>
          <p:cNvSpPr/>
          <p:nvPr/>
        </p:nvSpPr>
        <p:spPr>
          <a:xfrm>
            <a:off x="6396448" y="986600"/>
            <a:ext cx="1115400" cy="478500"/>
          </a:xfrm>
          <a:prstGeom prst="roundRect">
            <a:avLst>
              <a:gd name="adj" fmla="val 16667"/>
            </a:avLst>
          </a:prstGeom>
          <a:solidFill>
            <a:srgbClr val="626B73"/>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NEW</a:t>
            </a:r>
            <a:endParaRPr>
              <a:solidFill>
                <a:srgbClr val="FFFFFF"/>
              </a:solidFill>
            </a:endParaRPr>
          </a:p>
        </p:txBody>
      </p:sp>
      <p:grpSp>
        <p:nvGrpSpPr>
          <p:cNvPr id="376" name="Google Shape;376;p45"/>
          <p:cNvGrpSpPr/>
          <p:nvPr/>
        </p:nvGrpSpPr>
        <p:grpSpPr>
          <a:xfrm>
            <a:off x="5956919" y="1934734"/>
            <a:ext cx="1992951" cy="1728720"/>
            <a:chOff x="5956919" y="1858534"/>
            <a:chExt cx="1992951" cy="1728720"/>
          </a:xfrm>
        </p:grpSpPr>
        <p:sp>
          <p:nvSpPr>
            <p:cNvPr id="377" name="Google Shape;377;p45"/>
            <p:cNvSpPr/>
            <p:nvPr/>
          </p:nvSpPr>
          <p:spPr>
            <a:xfrm>
              <a:off x="5956919" y="1858534"/>
              <a:ext cx="1992951" cy="1728720"/>
            </a:xfrm>
            <a:prstGeom prst="roundRect">
              <a:avLst>
                <a:gd name="adj" fmla="val 9698"/>
              </a:avLst>
            </a:prstGeom>
            <a:solidFill>
              <a:srgbClr val="6AA84F"/>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45"/>
            <p:cNvSpPr/>
            <p:nvPr/>
          </p:nvSpPr>
          <p:spPr>
            <a:xfrm>
              <a:off x="6052559" y="1956718"/>
              <a:ext cx="1803107" cy="478485"/>
            </a:xfrm>
            <a:prstGeom prst="roundRect">
              <a:avLst>
                <a:gd name="adj" fmla="val 16667"/>
              </a:avLst>
            </a:prstGeom>
            <a:solidFill>
              <a:srgbClr val="626B73"/>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RUNNABLE</a:t>
              </a:r>
              <a:endParaRPr>
                <a:solidFill>
                  <a:srgbClr val="FFFFFF"/>
                </a:solidFill>
              </a:endParaRPr>
            </a:p>
          </p:txBody>
        </p:sp>
      </p:grpSp>
      <p:sp>
        <p:nvSpPr>
          <p:cNvPr id="379" name="Google Shape;379;p45"/>
          <p:cNvSpPr/>
          <p:nvPr/>
        </p:nvSpPr>
        <p:spPr>
          <a:xfrm>
            <a:off x="6052559" y="3079221"/>
            <a:ext cx="1803000" cy="478500"/>
          </a:xfrm>
          <a:prstGeom prst="roundRect">
            <a:avLst>
              <a:gd name="adj" fmla="val 16667"/>
            </a:avLst>
          </a:prstGeom>
          <a:solidFill>
            <a:srgbClr val="626B73"/>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i="1">
                <a:solidFill>
                  <a:srgbClr val="FFFFFF"/>
                </a:solidFill>
              </a:rPr>
              <a:t>RUNNING</a:t>
            </a:r>
            <a:endParaRPr i="1">
              <a:solidFill>
                <a:srgbClr val="FFFFFF"/>
              </a:solidFill>
            </a:endParaRPr>
          </a:p>
        </p:txBody>
      </p:sp>
      <p:sp>
        <p:nvSpPr>
          <p:cNvPr id="380" name="Google Shape;380;p45"/>
          <p:cNvSpPr/>
          <p:nvPr/>
        </p:nvSpPr>
        <p:spPr>
          <a:xfrm>
            <a:off x="6080623" y="4133089"/>
            <a:ext cx="1745700" cy="478500"/>
          </a:xfrm>
          <a:prstGeom prst="roundRect">
            <a:avLst>
              <a:gd name="adj" fmla="val 16667"/>
            </a:avLst>
          </a:prstGeom>
          <a:solidFill>
            <a:srgbClr val="626B73"/>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a:solidFill>
                  <a:srgbClr val="FFFFFF"/>
                </a:solidFill>
              </a:rPr>
              <a:t>DEAD</a:t>
            </a:r>
            <a:endParaRPr sz="1300">
              <a:solidFill>
                <a:srgbClr val="FFFFFF"/>
              </a:solidFill>
            </a:endParaRPr>
          </a:p>
        </p:txBody>
      </p:sp>
      <p:grpSp>
        <p:nvGrpSpPr>
          <p:cNvPr id="381" name="Google Shape;381;p45"/>
          <p:cNvGrpSpPr/>
          <p:nvPr/>
        </p:nvGrpSpPr>
        <p:grpSpPr>
          <a:xfrm>
            <a:off x="6793311" y="3557721"/>
            <a:ext cx="1064400" cy="575400"/>
            <a:chOff x="6793311" y="3481521"/>
            <a:chExt cx="1064400" cy="575400"/>
          </a:xfrm>
        </p:grpSpPr>
        <p:cxnSp>
          <p:nvCxnSpPr>
            <p:cNvPr id="382" name="Google Shape;382;p45"/>
            <p:cNvCxnSpPr>
              <a:stCxn id="379" idx="2"/>
              <a:endCxn id="380" idx="0"/>
            </p:cNvCxnSpPr>
            <p:nvPr/>
          </p:nvCxnSpPr>
          <p:spPr>
            <a:xfrm flipH="1">
              <a:off x="6953459" y="3481521"/>
              <a:ext cx="600" cy="575400"/>
            </a:xfrm>
            <a:prstGeom prst="straightConnector1">
              <a:avLst/>
            </a:prstGeom>
            <a:noFill/>
            <a:ln w="19050" cap="flat" cmpd="sng">
              <a:solidFill>
                <a:srgbClr val="FFFFFF"/>
              </a:solidFill>
              <a:prstDash val="solid"/>
              <a:round/>
              <a:headEnd type="none" w="med" len="med"/>
              <a:tailEnd type="triangle" w="med" len="med"/>
            </a:ln>
          </p:spPr>
        </p:cxnSp>
        <p:sp>
          <p:nvSpPr>
            <p:cNvPr id="383" name="Google Shape;383;p45"/>
            <p:cNvSpPr txBox="1"/>
            <p:nvPr/>
          </p:nvSpPr>
          <p:spPr>
            <a:xfrm>
              <a:off x="6793311" y="3644544"/>
              <a:ext cx="1064400" cy="232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FFFFFF"/>
                  </a:solidFill>
                  <a:latin typeface="Consolas"/>
                  <a:ea typeface="Consolas"/>
                  <a:cs typeface="Consolas"/>
                  <a:sym typeface="Consolas"/>
                </a:rPr>
                <a:t>run()</a:t>
              </a:r>
              <a:r>
                <a:rPr lang="en" sz="800">
                  <a:solidFill>
                    <a:srgbClr val="FFFFFF"/>
                  </a:solidFill>
                </a:rPr>
                <a:t> returns</a:t>
              </a:r>
              <a:endParaRPr sz="800">
                <a:solidFill>
                  <a:srgbClr val="FFFFFF"/>
                </a:solidFill>
              </a:endParaRPr>
            </a:p>
          </p:txBody>
        </p:sp>
      </p:grpSp>
      <p:grpSp>
        <p:nvGrpSpPr>
          <p:cNvPr id="384" name="Google Shape;384;p45"/>
          <p:cNvGrpSpPr/>
          <p:nvPr/>
        </p:nvGrpSpPr>
        <p:grpSpPr>
          <a:xfrm>
            <a:off x="6935568" y="1465100"/>
            <a:ext cx="804900" cy="567900"/>
            <a:chOff x="6935568" y="1388900"/>
            <a:chExt cx="804900" cy="567900"/>
          </a:xfrm>
        </p:grpSpPr>
        <p:cxnSp>
          <p:nvCxnSpPr>
            <p:cNvPr id="385" name="Google Shape;385;p45"/>
            <p:cNvCxnSpPr>
              <a:stCxn id="375" idx="2"/>
              <a:endCxn id="378" idx="0"/>
            </p:cNvCxnSpPr>
            <p:nvPr/>
          </p:nvCxnSpPr>
          <p:spPr>
            <a:xfrm>
              <a:off x="6954148" y="1388900"/>
              <a:ext cx="0" cy="567900"/>
            </a:xfrm>
            <a:prstGeom prst="straightConnector1">
              <a:avLst/>
            </a:prstGeom>
            <a:noFill/>
            <a:ln w="19050" cap="flat" cmpd="sng">
              <a:solidFill>
                <a:srgbClr val="FFFFFF"/>
              </a:solidFill>
              <a:prstDash val="solid"/>
              <a:round/>
              <a:headEnd type="none" w="med" len="med"/>
              <a:tailEnd type="triangle" w="med" len="med"/>
            </a:ln>
          </p:spPr>
        </p:cxnSp>
        <p:sp>
          <p:nvSpPr>
            <p:cNvPr id="386" name="Google Shape;386;p45"/>
            <p:cNvSpPr txBox="1"/>
            <p:nvPr/>
          </p:nvSpPr>
          <p:spPr>
            <a:xfrm>
              <a:off x="6935568" y="1494655"/>
              <a:ext cx="804900" cy="232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solidFill>
                    <a:srgbClr val="FFFFFF"/>
                  </a:solidFill>
                  <a:latin typeface="Consolas"/>
                  <a:ea typeface="Consolas"/>
                  <a:cs typeface="Consolas"/>
                  <a:sym typeface="Consolas"/>
                </a:rPr>
                <a:t>start()</a:t>
              </a:r>
              <a:endParaRPr sz="800" b="1">
                <a:solidFill>
                  <a:srgbClr val="FFFFFF"/>
                </a:solidFill>
                <a:latin typeface="Consolas"/>
                <a:ea typeface="Consolas"/>
                <a:cs typeface="Consolas"/>
                <a:sym typeface="Consolas"/>
              </a:endParaRPr>
            </a:p>
          </p:txBody>
        </p:sp>
      </p:grpSp>
      <p:grpSp>
        <p:nvGrpSpPr>
          <p:cNvPr id="387" name="Google Shape;387;p45"/>
          <p:cNvGrpSpPr/>
          <p:nvPr/>
        </p:nvGrpSpPr>
        <p:grpSpPr>
          <a:xfrm>
            <a:off x="6889712" y="2517804"/>
            <a:ext cx="697800" cy="669167"/>
            <a:chOff x="6889712" y="2441604"/>
            <a:chExt cx="697800" cy="669167"/>
          </a:xfrm>
        </p:grpSpPr>
        <p:cxnSp>
          <p:nvCxnSpPr>
            <p:cNvPr id="388" name="Google Shape;388;p45"/>
            <p:cNvCxnSpPr/>
            <p:nvPr/>
          </p:nvCxnSpPr>
          <p:spPr>
            <a:xfrm rot="10800000">
              <a:off x="7479499" y="2441604"/>
              <a:ext cx="0" cy="575873"/>
            </a:xfrm>
            <a:prstGeom prst="straightConnector1">
              <a:avLst/>
            </a:prstGeom>
            <a:noFill/>
            <a:ln w="19050" cap="flat" cmpd="sng">
              <a:solidFill>
                <a:srgbClr val="FFFFFF"/>
              </a:solidFill>
              <a:prstDash val="solid"/>
              <a:round/>
              <a:headEnd type="none" w="med" len="med"/>
              <a:tailEnd type="triangle" w="med" len="med"/>
            </a:ln>
          </p:spPr>
        </p:cxnSp>
        <p:sp>
          <p:nvSpPr>
            <p:cNvPr id="389" name="Google Shape;389;p45"/>
            <p:cNvSpPr txBox="1"/>
            <p:nvPr/>
          </p:nvSpPr>
          <p:spPr>
            <a:xfrm>
              <a:off x="6889712" y="2701871"/>
              <a:ext cx="697800" cy="408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solidFill>
                    <a:srgbClr val="FFFFFF"/>
                  </a:solidFill>
                </a:rPr>
                <a:t>timeout</a:t>
              </a:r>
              <a:endParaRPr sz="800" b="1">
                <a:solidFill>
                  <a:srgbClr val="FFFFFF"/>
                </a:solidFill>
              </a:endParaRPr>
            </a:p>
          </p:txBody>
        </p:sp>
      </p:grpSp>
      <p:grpSp>
        <p:nvGrpSpPr>
          <p:cNvPr id="390" name="Google Shape;390;p45"/>
          <p:cNvGrpSpPr/>
          <p:nvPr/>
        </p:nvGrpSpPr>
        <p:grpSpPr>
          <a:xfrm>
            <a:off x="6334392" y="2481836"/>
            <a:ext cx="878700" cy="611687"/>
            <a:chOff x="6334392" y="2405636"/>
            <a:chExt cx="878700" cy="611687"/>
          </a:xfrm>
        </p:grpSpPr>
        <p:cxnSp>
          <p:nvCxnSpPr>
            <p:cNvPr id="391" name="Google Shape;391;p45"/>
            <p:cNvCxnSpPr/>
            <p:nvPr/>
          </p:nvCxnSpPr>
          <p:spPr>
            <a:xfrm>
              <a:off x="6459193" y="2441451"/>
              <a:ext cx="0" cy="575873"/>
            </a:xfrm>
            <a:prstGeom prst="straightConnector1">
              <a:avLst/>
            </a:prstGeom>
            <a:noFill/>
            <a:ln w="19050" cap="flat" cmpd="sng">
              <a:solidFill>
                <a:srgbClr val="FFFFFF"/>
              </a:solidFill>
              <a:prstDash val="solid"/>
              <a:round/>
              <a:headEnd type="none" w="med" len="med"/>
              <a:tailEnd type="triangle" w="med" len="med"/>
            </a:ln>
          </p:spPr>
        </p:cxnSp>
        <p:sp>
          <p:nvSpPr>
            <p:cNvPr id="392" name="Google Shape;392;p45"/>
            <p:cNvSpPr txBox="1"/>
            <p:nvPr/>
          </p:nvSpPr>
          <p:spPr>
            <a:xfrm>
              <a:off x="6334392" y="2405636"/>
              <a:ext cx="878700" cy="232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solidFill>
                    <a:srgbClr val="FFFFFF"/>
                  </a:solidFill>
                </a:rPr>
                <a:t>scheduled</a:t>
              </a:r>
              <a:endParaRPr sz="800" b="1">
                <a:solidFill>
                  <a:srgbClr val="FFFFFF"/>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75"/>
                                        </p:tgtEl>
                                        <p:attrNameLst>
                                          <p:attrName>style.visibility</p:attrName>
                                        </p:attrNameLst>
                                      </p:cBhvr>
                                      <p:to>
                                        <p:strVal val="visible"/>
                                      </p:to>
                                    </p:set>
                                    <p:animEffect transition="in" filter="fade">
                                      <p:cBhvr>
                                        <p:cTn id="7" dur="1000"/>
                                        <p:tgtEl>
                                          <p:spTgt spid="37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84"/>
                                        </p:tgtEl>
                                        <p:attrNameLst>
                                          <p:attrName>style.visibility</p:attrName>
                                        </p:attrNameLst>
                                      </p:cBhvr>
                                      <p:to>
                                        <p:strVal val="visible"/>
                                      </p:to>
                                    </p:set>
                                    <p:animEffect transition="in" filter="fade">
                                      <p:cBhvr>
                                        <p:cTn id="12" dur="1000"/>
                                        <p:tgtEl>
                                          <p:spTgt spid="384"/>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376"/>
                                        </p:tgtEl>
                                        <p:attrNameLst>
                                          <p:attrName>style.visibility</p:attrName>
                                        </p:attrNameLst>
                                      </p:cBhvr>
                                      <p:to>
                                        <p:strVal val="visible"/>
                                      </p:to>
                                    </p:set>
                                    <p:animEffect transition="in" filter="fade">
                                      <p:cBhvr>
                                        <p:cTn id="16" dur="1000"/>
                                        <p:tgtEl>
                                          <p:spTgt spid="37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90"/>
                                        </p:tgtEl>
                                        <p:attrNameLst>
                                          <p:attrName>style.visibility</p:attrName>
                                        </p:attrNameLst>
                                      </p:cBhvr>
                                      <p:to>
                                        <p:strVal val="visible"/>
                                      </p:to>
                                    </p:set>
                                    <p:animEffect transition="in" filter="fade">
                                      <p:cBhvr>
                                        <p:cTn id="21" dur="1000"/>
                                        <p:tgtEl>
                                          <p:spTgt spid="390"/>
                                        </p:tgtEl>
                                      </p:cBhvr>
                                    </p:animEffect>
                                  </p:childTnLst>
                                </p:cTn>
                              </p:par>
                            </p:childTnLst>
                          </p:cTn>
                        </p:par>
                        <p:par>
                          <p:cTn id="22" fill="hold">
                            <p:stCondLst>
                              <p:cond delay="1000"/>
                            </p:stCondLst>
                            <p:childTnLst>
                              <p:par>
                                <p:cTn id="23" presetID="10" presetClass="entr" presetSubtype="0" fill="hold" nodeType="afterEffect">
                                  <p:stCondLst>
                                    <p:cond delay="0"/>
                                  </p:stCondLst>
                                  <p:childTnLst>
                                    <p:set>
                                      <p:cBhvr>
                                        <p:cTn id="24" dur="1" fill="hold">
                                          <p:stCondLst>
                                            <p:cond delay="0"/>
                                          </p:stCondLst>
                                        </p:cTn>
                                        <p:tgtEl>
                                          <p:spTgt spid="379"/>
                                        </p:tgtEl>
                                        <p:attrNameLst>
                                          <p:attrName>style.visibility</p:attrName>
                                        </p:attrNameLst>
                                      </p:cBhvr>
                                      <p:to>
                                        <p:strVal val="visible"/>
                                      </p:to>
                                    </p:set>
                                    <p:animEffect transition="in" filter="fade">
                                      <p:cBhvr>
                                        <p:cTn id="25" dur="1000"/>
                                        <p:tgtEl>
                                          <p:spTgt spid="37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87"/>
                                        </p:tgtEl>
                                        <p:attrNameLst>
                                          <p:attrName>style.visibility</p:attrName>
                                        </p:attrNameLst>
                                      </p:cBhvr>
                                      <p:to>
                                        <p:strVal val="visible"/>
                                      </p:to>
                                    </p:set>
                                    <p:animEffect transition="in" filter="fade">
                                      <p:cBhvr>
                                        <p:cTn id="30" dur="1000"/>
                                        <p:tgtEl>
                                          <p:spTgt spid="38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81"/>
                                        </p:tgtEl>
                                        <p:attrNameLst>
                                          <p:attrName>style.visibility</p:attrName>
                                        </p:attrNameLst>
                                      </p:cBhvr>
                                      <p:to>
                                        <p:strVal val="visible"/>
                                      </p:to>
                                    </p:set>
                                    <p:animEffect transition="in" filter="fade">
                                      <p:cBhvr>
                                        <p:cTn id="35" dur="1000"/>
                                        <p:tgtEl>
                                          <p:spTgt spid="381"/>
                                        </p:tgtEl>
                                      </p:cBhvr>
                                    </p:animEffect>
                                  </p:childTnLst>
                                </p:cTn>
                              </p:par>
                            </p:childTnLst>
                          </p:cTn>
                        </p:par>
                        <p:par>
                          <p:cTn id="36" fill="hold">
                            <p:stCondLst>
                              <p:cond delay="1000"/>
                            </p:stCondLst>
                            <p:childTnLst>
                              <p:par>
                                <p:cTn id="37" presetID="10" presetClass="entr" presetSubtype="0" fill="hold" nodeType="afterEffect">
                                  <p:stCondLst>
                                    <p:cond delay="0"/>
                                  </p:stCondLst>
                                  <p:childTnLst>
                                    <p:set>
                                      <p:cBhvr>
                                        <p:cTn id="38" dur="1" fill="hold">
                                          <p:stCondLst>
                                            <p:cond delay="0"/>
                                          </p:stCondLst>
                                        </p:cTn>
                                        <p:tgtEl>
                                          <p:spTgt spid="380"/>
                                        </p:tgtEl>
                                        <p:attrNameLst>
                                          <p:attrName>style.visibility</p:attrName>
                                        </p:attrNameLst>
                                      </p:cBhvr>
                                      <p:to>
                                        <p:strVal val="visible"/>
                                      </p:to>
                                    </p:set>
                                    <p:animEffect transition="in" filter="fade">
                                      <p:cBhvr>
                                        <p:cTn id="39" dur="1000"/>
                                        <p:tgtEl>
                                          <p:spTgt spid="3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sp>
        <p:nvSpPr>
          <p:cNvPr id="397" name="Google Shape;397;p4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15</a:t>
            </a:fld>
            <a:endParaRPr/>
          </a:p>
        </p:txBody>
      </p:sp>
      <p:sp>
        <p:nvSpPr>
          <p:cNvPr id="398" name="Google Shape;398;p4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It's Alive!</a:t>
            </a:r>
            <a:endParaRPr/>
          </a:p>
        </p:txBody>
      </p:sp>
      <p:sp>
        <p:nvSpPr>
          <p:cNvPr id="399" name="Google Shape;399;p46"/>
          <p:cNvSpPr txBox="1">
            <a:spLocks noGrp="1"/>
          </p:cNvSpPr>
          <p:nvPr>
            <p:ph type="body" idx="1"/>
          </p:nvPr>
        </p:nvSpPr>
        <p:spPr>
          <a:xfrm>
            <a:off x="94050" y="860200"/>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Now that we know about the isAlive method, we can use that to know when all the racers have finished. Let's use this to solve the issue with the finish times being incorrect.</a:t>
            </a:r>
            <a:endParaRPr/>
          </a:p>
        </p:txBody>
      </p:sp>
      <p:sp>
        <p:nvSpPr>
          <p:cNvPr id="400" name="Google Shape;400;p46"/>
          <p:cNvSpPr txBox="1">
            <a:spLocks noGrp="1"/>
          </p:cNvSpPr>
          <p:nvPr>
            <p:ph type="body" idx="2"/>
          </p:nvPr>
        </p:nvSpPr>
        <p:spPr>
          <a:xfrm>
            <a:off x="3875800" y="1857700"/>
            <a:ext cx="4870500" cy="2670957"/>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In </a:t>
            </a:r>
            <a:r>
              <a:rPr lang="en" dirty="0">
                <a:solidFill>
                  <a:srgbClr val="FF0000"/>
                </a:solidFill>
                <a:latin typeface="Courier New"/>
                <a:ea typeface="Courier New"/>
                <a:cs typeface="Courier New"/>
                <a:sym typeface="Courier New"/>
              </a:rPr>
              <a:t>ThreadRace</a:t>
            </a:r>
            <a:r>
              <a:rPr lang="en" dirty="0"/>
              <a:t>, after starting each racer, </a:t>
            </a:r>
            <a:r>
              <a:rPr lang="en" b="1" i="1" dirty="0">
                <a:solidFill>
                  <a:srgbClr val="FF0000"/>
                </a:solidFill>
              </a:rPr>
              <a:t>loop until</a:t>
            </a:r>
            <a:r>
              <a:rPr lang="en" dirty="0"/>
              <a:t> all racers have </a:t>
            </a:r>
            <a:r>
              <a:rPr lang="en" b="1" i="1" dirty="0">
                <a:solidFill>
                  <a:srgbClr val="FF0000"/>
                </a:solidFill>
              </a:rPr>
              <a:t>finished</a:t>
            </a:r>
            <a:r>
              <a:rPr lang="en" dirty="0"/>
              <a:t>.</a:t>
            </a:r>
            <a:endParaRPr dirty="0"/>
          </a:p>
          <a:p>
            <a:pPr marL="914400" lvl="1" indent="-298450" algn="l" rtl="0">
              <a:spcBef>
                <a:spcPts val="0"/>
              </a:spcBef>
              <a:spcAft>
                <a:spcPts val="0"/>
              </a:spcAft>
              <a:buSzPts val="1100"/>
              <a:buChar char="○"/>
            </a:pPr>
            <a:r>
              <a:rPr lang="en" dirty="0"/>
              <a:t>i.e. </a:t>
            </a:r>
            <a:r>
              <a:rPr lang="en" dirty="0">
                <a:highlight>
                  <a:srgbClr val="FFFF00"/>
                </a:highlight>
              </a:rPr>
              <a:t>their thread is no longer </a:t>
            </a:r>
            <a:r>
              <a:rPr lang="en" b="1" i="1" dirty="0">
                <a:solidFill>
                  <a:srgbClr val="FF0000"/>
                </a:solidFill>
                <a:highlight>
                  <a:srgbClr val="FFFF00"/>
                </a:highlight>
              </a:rPr>
              <a:t>alive</a:t>
            </a:r>
            <a:endParaRPr b="1" i="1" dirty="0">
              <a:solidFill>
                <a:srgbClr val="FF0000"/>
              </a:solidFill>
              <a:highlight>
                <a:srgbClr val="FFFF00"/>
              </a:highlight>
            </a:endParaRPr>
          </a:p>
          <a:p>
            <a:pPr marL="457200" lvl="0" indent="-311150" algn="l" rtl="0">
              <a:spcBef>
                <a:spcPts val="0"/>
              </a:spcBef>
              <a:spcAft>
                <a:spcPts val="0"/>
              </a:spcAft>
              <a:buSzPts val="1300"/>
              <a:buChar char="●"/>
            </a:pPr>
            <a:r>
              <a:rPr lang="en" dirty="0"/>
              <a:t>After they have all finished, print out their finish times.</a:t>
            </a:r>
            <a:endParaRPr dirty="0"/>
          </a:p>
          <a:p>
            <a:pPr marL="457200" lvl="0" indent="-311150" algn="l" rtl="0">
              <a:spcBef>
                <a:spcPts val="1000"/>
              </a:spcBef>
              <a:spcAft>
                <a:spcPts val="0"/>
              </a:spcAft>
              <a:buSzPts val="1300"/>
              <a:buChar char="●"/>
            </a:pPr>
            <a:r>
              <a:rPr lang="en" dirty="0"/>
              <a:t>Did you notice anything different about the times than when they were run serially?</a:t>
            </a:r>
            <a:endParaRPr dirty="0"/>
          </a:p>
          <a:p>
            <a:pPr marL="914400" lvl="1" indent="-298450" algn="l" rtl="0">
              <a:spcBef>
                <a:spcPts val="0"/>
              </a:spcBef>
              <a:spcAft>
                <a:spcPts val="0"/>
              </a:spcAft>
              <a:buSzPts val="1100"/>
              <a:buChar char="○"/>
            </a:pPr>
            <a:r>
              <a:rPr lang="en" dirty="0"/>
              <a:t>The first racer isn't slow anymore!</a:t>
            </a:r>
            <a:endParaRPr dirty="0"/>
          </a:p>
          <a:p>
            <a:pPr marL="457200" lvl="0" indent="-311150" algn="l" rtl="0">
              <a:spcBef>
                <a:spcPts val="1000"/>
              </a:spcBef>
              <a:spcAft>
                <a:spcPts val="0"/>
              </a:spcAft>
              <a:buSzPts val="1300"/>
              <a:buChar char="●"/>
            </a:pPr>
            <a:r>
              <a:rPr lang="en" dirty="0"/>
              <a:t>After you print out all the finish times, try having the racers run again by recalling their start methods.</a:t>
            </a:r>
            <a:endParaRPr dirty="0"/>
          </a:p>
          <a:p>
            <a:pPr marL="457200" lvl="0" indent="-311150" algn="l" rtl="0">
              <a:spcBef>
                <a:spcPts val="0"/>
              </a:spcBef>
              <a:spcAft>
                <a:spcPts val="0"/>
              </a:spcAft>
              <a:buSzPts val="1300"/>
              <a:buChar char="●"/>
            </a:pPr>
            <a:r>
              <a:rPr lang="en" dirty="0"/>
              <a:t>What happens?</a:t>
            </a:r>
            <a:endParaRPr dirty="0"/>
          </a:p>
        </p:txBody>
      </p:sp>
      <p:sp>
        <p:nvSpPr>
          <p:cNvPr id="401" name="Google Shape;401;p4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8.6</a:t>
            </a:r>
            <a:endParaRPr/>
          </a:p>
        </p:txBody>
      </p:sp>
      <p:pic>
        <p:nvPicPr>
          <p:cNvPr id="402" name="Google Shape;402;p46"/>
          <p:cNvPicPr preferRelativeResize="0"/>
          <p:nvPr/>
        </p:nvPicPr>
        <p:blipFill rotWithShape="1">
          <a:blip r:embed="rId3">
            <a:alphaModFix/>
          </a:blip>
          <a:srcRect l="19477" r="7300"/>
          <a:stretch/>
        </p:blipFill>
        <p:spPr>
          <a:xfrm>
            <a:off x="135575" y="1987625"/>
            <a:ext cx="3458550" cy="2361650"/>
          </a:xfrm>
          <a:prstGeom prst="rect">
            <a:avLst/>
          </a:prstGeom>
          <a:noFill/>
          <a:ln w="19050" cap="flat" cmpd="sng">
            <a:solidFill>
              <a:schemeClr val="dk1"/>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06"/>
        <p:cNvGrpSpPr/>
        <p:nvPr/>
      </p:nvGrpSpPr>
      <p:grpSpPr>
        <a:xfrm>
          <a:off x="0" y="0"/>
          <a:ext cx="0" cy="0"/>
          <a:chOff x="0" y="0"/>
          <a:chExt cx="0" cy="0"/>
        </a:xfrm>
      </p:grpSpPr>
      <p:sp>
        <p:nvSpPr>
          <p:cNvPr id="407" name="Google Shape;407;p47"/>
          <p:cNvSpPr txBox="1">
            <a:spLocks noGrp="1"/>
          </p:cNvSpPr>
          <p:nvPr>
            <p:ph type="title"/>
          </p:nvPr>
        </p:nvSpPr>
        <p:spPr>
          <a:xfrm>
            <a:off x="102600" y="198350"/>
            <a:ext cx="4104000" cy="845100"/>
          </a:xfrm>
          <a:prstGeom prst="rect">
            <a:avLst/>
          </a:prstGeom>
          <a:noFill/>
          <a:ln>
            <a:noFill/>
          </a:ln>
        </p:spPr>
        <p:txBody>
          <a:bodyPr spcFirstLastPara="1" wrap="square" lIns="68575" tIns="34275" rIns="68575" bIns="34275" anchor="ctr" anchorCtr="0">
            <a:spAutoFit/>
          </a:bodyPr>
          <a:lstStyle/>
          <a:p>
            <a:pPr marL="0" lvl="0" indent="0" algn="l" rtl="0">
              <a:lnSpc>
                <a:spcPct val="90000"/>
              </a:lnSpc>
              <a:spcBef>
                <a:spcPts val="0"/>
              </a:spcBef>
              <a:spcAft>
                <a:spcPts val="0"/>
              </a:spcAft>
              <a:buClr>
                <a:schemeClr val="dk2"/>
              </a:buClr>
              <a:buSzPts val="3300"/>
              <a:buFont typeface="Calibri"/>
              <a:buNone/>
            </a:pPr>
            <a:r>
              <a:rPr lang="en"/>
              <a:t>Implementing </a:t>
            </a:r>
            <a:r>
              <a:rPr lang="en">
                <a:latin typeface="Courier New"/>
                <a:ea typeface="Courier New"/>
                <a:cs typeface="Courier New"/>
                <a:sym typeface="Courier New"/>
              </a:rPr>
              <a:t>java.lang.Runnable</a:t>
            </a:r>
            <a:endParaRPr>
              <a:latin typeface="Courier New"/>
              <a:ea typeface="Courier New"/>
              <a:cs typeface="Courier New"/>
              <a:sym typeface="Courier New"/>
            </a:endParaRPr>
          </a:p>
        </p:txBody>
      </p:sp>
      <p:sp>
        <p:nvSpPr>
          <p:cNvPr id="408" name="Google Shape;408;p47"/>
          <p:cNvSpPr txBox="1">
            <a:spLocks noGrp="1"/>
          </p:cNvSpPr>
          <p:nvPr>
            <p:ph type="body" idx="1"/>
          </p:nvPr>
        </p:nvSpPr>
        <p:spPr>
          <a:xfrm>
            <a:off x="4644675" y="500925"/>
            <a:ext cx="4166400" cy="3648148"/>
          </a:xfrm>
          <a:prstGeom prst="rect">
            <a:avLst/>
          </a:prstGeom>
          <a:noFill/>
          <a:ln>
            <a:noFill/>
          </a:ln>
        </p:spPr>
        <p:txBody>
          <a:bodyPr spcFirstLastPara="1" wrap="square" lIns="68575" tIns="34275" rIns="68575" bIns="34275" anchor="t" anchorCtr="0">
            <a:spAutoFit/>
          </a:bodyPr>
          <a:lstStyle/>
          <a:p>
            <a:pPr marL="457200" lvl="0" indent="-317500" algn="l" rtl="0">
              <a:lnSpc>
                <a:spcPct val="115000"/>
              </a:lnSpc>
              <a:spcBef>
                <a:spcPts val="0"/>
              </a:spcBef>
              <a:spcAft>
                <a:spcPts val="0"/>
              </a:spcAft>
              <a:buSzPts val="1400"/>
              <a:buChar char="●"/>
            </a:pPr>
            <a:r>
              <a:rPr lang="en" sz="1400" dirty="0">
                <a:highlight>
                  <a:srgbClr val="FFFF00"/>
                </a:highlight>
              </a:rPr>
              <a:t>An alternate method is to implement the </a:t>
            </a:r>
            <a:r>
              <a:rPr lang="en" sz="1400" dirty="0">
                <a:solidFill>
                  <a:srgbClr val="FF0000"/>
                </a:solidFill>
                <a:highlight>
                  <a:srgbClr val="FFFF00"/>
                </a:highlight>
                <a:latin typeface="Courier New"/>
                <a:ea typeface="Courier New"/>
                <a:cs typeface="Courier New"/>
                <a:sym typeface="Courier New"/>
              </a:rPr>
              <a:t>java.lang.Runnable</a:t>
            </a:r>
            <a:r>
              <a:rPr lang="en" sz="1400" dirty="0">
                <a:highlight>
                  <a:srgbClr val="FFFF00"/>
                </a:highlight>
              </a:rPr>
              <a:t> interface</a:t>
            </a:r>
            <a:endParaRPr sz="1400" dirty="0">
              <a:highlight>
                <a:srgbClr val="FFFF00"/>
              </a:highlight>
            </a:endParaRPr>
          </a:p>
          <a:p>
            <a:pPr marL="914400" lvl="1" indent="-311150" algn="l" rtl="0">
              <a:lnSpc>
                <a:spcPct val="115000"/>
              </a:lnSpc>
              <a:spcBef>
                <a:spcPts val="1000"/>
              </a:spcBef>
              <a:spcAft>
                <a:spcPts val="0"/>
              </a:spcAft>
              <a:buSzPts val="1300"/>
              <a:buChar char="○"/>
            </a:pPr>
            <a:r>
              <a:rPr lang="en" sz="1300" dirty="0"/>
              <a:t>This is the same interface that </a:t>
            </a:r>
            <a:r>
              <a:rPr lang="en" sz="1300" dirty="0">
                <a:latin typeface="Courier New"/>
                <a:ea typeface="Courier New"/>
                <a:cs typeface="Courier New"/>
                <a:sym typeface="Courier New"/>
              </a:rPr>
              <a:t>Thread</a:t>
            </a:r>
            <a:r>
              <a:rPr lang="en" sz="1300" dirty="0"/>
              <a:t> implements</a:t>
            </a:r>
            <a:endParaRPr sz="1300" dirty="0"/>
          </a:p>
          <a:p>
            <a:pPr marL="457200" lvl="0" indent="-317500" algn="l" rtl="0">
              <a:lnSpc>
                <a:spcPct val="115000"/>
              </a:lnSpc>
              <a:spcBef>
                <a:spcPts val="1000"/>
              </a:spcBef>
              <a:spcAft>
                <a:spcPts val="0"/>
              </a:spcAft>
              <a:buSzPts val="1400"/>
              <a:buChar char="●"/>
            </a:pPr>
            <a:r>
              <a:rPr lang="en" sz="1400" dirty="0"/>
              <a:t>If you call run directly on a </a:t>
            </a:r>
            <a:r>
              <a:rPr lang="en" sz="1400" dirty="0">
                <a:latin typeface="Courier New"/>
                <a:ea typeface="Courier New"/>
                <a:cs typeface="Courier New"/>
                <a:sym typeface="Courier New"/>
              </a:rPr>
              <a:t>Runnable</a:t>
            </a:r>
            <a:r>
              <a:rPr lang="en" sz="1400" dirty="0"/>
              <a:t> instance the code will execute but in the </a:t>
            </a:r>
            <a:r>
              <a:rPr lang="en" sz="1400" b="1" i="1" dirty="0">
                <a:solidFill>
                  <a:srgbClr val="FF0000"/>
                </a:solidFill>
              </a:rPr>
              <a:t>same</a:t>
            </a:r>
            <a:r>
              <a:rPr lang="en" sz="1400" dirty="0"/>
              <a:t> thread</a:t>
            </a:r>
            <a:endParaRPr sz="1400" dirty="0"/>
          </a:p>
          <a:p>
            <a:pPr marL="457200" lvl="0" indent="-317500" algn="l" rtl="0">
              <a:lnSpc>
                <a:spcPct val="115000"/>
              </a:lnSpc>
              <a:spcBef>
                <a:spcPts val="1000"/>
              </a:spcBef>
              <a:spcAft>
                <a:spcPts val="0"/>
              </a:spcAft>
              <a:buSzPts val="1400"/>
              <a:buChar char="●"/>
            </a:pPr>
            <a:r>
              <a:rPr lang="en" sz="1400" dirty="0"/>
              <a:t>To run it in a </a:t>
            </a:r>
            <a:r>
              <a:rPr lang="en" sz="1400" b="1" i="1" dirty="0">
                <a:solidFill>
                  <a:srgbClr val="FF0000"/>
                </a:solidFill>
              </a:rPr>
              <a:t>separate </a:t>
            </a:r>
            <a:r>
              <a:rPr lang="en" sz="1400" dirty="0"/>
              <a:t>thread you must create a new thread and pass the runnable </a:t>
            </a:r>
            <a:r>
              <a:rPr lang="en" sz="1400" b="1" i="1" dirty="0">
                <a:solidFill>
                  <a:srgbClr val="FF0000"/>
                </a:solidFill>
              </a:rPr>
              <a:t>instance</a:t>
            </a:r>
            <a:r>
              <a:rPr lang="en" sz="1400" dirty="0"/>
              <a:t> to its constructor</a:t>
            </a:r>
            <a:endParaRPr sz="1400" dirty="0"/>
          </a:p>
          <a:p>
            <a:pPr marL="457200" lvl="0" indent="-317500" algn="l" rtl="0">
              <a:lnSpc>
                <a:spcPct val="115000"/>
              </a:lnSpc>
              <a:spcBef>
                <a:spcPts val="1000"/>
              </a:spcBef>
              <a:spcAft>
                <a:spcPts val="1000"/>
              </a:spcAft>
              <a:buSzPts val="1400"/>
              <a:buChar char="●"/>
            </a:pPr>
            <a:r>
              <a:rPr lang="en" sz="1400" dirty="0">
                <a:highlight>
                  <a:srgbClr val="FFFF00"/>
                </a:highlight>
              </a:rPr>
              <a:t>Then call </a:t>
            </a:r>
            <a:r>
              <a:rPr lang="en" sz="1400" dirty="0">
                <a:solidFill>
                  <a:srgbClr val="FF0000"/>
                </a:solidFill>
                <a:highlight>
                  <a:srgbClr val="FFFF00"/>
                </a:highlight>
                <a:latin typeface="Courier New"/>
                <a:ea typeface="Courier New"/>
                <a:cs typeface="Courier New"/>
                <a:sym typeface="Courier New"/>
              </a:rPr>
              <a:t>start</a:t>
            </a:r>
            <a:r>
              <a:rPr lang="en" sz="1400" dirty="0">
                <a:highlight>
                  <a:srgbClr val="FFFF00"/>
                </a:highlight>
              </a:rPr>
              <a:t> on the new thread as normal</a:t>
            </a:r>
            <a:endParaRPr sz="1400" dirty="0">
              <a:highlight>
                <a:srgbClr val="FFFF00"/>
              </a:highlight>
            </a:endParaRPr>
          </a:p>
        </p:txBody>
      </p:sp>
      <p:sp>
        <p:nvSpPr>
          <p:cNvPr id="409" name="Google Shape;409;p47"/>
          <p:cNvSpPr/>
          <p:nvPr/>
        </p:nvSpPr>
        <p:spPr>
          <a:xfrm>
            <a:off x="124200" y="1141425"/>
            <a:ext cx="4060800" cy="3574800"/>
          </a:xfrm>
          <a:prstGeom prst="rect">
            <a:avLst/>
          </a:prstGeom>
          <a:solidFill>
            <a:srgbClr val="FFFFFF"/>
          </a:solidFill>
          <a:ln w="28575" cap="flat" cmpd="sng">
            <a:solidFill>
              <a:schemeClr val="accent1"/>
            </a:solidFill>
            <a:prstDash val="solid"/>
            <a:miter lim="800000"/>
            <a:headEnd type="none" w="sm" len="sm"/>
            <a:tailEnd type="none" w="sm" len="sm"/>
          </a:ln>
        </p:spPr>
        <p:txBody>
          <a:bodyPr spcFirstLastPara="1" wrap="square" lIns="91425" tIns="91425" rIns="68575" bIns="91425" anchor="t" anchorCtr="0">
            <a:noAutofit/>
          </a:bodyPr>
          <a:lstStyle/>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class</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RunnableExample</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implements</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Runnable</a:t>
            </a:r>
            <a:r>
              <a:rPr lang="en" sz="1050" dirty="0">
                <a:solidFill>
                  <a:srgbClr val="008000"/>
                </a:solidFill>
                <a:latin typeface="Consolas"/>
                <a:ea typeface="Consolas"/>
                <a:cs typeface="Consolas"/>
                <a:sym typeface="Consolas"/>
              </a:rPr>
              <a:t> </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2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private</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final</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int</a:t>
            </a:r>
            <a:r>
              <a:rPr lang="en" sz="1050" dirty="0">
                <a:latin typeface="Consolas"/>
                <a:ea typeface="Consolas"/>
                <a:cs typeface="Consolas"/>
                <a:sym typeface="Consolas"/>
              </a:rPr>
              <a:t> </a:t>
            </a:r>
            <a:r>
              <a:rPr lang="en" sz="1050" dirty="0">
                <a:solidFill>
                  <a:srgbClr val="0070C1"/>
                </a:solidFill>
                <a:latin typeface="Consolas"/>
                <a:ea typeface="Consolas"/>
                <a:cs typeface="Consolas"/>
                <a:sym typeface="Consolas"/>
              </a:rPr>
              <a:t>id</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spcBef>
                <a:spcPts val="0"/>
              </a:spcBef>
              <a:spcAft>
                <a:spcPts val="0"/>
              </a:spcAft>
              <a:buNone/>
            </a:pPr>
            <a:r>
              <a:rPr lang="en" sz="1050" dirty="0">
                <a:solidFill>
                  <a:srgbClr val="008000"/>
                </a:solidFill>
                <a:latin typeface="Consolas"/>
                <a:ea typeface="Consolas"/>
                <a:cs typeface="Consolas"/>
                <a:sym typeface="Consolas"/>
              </a:rPr>
              <a:t>3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4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RunnableExample</a:t>
            </a:r>
            <a:r>
              <a:rPr lang="en" sz="1050" dirty="0">
                <a:latin typeface="Consolas"/>
                <a:ea typeface="Consolas"/>
                <a:cs typeface="Consolas"/>
                <a:sym typeface="Consolas"/>
              </a:rPr>
              <a:t>(</a:t>
            </a:r>
            <a:r>
              <a:rPr lang="en" sz="1050" dirty="0">
                <a:solidFill>
                  <a:srgbClr val="267F99"/>
                </a:solidFill>
                <a:latin typeface="Consolas"/>
                <a:ea typeface="Consolas"/>
                <a:cs typeface="Consolas"/>
                <a:sym typeface="Consolas"/>
              </a:rPr>
              <a:t>int</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id</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5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this</a:t>
            </a:r>
            <a:r>
              <a:rPr lang="en" sz="1050" dirty="0">
                <a:latin typeface="Consolas"/>
                <a:ea typeface="Consolas"/>
                <a:cs typeface="Consolas"/>
                <a:sym typeface="Consolas"/>
              </a:rPr>
              <a:t>.</a:t>
            </a:r>
            <a:r>
              <a:rPr lang="en" sz="1050" dirty="0">
                <a:solidFill>
                  <a:srgbClr val="0070C1"/>
                </a:solidFill>
                <a:latin typeface="Consolas"/>
                <a:ea typeface="Consolas"/>
                <a:cs typeface="Consolas"/>
                <a:sym typeface="Consolas"/>
              </a:rPr>
              <a:t>id</a:t>
            </a:r>
            <a:r>
              <a:rPr lang="en" sz="1050" dirty="0">
                <a:latin typeface="Consolas"/>
                <a:ea typeface="Consolas"/>
                <a:cs typeface="Consolas"/>
                <a:sym typeface="Consolas"/>
              </a:rPr>
              <a:t> = </a:t>
            </a:r>
            <a:r>
              <a:rPr lang="en" sz="1050" dirty="0">
                <a:solidFill>
                  <a:srgbClr val="001080"/>
                </a:solidFill>
                <a:latin typeface="Consolas"/>
                <a:ea typeface="Consolas"/>
                <a:cs typeface="Consolas"/>
                <a:sym typeface="Consolas"/>
              </a:rPr>
              <a:t>id</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6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spcBef>
                <a:spcPts val="0"/>
              </a:spcBef>
              <a:spcAft>
                <a:spcPts val="0"/>
              </a:spcAft>
              <a:buNone/>
            </a:pPr>
            <a:r>
              <a:rPr lang="en" sz="1050" dirty="0">
                <a:solidFill>
                  <a:srgbClr val="008000"/>
                </a:solidFill>
                <a:latin typeface="Consolas"/>
                <a:ea typeface="Consolas"/>
                <a:cs typeface="Consolas"/>
                <a:sym typeface="Consolas"/>
              </a:rPr>
              <a:t>7  </a:t>
            </a:r>
            <a:endParaRPr sz="1050" dirty="0">
              <a:solidFill>
                <a:srgbClr val="008000"/>
              </a:solidFill>
              <a:latin typeface="Consolas"/>
              <a:ea typeface="Consolas"/>
              <a:cs typeface="Consolas"/>
              <a:sym typeface="Consolas"/>
            </a:endParaRPr>
          </a:p>
          <a:p>
            <a:pPr marL="0" lvl="0" indent="0" algn="l" rtl="0">
              <a:spcBef>
                <a:spcPts val="0"/>
              </a:spcBef>
              <a:spcAft>
                <a:spcPts val="0"/>
              </a:spcAft>
              <a:buNone/>
            </a:pPr>
            <a:r>
              <a:rPr lang="en" sz="1050" dirty="0">
                <a:solidFill>
                  <a:srgbClr val="008000"/>
                </a:solidFill>
                <a:latin typeface="Consolas"/>
                <a:ea typeface="Consolas"/>
                <a:cs typeface="Consolas"/>
                <a:sym typeface="Consolas"/>
              </a:rPr>
              <a:t>8      </a:t>
            </a:r>
            <a:r>
              <a:rPr lang="en" sz="1050" dirty="0">
                <a:latin typeface="Consolas"/>
                <a:ea typeface="Consolas"/>
                <a:cs typeface="Consolas"/>
                <a:sym typeface="Consolas"/>
              </a:rPr>
              <a:t>@</a:t>
            </a:r>
            <a:r>
              <a:rPr lang="en" sz="1050" dirty="0">
                <a:solidFill>
                  <a:srgbClr val="267F99"/>
                </a:solidFill>
                <a:latin typeface="Consolas"/>
                <a:ea typeface="Consolas"/>
                <a:cs typeface="Consolas"/>
                <a:sym typeface="Consolas"/>
              </a:rPr>
              <a:t>Override</a:t>
            </a:r>
            <a:endParaRPr sz="1050" dirty="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9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void</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run</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10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System</a:t>
            </a:r>
            <a:r>
              <a:rPr lang="en" sz="1050" dirty="0">
                <a:latin typeface="Consolas"/>
                <a:ea typeface="Consolas"/>
                <a:cs typeface="Consolas"/>
                <a:sym typeface="Consolas"/>
              </a:rPr>
              <a:t>.</a:t>
            </a:r>
            <a:r>
              <a:rPr lang="en" sz="1050" dirty="0">
                <a:solidFill>
                  <a:srgbClr val="0070C1"/>
                </a:solidFill>
                <a:latin typeface="Consolas"/>
                <a:ea typeface="Consolas"/>
                <a:cs typeface="Consolas"/>
                <a:sym typeface="Consolas"/>
              </a:rPr>
              <a:t>out</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println</a:t>
            </a:r>
            <a:r>
              <a:rPr lang="en" sz="1050" dirty="0">
                <a:latin typeface="Consolas"/>
                <a:ea typeface="Consolas"/>
                <a:cs typeface="Consolas"/>
                <a:sym typeface="Consolas"/>
              </a:rPr>
              <a:t> (</a:t>
            </a:r>
            <a:r>
              <a:rPr lang="en" sz="1050" dirty="0">
                <a:solidFill>
                  <a:srgbClr val="0070C1"/>
                </a:solidFill>
                <a:latin typeface="Consolas"/>
                <a:ea typeface="Consolas"/>
                <a:cs typeface="Consolas"/>
                <a:sym typeface="Consolas"/>
              </a:rPr>
              <a:t>id</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11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12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13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static</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void</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main</a:t>
            </a:r>
            <a:r>
              <a:rPr lang="en" sz="1050" dirty="0">
                <a:latin typeface="Consolas"/>
                <a:ea typeface="Consolas"/>
                <a:cs typeface="Consolas"/>
                <a:sym typeface="Consolas"/>
              </a:rPr>
              <a:t>(</a:t>
            </a:r>
            <a:r>
              <a:rPr lang="en" sz="1050" dirty="0">
                <a:solidFill>
                  <a:srgbClr val="267F99"/>
                </a:solidFill>
                <a:latin typeface="Consolas"/>
                <a:ea typeface="Consolas"/>
                <a:cs typeface="Consolas"/>
                <a:sym typeface="Consolas"/>
              </a:rPr>
              <a:t>String</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args</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14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Runnable</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example</a:t>
            </a:r>
            <a:r>
              <a:rPr lang="en" sz="1050" dirty="0">
                <a:latin typeface="Consolas"/>
                <a:ea typeface="Consolas"/>
                <a:cs typeface="Consolas"/>
                <a:sym typeface="Consolas"/>
              </a:rPr>
              <a:t> =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15 </a:t>
            </a:r>
            <a:r>
              <a:rPr lang="en" sz="1050" dirty="0">
                <a:latin typeface="Consolas"/>
                <a:ea typeface="Consolas"/>
                <a:cs typeface="Consolas"/>
                <a:sym typeface="Consolas"/>
              </a:rPr>
              <a:t>            </a:t>
            </a:r>
            <a:r>
              <a:rPr lang="en" sz="1050" dirty="0">
                <a:solidFill>
                  <a:srgbClr val="AF00DB"/>
                </a:solidFill>
                <a:latin typeface="Consolas"/>
                <a:ea typeface="Consolas"/>
                <a:cs typeface="Consolas"/>
                <a:sym typeface="Consolas"/>
              </a:rPr>
              <a:t>new</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RunnableExample</a:t>
            </a:r>
            <a:r>
              <a:rPr lang="en" sz="1050" dirty="0">
                <a:latin typeface="Consolas"/>
                <a:ea typeface="Consolas"/>
                <a:cs typeface="Consolas"/>
                <a:sym typeface="Consolas"/>
              </a:rPr>
              <a:t>(</a:t>
            </a:r>
            <a:r>
              <a:rPr lang="en" sz="1050" dirty="0">
                <a:solidFill>
                  <a:srgbClr val="098658"/>
                </a:solidFill>
                <a:latin typeface="Consolas"/>
                <a:ea typeface="Consolas"/>
                <a:cs typeface="Consolas"/>
                <a:sym typeface="Consolas"/>
              </a:rPr>
              <a:t>1</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spcBef>
                <a:spcPts val="0"/>
              </a:spcBef>
              <a:spcAft>
                <a:spcPts val="0"/>
              </a:spcAft>
              <a:buNone/>
            </a:pPr>
            <a:r>
              <a:rPr lang="en" sz="1050" dirty="0">
                <a:solidFill>
                  <a:srgbClr val="008000"/>
                </a:solidFill>
                <a:latin typeface="Consolas"/>
                <a:ea typeface="Consolas"/>
                <a:cs typeface="Consolas"/>
                <a:sym typeface="Consolas"/>
              </a:rPr>
              <a:t>16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17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Thread</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exampleThread</a:t>
            </a:r>
            <a:r>
              <a:rPr lang="en" sz="1050" dirty="0">
                <a:latin typeface="Consolas"/>
                <a:ea typeface="Consolas"/>
                <a:cs typeface="Consolas"/>
                <a:sym typeface="Consolas"/>
              </a:rPr>
              <a:t> =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18 </a:t>
            </a:r>
            <a:r>
              <a:rPr lang="en" sz="1050" dirty="0">
                <a:latin typeface="Consolas"/>
                <a:ea typeface="Consolas"/>
                <a:cs typeface="Consolas"/>
                <a:sym typeface="Consolas"/>
              </a:rPr>
              <a:t>            </a:t>
            </a:r>
            <a:r>
              <a:rPr lang="en" sz="1050" dirty="0">
                <a:solidFill>
                  <a:srgbClr val="AF00DB"/>
                </a:solidFill>
                <a:latin typeface="Consolas"/>
                <a:ea typeface="Consolas"/>
                <a:cs typeface="Consolas"/>
                <a:sym typeface="Consolas"/>
              </a:rPr>
              <a:t>new</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Thread</a:t>
            </a:r>
            <a:r>
              <a:rPr lang="en" sz="1050" dirty="0">
                <a:latin typeface="Consolas"/>
                <a:ea typeface="Consolas"/>
                <a:cs typeface="Consolas"/>
                <a:sym typeface="Consolas"/>
              </a:rPr>
              <a:t>(</a:t>
            </a:r>
            <a:r>
              <a:rPr lang="en" sz="1050" dirty="0">
                <a:solidFill>
                  <a:srgbClr val="001080"/>
                </a:solidFill>
                <a:latin typeface="Consolas"/>
                <a:ea typeface="Consolas"/>
                <a:cs typeface="Consolas"/>
                <a:sym typeface="Consolas"/>
              </a:rPr>
              <a:t>example</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19 </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exampleThread</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start</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20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21 </a:t>
            </a:r>
            <a:r>
              <a:rPr lang="en" sz="1050" dirty="0">
                <a:latin typeface="Consolas"/>
                <a:ea typeface="Consolas"/>
                <a:cs typeface="Consolas"/>
                <a:sym typeface="Consolas"/>
              </a:rPr>
              <a:t>}</a:t>
            </a:r>
            <a:endParaRPr sz="1050" dirty="0">
              <a:solidFill>
                <a:schemeClr val="dk1"/>
              </a:solidFill>
              <a:latin typeface="Consolas"/>
              <a:ea typeface="Consolas"/>
              <a:cs typeface="Consolas"/>
              <a:sym typeface="Consolas"/>
            </a:endParaRPr>
          </a:p>
        </p:txBody>
      </p:sp>
      <p:sp>
        <p:nvSpPr>
          <p:cNvPr id="410" name="Google Shape;410;p47"/>
          <p:cNvSpPr/>
          <p:nvPr/>
        </p:nvSpPr>
        <p:spPr>
          <a:xfrm>
            <a:off x="2748900" y="1934013"/>
            <a:ext cx="1292400" cy="622200"/>
          </a:xfrm>
          <a:prstGeom prst="rect">
            <a:avLst/>
          </a:prstGeom>
          <a:solidFill>
            <a:srgbClr val="FFF2CC"/>
          </a:solidFill>
          <a:ln w="19050" cap="flat" cmpd="sng">
            <a:solidFill>
              <a:srgbClr val="FF0000"/>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l" rtl="0">
              <a:spcBef>
                <a:spcPts val="0"/>
              </a:spcBef>
              <a:spcAft>
                <a:spcPts val="0"/>
              </a:spcAft>
              <a:buNone/>
            </a:pPr>
            <a:r>
              <a:rPr lang="en" sz="1100">
                <a:solidFill>
                  <a:schemeClr val="dk1"/>
                </a:solidFill>
              </a:rPr>
              <a:t>You m</a:t>
            </a:r>
            <a:r>
              <a:rPr lang="en" sz="1100">
                <a:solidFill>
                  <a:schemeClr val="dk1"/>
                </a:solidFill>
                <a:latin typeface="Arial"/>
                <a:ea typeface="Arial"/>
                <a:cs typeface="Arial"/>
                <a:sym typeface="Arial"/>
              </a:rPr>
              <a:t>ust create a new </a:t>
            </a:r>
            <a:r>
              <a:rPr lang="en" sz="1100">
                <a:solidFill>
                  <a:schemeClr val="dk1"/>
                </a:solidFill>
                <a:latin typeface="Courier New"/>
                <a:ea typeface="Courier New"/>
                <a:cs typeface="Courier New"/>
                <a:sym typeface="Courier New"/>
              </a:rPr>
              <a:t>Thread</a:t>
            </a:r>
            <a:r>
              <a:rPr lang="en" sz="1100">
                <a:solidFill>
                  <a:schemeClr val="dk1"/>
                </a:solidFill>
                <a:latin typeface="Arial"/>
                <a:ea typeface="Arial"/>
                <a:cs typeface="Arial"/>
                <a:sym typeface="Arial"/>
              </a:rPr>
              <a:t> that uses </a:t>
            </a:r>
            <a:r>
              <a:rPr lang="en" sz="1100">
                <a:solidFill>
                  <a:schemeClr val="dk1"/>
                </a:solidFill>
                <a:latin typeface="Courier New"/>
                <a:ea typeface="Courier New"/>
                <a:cs typeface="Courier New"/>
                <a:sym typeface="Courier New"/>
              </a:rPr>
              <a:t>Runnable</a:t>
            </a:r>
            <a:endParaRPr sz="1100">
              <a:latin typeface="Courier New"/>
              <a:ea typeface="Courier New"/>
              <a:cs typeface="Courier New"/>
              <a:sym typeface="Courier New"/>
            </a:endParaRPr>
          </a:p>
        </p:txBody>
      </p:sp>
      <p:sp>
        <p:nvSpPr>
          <p:cNvPr id="411" name="Google Shape;411;p47"/>
          <p:cNvSpPr/>
          <p:nvPr/>
        </p:nvSpPr>
        <p:spPr>
          <a:xfrm>
            <a:off x="900125" y="3759300"/>
            <a:ext cx="1989300" cy="552300"/>
          </a:xfrm>
          <a:prstGeom prst="rect">
            <a:avLst/>
          </a:prstGeom>
          <a:noFill/>
          <a:ln w="19050" cap="flat" cmpd="sng">
            <a:solidFill>
              <a:srgbClr val="FF0000"/>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cxnSp>
        <p:nvCxnSpPr>
          <p:cNvPr id="412" name="Google Shape;412;p47"/>
          <p:cNvCxnSpPr>
            <a:stCxn id="410" idx="2"/>
            <a:endCxn id="411" idx="3"/>
          </p:cNvCxnSpPr>
          <p:nvPr/>
        </p:nvCxnSpPr>
        <p:spPr>
          <a:xfrm rot="5400000">
            <a:off x="2402550" y="3042963"/>
            <a:ext cx="1479300" cy="505800"/>
          </a:xfrm>
          <a:prstGeom prst="bentConnector2">
            <a:avLst/>
          </a:prstGeom>
          <a:noFill/>
          <a:ln w="19050" cap="flat" cmpd="sng">
            <a:solidFill>
              <a:srgbClr val="FF0000"/>
            </a:solidFill>
            <a:prstDash val="solid"/>
            <a:miter lim="800000"/>
            <a:headEnd type="none" w="sm" len="sm"/>
            <a:tailEnd type="none" w="sm" len="sm"/>
          </a:ln>
        </p:spPr>
      </p:cxnSp>
      <p:sp>
        <p:nvSpPr>
          <p:cNvPr id="413" name="Google Shape;413;p4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16</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10"/>
                                        </p:tgtEl>
                                        <p:attrNameLst>
                                          <p:attrName>style.visibility</p:attrName>
                                        </p:attrNameLst>
                                      </p:cBhvr>
                                      <p:to>
                                        <p:strVal val="visible"/>
                                      </p:to>
                                    </p:set>
                                    <p:animEffect transition="in" filter="fade">
                                      <p:cBhvr>
                                        <p:cTn id="7" dur="1000"/>
                                        <p:tgtEl>
                                          <p:spTgt spid="410"/>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412"/>
                                        </p:tgtEl>
                                        <p:attrNameLst>
                                          <p:attrName>style.visibility</p:attrName>
                                        </p:attrNameLst>
                                      </p:cBhvr>
                                      <p:to>
                                        <p:strVal val="visible"/>
                                      </p:to>
                                    </p:set>
                                    <p:animEffect transition="in" filter="fade">
                                      <p:cBhvr>
                                        <p:cTn id="11" dur="1000"/>
                                        <p:tgtEl>
                                          <p:spTgt spid="41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411"/>
                                        </p:tgtEl>
                                        <p:attrNameLst>
                                          <p:attrName>style.visibility</p:attrName>
                                        </p:attrNameLst>
                                      </p:cBhvr>
                                      <p:to>
                                        <p:strVal val="visible"/>
                                      </p:to>
                                    </p:set>
                                    <p:animEffect transition="in" filter="fade">
                                      <p:cBhvr>
                                        <p:cTn id="15" dur="1000"/>
                                        <p:tgtEl>
                                          <p:spTgt spid="4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48"/>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Implementing </a:t>
            </a:r>
            <a:r>
              <a:rPr lang="en">
                <a:latin typeface="Courier New"/>
                <a:ea typeface="Courier New"/>
                <a:cs typeface="Courier New"/>
                <a:sym typeface="Courier New"/>
              </a:rPr>
              <a:t>Runnable</a:t>
            </a:r>
            <a:endParaRPr>
              <a:latin typeface="Courier New"/>
              <a:ea typeface="Courier New"/>
              <a:cs typeface="Courier New"/>
              <a:sym typeface="Courier New"/>
            </a:endParaRPr>
          </a:p>
        </p:txBody>
      </p:sp>
      <p:sp>
        <p:nvSpPr>
          <p:cNvPr id="419" name="Google Shape;419;p48"/>
          <p:cNvSpPr txBox="1">
            <a:spLocks noGrp="1"/>
          </p:cNvSpPr>
          <p:nvPr>
            <p:ph type="sldNum" idx="12"/>
          </p:nvPr>
        </p:nvSpPr>
        <p:spPr>
          <a:xfrm>
            <a:off x="8525975" y="4854498"/>
            <a:ext cx="548700" cy="2784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17</a:t>
            </a:fld>
            <a:endParaRPr/>
          </a:p>
        </p:txBody>
      </p:sp>
      <p:sp>
        <p:nvSpPr>
          <p:cNvPr id="420" name="Google Shape;420;p48"/>
          <p:cNvSpPr/>
          <p:nvPr/>
        </p:nvSpPr>
        <p:spPr>
          <a:xfrm>
            <a:off x="2541600" y="1467250"/>
            <a:ext cx="4060800" cy="3574800"/>
          </a:xfrm>
          <a:prstGeom prst="rect">
            <a:avLst/>
          </a:prstGeom>
          <a:solidFill>
            <a:srgbClr val="FFFFFF"/>
          </a:solidFill>
          <a:ln w="19050" cap="flat" cmpd="sng">
            <a:solidFill>
              <a:schemeClr val="accent1"/>
            </a:solidFill>
            <a:prstDash val="solid"/>
            <a:miter lim="800000"/>
            <a:headEnd type="none" w="sm" len="sm"/>
            <a:tailEnd type="none" w="sm" len="sm"/>
          </a:ln>
        </p:spPr>
        <p:txBody>
          <a:bodyPr spcFirstLastPara="1" wrap="square" lIns="91425" tIns="91425" rIns="68575" bIns="91425" anchor="t" anchorCtr="0">
            <a:noAutofit/>
          </a:bodyPr>
          <a:lstStyle/>
          <a:p>
            <a:pPr marL="0" lvl="0" indent="0" algn="l" rtl="0">
              <a:lnSpc>
                <a:spcPct val="100000"/>
              </a:lnSpc>
              <a:spcBef>
                <a:spcPts val="0"/>
              </a:spcBef>
              <a:spcAft>
                <a:spcPts val="0"/>
              </a:spcAft>
              <a:buNone/>
            </a:pPr>
            <a:r>
              <a:rPr lang="en" sz="1050">
                <a:solidFill>
                  <a:srgbClr val="008000"/>
                </a:solidFill>
                <a:latin typeface="Consolas"/>
                <a:ea typeface="Consolas"/>
                <a:cs typeface="Consolas"/>
                <a:sym typeface="Consolas"/>
              </a:rPr>
              <a:t>1  </a:t>
            </a:r>
            <a:r>
              <a:rPr lang="en" sz="1050">
                <a:solidFill>
                  <a:srgbClr val="0000FF"/>
                </a:solidFill>
                <a:latin typeface="Consolas"/>
                <a:ea typeface="Consolas"/>
                <a:cs typeface="Consolas"/>
                <a:sym typeface="Consolas"/>
              </a:rPr>
              <a:t>public</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class</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RunnableExample</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implements</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Runnable</a:t>
            </a:r>
            <a:r>
              <a:rPr lang="en" sz="1050">
                <a:solidFill>
                  <a:srgbClr val="008000"/>
                </a:solidFill>
                <a:latin typeface="Consolas"/>
                <a:ea typeface="Consolas"/>
                <a:cs typeface="Consolas"/>
                <a:sym typeface="Consolas"/>
              </a:rPr>
              <a:t> </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8000"/>
                </a:solidFill>
                <a:latin typeface="Consolas"/>
                <a:ea typeface="Consolas"/>
                <a:cs typeface="Consolas"/>
                <a:sym typeface="Consolas"/>
              </a:rPr>
              <a:t>2  </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private</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final</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int</a:t>
            </a:r>
            <a:r>
              <a:rPr lang="en" sz="1050">
                <a:latin typeface="Consolas"/>
                <a:ea typeface="Consolas"/>
                <a:cs typeface="Consolas"/>
                <a:sym typeface="Consolas"/>
              </a:rPr>
              <a:t> </a:t>
            </a:r>
            <a:r>
              <a:rPr lang="en" sz="1050">
                <a:solidFill>
                  <a:srgbClr val="0070C1"/>
                </a:solidFill>
                <a:latin typeface="Consolas"/>
                <a:ea typeface="Consolas"/>
                <a:cs typeface="Consolas"/>
                <a:sym typeface="Consolas"/>
              </a:rPr>
              <a:t>id</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spcBef>
                <a:spcPts val="0"/>
              </a:spcBef>
              <a:spcAft>
                <a:spcPts val="0"/>
              </a:spcAft>
              <a:buNone/>
            </a:pPr>
            <a:r>
              <a:rPr lang="en" sz="1050">
                <a:solidFill>
                  <a:srgbClr val="008000"/>
                </a:solidFill>
                <a:latin typeface="Consolas"/>
                <a:ea typeface="Consolas"/>
                <a:cs typeface="Consolas"/>
                <a:sym typeface="Consolas"/>
              </a:rPr>
              <a:t>3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8000"/>
                </a:solidFill>
                <a:latin typeface="Consolas"/>
                <a:ea typeface="Consolas"/>
                <a:cs typeface="Consolas"/>
                <a:sym typeface="Consolas"/>
              </a:rPr>
              <a:t>4  </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public</a:t>
            </a:r>
            <a:r>
              <a:rPr lang="en" sz="1050">
                <a:latin typeface="Consolas"/>
                <a:ea typeface="Consolas"/>
                <a:cs typeface="Consolas"/>
                <a:sym typeface="Consolas"/>
              </a:rPr>
              <a:t> </a:t>
            </a:r>
            <a:r>
              <a:rPr lang="en" sz="1050">
                <a:solidFill>
                  <a:srgbClr val="795E26"/>
                </a:solidFill>
                <a:latin typeface="Consolas"/>
                <a:ea typeface="Consolas"/>
                <a:cs typeface="Consolas"/>
                <a:sym typeface="Consolas"/>
              </a:rPr>
              <a:t>RunnableExample</a:t>
            </a:r>
            <a:r>
              <a:rPr lang="en" sz="1050">
                <a:latin typeface="Consolas"/>
                <a:ea typeface="Consolas"/>
                <a:cs typeface="Consolas"/>
                <a:sym typeface="Consolas"/>
              </a:rPr>
              <a:t>(</a:t>
            </a:r>
            <a:r>
              <a:rPr lang="en" sz="1050">
                <a:solidFill>
                  <a:srgbClr val="267F99"/>
                </a:solidFill>
                <a:latin typeface="Consolas"/>
                <a:ea typeface="Consolas"/>
                <a:cs typeface="Consolas"/>
                <a:sym typeface="Consolas"/>
              </a:rPr>
              <a:t>int</a:t>
            </a:r>
            <a:r>
              <a:rPr lang="en" sz="1050">
                <a:latin typeface="Consolas"/>
                <a:ea typeface="Consolas"/>
                <a:cs typeface="Consolas"/>
                <a:sym typeface="Consolas"/>
              </a:rPr>
              <a:t> </a:t>
            </a:r>
            <a:r>
              <a:rPr lang="en" sz="1050">
                <a:solidFill>
                  <a:srgbClr val="001080"/>
                </a:solidFill>
                <a:latin typeface="Consolas"/>
                <a:ea typeface="Consolas"/>
                <a:cs typeface="Consolas"/>
                <a:sym typeface="Consolas"/>
              </a:rPr>
              <a:t>id</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8000"/>
                </a:solidFill>
                <a:latin typeface="Consolas"/>
                <a:ea typeface="Consolas"/>
                <a:cs typeface="Consolas"/>
                <a:sym typeface="Consolas"/>
              </a:rPr>
              <a:t>5  </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this</a:t>
            </a:r>
            <a:r>
              <a:rPr lang="en" sz="1050">
                <a:latin typeface="Consolas"/>
                <a:ea typeface="Consolas"/>
                <a:cs typeface="Consolas"/>
                <a:sym typeface="Consolas"/>
              </a:rPr>
              <a:t>.</a:t>
            </a:r>
            <a:r>
              <a:rPr lang="en" sz="1050">
                <a:solidFill>
                  <a:srgbClr val="0070C1"/>
                </a:solidFill>
                <a:latin typeface="Consolas"/>
                <a:ea typeface="Consolas"/>
                <a:cs typeface="Consolas"/>
                <a:sym typeface="Consolas"/>
              </a:rPr>
              <a:t>id</a:t>
            </a:r>
            <a:r>
              <a:rPr lang="en" sz="1050">
                <a:latin typeface="Consolas"/>
                <a:ea typeface="Consolas"/>
                <a:cs typeface="Consolas"/>
                <a:sym typeface="Consolas"/>
              </a:rPr>
              <a:t> = </a:t>
            </a:r>
            <a:r>
              <a:rPr lang="en" sz="1050">
                <a:solidFill>
                  <a:srgbClr val="001080"/>
                </a:solidFill>
                <a:latin typeface="Consolas"/>
                <a:ea typeface="Consolas"/>
                <a:cs typeface="Consolas"/>
                <a:sym typeface="Consolas"/>
              </a:rPr>
              <a:t>id</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8000"/>
                </a:solidFill>
                <a:latin typeface="Consolas"/>
                <a:ea typeface="Consolas"/>
                <a:cs typeface="Consolas"/>
                <a:sym typeface="Consolas"/>
              </a:rPr>
              <a:t>6  </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spcBef>
                <a:spcPts val="0"/>
              </a:spcBef>
              <a:spcAft>
                <a:spcPts val="0"/>
              </a:spcAft>
              <a:buNone/>
            </a:pPr>
            <a:r>
              <a:rPr lang="en" sz="1050">
                <a:solidFill>
                  <a:srgbClr val="008000"/>
                </a:solidFill>
                <a:latin typeface="Consolas"/>
                <a:ea typeface="Consolas"/>
                <a:cs typeface="Consolas"/>
                <a:sym typeface="Consolas"/>
              </a:rPr>
              <a:t>7  </a:t>
            </a:r>
            <a:endParaRPr sz="1050">
              <a:solidFill>
                <a:srgbClr val="008000"/>
              </a:solidFill>
              <a:latin typeface="Consolas"/>
              <a:ea typeface="Consolas"/>
              <a:cs typeface="Consolas"/>
              <a:sym typeface="Consolas"/>
            </a:endParaRPr>
          </a:p>
          <a:p>
            <a:pPr marL="0" lvl="0" indent="0" algn="l" rtl="0">
              <a:spcBef>
                <a:spcPts val="0"/>
              </a:spcBef>
              <a:spcAft>
                <a:spcPts val="0"/>
              </a:spcAft>
              <a:buNone/>
            </a:pPr>
            <a:r>
              <a:rPr lang="en" sz="1050">
                <a:solidFill>
                  <a:srgbClr val="008000"/>
                </a:solidFill>
                <a:latin typeface="Consolas"/>
                <a:ea typeface="Consolas"/>
                <a:cs typeface="Consolas"/>
                <a:sym typeface="Consolas"/>
              </a:rPr>
              <a:t>8      </a:t>
            </a:r>
            <a:r>
              <a:rPr lang="en" sz="1050">
                <a:latin typeface="Consolas"/>
                <a:ea typeface="Consolas"/>
                <a:cs typeface="Consolas"/>
                <a:sym typeface="Consolas"/>
              </a:rPr>
              <a:t>@</a:t>
            </a:r>
            <a:r>
              <a:rPr lang="en" sz="1050">
                <a:solidFill>
                  <a:srgbClr val="267F99"/>
                </a:solidFill>
                <a:latin typeface="Consolas"/>
                <a:ea typeface="Consolas"/>
                <a:cs typeface="Consolas"/>
                <a:sym typeface="Consolas"/>
              </a:rPr>
              <a:t>Override</a:t>
            </a:r>
            <a:endParaRPr sz="105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8000"/>
                </a:solidFill>
                <a:latin typeface="Consolas"/>
                <a:ea typeface="Consolas"/>
                <a:cs typeface="Consolas"/>
                <a:sym typeface="Consolas"/>
              </a:rPr>
              <a:t>9  </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public</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void</a:t>
            </a:r>
            <a:r>
              <a:rPr lang="en" sz="1050">
                <a:latin typeface="Consolas"/>
                <a:ea typeface="Consolas"/>
                <a:cs typeface="Consolas"/>
                <a:sym typeface="Consolas"/>
              </a:rPr>
              <a:t> </a:t>
            </a:r>
            <a:r>
              <a:rPr lang="en" sz="1050">
                <a:solidFill>
                  <a:srgbClr val="795E26"/>
                </a:solidFill>
                <a:latin typeface="Consolas"/>
                <a:ea typeface="Consolas"/>
                <a:cs typeface="Consolas"/>
                <a:sym typeface="Consolas"/>
              </a:rPr>
              <a:t>run</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8000"/>
                </a:solidFill>
                <a:latin typeface="Consolas"/>
                <a:ea typeface="Consolas"/>
                <a:cs typeface="Consolas"/>
                <a:sym typeface="Consolas"/>
              </a:rPr>
              <a:t>10 </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System</a:t>
            </a:r>
            <a:r>
              <a:rPr lang="en" sz="1050">
                <a:latin typeface="Consolas"/>
                <a:ea typeface="Consolas"/>
                <a:cs typeface="Consolas"/>
                <a:sym typeface="Consolas"/>
              </a:rPr>
              <a:t>.</a:t>
            </a:r>
            <a:r>
              <a:rPr lang="en" sz="1050">
                <a:solidFill>
                  <a:srgbClr val="0070C1"/>
                </a:solidFill>
                <a:latin typeface="Consolas"/>
                <a:ea typeface="Consolas"/>
                <a:cs typeface="Consolas"/>
                <a:sym typeface="Consolas"/>
              </a:rPr>
              <a:t>out</a:t>
            </a:r>
            <a:r>
              <a:rPr lang="en" sz="1050">
                <a:latin typeface="Consolas"/>
                <a:ea typeface="Consolas"/>
                <a:cs typeface="Consolas"/>
                <a:sym typeface="Consolas"/>
              </a:rPr>
              <a:t>.</a:t>
            </a:r>
            <a:r>
              <a:rPr lang="en" sz="1050">
                <a:solidFill>
                  <a:srgbClr val="795E26"/>
                </a:solidFill>
                <a:latin typeface="Consolas"/>
                <a:ea typeface="Consolas"/>
                <a:cs typeface="Consolas"/>
                <a:sym typeface="Consolas"/>
              </a:rPr>
              <a:t>println</a:t>
            </a:r>
            <a:r>
              <a:rPr lang="en" sz="1050">
                <a:latin typeface="Consolas"/>
                <a:ea typeface="Consolas"/>
                <a:cs typeface="Consolas"/>
                <a:sym typeface="Consolas"/>
              </a:rPr>
              <a:t> (</a:t>
            </a:r>
            <a:r>
              <a:rPr lang="en" sz="1050">
                <a:solidFill>
                  <a:srgbClr val="0070C1"/>
                </a:solidFill>
                <a:latin typeface="Consolas"/>
                <a:ea typeface="Consolas"/>
                <a:cs typeface="Consolas"/>
                <a:sym typeface="Consolas"/>
              </a:rPr>
              <a:t>id</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8000"/>
                </a:solidFill>
                <a:latin typeface="Consolas"/>
                <a:ea typeface="Consolas"/>
                <a:cs typeface="Consolas"/>
                <a:sym typeface="Consolas"/>
              </a:rPr>
              <a:t>11 </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8000"/>
                </a:solidFill>
                <a:latin typeface="Consolas"/>
                <a:ea typeface="Consolas"/>
                <a:cs typeface="Consolas"/>
                <a:sym typeface="Consolas"/>
              </a:rPr>
              <a:t>12  </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8000"/>
                </a:solidFill>
                <a:latin typeface="Consolas"/>
                <a:ea typeface="Consolas"/>
                <a:cs typeface="Consolas"/>
                <a:sym typeface="Consolas"/>
              </a:rPr>
              <a:t>13 </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public</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static</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void</a:t>
            </a:r>
            <a:r>
              <a:rPr lang="en" sz="1050">
                <a:latin typeface="Consolas"/>
                <a:ea typeface="Consolas"/>
                <a:cs typeface="Consolas"/>
                <a:sym typeface="Consolas"/>
              </a:rPr>
              <a:t> </a:t>
            </a:r>
            <a:r>
              <a:rPr lang="en" sz="1050">
                <a:solidFill>
                  <a:srgbClr val="795E26"/>
                </a:solidFill>
                <a:latin typeface="Consolas"/>
                <a:ea typeface="Consolas"/>
                <a:cs typeface="Consolas"/>
                <a:sym typeface="Consolas"/>
              </a:rPr>
              <a:t>main</a:t>
            </a:r>
            <a:r>
              <a:rPr lang="en" sz="1050">
                <a:latin typeface="Consolas"/>
                <a:ea typeface="Consolas"/>
                <a:cs typeface="Consolas"/>
                <a:sym typeface="Consolas"/>
              </a:rPr>
              <a:t>(</a:t>
            </a:r>
            <a:r>
              <a:rPr lang="en" sz="1050">
                <a:solidFill>
                  <a:srgbClr val="267F99"/>
                </a:solidFill>
                <a:latin typeface="Consolas"/>
                <a:ea typeface="Consolas"/>
                <a:cs typeface="Consolas"/>
                <a:sym typeface="Consolas"/>
              </a:rPr>
              <a:t>String</a:t>
            </a:r>
            <a:r>
              <a:rPr lang="en" sz="1050">
                <a:latin typeface="Consolas"/>
                <a:ea typeface="Consolas"/>
                <a:cs typeface="Consolas"/>
                <a:sym typeface="Consolas"/>
              </a:rPr>
              <a:t>[] </a:t>
            </a:r>
            <a:r>
              <a:rPr lang="en" sz="1050">
                <a:solidFill>
                  <a:srgbClr val="001080"/>
                </a:solidFill>
                <a:latin typeface="Consolas"/>
                <a:ea typeface="Consolas"/>
                <a:cs typeface="Consolas"/>
                <a:sym typeface="Consolas"/>
              </a:rPr>
              <a:t>args</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8000"/>
                </a:solidFill>
                <a:latin typeface="Consolas"/>
                <a:ea typeface="Consolas"/>
                <a:cs typeface="Consolas"/>
                <a:sym typeface="Consolas"/>
              </a:rPr>
              <a:t>14 </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Runnable</a:t>
            </a:r>
            <a:r>
              <a:rPr lang="en" sz="1050">
                <a:latin typeface="Consolas"/>
                <a:ea typeface="Consolas"/>
                <a:cs typeface="Consolas"/>
                <a:sym typeface="Consolas"/>
              </a:rPr>
              <a:t> </a:t>
            </a:r>
            <a:r>
              <a:rPr lang="en" sz="1050">
                <a:solidFill>
                  <a:srgbClr val="001080"/>
                </a:solidFill>
                <a:latin typeface="Consolas"/>
                <a:ea typeface="Consolas"/>
                <a:cs typeface="Consolas"/>
                <a:sym typeface="Consolas"/>
              </a:rPr>
              <a:t>example</a:t>
            </a:r>
            <a:r>
              <a:rPr lang="en" sz="1050">
                <a:latin typeface="Consolas"/>
                <a:ea typeface="Consolas"/>
                <a:cs typeface="Consolas"/>
                <a:sym typeface="Consolas"/>
              </a:rPr>
              <a:t> =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8000"/>
                </a:solidFill>
                <a:latin typeface="Consolas"/>
                <a:ea typeface="Consolas"/>
                <a:cs typeface="Consolas"/>
                <a:sym typeface="Consolas"/>
              </a:rPr>
              <a:t>15 </a:t>
            </a:r>
            <a:r>
              <a:rPr lang="en" sz="1050">
                <a:latin typeface="Consolas"/>
                <a:ea typeface="Consolas"/>
                <a:cs typeface="Consolas"/>
                <a:sym typeface="Consolas"/>
              </a:rPr>
              <a:t>            </a:t>
            </a:r>
            <a:r>
              <a:rPr lang="en" sz="1050">
                <a:solidFill>
                  <a:srgbClr val="AF00DB"/>
                </a:solidFill>
                <a:latin typeface="Consolas"/>
                <a:ea typeface="Consolas"/>
                <a:cs typeface="Consolas"/>
                <a:sym typeface="Consolas"/>
              </a:rPr>
              <a:t>new</a:t>
            </a:r>
            <a:r>
              <a:rPr lang="en" sz="1050">
                <a:latin typeface="Consolas"/>
                <a:ea typeface="Consolas"/>
                <a:cs typeface="Consolas"/>
                <a:sym typeface="Consolas"/>
              </a:rPr>
              <a:t> </a:t>
            </a:r>
            <a:r>
              <a:rPr lang="en" sz="1050">
                <a:solidFill>
                  <a:srgbClr val="795E26"/>
                </a:solidFill>
                <a:latin typeface="Consolas"/>
                <a:ea typeface="Consolas"/>
                <a:cs typeface="Consolas"/>
                <a:sym typeface="Consolas"/>
              </a:rPr>
              <a:t>RunnableExample</a:t>
            </a:r>
            <a:r>
              <a:rPr lang="en" sz="1050">
                <a:latin typeface="Consolas"/>
                <a:ea typeface="Consolas"/>
                <a:cs typeface="Consolas"/>
                <a:sym typeface="Consolas"/>
              </a:rPr>
              <a:t>(</a:t>
            </a:r>
            <a:r>
              <a:rPr lang="en" sz="1050">
                <a:solidFill>
                  <a:srgbClr val="098658"/>
                </a:solidFill>
                <a:latin typeface="Consolas"/>
                <a:ea typeface="Consolas"/>
                <a:cs typeface="Consolas"/>
                <a:sym typeface="Consolas"/>
              </a:rPr>
              <a:t>1</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spcBef>
                <a:spcPts val="0"/>
              </a:spcBef>
              <a:spcAft>
                <a:spcPts val="0"/>
              </a:spcAft>
              <a:buNone/>
            </a:pPr>
            <a:r>
              <a:rPr lang="en" sz="1050">
                <a:solidFill>
                  <a:srgbClr val="008000"/>
                </a:solidFill>
                <a:latin typeface="Consolas"/>
                <a:ea typeface="Consolas"/>
                <a:cs typeface="Consolas"/>
                <a:sym typeface="Consolas"/>
              </a:rPr>
              <a:t>16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8000"/>
                </a:solidFill>
                <a:latin typeface="Consolas"/>
                <a:ea typeface="Consolas"/>
                <a:cs typeface="Consolas"/>
                <a:sym typeface="Consolas"/>
              </a:rPr>
              <a:t>17 </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Thread</a:t>
            </a:r>
            <a:r>
              <a:rPr lang="en" sz="1050">
                <a:latin typeface="Consolas"/>
                <a:ea typeface="Consolas"/>
                <a:cs typeface="Consolas"/>
                <a:sym typeface="Consolas"/>
              </a:rPr>
              <a:t> </a:t>
            </a:r>
            <a:r>
              <a:rPr lang="en" sz="1050">
                <a:solidFill>
                  <a:srgbClr val="001080"/>
                </a:solidFill>
                <a:latin typeface="Consolas"/>
                <a:ea typeface="Consolas"/>
                <a:cs typeface="Consolas"/>
                <a:sym typeface="Consolas"/>
              </a:rPr>
              <a:t>exampleThread</a:t>
            </a:r>
            <a:r>
              <a:rPr lang="en" sz="1050">
                <a:latin typeface="Consolas"/>
                <a:ea typeface="Consolas"/>
                <a:cs typeface="Consolas"/>
                <a:sym typeface="Consolas"/>
              </a:rPr>
              <a:t> =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8000"/>
                </a:solidFill>
                <a:latin typeface="Consolas"/>
                <a:ea typeface="Consolas"/>
                <a:cs typeface="Consolas"/>
                <a:sym typeface="Consolas"/>
              </a:rPr>
              <a:t>18 </a:t>
            </a:r>
            <a:r>
              <a:rPr lang="en" sz="1050">
                <a:latin typeface="Consolas"/>
                <a:ea typeface="Consolas"/>
                <a:cs typeface="Consolas"/>
                <a:sym typeface="Consolas"/>
              </a:rPr>
              <a:t>            </a:t>
            </a:r>
            <a:r>
              <a:rPr lang="en" sz="1050">
                <a:solidFill>
                  <a:srgbClr val="AF00DB"/>
                </a:solidFill>
                <a:latin typeface="Consolas"/>
                <a:ea typeface="Consolas"/>
                <a:cs typeface="Consolas"/>
                <a:sym typeface="Consolas"/>
              </a:rPr>
              <a:t>new</a:t>
            </a:r>
            <a:r>
              <a:rPr lang="en" sz="1050">
                <a:latin typeface="Consolas"/>
                <a:ea typeface="Consolas"/>
                <a:cs typeface="Consolas"/>
                <a:sym typeface="Consolas"/>
              </a:rPr>
              <a:t> </a:t>
            </a:r>
            <a:r>
              <a:rPr lang="en" sz="1050">
                <a:solidFill>
                  <a:srgbClr val="795E26"/>
                </a:solidFill>
                <a:latin typeface="Consolas"/>
                <a:ea typeface="Consolas"/>
                <a:cs typeface="Consolas"/>
                <a:sym typeface="Consolas"/>
              </a:rPr>
              <a:t>Thread</a:t>
            </a:r>
            <a:r>
              <a:rPr lang="en" sz="1050">
                <a:latin typeface="Consolas"/>
                <a:ea typeface="Consolas"/>
                <a:cs typeface="Consolas"/>
                <a:sym typeface="Consolas"/>
              </a:rPr>
              <a:t>(</a:t>
            </a:r>
            <a:r>
              <a:rPr lang="en" sz="1050">
                <a:solidFill>
                  <a:srgbClr val="001080"/>
                </a:solidFill>
                <a:latin typeface="Consolas"/>
                <a:ea typeface="Consolas"/>
                <a:cs typeface="Consolas"/>
                <a:sym typeface="Consolas"/>
              </a:rPr>
              <a:t>example</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8000"/>
                </a:solidFill>
                <a:latin typeface="Consolas"/>
                <a:ea typeface="Consolas"/>
                <a:cs typeface="Consolas"/>
                <a:sym typeface="Consolas"/>
              </a:rPr>
              <a:t>19 </a:t>
            </a:r>
            <a:r>
              <a:rPr lang="en" sz="1050">
                <a:latin typeface="Consolas"/>
                <a:ea typeface="Consolas"/>
                <a:cs typeface="Consolas"/>
                <a:sym typeface="Consolas"/>
              </a:rPr>
              <a:t>        </a:t>
            </a:r>
            <a:r>
              <a:rPr lang="en" sz="1050">
                <a:solidFill>
                  <a:srgbClr val="001080"/>
                </a:solidFill>
                <a:latin typeface="Consolas"/>
                <a:ea typeface="Consolas"/>
                <a:cs typeface="Consolas"/>
                <a:sym typeface="Consolas"/>
              </a:rPr>
              <a:t>exampleThread</a:t>
            </a:r>
            <a:r>
              <a:rPr lang="en" sz="1050">
                <a:latin typeface="Consolas"/>
                <a:ea typeface="Consolas"/>
                <a:cs typeface="Consolas"/>
                <a:sym typeface="Consolas"/>
              </a:rPr>
              <a:t>.</a:t>
            </a:r>
            <a:r>
              <a:rPr lang="en" sz="1050">
                <a:solidFill>
                  <a:srgbClr val="795E26"/>
                </a:solidFill>
                <a:latin typeface="Consolas"/>
                <a:ea typeface="Consolas"/>
                <a:cs typeface="Consolas"/>
                <a:sym typeface="Consolas"/>
              </a:rPr>
              <a:t>start</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8000"/>
                </a:solidFill>
                <a:latin typeface="Consolas"/>
                <a:ea typeface="Consolas"/>
                <a:cs typeface="Consolas"/>
                <a:sym typeface="Consolas"/>
              </a:rPr>
              <a:t>20 </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8000"/>
                </a:solidFill>
                <a:latin typeface="Consolas"/>
                <a:ea typeface="Consolas"/>
                <a:cs typeface="Consolas"/>
                <a:sym typeface="Consolas"/>
              </a:rPr>
              <a:t>21 </a:t>
            </a:r>
            <a:r>
              <a:rPr lang="en" sz="1050">
                <a:latin typeface="Consolas"/>
                <a:ea typeface="Consolas"/>
                <a:cs typeface="Consolas"/>
                <a:sym typeface="Consolas"/>
              </a:rPr>
              <a:t>}</a:t>
            </a:r>
            <a:endParaRPr sz="1050">
              <a:solidFill>
                <a:schemeClr val="dk1"/>
              </a:solidFill>
              <a:latin typeface="Consolas"/>
              <a:ea typeface="Consolas"/>
              <a:cs typeface="Consolas"/>
              <a:sym typeface="Consola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49"/>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Implementing </a:t>
            </a:r>
            <a:r>
              <a:rPr lang="en">
                <a:latin typeface="Courier New"/>
                <a:ea typeface="Courier New"/>
                <a:cs typeface="Courier New"/>
                <a:sym typeface="Courier New"/>
              </a:rPr>
              <a:t>Runnable</a:t>
            </a:r>
            <a:endParaRPr>
              <a:latin typeface="Courier New"/>
              <a:ea typeface="Courier New"/>
              <a:cs typeface="Courier New"/>
              <a:sym typeface="Courier New"/>
            </a:endParaRPr>
          </a:p>
        </p:txBody>
      </p:sp>
      <p:sp>
        <p:nvSpPr>
          <p:cNvPr id="426" name="Google Shape;426;p49"/>
          <p:cNvSpPr txBox="1">
            <a:spLocks noGrp="1"/>
          </p:cNvSpPr>
          <p:nvPr>
            <p:ph type="sldNum" idx="12"/>
          </p:nvPr>
        </p:nvSpPr>
        <p:spPr>
          <a:xfrm>
            <a:off x="8525975" y="4854498"/>
            <a:ext cx="548700" cy="2784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18</a:t>
            </a:fld>
            <a:endParaRPr/>
          </a:p>
        </p:txBody>
      </p:sp>
      <p:sp>
        <p:nvSpPr>
          <p:cNvPr id="427" name="Google Shape;427;p49"/>
          <p:cNvSpPr/>
          <p:nvPr/>
        </p:nvSpPr>
        <p:spPr>
          <a:xfrm>
            <a:off x="2541600" y="1467250"/>
            <a:ext cx="4060800" cy="3574800"/>
          </a:xfrm>
          <a:prstGeom prst="rect">
            <a:avLst/>
          </a:prstGeom>
          <a:solidFill>
            <a:srgbClr val="FFFFFF"/>
          </a:solidFill>
          <a:ln w="19050" cap="flat" cmpd="sng">
            <a:solidFill>
              <a:schemeClr val="accent1"/>
            </a:solidFill>
            <a:prstDash val="solid"/>
            <a:miter lim="800000"/>
            <a:headEnd type="none" w="sm" len="sm"/>
            <a:tailEnd type="none" w="sm" len="sm"/>
          </a:ln>
        </p:spPr>
        <p:txBody>
          <a:bodyPr spcFirstLastPara="1" wrap="square" lIns="91425" tIns="91425" rIns="68575" bIns="91425" anchor="t" anchorCtr="0">
            <a:noAutofit/>
          </a:bodyPr>
          <a:lstStyle/>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class</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RunnableExample</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implements</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Runnable</a:t>
            </a:r>
            <a:r>
              <a:rPr lang="en" sz="1050" dirty="0">
                <a:solidFill>
                  <a:srgbClr val="008000"/>
                </a:solidFill>
                <a:latin typeface="Consolas"/>
                <a:ea typeface="Consolas"/>
                <a:cs typeface="Consolas"/>
                <a:sym typeface="Consolas"/>
              </a:rPr>
              <a:t> </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2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private</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final</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int</a:t>
            </a:r>
            <a:r>
              <a:rPr lang="en" sz="1050" dirty="0">
                <a:latin typeface="Consolas"/>
                <a:ea typeface="Consolas"/>
                <a:cs typeface="Consolas"/>
                <a:sym typeface="Consolas"/>
              </a:rPr>
              <a:t> </a:t>
            </a:r>
            <a:r>
              <a:rPr lang="en" sz="1050" dirty="0">
                <a:solidFill>
                  <a:srgbClr val="0070C1"/>
                </a:solidFill>
                <a:latin typeface="Consolas"/>
                <a:ea typeface="Consolas"/>
                <a:cs typeface="Consolas"/>
                <a:sym typeface="Consolas"/>
              </a:rPr>
              <a:t>id</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spcBef>
                <a:spcPts val="0"/>
              </a:spcBef>
              <a:spcAft>
                <a:spcPts val="0"/>
              </a:spcAft>
              <a:buNone/>
            </a:pPr>
            <a:r>
              <a:rPr lang="en" sz="1050" dirty="0">
                <a:solidFill>
                  <a:srgbClr val="008000"/>
                </a:solidFill>
                <a:latin typeface="Consolas"/>
                <a:ea typeface="Consolas"/>
                <a:cs typeface="Consolas"/>
                <a:sym typeface="Consolas"/>
              </a:rPr>
              <a:t>3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4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RunnableExample</a:t>
            </a:r>
            <a:r>
              <a:rPr lang="en" sz="1050" dirty="0">
                <a:latin typeface="Consolas"/>
                <a:ea typeface="Consolas"/>
                <a:cs typeface="Consolas"/>
                <a:sym typeface="Consolas"/>
              </a:rPr>
              <a:t>(</a:t>
            </a:r>
            <a:r>
              <a:rPr lang="en" sz="1050" dirty="0">
                <a:solidFill>
                  <a:srgbClr val="267F99"/>
                </a:solidFill>
                <a:latin typeface="Consolas"/>
                <a:ea typeface="Consolas"/>
                <a:cs typeface="Consolas"/>
                <a:sym typeface="Consolas"/>
              </a:rPr>
              <a:t>int</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id</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5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this</a:t>
            </a:r>
            <a:r>
              <a:rPr lang="en" sz="1050" dirty="0">
                <a:latin typeface="Consolas"/>
                <a:ea typeface="Consolas"/>
                <a:cs typeface="Consolas"/>
                <a:sym typeface="Consolas"/>
              </a:rPr>
              <a:t>.</a:t>
            </a:r>
            <a:r>
              <a:rPr lang="en" sz="1050" dirty="0">
                <a:solidFill>
                  <a:srgbClr val="0070C1"/>
                </a:solidFill>
                <a:latin typeface="Consolas"/>
                <a:ea typeface="Consolas"/>
                <a:cs typeface="Consolas"/>
                <a:sym typeface="Consolas"/>
              </a:rPr>
              <a:t>id</a:t>
            </a:r>
            <a:r>
              <a:rPr lang="en" sz="1050" dirty="0">
                <a:latin typeface="Consolas"/>
                <a:ea typeface="Consolas"/>
                <a:cs typeface="Consolas"/>
                <a:sym typeface="Consolas"/>
              </a:rPr>
              <a:t> = </a:t>
            </a:r>
            <a:r>
              <a:rPr lang="en" sz="1050" dirty="0">
                <a:solidFill>
                  <a:srgbClr val="001080"/>
                </a:solidFill>
                <a:latin typeface="Consolas"/>
                <a:ea typeface="Consolas"/>
                <a:cs typeface="Consolas"/>
                <a:sym typeface="Consolas"/>
              </a:rPr>
              <a:t>id</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6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spcBef>
                <a:spcPts val="0"/>
              </a:spcBef>
              <a:spcAft>
                <a:spcPts val="0"/>
              </a:spcAft>
              <a:buNone/>
            </a:pPr>
            <a:r>
              <a:rPr lang="en" sz="1050" dirty="0">
                <a:solidFill>
                  <a:srgbClr val="008000"/>
                </a:solidFill>
                <a:latin typeface="Consolas"/>
                <a:ea typeface="Consolas"/>
                <a:cs typeface="Consolas"/>
                <a:sym typeface="Consolas"/>
              </a:rPr>
              <a:t>7  </a:t>
            </a:r>
            <a:endParaRPr sz="1050" dirty="0">
              <a:solidFill>
                <a:srgbClr val="008000"/>
              </a:solidFill>
              <a:latin typeface="Consolas"/>
              <a:ea typeface="Consolas"/>
              <a:cs typeface="Consolas"/>
              <a:sym typeface="Consolas"/>
            </a:endParaRPr>
          </a:p>
          <a:p>
            <a:pPr marL="0" lvl="0" indent="0" algn="l" rtl="0">
              <a:spcBef>
                <a:spcPts val="0"/>
              </a:spcBef>
              <a:spcAft>
                <a:spcPts val="0"/>
              </a:spcAft>
              <a:buNone/>
            </a:pPr>
            <a:r>
              <a:rPr lang="en" sz="1050" dirty="0">
                <a:solidFill>
                  <a:srgbClr val="008000"/>
                </a:solidFill>
                <a:latin typeface="Consolas"/>
                <a:ea typeface="Consolas"/>
                <a:cs typeface="Consolas"/>
                <a:sym typeface="Consolas"/>
              </a:rPr>
              <a:t>8      </a:t>
            </a:r>
            <a:r>
              <a:rPr lang="en" sz="1050" dirty="0">
                <a:latin typeface="Consolas"/>
                <a:ea typeface="Consolas"/>
                <a:cs typeface="Consolas"/>
                <a:sym typeface="Consolas"/>
              </a:rPr>
              <a:t>@</a:t>
            </a:r>
            <a:r>
              <a:rPr lang="en" sz="1050" dirty="0">
                <a:solidFill>
                  <a:srgbClr val="267F99"/>
                </a:solidFill>
                <a:latin typeface="Consolas"/>
                <a:ea typeface="Consolas"/>
                <a:cs typeface="Consolas"/>
                <a:sym typeface="Consolas"/>
              </a:rPr>
              <a:t>Override</a:t>
            </a:r>
            <a:endParaRPr sz="1050" dirty="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9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void</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run</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10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System</a:t>
            </a:r>
            <a:r>
              <a:rPr lang="en" sz="1050" dirty="0">
                <a:latin typeface="Consolas"/>
                <a:ea typeface="Consolas"/>
                <a:cs typeface="Consolas"/>
                <a:sym typeface="Consolas"/>
              </a:rPr>
              <a:t>.</a:t>
            </a:r>
            <a:r>
              <a:rPr lang="en" sz="1050" dirty="0">
                <a:solidFill>
                  <a:srgbClr val="0070C1"/>
                </a:solidFill>
                <a:latin typeface="Consolas"/>
                <a:ea typeface="Consolas"/>
                <a:cs typeface="Consolas"/>
                <a:sym typeface="Consolas"/>
              </a:rPr>
              <a:t>out</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println</a:t>
            </a:r>
            <a:r>
              <a:rPr lang="en" sz="1050" dirty="0">
                <a:latin typeface="Consolas"/>
                <a:ea typeface="Consolas"/>
                <a:cs typeface="Consolas"/>
                <a:sym typeface="Consolas"/>
              </a:rPr>
              <a:t> (</a:t>
            </a:r>
            <a:r>
              <a:rPr lang="en" sz="1050" dirty="0">
                <a:solidFill>
                  <a:srgbClr val="0070C1"/>
                </a:solidFill>
                <a:latin typeface="Consolas"/>
                <a:ea typeface="Consolas"/>
                <a:cs typeface="Consolas"/>
                <a:sym typeface="Consolas"/>
              </a:rPr>
              <a:t>id</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11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12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13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static</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void</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main</a:t>
            </a:r>
            <a:r>
              <a:rPr lang="en" sz="1050" dirty="0">
                <a:latin typeface="Consolas"/>
                <a:ea typeface="Consolas"/>
                <a:cs typeface="Consolas"/>
                <a:sym typeface="Consolas"/>
              </a:rPr>
              <a:t>(</a:t>
            </a:r>
            <a:r>
              <a:rPr lang="en" sz="1050" dirty="0">
                <a:solidFill>
                  <a:srgbClr val="267F99"/>
                </a:solidFill>
                <a:latin typeface="Consolas"/>
                <a:ea typeface="Consolas"/>
                <a:cs typeface="Consolas"/>
                <a:sym typeface="Consolas"/>
              </a:rPr>
              <a:t>String</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args</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14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Runnable</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example</a:t>
            </a:r>
            <a:r>
              <a:rPr lang="en" sz="1050" dirty="0">
                <a:latin typeface="Consolas"/>
                <a:ea typeface="Consolas"/>
                <a:cs typeface="Consolas"/>
                <a:sym typeface="Consolas"/>
              </a:rPr>
              <a:t> =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15 </a:t>
            </a:r>
            <a:r>
              <a:rPr lang="en" sz="1050" dirty="0">
                <a:latin typeface="Consolas"/>
                <a:ea typeface="Consolas"/>
                <a:cs typeface="Consolas"/>
                <a:sym typeface="Consolas"/>
              </a:rPr>
              <a:t>            </a:t>
            </a:r>
            <a:r>
              <a:rPr lang="en" sz="1050" dirty="0">
                <a:solidFill>
                  <a:srgbClr val="AF00DB"/>
                </a:solidFill>
                <a:latin typeface="Consolas"/>
                <a:ea typeface="Consolas"/>
                <a:cs typeface="Consolas"/>
                <a:sym typeface="Consolas"/>
              </a:rPr>
              <a:t>new</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RunnableExample</a:t>
            </a:r>
            <a:r>
              <a:rPr lang="en" sz="1050" dirty="0">
                <a:latin typeface="Consolas"/>
                <a:ea typeface="Consolas"/>
                <a:cs typeface="Consolas"/>
                <a:sym typeface="Consolas"/>
              </a:rPr>
              <a:t>(</a:t>
            </a:r>
            <a:r>
              <a:rPr lang="en" sz="1050" dirty="0">
                <a:solidFill>
                  <a:srgbClr val="098658"/>
                </a:solidFill>
                <a:latin typeface="Consolas"/>
                <a:ea typeface="Consolas"/>
                <a:cs typeface="Consolas"/>
                <a:sym typeface="Consolas"/>
              </a:rPr>
              <a:t>1</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spcBef>
                <a:spcPts val="0"/>
              </a:spcBef>
              <a:spcAft>
                <a:spcPts val="0"/>
              </a:spcAft>
              <a:buNone/>
            </a:pPr>
            <a:r>
              <a:rPr lang="en" sz="1050" dirty="0">
                <a:solidFill>
                  <a:srgbClr val="008000"/>
                </a:solidFill>
                <a:latin typeface="Consolas"/>
                <a:ea typeface="Consolas"/>
                <a:cs typeface="Consolas"/>
                <a:sym typeface="Consolas"/>
              </a:rPr>
              <a:t>16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17 </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Thread</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exampleThread</a:t>
            </a:r>
            <a:r>
              <a:rPr lang="en" sz="1050" dirty="0">
                <a:latin typeface="Consolas"/>
                <a:ea typeface="Consolas"/>
                <a:cs typeface="Consolas"/>
                <a:sym typeface="Consolas"/>
              </a:rPr>
              <a:t> =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18 </a:t>
            </a:r>
            <a:r>
              <a:rPr lang="en" sz="1050" dirty="0">
                <a:latin typeface="Consolas"/>
                <a:ea typeface="Consolas"/>
                <a:cs typeface="Consolas"/>
                <a:sym typeface="Consolas"/>
              </a:rPr>
              <a:t>            </a:t>
            </a:r>
            <a:r>
              <a:rPr lang="en" sz="1050" dirty="0">
                <a:solidFill>
                  <a:srgbClr val="AF00DB"/>
                </a:solidFill>
                <a:latin typeface="Consolas"/>
                <a:ea typeface="Consolas"/>
                <a:cs typeface="Consolas"/>
                <a:sym typeface="Consolas"/>
              </a:rPr>
              <a:t>new</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Thread</a:t>
            </a:r>
            <a:r>
              <a:rPr lang="en" sz="1050" dirty="0">
                <a:latin typeface="Consolas"/>
                <a:ea typeface="Consolas"/>
                <a:cs typeface="Consolas"/>
                <a:sym typeface="Consolas"/>
              </a:rPr>
              <a:t>(</a:t>
            </a:r>
            <a:r>
              <a:rPr lang="en" sz="1050" dirty="0">
                <a:solidFill>
                  <a:srgbClr val="001080"/>
                </a:solidFill>
                <a:latin typeface="Consolas"/>
                <a:ea typeface="Consolas"/>
                <a:cs typeface="Consolas"/>
                <a:sym typeface="Consolas"/>
              </a:rPr>
              <a:t>example</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19 </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exampleThread</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start</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20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21 </a:t>
            </a:r>
            <a:r>
              <a:rPr lang="en" sz="1050" dirty="0">
                <a:latin typeface="Consolas"/>
                <a:ea typeface="Consolas"/>
                <a:cs typeface="Consolas"/>
                <a:sym typeface="Consolas"/>
              </a:rPr>
              <a:t>}</a:t>
            </a:r>
            <a:endParaRPr sz="1050" dirty="0">
              <a:solidFill>
                <a:schemeClr val="dk1"/>
              </a:solidFill>
              <a:latin typeface="Consolas"/>
              <a:ea typeface="Consolas"/>
              <a:cs typeface="Consolas"/>
              <a:sym typeface="Consolas"/>
            </a:endParaRPr>
          </a:p>
        </p:txBody>
      </p:sp>
      <p:sp>
        <p:nvSpPr>
          <p:cNvPr id="428" name="Google Shape;428;p49"/>
          <p:cNvSpPr txBox="1"/>
          <p:nvPr/>
        </p:nvSpPr>
        <p:spPr>
          <a:xfrm>
            <a:off x="121030" y="1458564"/>
            <a:ext cx="2314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Start by implementing the </a:t>
            </a:r>
            <a:r>
              <a:rPr lang="en" sz="1200">
                <a:solidFill>
                  <a:srgbClr val="FF0000"/>
                </a:solidFill>
                <a:latin typeface="Courier New"/>
                <a:ea typeface="Courier New"/>
                <a:cs typeface="Courier New"/>
                <a:sym typeface="Courier New"/>
              </a:rPr>
              <a:t>Runnable</a:t>
            </a:r>
            <a:r>
              <a:rPr lang="en" sz="1200">
                <a:latin typeface="Roboto"/>
                <a:ea typeface="Roboto"/>
                <a:cs typeface="Roboto"/>
                <a:sym typeface="Roboto"/>
              </a:rPr>
              <a:t> interface.</a:t>
            </a:r>
            <a:endParaRPr sz="1200">
              <a:latin typeface="Roboto"/>
              <a:ea typeface="Roboto"/>
              <a:cs typeface="Roboto"/>
              <a:sym typeface="Roboto"/>
            </a:endParaRPr>
          </a:p>
        </p:txBody>
      </p:sp>
      <p:grpSp>
        <p:nvGrpSpPr>
          <p:cNvPr id="429" name="Google Shape;429;p49"/>
          <p:cNvGrpSpPr/>
          <p:nvPr/>
        </p:nvGrpSpPr>
        <p:grpSpPr>
          <a:xfrm>
            <a:off x="1278280" y="1458564"/>
            <a:ext cx="5136095" cy="303886"/>
            <a:chOff x="1278280" y="1458564"/>
            <a:chExt cx="5136095" cy="303886"/>
          </a:xfrm>
        </p:grpSpPr>
        <p:sp>
          <p:nvSpPr>
            <p:cNvPr id="430" name="Google Shape;430;p49"/>
            <p:cNvSpPr/>
            <p:nvPr/>
          </p:nvSpPr>
          <p:spPr>
            <a:xfrm>
              <a:off x="4939275" y="1520350"/>
              <a:ext cx="1475100" cy="2421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1" name="Google Shape;431;p49"/>
            <p:cNvCxnSpPr>
              <a:stCxn id="428" idx="0"/>
              <a:endCxn id="430" idx="0"/>
            </p:cNvCxnSpPr>
            <p:nvPr/>
          </p:nvCxnSpPr>
          <p:spPr>
            <a:xfrm rot="-5400000" flipH="1">
              <a:off x="3446680" y="-709836"/>
              <a:ext cx="61800" cy="4398600"/>
            </a:xfrm>
            <a:prstGeom prst="bentConnector3">
              <a:avLst>
                <a:gd name="adj1" fmla="val -218226"/>
              </a:avLst>
            </a:prstGeom>
            <a:noFill/>
            <a:ln w="19050" cap="flat" cmpd="sng">
              <a:solidFill>
                <a:srgbClr val="FF0000"/>
              </a:solidFill>
              <a:prstDash val="solid"/>
              <a:round/>
              <a:headEnd type="none" w="med" len="med"/>
              <a:tailEnd type="none" w="med" len="med"/>
            </a:ln>
          </p:spPr>
        </p:cxnSp>
      </p:grpSp>
      <p:sp>
        <p:nvSpPr>
          <p:cNvPr id="432" name="Google Shape;432;p49"/>
          <p:cNvSpPr txBox="1"/>
          <p:nvPr/>
        </p:nvSpPr>
        <p:spPr>
          <a:xfrm>
            <a:off x="121030" y="2147989"/>
            <a:ext cx="2314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Courier New"/>
                <a:ea typeface="Courier New"/>
                <a:cs typeface="Courier New"/>
                <a:sym typeface="Courier New"/>
              </a:rPr>
              <a:t>Runnable</a:t>
            </a:r>
            <a:r>
              <a:rPr lang="en" sz="1200">
                <a:latin typeface="Roboto"/>
                <a:ea typeface="Roboto"/>
                <a:cs typeface="Roboto"/>
                <a:sym typeface="Roboto"/>
              </a:rPr>
              <a:t> is also in the </a:t>
            </a:r>
            <a:r>
              <a:rPr lang="en" sz="1200">
                <a:solidFill>
                  <a:srgbClr val="FF0000"/>
                </a:solidFill>
                <a:latin typeface="Courier New"/>
                <a:ea typeface="Courier New"/>
                <a:cs typeface="Courier New"/>
                <a:sym typeface="Courier New"/>
              </a:rPr>
              <a:t>java.lang</a:t>
            </a:r>
            <a:r>
              <a:rPr lang="en" sz="1200">
                <a:latin typeface="Roboto"/>
                <a:ea typeface="Roboto"/>
                <a:cs typeface="Roboto"/>
                <a:sym typeface="Roboto"/>
              </a:rPr>
              <a:t> package and doesn't need to be imported.</a:t>
            </a:r>
            <a:endParaRPr sz="1200">
              <a:latin typeface="Roboto"/>
              <a:ea typeface="Roboto"/>
              <a:cs typeface="Roboto"/>
              <a:sym typeface="Roboto"/>
            </a:endParaRPr>
          </a:p>
        </p:txBody>
      </p:sp>
      <p:sp>
        <p:nvSpPr>
          <p:cNvPr id="433" name="Google Shape;433;p49"/>
          <p:cNvSpPr txBox="1"/>
          <p:nvPr/>
        </p:nvSpPr>
        <p:spPr>
          <a:xfrm>
            <a:off x="121030" y="3022214"/>
            <a:ext cx="23145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Courier New"/>
                <a:ea typeface="Courier New"/>
                <a:cs typeface="Courier New"/>
                <a:sym typeface="Courier New"/>
              </a:rPr>
              <a:t>Runnable</a:t>
            </a:r>
            <a:r>
              <a:rPr lang="en" sz="1200">
                <a:latin typeface="Roboto"/>
                <a:ea typeface="Roboto"/>
                <a:cs typeface="Roboto"/>
                <a:sym typeface="Roboto"/>
              </a:rPr>
              <a:t> defines a single </a:t>
            </a:r>
            <a:r>
              <a:rPr lang="en" sz="1200" b="1" i="1">
                <a:solidFill>
                  <a:srgbClr val="FF0000"/>
                </a:solidFill>
                <a:latin typeface="Roboto"/>
                <a:ea typeface="Roboto"/>
                <a:cs typeface="Roboto"/>
                <a:sym typeface="Roboto"/>
              </a:rPr>
              <a:t>abstract </a:t>
            </a:r>
            <a:r>
              <a:rPr lang="en" sz="1200">
                <a:latin typeface="Roboto"/>
                <a:ea typeface="Roboto"/>
                <a:cs typeface="Roboto"/>
                <a:sym typeface="Roboto"/>
              </a:rPr>
              <a:t>method: </a:t>
            </a:r>
            <a:r>
              <a:rPr lang="en" sz="1200">
                <a:solidFill>
                  <a:srgbClr val="FF0000"/>
                </a:solidFill>
                <a:latin typeface="Courier New"/>
                <a:ea typeface="Courier New"/>
                <a:cs typeface="Courier New"/>
                <a:sym typeface="Courier New"/>
              </a:rPr>
              <a:t>run()</a:t>
            </a:r>
            <a:r>
              <a:rPr lang="en" sz="1200">
                <a:latin typeface="Roboto"/>
                <a:ea typeface="Roboto"/>
                <a:cs typeface="Roboto"/>
                <a:sym typeface="Roboto"/>
              </a:rPr>
              <a:t>. Because it is abstract, you </a:t>
            </a:r>
            <a:r>
              <a:rPr lang="en" sz="1200" b="1" i="1">
                <a:solidFill>
                  <a:srgbClr val="FF0000"/>
                </a:solidFill>
                <a:latin typeface="Roboto"/>
                <a:ea typeface="Roboto"/>
                <a:cs typeface="Roboto"/>
                <a:sym typeface="Roboto"/>
              </a:rPr>
              <a:t>must</a:t>
            </a:r>
            <a:r>
              <a:rPr lang="en" sz="1200">
                <a:solidFill>
                  <a:srgbClr val="FF0000"/>
                </a:solidFill>
                <a:latin typeface="Roboto"/>
                <a:ea typeface="Roboto"/>
                <a:cs typeface="Roboto"/>
                <a:sym typeface="Roboto"/>
              </a:rPr>
              <a:t> </a:t>
            </a:r>
            <a:r>
              <a:rPr lang="en" sz="1200">
                <a:latin typeface="Roboto"/>
                <a:ea typeface="Roboto"/>
                <a:cs typeface="Roboto"/>
                <a:sym typeface="Roboto"/>
              </a:rPr>
              <a:t>override it in your class.</a:t>
            </a:r>
            <a:endParaRPr sz="1200">
              <a:latin typeface="Roboto"/>
              <a:ea typeface="Roboto"/>
              <a:cs typeface="Roboto"/>
              <a:sym typeface="Roboto"/>
            </a:endParaRPr>
          </a:p>
        </p:txBody>
      </p:sp>
      <p:grpSp>
        <p:nvGrpSpPr>
          <p:cNvPr id="434" name="Google Shape;434;p49"/>
          <p:cNvGrpSpPr/>
          <p:nvPr/>
        </p:nvGrpSpPr>
        <p:grpSpPr>
          <a:xfrm>
            <a:off x="2435530" y="2614500"/>
            <a:ext cx="2859395" cy="869414"/>
            <a:chOff x="2435530" y="2614500"/>
            <a:chExt cx="2859395" cy="869414"/>
          </a:xfrm>
        </p:grpSpPr>
        <p:sp>
          <p:nvSpPr>
            <p:cNvPr id="435" name="Google Shape;435;p49"/>
            <p:cNvSpPr/>
            <p:nvPr/>
          </p:nvSpPr>
          <p:spPr>
            <a:xfrm>
              <a:off x="3049425" y="2614500"/>
              <a:ext cx="2245500" cy="8346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6" name="Google Shape;436;p49"/>
            <p:cNvCxnSpPr>
              <a:stCxn id="433" idx="3"/>
              <a:endCxn id="435" idx="1"/>
            </p:cNvCxnSpPr>
            <p:nvPr/>
          </p:nvCxnSpPr>
          <p:spPr>
            <a:xfrm rot="10800000" flipH="1">
              <a:off x="2435530" y="3031814"/>
              <a:ext cx="613800" cy="452100"/>
            </a:xfrm>
            <a:prstGeom prst="bentConnector3">
              <a:avLst>
                <a:gd name="adj1" fmla="val 50008"/>
              </a:avLst>
            </a:prstGeom>
            <a:noFill/>
            <a:ln w="19050" cap="flat" cmpd="sng">
              <a:solidFill>
                <a:srgbClr val="FF0000"/>
              </a:solidFill>
              <a:prstDash val="solid"/>
              <a:round/>
              <a:headEnd type="none" w="med" len="med"/>
              <a:tailEnd type="none" w="med" len="med"/>
            </a:ln>
          </p:spPr>
        </p:cxnSp>
      </p:grpSp>
      <p:sp>
        <p:nvSpPr>
          <p:cNvPr id="437" name="Google Shape;437;p49"/>
          <p:cNvSpPr txBox="1"/>
          <p:nvPr/>
        </p:nvSpPr>
        <p:spPr>
          <a:xfrm>
            <a:off x="121030" y="4080939"/>
            <a:ext cx="2314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You should include any code that you want to execute in a separate thread in this method.</a:t>
            </a:r>
            <a:endParaRPr sz="1200">
              <a:latin typeface="Roboto"/>
              <a:ea typeface="Roboto"/>
              <a:cs typeface="Roboto"/>
              <a:sym typeface="Roboto"/>
            </a:endParaRPr>
          </a:p>
        </p:txBody>
      </p:sp>
      <p:sp>
        <p:nvSpPr>
          <p:cNvPr id="438" name="Google Shape;438;p49"/>
          <p:cNvSpPr txBox="1"/>
          <p:nvPr/>
        </p:nvSpPr>
        <p:spPr>
          <a:xfrm>
            <a:off x="6706650" y="1458564"/>
            <a:ext cx="2314500" cy="1293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Just like </a:t>
            </a:r>
            <a:r>
              <a:rPr lang="en" sz="1200">
                <a:latin typeface="Courier New"/>
                <a:ea typeface="Courier New"/>
                <a:cs typeface="Courier New"/>
                <a:sym typeface="Courier New"/>
              </a:rPr>
              <a:t>Thread</a:t>
            </a:r>
            <a:r>
              <a:rPr lang="en" sz="1200">
                <a:latin typeface="Roboto"/>
                <a:ea typeface="Roboto"/>
                <a:cs typeface="Roboto"/>
                <a:sym typeface="Roboto"/>
              </a:rPr>
              <a:t>, we don't want to call </a:t>
            </a:r>
            <a:r>
              <a:rPr lang="en" sz="1200">
                <a:latin typeface="Courier New"/>
                <a:ea typeface="Courier New"/>
                <a:cs typeface="Courier New"/>
                <a:sym typeface="Courier New"/>
              </a:rPr>
              <a:t>run()</a:t>
            </a:r>
            <a:r>
              <a:rPr lang="en" sz="1200">
                <a:latin typeface="Roboto"/>
                <a:ea typeface="Roboto"/>
                <a:cs typeface="Roboto"/>
                <a:sym typeface="Roboto"/>
              </a:rPr>
              <a:t> directly on a </a:t>
            </a:r>
            <a:r>
              <a:rPr lang="en" sz="1200">
                <a:latin typeface="Courier New"/>
                <a:ea typeface="Courier New"/>
                <a:cs typeface="Courier New"/>
                <a:sym typeface="Courier New"/>
              </a:rPr>
              <a:t>Runnable</a:t>
            </a:r>
            <a:r>
              <a:rPr lang="en" sz="1200">
                <a:latin typeface="Roboto"/>
                <a:ea typeface="Roboto"/>
                <a:cs typeface="Roboto"/>
                <a:sym typeface="Roboto"/>
              </a:rPr>
              <a:t> from the main thread, but </a:t>
            </a:r>
            <a:r>
              <a:rPr lang="en" sz="1200" b="1" i="1">
                <a:solidFill>
                  <a:srgbClr val="FF0000"/>
                </a:solidFill>
                <a:latin typeface="Roboto"/>
                <a:ea typeface="Roboto"/>
                <a:cs typeface="Roboto"/>
                <a:sym typeface="Roboto"/>
              </a:rPr>
              <a:t>unlike</a:t>
            </a:r>
            <a:r>
              <a:rPr lang="en" sz="1200">
                <a:solidFill>
                  <a:srgbClr val="FF0000"/>
                </a:solidFill>
                <a:latin typeface="Roboto"/>
                <a:ea typeface="Roboto"/>
                <a:cs typeface="Roboto"/>
                <a:sym typeface="Roboto"/>
              </a:rPr>
              <a:t> </a:t>
            </a:r>
            <a:r>
              <a:rPr lang="en" sz="1200">
                <a:latin typeface="Courier New"/>
                <a:ea typeface="Courier New"/>
                <a:cs typeface="Courier New"/>
                <a:sym typeface="Courier New"/>
              </a:rPr>
              <a:t>Thread</a:t>
            </a:r>
            <a:r>
              <a:rPr lang="en" sz="1200">
                <a:latin typeface="Roboto"/>
                <a:ea typeface="Roboto"/>
                <a:cs typeface="Roboto"/>
                <a:sym typeface="Roboto"/>
              </a:rPr>
              <a:t>, a </a:t>
            </a:r>
            <a:r>
              <a:rPr lang="en" sz="1200">
                <a:latin typeface="Courier New"/>
                <a:ea typeface="Courier New"/>
                <a:cs typeface="Courier New"/>
                <a:sym typeface="Courier New"/>
              </a:rPr>
              <a:t>Runnable</a:t>
            </a:r>
            <a:r>
              <a:rPr lang="en" sz="1200">
                <a:latin typeface="Roboto"/>
                <a:ea typeface="Roboto"/>
                <a:cs typeface="Roboto"/>
                <a:sym typeface="Roboto"/>
              </a:rPr>
              <a:t> cannot be started on its own.</a:t>
            </a:r>
            <a:endParaRPr sz="1200">
              <a:latin typeface="Roboto"/>
              <a:ea typeface="Roboto"/>
              <a:cs typeface="Roboto"/>
              <a:sym typeface="Roboto"/>
            </a:endParaRPr>
          </a:p>
        </p:txBody>
      </p:sp>
      <p:sp>
        <p:nvSpPr>
          <p:cNvPr id="439" name="Google Shape;439;p49"/>
          <p:cNvSpPr txBox="1"/>
          <p:nvPr/>
        </p:nvSpPr>
        <p:spPr>
          <a:xfrm>
            <a:off x="6708475" y="2885189"/>
            <a:ext cx="2314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Instead, we create a new </a:t>
            </a:r>
            <a:r>
              <a:rPr lang="en" sz="1200">
                <a:latin typeface="Courier New"/>
                <a:ea typeface="Courier New"/>
                <a:cs typeface="Courier New"/>
                <a:sym typeface="Courier New"/>
              </a:rPr>
              <a:t>Thread</a:t>
            </a:r>
            <a:r>
              <a:rPr lang="en" sz="1200">
                <a:latin typeface="Roboto"/>
                <a:ea typeface="Roboto"/>
                <a:cs typeface="Roboto"/>
                <a:sym typeface="Roboto"/>
              </a:rPr>
              <a:t> by passing the </a:t>
            </a:r>
            <a:r>
              <a:rPr lang="en" sz="1200">
                <a:latin typeface="Courier New"/>
                <a:ea typeface="Courier New"/>
                <a:cs typeface="Courier New"/>
                <a:sym typeface="Courier New"/>
              </a:rPr>
              <a:t>Runnable</a:t>
            </a:r>
            <a:r>
              <a:rPr lang="en" sz="1200">
                <a:latin typeface="Roboto"/>
                <a:ea typeface="Roboto"/>
                <a:cs typeface="Roboto"/>
                <a:sym typeface="Roboto"/>
              </a:rPr>
              <a:t> into is constructor.</a:t>
            </a:r>
            <a:endParaRPr sz="1200">
              <a:latin typeface="Roboto"/>
              <a:ea typeface="Roboto"/>
              <a:cs typeface="Roboto"/>
              <a:sym typeface="Roboto"/>
            </a:endParaRPr>
          </a:p>
        </p:txBody>
      </p:sp>
      <p:sp>
        <p:nvSpPr>
          <p:cNvPr id="440" name="Google Shape;440;p49"/>
          <p:cNvSpPr txBox="1"/>
          <p:nvPr/>
        </p:nvSpPr>
        <p:spPr>
          <a:xfrm>
            <a:off x="6708475" y="3757726"/>
            <a:ext cx="2314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Then call </a:t>
            </a:r>
            <a:r>
              <a:rPr lang="en" sz="1200">
                <a:latin typeface="Courier New"/>
                <a:ea typeface="Courier New"/>
                <a:cs typeface="Courier New"/>
                <a:sym typeface="Courier New"/>
              </a:rPr>
              <a:t>start()</a:t>
            </a:r>
            <a:r>
              <a:rPr lang="en" sz="1200">
                <a:latin typeface="Roboto"/>
                <a:ea typeface="Roboto"/>
                <a:cs typeface="Roboto"/>
                <a:sym typeface="Roboto"/>
              </a:rPr>
              <a:t> on that thread to execute the runnable in a separate thread.</a:t>
            </a:r>
            <a:endParaRPr sz="1200">
              <a:latin typeface="Roboto"/>
              <a:ea typeface="Roboto"/>
              <a:cs typeface="Roboto"/>
              <a:sym typeface="Roboto"/>
            </a:endParaRPr>
          </a:p>
        </p:txBody>
      </p:sp>
      <p:grpSp>
        <p:nvGrpSpPr>
          <p:cNvPr id="441" name="Google Shape;441;p49"/>
          <p:cNvGrpSpPr/>
          <p:nvPr/>
        </p:nvGrpSpPr>
        <p:grpSpPr>
          <a:xfrm>
            <a:off x="3360675" y="3254639"/>
            <a:ext cx="3347800" cy="1450011"/>
            <a:chOff x="3360675" y="3254639"/>
            <a:chExt cx="3347800" cy="1450011"/>
          </a:xfrm>
        </p:grpSpPr>
        <p:sp>
          <p:nvSpPr>
            <p:cNvPr id="442" name="Google Shape;442;p49"/>
            <p:cNvSpPr/>
            <p:nvPr/>
          </p:nvSpPr>
          <p:spPr>
            <a:xfrm>
              <a:off x="3360675" y="4080950"/>
              <a:ext cx="1934100" cy="623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43" name="Google Shape;443;p49"/>
            <p:cNvCxnSpPr>
              <a:stCxn id="439" idx="1"/>
              <a:endCxn id="442" idx="3"/>
            </p:cNvCxnSpPr>
            <p:nvPr/>
          </p:nvCxnSpPr>
          <p:spPr>
            <a:xfrm flipH="1">
              <a:off x="5294875" y="3254639"/>
              <a:ext cx="1413600" cy="1138200"/>
            </a:xfrm>
            <a:prstGeom prst="bentConnector3">
              <a:avLst>
                <a:gd name="adj1" fmla="val 35261"/>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28"/>
                                        </p:tgtEl>
                                        <p:attrNameLst>
                                          <p:attrName>style.visibility</p:attrName>
                                        </p:attrNameLst>
                                      </p:cBhvr>
                                      <p:to>
                                        <p:strVal val="visible"/>
                                      </p:to>
                                    </p:set>
                                    <p:animEffect transition="in" filter="fade">
                                      <p:cBhvr>
                                        <p:cTn id="7" dur="1000"/>
                                        <p:tgtEl>
                                          <p:spTgt spid="42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429"/>
                                        </p:tgtEl>
                                        <p:attrNameLst>
                                          <p:attrName>style.visibility</p:attrName>
                                        </p:attrNameLst>
                                      </p:cBhvr>
                                      <p:to>
                                        <p:strVal val="visible"/>
                                      </p:to>
                                    </p:set>
                                    <p:animEffect transition="in" filter="fade">
                                      <p:cBhvr>
                                        <p:cTn id="11" dur="1000"/>
                                        <p:tgtEl>
                                          <p:spTgt spid="42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432"/>
                                        </p:tgtEl>
                                        <p:attrNameLst>
                                          <p:attrName>style.visibility</p:attrName>
                                        </p:attrNameLst>
                                      </p:cBhvr>
                                      <p:to>
                                        <p:strVal val="visible"/>
                                      </p:to>
                                    </p:set>
                                    <p:animEffect transition="in" filter="fade">
                                      <p:cBhvr>
                                        <p:cTn id="16" dur="1000"/>
                                        <p:tgtEl>
                                          <p:spTgt spid="43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33"/>
                                        </p:tgtEl>
                                        <p:attrNameLst>
                                          <p:attrName>style.visibility</p:attrName>
                                        </p:attrNameLst>
                                      </p:cBhvr>
                                      <p:to>
                                        <p:strVal val="visible"/>
                                      </p:to>
                                    </p:set>
                                    <p:animEffect transition="in" filter="fade">
                                      <p:cBhvr>
                                        <p:cTn id="21" dur="1000"/>
                                        <p:tgtEl>
                                          <p:spTgt spid="433"/>
                                        </p:tgtEl>
                                      </p:cBhvr>
                                    </p:animEffect>
                                  </p:childTnLst>
                                </p:cTn>
                              </p:par>
                            </p:childTnLst>
                          </p:cTn>
                        </p:par>
                        <p:par>
                          <p:cTn id="22" fill="hold">
                            <p:stCondLst>
                              <p:cond delay="1000"/>
                            </p:stCondLst>
                            <p:childTnLst>
                              <p:par>
                                <p:cTn id="23" presetID="10" presetClass="entr" presetSubtype="0" fill="hold" nodeType="afterEffect">
                                  <p:stCondLst>
                                    <p:cond delay="0"/>
                                  </p:stCondLst>
                                  <p:childTnLst>
                                    <p:set>
                                      <p:cBhvr>
                                        <p:cTn id="24" dur="1" fill="hold">
                                          <p:stCondLst>
                                            <p:cond delay="0"/>
                                          </p:stCondLst>
                                        </p:cTn>
                                        <p:tgtEl>
                                          <p:spTgt spid="434"/>
                                        </p:tgtEl>
                                        <p:attrNameLst>
                                          <p:attrName>style.visibility</p:attrName>
                                        </p:attrNameLst>
                                      </p:cBhvr>
                                      <p:to>
                                        <p:strVal val="visible"/>
                                      </p:to>
                                    </p:set>
                                    <p:animEffect transition="in" filter="fade">
                                      <p:cBhvr>
                                        <p:cTn id="25" dur="1000"/>
                                        <p:tgtEl>
                                          <p:spTgt spid="434"/>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437"/>
                                        </p:tgtEl>
                                        <p:attrNameLst>
                                          <p:attrName>style.visibility</p:attrName>
                                        </p:attrNameLst>
                                      </p:cBhvr>
                                      <p:to>
                                        <p:strVal val="visible"/>
                                      </p:to>
                                    </p:set>
                                    <p:animEffect transition="in" filter="fade">
                                      <p:cBhvr>
                                        <p:cTn id="30" dur="1000"/>
                                        <p:tgtEl>
                                          <p:spTgt spid="43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438"/>
                                        </p:tgtEl>
                                        <p:attrNameLst>
                                          <p:attrName>style.visibility</p:attrName>
                                        </p:attrNameLst>
                                      </p:cBhvr>
                                      <p:to>
                                        <p:strVal val="visible"/>
                                      </p:to>
                                    </p:set>
                                    <p:animEffect transition="in" filter="fade">
                                      <p:cBhvr>
                                        <p:cTn id="35" dur="1000"/>
                                        <p:tgtEl>
                                          <p:spTgt spid="43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439"/>
                                        </p:tgtEl>
                                        <p:attrNameLst>
                                          <p:attrName>style.visibility</p:attrName>
                                        </p:attrNameLst>
                                      </p:cBhvr>
                                      <p:to>
                                        <p:strVal val="visible"/>
                                      </p:to>
                                    </p:set>
                                    <p:animEffect transition="in" filter="fade">
                                      <p:cBhvr>
                                        <p:cTn id="40" dur="1000"/>
                                        <p:tgtEl>
                                          <p:spTgt spid="43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441"/>
                                        </p:tgtEl>
                                        <p:attrNameLst>
                                          <p:attrName>style.visibility</p:attrName>
                                        </p:attrNameLst>
                                      </p:cBhvr>
                                      <p:to>
                                        <p:strVal val="visible"/>
                                      </p:to>
                                    </p:set>
                                    <p:animEffect transition="in" filter="fade">
                                      <p:cBhvr>
                                        <p:cTn id="44" dur="1000"/>
                                        <p:tgtEl>
                                          <p:spTgt spid="441"/>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440"/>
                                        </p:tgtEl>
                                        <p:attrNameLst>
                                          <p:attrName>style.visibility</p:attrName>
                                        </p:attrNameLst>
                                      </p:cBhvr>
                                      <p:to>
                                        <p:strVal val="visible"/>
                                      </p:to>
                                    </p:set>
                                    <p:animEffect transition="in" filter="fade">
                                      <p:cBhvr>
                                        <p:cTn id="49" dur="1000"/>
                                        <p:tgtEl>
                                          <p:spTgt spid="4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47"/>
        <p:cNvGrpSpPr/>
        <p:nvPr/>
      </p:nvGrpSpPr>
      <p:grpSpPr>
        <a:xfrm>
          <a:off x="0" y="0"/>
          <a:ext cx="0" cy="0"/>
          <a:chOff x="0" y="0"/>
          <a:chExt cx="0" cy="0"/>
        </a:xfrm>
      </p:grpSpPr>
      <p:sp>
        <p:nvSpPr>
          <p:cNvPr id="448" name="Google Shape;448;p50"/>
          <p:cNvSpPr txBox="1">
            <a:spLocks noGrp="1"/>
          </p:cNvSpPr>
          <p:nvPr>
            <p:ph type="title"/>
          </p:nvPr>
        </p:nvSpPr>
        <p:spPr>
          <a:xfrm>
            <a:off x="1436850" y="100"/>
            <a:ext cx="7642500" cy="596700"/>
          </a:xfrm>
          <a:prstGeom prst="rect">
            <a:avLst/>
          </a:prstGeom>
          <a:noFill/>
          <a:ln>
            <a:noFill/>
          </a:ln>
        </p:spPr>
        <p:txBody>
          <a:bodyPr spcFirstLastPara="1" wrap="square" lIns="68575" tIns="34275" rIns="68575" bIns="34275" anchor="ctr" anchorCtr="0">
            <a:normAutofit/>
          </a:bodyPr>
          <a:lstStyle/>
          <a:p>
            <a:pPr marL="0" lvl="0" indent="0" algn="l" rtl="0">
              <a:lnSpc>
                <a:spcPct val="100000"/>
              </a:lnSpc>
              <a:spcBef>
                <a:spcPts val="0"/>
              </a:spcBef>
              <a:spcAft>
                <a:spcPts val="0"/>
              </a:spcAft>
              <a:buClr>
                <a:schemeClr val="dk2"/>
              </a:buClr>
              <a:buSzPts val="3300"/>
              <a:buFont typeface="Calibri"/>
              <a:buNone/>
            </a:pPr>
            <a:r>
              <a:rPr lang="en">
                <a:latin typeface="Courier New"/>
                <a:ea typeface="Courier New"/>
                <a:cs typeface="Courier New"/>
                <a:sym typeface="Courier New"/>
              </a:rPr>
              <a:t>RunnableRacer</a:t>
            </a:r>
            <a:endParaRPr>
              <a:latin typeface="Courier New"/>
              <a:ea typeface="Courier New"/>
              <a:cs typeface="Courier New"/>
              <a:sym typeface="Courier New"/>
            </a:endParaRPr>
          </a:p>
        </p:txBody>
      </p:sp>
      <p:sp>
        <p:nvSpPr>
          <p:cNvPr id="449" name="Google Shape;449;p50"/>
          <p:cNvSpPr txBox="1">
            <a:spLocks noGrp="1"/>
          </p:cNvSpPr>
          <p:nvPr>
            <p:ph type="body" idx="1"/>
          </p:nvPr>
        </p:nvSpPr>
        <p:spPr>
          <a:xfrm>
            <a:off x="65250" y="731625"/>
            <a:ext cx="8955900" cy="734100"/>
          </a:xfrm>
          <a:prstGeom prst="rect">
            <a:avLst/>
          </a:prstGeom>
          <a:noFill/>
          <a:ln>
            <a:noFill/>
          </a:ln>
        </p:spPr>
        <p:txBody>
          <a:bodyPr spcFirstLastPara="1" wrap="square" lIns="68575" tIns="34275" rIns="68575" bIns="34275" anchor="t" anchorCtr="0">
            <a:spAutoFit/>
          </a:bodyPr>
          <a:lstStyle/>
          <a:p>
            <a:pPr marL="0" lvl="0" indent="0" algn="l" rtl="0">
              <a:lnSpc>
                <a:spcPct val="90000"/>
              </a:lnSpc>
              <a:spcBef>
                <a:spcPts val="0"/>
              </a:spcBef>
              <a:spcAft>
                <a:spcPts val="1600"/>
              </a:spcAft>
              <a:buClr>
                <a:schemeClr val="dk1"/>
              </a:buClr>
              <a:buSzPts val="1800"/>
              <a:buNone/>
            </a:pPr>
            <a:r>
              <a:rPr lang="en"/>
              <a:t>We now know that there are two different ways to create and run code in a separate thread in a Java program. Let's examine the similarities and differences between extending </a:t>
            </a:r>
            <a:r>
              <a:rPr lang="en">
                <a:latin typeface="Courier New"/>
                <a:ea typeface="Courier New"/>
                <a:cs typeface="Courier New"/>
                <a:sym typeface="Courier New"/>
              </a:rPr>
              <a:t>Thread</a:t>
            </a:r>
            <a:r>
              <a:rPr lang="en"/>
              <a:t> and implementing </a:t>
            </a:r>
            <a:r>
              <a:rPr lang="en">
                <a:latin typeface="Courier New"/>
                <a:ea typeface="Courier New"/>
                <a:cs typeface="Courier New"/>
                <a:sym typeface="Courier New"/>
              </a:rPr>
              <a:t>Runnable</a:t>
            </a:r>
            <a:r>
              <a:rPr lang="en"/>
              <a:t> by repeating some of the earlier activities.</a:t>
            </a:r>
            <a:endParaRPr/>
          </a:p>
        </p:txBody>
      </p:sp>
      <p:sp>
        <p:nvSpPr>
          <p:cNvPr id="450" name="Google Shape;450;p50"/>
          <p:cNvSpPr txBox="1">
            <a:spLocks noGrp="1"/>
          </p:cNvSpPr>
          <p:nvPr>
            <p:ph type="body" idx="2"/>
          </p:nvPr>
        </p:nvSpPr>
        <p:spPr>
          <a:xfrm>
            <a:off x="3929675" y="1524350"/>
            <a:ext cx="5026200" cy="3493200"/>
          </a:xfrm>
          <a:prstGeom prst="rect">
            <a:avLst/>
          </a:prstGeom>
          <a:noFill/>
          <a:ln>
            <a:noFill/>
          </a:ln>
        </p:spPr>
        <p:txBody>
          <a:bodyPr spcFirstLastPara="1" wrap="square" lIns="68575" tIns="34275" rIns="68575" bIns="34275" anchor="t" anchorCtr="0">
            <a:spAutoFit/>
          </a:bodyPr>
          <a:lstStyle/>
          <a:p>
            <a:pPr marL="457200" lvl="0" indent="-311150" algn="l" rtl="0">
              <a:lnSpc>
                <a:spcPct val="115000"/>
              </a:lnSpc>
              <a:spcBef>
                <a:spcPts val="0"/>
              </a:spcBef>
              <a:spcAft>
                <a:spcPts val="0"/>
              </a:spcAft>
              <a:buSzPts val="1300"/>
              <a:buChar char="●"/>
            </a:pPr>
            <a:r>
              <a:rPr lang="en" dirty="0"/>
              <a:t>Create a new Java class named </a:t>
            </a:r>
            <a:r>
              <a:rPr lang="en" dirty="0">
                <a:solidFill>
                  <a:srgbClr val="FF0000"/>
                </a:solidFill>
                <a:latin typeface="Courier New"/>
                <a:ea typeface="Courier New"/>
                <a:cs typeface="Courier New"/>
                <a:sym typeface="Courier New"/>
              </a:rPr>
              <a:t>RunnableRacer</a:t>
            </a:r>
            <a:r>
              <a:rPr lang="en" dirty="0"/>
              <a:t> in the </a:t>
            </a:r>
            <a:r>
              <a:rPr lang="en" dirty="0">
                <a:solidFill>
                  <a:srgbClr val="FF0000"/>
                </a:solidFill>
                <a:latin typeface="Courier New"/>
                <a:ea typeface="Courier New"/>
                <a:cs typeface="Courier New"/>
                <a:sym typeface="Courier New"/>
              </a:rPr>
              <a:t>racing</a:t>
            </a:r>
            <a:r>
              <a:rPr lang="en" dirty="0">
                <a:solidFill>
                  <a:srgbClr val="FF0000"/>
                </a:solidFill>
              </a:rPr>
              <a:t> </a:t>
            </a:r>
            <a:r>
              <a:rPr lang="en" dirty="0"/>
              <a:t>package.</a:t>
            </a:r>
            <a:endParaRPr dirty="0"/>
          </a:p>
          <a:p>
            <a:pPr marL="914400" lvl="1" indent="-304800" algn="l" rtl="0">
              <a:lnSpc>
                <a:spcPct val="115000"/>
              </a:lnSpc>
              <a:spcBef>
                <a:spcPts val="0"/>
              </a:spcBef>
              <a:spcAft>
                <a:spcPts val="0"/>
              </a:spcAft>
              <a:buSzPts val="1200"/>
              <a:buChar char="○"/>
            </a:pPr>
            <a:r>
              <a:rPr lang="en" sz="1200" dirty="0"/>
              <a:t>Since </a:t>
            </a:r>
            <a:r>
              <a:rPr lang="en" sz="1200" dirty="0">
                <a:latin typeface="Courier New"/>
                <a:ea typeface="Courier New"/>
                <a:cs typeface="Courier New"/>
                <a:sym typeface="Courier New"/>
              </a:rPr>
              <a:t>Runnable</a:t>
            </a:r>
            <a:r>
              <a:rPr lang="en" sz="1200" dirty="0"/>
              <a:t> is an </a:t>
            </a:r>
            <a:r>
              <a:rPr lang="en" sz="1200" b="1" i="1" dirty="0">
                <a:solidFill>
                  <a:srgbClr val="FF0000"/>
                </a:solidFill>
              </a:rPr>
              <a:t>interface</a:t>
            </a:r>
            <a:r>
              <a:rPr lang="en" sz="1200" dirty="0"/>
              <a:t>, we don't have to copy all the code again.</a:t>
            </a:r>
            <a:endParaRPr sz="1200" dirty="0"/>
          </a:p>
          <a:p>
            <a:pPr marL="914400" lvl="1" indent="-304800" algn="l" rtl="0">
              <a:lnSpc>
                <a:spcPct val="115000"/>
              </a:lnSpc>
              <a:spcBef>
                <a:spcPts val="0"/>
              </a:spcBef>
              <a:spcAft>
                <a:spcPts val="0"/>
              </a:spcAft>
              <a:buSzPts val="1200"/>
              <a:buChar char="○"/>
            </a:pPr>
            <a:r>
              <a:rPr lang="en" sz="1200" dirty="0"/>
              <a:t>Instead, have </a:t>
            </a:r>
            <a:r>
              <a:rPr lang="en" sz="1200" dirty="0">
                <a:latin typeface="Courier New"/>
                <a:ea typeface="Courier New"/>
                <a:cs typeface="Courier New"/>
                <a:sym typeface="Courier New"/>
              </a:rPr>
              <a:t>RunnableRacer</a:t>
            </a:r>
            <a:r>
              <a:rPr lang="en" sz="1200" dirty="0"/>
              <a:t> </a:t>
            </a:r>
            <a:r>
              <a:rPr lang="en" sz="1200" b="1" i="1" dirty="0">
                <a:solidFill>
                  <a:srgbClr val="FF0000"/>
                </a:solidFill>
              </a:rPr>
              <a:t>extend</a:t>
            </a:r>
            <a:r>
              <a:rPr lang="en" sz="1200" dirty="0"/>
              <a:t> </a:t>
            </a:r>
            <a:r>
              <a:rPr lang="en" sz="1200" dirty="0">
                <a:latin typeface="Courier New"/>
                <a:ea typeface="Courier New"/>
                <a:cs typeface="Courier New"/>
                <a:sym typeface="Courier New"/>
              </a:rPr>
              <a:t>Racer</a:t>
            </a:r>
            <a:r>
              <a:rPr lang="en" sz="1200" dirty="0"/>
              <a:t> and </a:t>
            </a:r>
            <a:r>
              <a:rPr lang="en" sz="1200" b="1" i="1" dirty="0">
                <a:solidFill>
                  <a:srgbClr val="FF0000"/>
                </a:solidFill>
              </a:rPr>
              <a:t>implement</a:t>
            </a:r>
            <a:r>
              <a:rPr lang="en" sz="1200" dirty="0"/>
              <a:t> </a:t>
            </a:r>
            <a:r>
              <a:rPr lang="en" sz="1200" dirty="0">
                <a:latin typeface="Courier New"/>
                <a:ea typeface="Courier New"/>
                <a:cs typeface="Courier New"/>
                <a:sym typeface="Courier New"/>
              </a:rPr>
              <a:t>Runnable</a:t>
            </a:r>
            <a:r>
              <a:rPr lang="en" sz="1200" dirty="0"/>
              <a:t>.</a:t>
            </a:r>
            <a:endParaRPr sz="1200" dirty="0"/>
          </a:p>
          <a:p>
            <a:pPr marL="914400" lvl="1" indent="-304800" algn="l" rtl="0">
              <a:lnSpc>
                <a:spcPct val="115000"/>
              </a:lnSpc>
              <a:spcBef>
                <a:spcPts val="0"/>
              </a:spcBef>
              <a:spcAft>
                <a:spcPts val="0"/>
              </a:spcAft>
              <a:buSzPts val="1200"/>
              <a:buChar char="○"/>
            </a:pPr>
            <a:r>
              <a:rPr lang="en" sz="1200" dirty="0"/>
              <a:t>Now you only need to provide the constructors and run method. </a:t>
            </a:r>
            <a:endParaRPr sz="1200" dirty="0"/>
          </a:p>
          <a:p>
            <a:pPr marL="914400" lvl="1" indent="-304800" algn="l" rtl="0">
              <a:lnSpc>
                <a:spcPct val="115000"/>
              </a:lnSpc>
              <a:spcBef>
                <a:spcPts val="0"/>
              </a:spcBef>
              <a:spcAft>
                <a:spcPts val="0"/>
              </a:spcAft>
              <a:buSzPts val="1200"/>
              <a:buChar char="○"/>
            </a:pPr>
            <a:r>
              <a:rPr lang="en" sz="1200" dirty="0"/>
              <a:t>Much cleaner (that's why interfaces are often preferred over base classes).</a:t>
            </a:r>
            <a:endParaRPr sz="1200" dirty="0"/>
          </a:p>
          <a:p>
            <a:pPr marL="457200" lvl="0" indent="-311150" algn="l" rtl="0">
              <a:lnSpc>
                <a:spcPct val="115000"/>
              </a:lnSpc>
              <a:spcBef>
                <a:spcPts val="0"/>
              </a:spcBef>
              <a:spcAft>
                <a:spcPts val="0"/>
              </a:spcAft>
              <a:buSzPts val="1300"/>
              <a:buChar char="●"/>
            </a:pPr>
            <a:r>
              <a:rPr lang="en" b="1" i="1" dirty="0">
                <a:solidFill>
                  <a:srgbClr val="FF0000"/>
                </a:solidFill>
              </a:rPr>
              <a:t>Copy </a:t>
            </a:r>
            <a:r>
              <a:rPr lang="en" dirty="0">
                <a:latin typeface="Courier New"/>
                <a:ea typeface="Courier New"/>
                <a:cs typeface="Courier New"/>
                <a:sym typeface="Courier New"/>
              </a:rPr>
              <a:t>ThreadRace</a:t>
            </a:r>
            <a:r>
              <a:rPr lang="en" dirty="0"/>
              <a:t> and name it </a:t>
            </a:r>
            <a:r>
              <a:rPr lang="en" dirty="0">
                <a:solidFill>
                  <a:srgbClr val="FF0000"/>
                </a:solidFill>
                <a:latin typeface="Courier New"/>
                <a:ea typeface="Courier New"/>
                <a:cs typeface="Courier New"/>
                <a:sym typeface="Courier New"/>
              </a:rPr>
              <a:t>RunnableRace</a:t>
            </a:r>
            <a:r>
              <a:rPr lang="en" dirty="0"/>
              <a:t>.</a:t>
            </a:r>
            <a:endParaRPr dirty="0">
              <a:latin typeface="Courier New"/>
              <a:ea typeface="Courier New"/>
              <a:cs typeface="Courier New"/>
              <a:sym typeface="Courier New"/>
            </a:endParaRPr>
          </a:p>
          <a:p>
            <a:pPr marL="914400" lvl="1" indent="-304800" algn="l" rtl="0">
              <a:lnSpc>
                <a:spcPct val="115000"/>
              </a:lnSpc>
              <a:spcBef>
                <a:spcPts val="0"/>
              </a:spcBef>
              <a:spcAft>
                <a:spcPts val="0"/>
              </a:spcAft>
              <a:buSzPts val="1200"/>
              <a:buChar char="○"/>
            </a:pPr>
            <a:r>
              <a:rPr lang="en" sz="1200" dirty="0"/>
              <a:t>Change all the </a:t>
            </a:r>
            <a:r>
              <a:rPr lang="en" sz="1200" dirty="0">
                <a:latin typeface="Courier New"/>
                <a:ea typeface="Courier New"/>
                <a:cs typeface="Courier New"/>
                <a:sym typeface="Courier New"/>
              </a:rPr>
              <a:t>ThreadRacer</a:t>
            </a:r>
            <a:r>
              <a:rPr lang="en" sz="1200" dirty="0"/>
              <a:t>s to be </a:t>
            </a:r>
            <a:r>
              <a:rPr lang="en" sz="1200" dirty="0">
                <a:solidFill>
                  <a:srgbClr val="FF0000"/>
                </a:solidFill>
                <a:latin typeface="Courier New"/>
                <a:ea typeface="Courier New"/>
                <a:cs typeface="Courier New"/>
                <a:sym typeface="Courier New"/>
              </a:rPr>
              <a:t>RunnableRacer</a:t>
            </a:r>
            <a:r>
              <a:rPr lang="en" sz="1200" dirty="0"/>
              <a:t>s</a:t>
            </a:r>
            <a:endParaRPr sz="1200" dirty="0"/>
          </a:p>
          <a:p>
            <a:pPr marL="914400" lvl="1" indent="-304800" algn="l" rtl="0">
              <a:lnSpc>
                <a:spcPct val="115000"/>
              </a:lnSpc>
              <a:spcBef>
                <a:spcPts val="0"/>
              </a:spcBef>
              <a:spcAft>
                <a:spcPts val="0"/>
              </a:spcAft>
              <a:buSzPts val="1200"/>
              <a:buChar char="○"/>
            </a:pPr>
            <a:r>
              <a:rPr lang="en" sz="1200" dirty="0"/>
              <a:t>Instead of calling start on the racer, pass the racer into a </a:t>
            </a:r>
            <a:r>
              <a:rPr lang="en" sz="1200" b="1" i="1" dirty="0">
                <a:solidFill>
                  <a:srgbClr val="FF0000"/>
                </a:solidFill>
                <a:highlight>
                  <a:srgbClr val="FFFF00"/>
                </a:highlight>
              </a:rPr>
              <a:t>new thread</a:t>
            </a:r>
            <a:r>
              <a:rPr lang="en" sz="1200" dirty="0">
                <a:highlight>
                  <a:srgbClr val="FFFF00"/>
                </a:highlight>
              </a:rPr>
              <a:t> and call </a:t>
            </a:r>
            <a:r>
              <a:rPr lang="en" sz="1200" dirty="0">
                <a:highlight>
                  <a:srgbClr val="FFFF00"/>
                </a:highlight>
                <a:latin typeface="Courier New"/>
                <a:ea typeface="Courier New"/>
                <a:cs typeface="Courier New"/>
                <a:sym typeface="Courier New"/>
              </a:rPr>
              <a:t>start()</a:t>
            </a:r>
            <a:r>
              <a:rPr lang="en" sz="1200" dirty="0">
                <a:highlight>
                  <a:srgbClr val="FFFF00"/>
                </a:highlight>
              </a:rPr>
              <a:t> on the thread.</a:t>
            </a:r>
            <a:endParaRPr sz="1200" dirty="0">
              <a:highlight>
                <a:srgbClr val="FFFF00"/>
              </a:highlight>
            </a:endParaRPr>
          </a:p>
          <a:p>
            <a:pPr marL="914400" lvl="1" indent="-304800" algn="l" rtl="0">
              <a:lnSpc>
                <a:spcPct val="115000"/>
              </a:lnSpc>
              <a:spcBef>
                <a:spcPts val="0"/>
              </a:spcBef>
              <a:spcAft>
                <a:spcPts val="0"/>
              </a:spcAft>
              <a:buSzPts val="1200"/>
              <a:buChar char="○"/>
            </a:pPr>
            <a:r>
              <a:rPr lang="en" sz="1200" dirty="0">
                <a:highlight>
                  <a:srgbClr val="FFFF00"/>
                </a:highlight>
              </a:rPr>
              <a:t>You'll need to update the </a:t>
            </a:r>
            <a:r>
              <a:rPr lang="en" sz="1200" dirty="0">
                <a:highlight>
                  <a:srgbClr val="FFFF00"/>
                </a:highlight>
                <a:latin typeface="Courier New"/>
                <a:ea typeface="Courier New"/>
                <a:cs typeface="Courier New"/>
                <a:sym typeface="Courier New"/>
              </a:rPr>
              <a:t>isAlive</a:t>
            </a:r>
            <a:r>
              <a:rPr lang="en" sz="1200" dirty="0">
                <a:highlight>
                  <a:srgbClr val="FFFF00"/>
                </a:highlight>
              </a:rPr>
              <a:t> calls to be on the </a:t>
            </a:r>
            <a:r>
              <a:rPr lang="en" sz="1200" b="1" i="1" dirty="0">
                <a:solidFill>
                  <a:srgbClr val="FF0000"/>
                </a:solidFill>
                <a:highlight>
                  <a:srgbClr val="FFFF00"/>
                </a:highlight>
              </a:rPr>
              <a:t>threads</a:t>
            </a:r>
            <a:r>
              <a:rPr lang="en" sz="1200" dirty="0">
                <a:highlight>
                  <a:srgbClr val="FFFF00"/>
                </a:highlight>
              </a:rPr>
              <a:t> and not the racers.</a:t>
            </a:r>
            <a:endParaRPr sz="1200" dirty="0">
              <a:highlight>
                <a:srgbClr val="FFFF00"/>
              </a:highlight>
            </a:endParaRPr>
          </a:p>
        </p:txBody>
      </p:sp>
      <p:sp>
        <p:nvSpPr>
          <p:cNvPr id="451" name="Google Shape;451;p5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19</a:t>
            </a:fld>
            <a:endParaRPr/>
          </a:p>
        </p:txBody>
      </p:sp>
      <p:sp>
        <p:nvSpPr>
          <p:cNvPr id="452" name="Google Shape;452;p5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8.7</a:t>
            </a:r>
            <a:endParaRPr/>
          </a:p>
        </p:txBody>
      </p:sp>
      <p:sp>
        <p:nvSpPr>
          <p:cNvPr id="453" name="Google Shape;453;p50"/>
          <p:cNvSpPr/>
          <p:nvPr/>
        </p:nvSpPr>
        <p:spPr>
          <a:xfrm>
            <a:off x="143825" y="1551575"/>
            <a:ext cx="3636300" cy="3493200"/>
          </a:xfrm>
          <a:prstGeom prst="rect">
            <a:avLst/>
          </a:prstGeom>
          <a:solidFill>
            <a:srgbClr val="FFFFFF"/>
          </a:solidFill>
          <a:ln w="19050" cap="flat" cmpd="sng">
            <a:solidFill>
              <a:schemeClr val="accent1"/>
            </a:solidFill>
            <a:prstDash val="solid"/>
            <a:miter lim="800000"/>
            <a:headEnd type="none" w="sm" len="sm"/>
            <a:tailEnd type="none" w="sm" len="sm"/>
          </a:ln>
        </p:spPr>
        <p:txBody>
          <a:bodyPr spcFirstLastPara="1" wrap="square" lIns="91425" tIns="91425" rIns="68575" bIns="91425" anchor="t" anchorCtr="0">
            <a:noAutofit/>
          </a:bodyPr>
          <a:lstStyle/>
          <a:p>
            <a:pPr marL="0" lvl="0" indent="0" algn="l" rtl="0">
              <a:lnSpc>
                <a:spcPct val="100000"/>
              </a:lnSpc>
              <a:spcBef>
                <a:spcPts val="0"/>
              </a:spcBef>
              <a:spcAft>
                <a:spcPts val="0"/>
              </a:spcAft>
              <a:buNone/>
            </a:pP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class</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RunnableExample</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implements</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Runnable</a:t>
            </a:r>
            <a:r>
              <a:rPr lang="en" sz="1000">
                <a:solidFill>
                  <a:srgbClr val="008000"/>
                </a:solidFill>
                <a:latin typeface="Consolas"/>
                <a:ea typeface="Consolas"/>
                <a:cs typeface="Consolas"/>
                <a:sym typeface="Consolas"/>
              </a:rPr>
              <a:t> </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private</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final</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int</a:t>
            </a:r>
            <a:r>
              <a:rPr lang="en" sz="1000">
                <a:latin typeface="Consolas"/>
                <a:ea typeface="Consolas"/>
                <a:cs typeface="Consolas"/>
                <a:sym typeface="Consolas"/>
              </a:rPr>
              <a:t> </a:t>
            </a:r>
            <a:r>
              <a:rPr lang="en" sz="1000">
                <a:solidFill>
                  <a:srgbClr val="0070C1"/>
                </a:solidFill>
                <a:latin typeface="Consolas"/>
                <a:ea typeface="Consolas"/>
                <a:cs typeface="Consolas"/>
                <a:sym typeface="Consolas"/>
              </a:rPr>
              <a:t>id</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spcBef>
                <a:spcPts val="0"/>
              </a:spcBef>
              <a:spcAft>
                <a:spcPts val="0"/>
              </a:spcAft>
              <a:buNone/>
            </a:pPr>
            <a:r>
              <a:rPr lang="en" sz="1000">
                <a:solidFill>
                  <a:srgbClr val="008000"/>
                </a:solidFill>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795E26"/>
                </a:solidFill>
                <a:latin typeface="Consolas"/>
                <a:ea typeface="Consolas"/>
                <a:cs typeface="Consolas"/>
                <a:sym typeface="Consolas"/>
              </a:rPr>
              <a:t>RunnableExample</a:t>
            </a:r>
            <a:r>
              <a:rPr lang="en" sz="1000">
                <a:latin typeface="Consolas"/>
                <a:ea typeface="Consolas"/>
                <a:cs typeface="Consolas"/>
                <a:sym typeface="Consolas"/>
              </a:rPr>
              <a:t>(</a:t>
            </a:r>
            <a:r>
              <a:rPr lang="en" sz="1000">
                <a:solidFill>
                  <a:srgbClr val="267F99"/>
                </a:solidFill>
                <a:latin typeface="Consolas"/>
                <a:ea typeface="Consolas"/>
                <a:cs typeface="Consolas"/>
                <a:sym typeface="Consolas"/>
              </a:rPr>
              <a:t>int</a:t>
            </a:r>
            <a:r>
              <a:rPr lang="en" sz="1000">
                <a:latin typeface="Consolas"/>
                <a:ea typeface="Consolas"/>
                <a:cs typeface="Consolas"/>
                <a:sym typeface="Consolas"/>
              </a:rPr>
              <a:t> </a:t>
            </a:r>
            <a:r>
              <a:rPr lang="en" sz="1000">
                <a:solidFill>
                  <a:srgbClr val="001080"/>
                </a:solidFill>
                <a:latin typeface="Consolas"/>
                <a:ea typeface="Consolas"/>
                <a:cs typeface="Consolas"/>
                <a:sym typeface="Consolas"/>
              </a:rPr>
              <a:t>id</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this</a:t>
            </a:r>
            <a:r>
              <a:rPr lang="en" sz="1000">
                <a:latin typeface="Consolas"/>
                <a:ea typeface="Consolas"/>
                <a:cs typeface="Consolas"/>
                <a:sym typeface="Consolas"/>
              </a:rPr>
              <a:t>.</a:t>
            </a:r>
            <a:r>
              <a:rPr lang="en" sz="1000">
                <a:solidFill>
                  <a:srgbClr val="0070C1"/>
                </a:solidFill>
                <a:latin typeface="Consolas"/>
                <a:ea typeface="Consolas"/>
                <a:cs typeface="Consolas"/>
                <a:sym typeface="Consolas"/>
              </a:rPr>
              <a:t>id</a:t>
            </a:r>
            <a:r>
              <a:rPr lang="en" sz="1000">
                <a:latin typeface="Consolas"/>
                <a:ea typeface="Consolas"/>
                <a:cs typeface="Consolas"/>
                <a:sym typeface="Consolas"/>
              </a:rPr>
              <a:t> = </a:t>
            </a:r>
            <a:r>
              <a:rPr lang="en" sz="1000">
                <a:solidFill>
                  <a:srgbClr val="001080"/>
                </a:solidFill>
                <a:latin typeface="Consolas"/>
                <a:ea typeface="Consolas"/>
                <a:cs typeface="Consolas"/>
                <a:sym typeface="Consolas"/>
              </a:rPr>
              <a:t>id</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spcBef>
                <a:spcPts val="0"/>
              </a:spcBef>
              <a:spcAft>
                <a:spcPts val="0"/>
              </a:spcAft>
              <a:buNone/>
            </a:pPr>
            <a:r>
              <a:rPr lang="en" sz="1000">
                <a:solidFill>
                  <a:srgbClr val="008000"/>
                </a:solidFill>
                <a:latin typeface="Consolas"/>
                <a:ea typeface="Consolas"/>
                <a:cs typeface="Consolas"/>
                <a:sym typeface="Consolas"/>
              </a:rPr>
              <a:t>  </a:t>
            </a:r>
            <a:endParaRPr sz="1000">
              <a:solidFill>
                <a:srgbClr val="008000"/>
              </a:solidFill>
              <a:latin typeface="Consolas"/>
              <a:ea typeface="Consolas"/>
              <a:cs typeface="Consolas"/>
              <a:sym typeface="Consolas"/>
            </a:endParaRPr>
          </a:p>
          <a:p>
            <a:pPr marL="0" lvl="0" indent="0" algn="l" rtl="0">
              <a:spcBef>
                <a:spcPts val="0"/>
              </a:spcBef>
              <a:spcAft>
                <a:spcPts val="0"/>
              </a:spcAft>
              <a:buNone/>
            </a:pPr>
            <a:r>
              <a:rPr lang="en" sz="1000">
                <a:solidFill>
                  <a:srgbClr val="008000"/>
                </a:solidFill>
                <a:latin typeface="Consolas"/>
                <a:ea typeface="Consolas"/>
                <a:cs typeface="Consolas"/>
                <a:sym typeface="Consolas"/>
              </a:rPr>
              <a:t>    </a:t>
            </a:r>
            <a:r>
              <a:rPr lang="en" sz="1000">
                <a:latin typeface="Consolas"/>
                <a:ea typeface="Consolas"/>
                <a:cs typeface="Consolas"/>
                <a:sym typeface="Consolas"/>
              </a:rPr>
              <a:t>@</a:t>
            </a:r>
            <a:r>
              <a:rPr lang="en" sz="1000">
                <a:solidFill>
                  <a:srgbClr val="267F99"/>
                </a:solidFill>
                <a:latin typeface="Consolas"/>
                <a:ea typeface="Consolas"/>
                <a:cs typeface="Consolas"/>
                <a:sym typeface="Consolas"/>
              </a:rPr>
              <a:t>Override</a:t>
            </a:r>
            <a:endParaRPr sz="10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void</a:t>
            </a:r>
            <a:r>
              <a:rPr lang="en" sz="1000">
                <a:latin typeface="Consolas"/>
                <a:ea typeface="Consolas"/>
                <a:cs typeface="Consolas"/>
                <a:sym typeface="Consolas"/>
              </a:rPr>
              <a:t> </a:t>
            </a:r>
            <a:r>
              <a:rPr lang="en" sz="1000">
                <a:solidFill>
                  <a:srgbClr val="795E26"/>
                </a:solidFill>
                <a:latin typeface="Consolas"/>
                <a:ea typeface="Consolas"/>
                <a:cs typeface="Consolas"/>
                <a:sym typeface="Consolas"/>
              </a:rPr>
              <a:t>run</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System</a:t>
            </a:r>
            <a:r>
              <a:rPr lang="en" sz="1000">
                <a:latin typeface="Consolas"/>
                <a:ea typeface="Consolas"/>
                <a:cs typeface="Consolas"/>
                <a:sym typeface="Consolas"/>
              </a:rPr>
              <a:t>.</a:t>
            </a:r>
            <a:r>
              <a:rPr lang="en" sz="1000">
                <a:solidFill>
                  <a:srgbClr val="0070C1"/>
                </a:solidFill>
                <a:latin typeface="Consolas"/>
                <a:ea typeface="Consolas"/>
                <a:cs typeface="Consolas"/>
                <a:sym typeface="Consolas"/>
              </a:rPr>
              <a:t>out</a:t>
            </a:r>
            <a:r>
              <a:rPr lang="en" sz="1000">
                <a:latin typeface="Consolas"/>
                <a:ea typeface="Consolas"/>
                <a:cs typeface="Consolas"/>
                <a:sym typeface="Consolas"/>
              </a:rPr>
              <a:t>.</a:t>
            </a:r>
            <a:r>
              <a:rPr lang="en" sz="1000">
                <a:solidFill>
                  <a:srgbClr val="795E26"/>
                </a:solidFill>
                <a:latin typeface="Consolas"/>
                <a:ea typeface="Consolas"/>
                <a:cs typeface="Consolas"/>
                <a:sym typeface="Consolas"/>
              </a:rPr>
              <a:t>println</a:t>
            </a:r>
            <a:r>
              <a:rPr lang="en" sz="1000">
                <a:latin typeface="Consolas"/>
                <a:ea typeface="Consolas"/>
                <a:cs typeface="Consolas"/>
                <a:sym typeface="Consolas"/>
              </a:rPr>
              <a:t> (</a:t>
            </a:r>
            <a:r>
              <a:rPr lang="en" sz="1000">
                <a:solidFill>
                  <a:srgbClr val="0070C1"/>
                </a:solidFill>
                <a:latin typeface="Consolas"/>
                <a:ea typeface="Consolas"/>
                <a:cs typeface="Consolas"/>
                <a:sym typeface="Consolas"/>
              </a:rPr>
              <a:t>id</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8000"/>
                </a:solidFill>
                <a:latin typeface="Consolas"/>
                <a:ea typeface="Consolas"/>
                <a:cs typeface="Consolas"/>
                <a:sym typeface="Consolas"/>
              </a:rPr>
              <a:t>  </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static</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void</a:t>
            </a:r>
            <a:r>
              <a:rPr lang="en" sz="1000">
                <a:latin typeface="Consolas"/>
                <a:ea typeface="Consolas"/>
                <a:cs typeface="Consolas"/>
                <a:sym typeface="Consolas"/>
              </a:rPr>
              <a:t> </a:t>
            </a:r>
            <a:r>
              <a:rPr lang="en" sz="1000">
                <a:solidFill>
                  <a:srgbClr val="795E26"/>
                </a:solidFill>
                <a:latin typeface="Consolas"/>
                <a:ea typeface="Consolas"/>
                <a:cs typeface="Consolas"/>
                <a:sym typeface="Consolas"/>
              </a:rPr>
              <a:t>main</a:t>
            </a:r>
            <a:r>
              <a:rPr lang="en" sz="1000">
                <a:latin typeface="Consolas"/>
                <a:ea typeface="Consolas"/>
                <a:cs typeface="Consolas"/>
                <a:sym typeface="Consolas"/>
              </a:rPr>
              <a:t>(</a:t>
            </a:r>
            <a:r>
              <a:rPr lang="en" sz="1000">
                <a:solidFill>
                  <a:srgbClr val="267F99"/>
                </a:solidFill>
                <a:latin typeface="Consolas"/>
                <a:ea typeface="Consolas"/>
                <a:cs typeface="Consolas"/>
                <a:sym typeface="Consolas"/>
              </a:rPr>
              <a:t>String</a:t>
            </a:r>
            <a:r>
              <a:rPr lang="en" sz="1000">
                <a:latin typeface="Consolas"/>
                <a:ea typeface="Consolas"/>
                <a:cs typeface="Consolas"/>
                <a:sym typeface="Consolas"/>
              </a:rPr>
              <a:t>[] </a:t>
            </a:r>
            <a:r>
              <a:rPr lang="en" sz="1000">
                <a:solidFill>
                  <a:srgbClr val="001080"/>
                </a:solidFill>
                <a:latin typeface="Consolas"/>
                <a:ea typeface="Consolas"/>
                <a:cs typeface="Consolas"/>
                <a:sym typeface="Consolas"/>
              </a:rPr>
              <a:t>args</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Runnable</a:t>
            </a:r>
            <a:r>
              <a:rPr lang="en" sz="1000">
                <a:latin typeface="Consolas"/>
                <a:ea typeface="Consolas"/>
                <a:cs typeface="Consolas"/>
                <a:sym typeface="Consolas"/>
              </a:rPr>
              <a:t> </a:t>
            </a:r>
            <a:r>
              <a:rPr lang="en" sz="1000">
                <a:solidFill>
                  <a:srgbClr val="001080"/>
                </a:solidFill>
                <a:latin typeface="Consolas"/>
                <a:ea typeface="Consolas"/>
                <a:cs typeface="Consolas"/>
                <a:sym typeface="Consolas"/>
              </a:rPr>
              <a:t>example</a:t>
            </a:r>
            <a:r>
              <a:rPr lang="en" sz="1000">
                <a:latin typeface="Consolas"/>
                <a:ea typeface="Consolas"/>
                <a:cs typeface="Consolas"/>
                <a:sym typeface="Consolas"/>
              </a:rPr>
              <a:t> =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AF00DB"/>
                </a:solidFill>
                <a:latin typeface="Consolas"/>
                <a:ea typeface="Consolas"/>
                <a:cs typeface="Consolas"/>
                <a:sym typeface="Consolas"/>
              </a:rPr>
              <a:t>new</a:t>
            </a:r>
            <a:r>
              <a:rPr lang="en" sz="1000">
                <a:latin typeface="Consolas"/>
                <a:ea typeface="Consolas"/>
                <a:cs typeface="Consolas"/>
                <a:sym typeface="Consolas"/>
              </a:rPr>
              <a:t> </a:t>
            </a:r>
            <a:r>
              <a:rPr lang="en" sz="1000">
                <a:solidFill>
                  <a:srgbClr val="795E26"/>
                </a:solidFill>
                <a:latin typeface="Consolas"/>
                <a:ea typeface="Consolas"/>
                <a:cs typeface="Consolas"/>
                <a:sym typeface="Consolas"/>
              </a:rPr>
              <a:t>RunnableExample</a:t>
            </a:r>
            <a:r>
              <a:rPr lang="en" sz="1000">
                <a:latin typeface="Consolas"/>
                <a:ea typeface="Consolas"/>
                <a:cs typeface="Consolas"/>
                <a:sym typeface="Consolas"/>
              </a:rPr>
              <a:t>(</a:t>
            </a:r>
            <a:r>
              <a:rPr lang="en" sz="1000">
                <a:solidFill>
                  <a:srgbClr val="098658"/>
                </a:solidFill>
                <a:latin typeface="Consolas"/>
                <a:ea typeface="Consolas"/>
                <a:cs typeface="Consolas"/>
                <a:sym typeface="Consolas"/>
              </a:rPr>
              <a:t>1</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spcBef>
                <a:spcPts val="0"/>
              </a:spcBef>
              <a:spcAft>
                <a:spcPts val="0"/>
              </a:spcAft>
              <a:buNone/>
            </a:pPr>
            <a:r>
              <a:rPr lang="en" sz="1000">
                <a:solidFill>
                  <a:srgbClr val="008000"/>
                </a:solidFill>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Thread</a:t>
            </a:r>
            <a:r>
              <a:rPr lang="en" sz="1000">
                <a:latin typeface="Consolas"/>
                <a:ea typeface="Consolas"/>
                <a:cs typeface="Consolas"/>
                <a:sym typeface="Consolas"/>
              </a:rPr>
              <a:t> </a:t>
            </a:r>
            <a:r>
              <a:rPr lang="en" sz="1000">
                <a:solidFill>
                  <a:srgbClr val="001080"/>
                </a:solidFill>
                <a:latin typeface="Consolas"/>
                <a:ea typeface="Consolas"/>
                <a:cs typeface="Consolas"/>
                <a:sym typeface="Consolas"/>
              </a:rPr>
              <a:t>exampleThread</a:t>
            </a:r>
            <a:r>
              <a:rPr lang="en" sz="1000">
                <a:latin typeface="Consolas"/>
                <a:ea typeface="Consolas"/>
                <a:cs typeface="Consolas"/>
                <a:sym typeface="Consolas"/>
              </a:rPr>
              <a:t> =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AF00DB"/>
                </a:solidFill>
                <a:latin typeface="Consolas"/>
                <a:ea typeface="Consolas"/>
                <a:cs typeface="Consolas"/>
                <a:sym typeface="Consolas"/>
              </a:rPr>
              <a:t>new</a:t>
            </a:r>
            <a:r>
              <a:rPr lang="en" sz="1000">
                <a:latin typeface="Consolas"/>
                <a:ea typeface="Consolas"/>
                <a:cs typeface="Consolas"/>
                <a:sym typeface="Consolas"/>
              </a:rPr>
              <a:t> </a:t>
            </a:r>
            <a:r>
              <a:rPr lang="en" sz="1000">
                <a:solidFill>
                  <a:srgbClr val="795E26"/>
                </a:solidFill>
                <a:latin typeface="Consolas"/>
                <a:ea typeface="Consolas"/>
                <a:cs typeface="Consolas"/>
                <a:sym typeface="Consolas"/>
              </a:rPr>
              <a:t>Thread</a:t>
            </a:r>
            <a:r>
              <a:rPr lang="en" sz="1000">
                <a:latin typeface="Consolas"/>
                <a:ea typeface="Consolas"/>
                <a:cs typeface="Consolas"/>
                <a:sym typeface="Consolas"/>
              </a:rPr>
              <a:t>(</a:t>
            </a:r>
            <a:r>
              <a:rPr lang="en" sz="1000">
                <a:solidFill>
                  <a:srgbClr val="001080"/>
                </a:solidFill>
                <a:latin typeface="Consolas"/>
                <a:ea typeface="Consolas"/>
                <a:cs typeface="Consolas"/>
                <a:sym typeface="Consolas"/>
              </a:rPr>
              <a:t>example</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1080"/>
                </a:solidFill>
                <a:latin typeface="Consolas"/>
                <a:ea typeface="Consolas"/>
                <a:cs typeface="Consolas"/>
                <a:sym typeface="Consolas"/>
              </a:rPr>
              <a:t>exampleThread</a:t>
            </a:r>
            <a:r>
              <a:rPr lang="en" sz="1000">
                <a:latin typeface="Consolas"/>
                <a:ea typeface="Consolas"/>
                <a:cs typeface="Consolas"/>
                <a:sym typeface="Consolas"/>
              </a:rPr>
              <a:t>.</a:t>
            </a:r>
            <a:r>
              <a:rPr lang="en" sz="1000">
                <a:solidFill>
                  <a:srgbClr val="795E26"/>
                </a:solidFill>
                <a:latin typeface="Consolas"/>
                <a:ea typeface="Consolas"/>
                <a:cs typeface="Consolas"/>
                <a:sym typeface="Consolas"/>
              </a:rPr>
              <a:t>start</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a:t>
            </a:r>
            <a:endParaRPr sz="1000">
              <a:solidFill>
                <a:schemeClr val="dk1"/>
              </a:solidFill>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458" name="Google Shape;458;p51"/>
          <p:cNvSpPr txBox="1"/>
          <p:nvPr/>
        </p:nvSpPr>
        <p:spPr>
          <a:xfrm>
            <a:off x="4699825" y="1490100"/>
            <a:ext cx="4255800" cy="3173100"/>
          </a:xfrm>
          <a:prstGeom prst="rect">
            <a:avLst/>
          </a:prstGeom>
          <a:solidFill>
            <a:srgbClr val="FFFFFF"/>
          </a:solidFill>
          <a:ln w="76200" cap="flat" cmpd="sng">
            <a:solidFill>
              <a:srgbClr val="783F04"/>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sz="2400" b="1">
                <a:solidFill>
                  <a:srgbClr val="0000FF"/>
                </a:solidFill>
                <a:latin typeface="Caveat"/>
                <a:ea typeface="Caveat"/>
                <a:cs typeface="Caveat"/>
                <a:sym typeface="Caveat"/>
              </a:rPr>
              <a:t>IMPLEMENTING RUNNABLE</a:t>
            </a:r>
            <a:endParaRPr sz="2400" b="1">
              <a:solidFill>
                <a:srgbClr val="0000FF"/>
              </a:solidFill>
              <a:latin typeface="Caveat"/>
              <a:ea typeface="Caveat"/>
              <a:cs typeface="Caveat"/>
              <a:sym typeface="Caveat"/>
            </a:endParaRPr>
          </a:p>
        </p:txBody>
      </p:sp>
      <p:sp>
        <p:nvSpPr>
          <p:cNvPr id="459" name="Google Shape;459;p5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20</a:t>
            </a:fld>
            <a:endParaRPr/>
          </a:p>
        </p:txBody>
      </p:sp>
      <p:sp>
        <p:nvSpPr>
          <p:cNvPr id="460" name="Google Shape;460;p51"/>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latin typeface="Courier New"/>
                <a:ea typeface="Courier New"/>
                <a:cs typeface="Courier New"/>
                <a:sym typeface="Courier New"/>
              </a:rPr>
              <a:t>Thread</a:t>
            </a:r>
            <a:r>
              <a:rPr lang="en"/>
              <a:t> vs. </a:t>
            </a:r>
            <a:r>
              <a:rPr lang="en">
                <a:latin typeface="Courier New"/>
                <a:ea typeface="Courier New"/>
                <a:cs typeface="Courier New"/>
                <a:sym typeface="Courier New"/>
              </a:rPr>
              <a:t>Runnable</a:t>
            </a:r>
            <a:endParaRPr>
              <a:latin typeface="Courier New"/>
              <a:ea typeface="Courier New"/>
              <a:cs typeface="Courier New"/>
              <a:sym typeface="Courier New"/>
            </a:endParaRPr>
          </a:p>
        </p:txBody>
      </p:sp>
      <p:sp>
        <p:nvSpPr>
          <p:cNvPr id="461" name="Google Shape;461;p51"/>
          <p:cNvSpPr txBox="1"/>
          <p:nvPr/>
        </p:nvSpPr>
        <p:spPr>
          <a:xfrm>
            <a:off x="154575" y="1490100"/>
            <a:ext cx="4255800" cy="3173100"/>
          </a:xfrm>
          <a:prstGeom prst="rect">
            <a:avLst/>
          </a:prstGeom>
          <a:solidFill>
            <a:srgbClr val="FFFFFF"/>
          </a:solidFill>
          <a:ln w="76200" cap="flat" cmpd="sng">
            <a:solidFill>
              <a:srgbClr val="783F04"/>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sz="2400" b="1">
                <a:solidFill>
                  <a:srgbClr val="0000FF"/>
                </a:solidFill>
                <a:latin typeface="Caveat"/>
                <a:ea typeface="Caveat"/>
                <a:cs typeface="Caveat"/>
                <a:sym typeface="Caveat"/>
              </a:rPr>
              <a:t>EXTENDING THREAD</a:t>
            </a:r>
            <a:endParaRPr sz="2400" b="1">
              <a:solidFill>
                <a:srgbClr val="0000FF"/>
              </a:solidFill>
              <a:latin typeface="Caveat"/>
              <a:ea typeface="Caveat"/>
              <a:cs typeface="Caveat"/>
              <a:sym typeface="Caveat"/>
            </a:endParaRPr>
          </a:p>
        </p:txBody>
      </p:sp>
      <p:sp>
        <p:nvSpPr>
          <p:cNvPr id="462" name="Google Shape;462;p51"/>
          <p:cNvSpPr txBox="1"/>
          <p:nvPr/>
        </p:nvSpPr>
        <p:spPr>
          <a:xfrm>
            <a:off x="311725" y="2012000"/>
            <a:ext cx="3855900" cy="2467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000">
                <a:solidFill>
                  <a:srgbClr val="6AA84F"/>
                </a:solidFill>
                <a:latin typeface="Caveat"/>
                <a:ea typeface="Caveat"/>
                <a:cs typeface="Caveat"/>
                <a:sym typeface="Caveat"/>
              </a:rPr>
              <a:t>PROS</a:t>
            </a:r>
            <a:endParaRPr sz="2000">
              <a:solidFill>
                <a:srgbClr val="6AA84F"/>
              </a:solidFill>
              <a:latin typeface="Caveat"/>
              <a:ea typeface="Caveat"/>
              <a:cs typeface="Caveat"/>
              <a:sym typeface="Caveat"/>
            </a:endParaRPr>
          </a:p>
          <a:p>
            <a:pPr marL="0" lvl="0" indent="0" algn="l" rtl="0">
              <a:spcBef>
                <a:spcPts val="0"/>
              </a:spcBef>
              <a:spcAft>
                <a:spcPts val="0"/>
              </a:spcAft>
              <a:buNone/>
            </a:pPr>
            <a:r>
              <a:rPr lang="en" sz="2000">
                <a:solidFill>
                  <a:srgbClr val="6AA84F"/>
                </a:solidFill>
                <a:latin typeface="Caveat"/>
                <a:ea typeface="Caveat"/>
                <a:cs typeface="Caveat"/>
                <a:sym typeface="Caveat"/>
              </a:rPr>
              <a:t>+ (SLIGHTLY) LESS CODE</a:t>
            </a:r>
            <a:endParaRPr sz="2000">
              <a:solidFill>
                <a:srgbClr val="6AA84F"/>
              </a:solidFill>
              <a:latin typeface="Caveat"/>
              <a:ea typeface="Caveat"/>
              <a:cs typeface="Caveat"/>
              <a:sym typeface="Caveat"/>
            </a:endParaRPr>
          </a:p>
          <a:p>
            <a:pPr marL="0" lvl="0" indent="0" algn="l" rtl="0">
              <a:spcBef>
                <a:spcPts val="0"/>
              </a:spcBef>
              <a:spcAft>
                <a:spcPts val="0"/>
              </a:spcAft>
              <a:buNone/>
            </a:pPr>
            <a:r>
              <a:rPr lang="en" sz="2000">
                <a:solidFill>
                  <a:srgbClr val="6AA84F"/>
                </a:solidFill>
                <a:latin typeface="Caveat"/>
                <a:ea typeface="Caveat"/>
                <a:cs typeface="Caveat"/>
                <a:sym typeface="Caveat"/>
              </a:rPr>
              <a:t>+ SUBCLASS "IS A" THREAD (?)</a:t>
            </a:r>
            <a:endParaRPr sz="2000">
              <a:solidFill>
                <a:srgbClr val="6AA84F"/>
              </a:solidFill>
              <a:latin typeface="Caveat"/>
              <a:ea typeface="Caveat"/>
              <a:cs typeface="Caveat"/>
              <a:sym typeface="Caveat"/>
            </a:endParaRPr>
          </a:p>
          <a:p>
            <a:pPr marL="0" lvl="0" indent="0" algn="ctr" rtl="0">
              <a:spcBef>
                <a:spcPts val="1000"/>
              </a:spcBef>
              <a:spcAft>
                <a:spcPts val="0"/>
              </a:spcAft>
              <a:buNone/>
            </a:pPr>
            <a:r>
              <a:rPr lang="en" sz="2000">
                <a:solidFill>
                  <a:srgbClr val="FF0000"/>
                </a:solidFill>
                <a:latin typeface="Caveat"/>
                <a:ea typeface="Caveat"/>
                <a:cs typeface="Caveat"/>
                <a:sym typeface="Caveat"/>
              </a:rPr>
              <a:t>CONS</a:t>
            </a:r>
            <a:endParaRPr sz="2000">
              <a:solidFill>
                <a:srgbClr val="FF0000"/>
              </a:solidFill>
              <a:latin typeface="Caveat"/>
              <a:ea typeface="Caveat"/>
              <a:cs typeface="Caveat"/>
              <a:sym typeface="Caveat"/>
            </a:endParaRPr>
          </a:p>
          <a:p>
            <a:pPr marL="0" lvl="0" indent="0" algn="l" rtl="0">
              <a:spcBef>
                <a:spcPts val="0"/>
              </a:spcBef>
              <a:spcAft>
                <a:spcPts val="0"/>
              </a:spcAft>
              <a:buNone/>
            </a:pPr>
            <a:r>
              <a:rPr lang="en" sz="2000">
                <a:solidFill>
                  <a:srgbClr val="FF0000"/>
                </a:solidFill>
                <a:latin typeface="Caveat"/>
                <a:ea typeface="Caveat"/>
                <a:cs typeface="Caveat"/>
                <a:sym typeface="Caveat"/>
              </a:rPr>
              <a:t>- SINGLE INHERITANCE</a:t>
            </a:r>
            <a:endParaRPr sz="2000">
              <a:solidFill>
                <a:srgbClr val="FF0000"/>
              </a:solidFill>
              <a:latin typeface="Caveat"/>
              <a:ea typeface="Caveat"/>
              <a:cs typeface="Caveat"/>
              <a:sym typeface="Caveat"/>
            </a:endParaRPr>
          </a:p>
          <a:p>
            <a:pPr marL="0" lvl="0" indent="0" algn="l" rtl="0">
              <a:spcBef>
                <a:spcPts val="0"/>
              </a:spcBef>
              <a:spcAft>
                <a:spcPts val="0"/>
              </a:spcAft>
              <a:buNone/>
            </a:pPr>
            <a:r>
              <a:rPr lang="en" sz="2000">
                <a:solidFill>
                  <a:srgbClr val="FF0000"/>
                </a:solidFill>
                <a:latin typeface="Caveat"/>
                <a:ea typeface="Caveat"/>
                <a:cs typeface="Caveat"/>
                <a:sym typeface="Caveat"/>
              </a:rPr>
              <a:t>- RUN METHOD IS OPTIONAL</a:t>
            </a:r>
            <a:endParaRPr sz="2000">
              <a:solidFill>
                <a:srgbClr val="FF0000"/>
              </a:solidFill>
              <a:latin typeface="Caveat"/>
              <a:ea typeface="Caveat"/>
              <a:cs typeface="Caveat"/>
              <a:sym typeface="Caveat"/>
            </a:endParaRPr>
          </a:p>
          <a:p>
            <a:pPr marL="0" lvl="0" indent="0" algn="l" rtl="0">
              <a:spcBef>
                <a:spcPts val="0"/>
              </a:spcBef>
              <a:spcAft>
                <a:spcPts val="0"/>
              </a:spcAft>
              <a:buNone/>
            </a:pPr>
            <a:r>
              <a:rPr lang="en" sz="2000">
                <a:solidFill>
                  <a:srgbClr val="FF0000"/>
                </a:solidFill>
                <a:latin typeface="Caveat"/>
                <a:ea typeface="Caveat"/>
                <a:cs typeface="Caveat"/>
                <a:sym typeface="Caveat"/>
              </a:rPr>
              <a:t>- CANNOT BE RESTARTED</a:t>
            </a:r>
            <a:endParaRPr sz="2000">
              <a:solidFill>
                <a:srgbClr val="FF0000"/>
              </a:solidFill>
              <a:latin typeface="Caveat"/>
              <a:ea typeface="Caveat"/>
              <a:cs typeface="Caveat"/>
              <a:sym typeface="Caveat"/>
            </a:endParaRPr>
          </a:p>
        </p:txBody>
      </p:sp>
      <p:sp>
        <p:nvSpPr>
          <p:cNvPr id="463" name="Google Shape;463;p51"/>
          <p:cNvSpPr txBox="1"/>
          <p:nvPr/>
        </p:nvSpPr>
        <p:spPr>
          <a:xfrm>
            <a:off x="4899775" y="2012000"/>
            <a:ext cx="3855900" cy="2467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000" dirty="0">
                <a:solidFill>
                  <a:srgbClr val="6AA84F"/>
                </a:solidFill>
                <a:latin typeface="Caveat"/>
                <a:ea typeface="Caveat"/>
                <a:cs typeface="Caveat"/>
                <a:sym typeface="Caveat"/>
              </a:rPr>
              <a:t>PROS</a:t>
            </a:r>
            <a:endParaRPr sz="2000" dirty="0">
              <a:solidFill>
                <a:srgbClr val="6AA84F"/>
              </a:solidFill>
              <a:latin typeface="Caveat"/>
              <a:ea typeface="Caveat"/>
              <a:cs typeface="Caveat"/>
              <a:sym typeface="Caveat"/>
            </a:endParaRPr>
          </a:p>
          <a:p>
            <a:pPr marL="0" lvl="0" indent="0" algn="l" rtl="0">
              <a:spcBef>
                <a:spcPts val="0"/>
              </a:spcBef>
              <a:spcAft>
                <a:spcPts val="0"/>
              </a:spcAft>
              <a:buNone/>
            </a:pPr>
            <a:r>
              <a:rPr lang="en" sz="2000" dirty="0">
                <a:solidFill>
                  <a:srgbClr val="6AA84F"/>
                </a:solidFill>
                <a:latin typeface="Caveat"/>
                <a:ea typeface="Caveat"/>
                <a:cs typeface="Caveat"/>
                <a:sym typeface="Caveat"/>
              </a:rPr>
              <a:t>+ MULTIPLE INHERITANCE</a:t>
            </a:r>
            <a:endParaRPr sz="2000" dirty="0">
              <a:solidFill>
                <a:srgbClr val="6AA84F"/>
              </a:solidFill>
              <a:latin typeface="Caveat"/>
              <a:ea typeface="Caveat"/>
              <a:cs typeface="Caveat"/>
              <a:sym typeface="Caveat"/>
            </a:endParaRPr>
          </a:p>
          <a:p>
            <a:pPr marL="0" lvl="0" indent="0" algn="l" rtl="0">
              <a:spcBef>
                <a:spcPts val="0"/>
              </a:spcBef>
              <a:spcAft>
                <a:spcPts val="0"/>
              </a:spcAft>
              <a:buNone/>
            </a:pPr>
            <a:r>
              <a:rPr lang="en" sz="2000" dirty="0">
                <a:solidFill>
                  <a:srgbClr val="6AA84F"/>
                </a:solidFill>
                <a:latin typeface="Caveat"/>
                <a:ea typeface="Caveat"/>
                <a:cs typeface="Caveat"/>
                <a:sym typeface="Caveat"/>
              </a:rPr>
              <a:t>+ </a:t>
            </a:r>
            <a:r>
              <a:rPr lang="en" sz="2000" u="sng" dirty="0">
                <a:solidFill>
                  <a:srgbClr val="6AA84F"/>
                </a:solidFill>
                <a:latin typeface="Caveat"/>
                <a:ea typeface="Caveat"/>
                <a:cs typeface="Caveat"/>
                <a:sym typeface="Caveat"/>
              </a:rPr>
              <a:t>MUST</a:t>
            </a:r>
            <a:r>
              <a:rPr lang="en" sz="2000" dirty="0">
                <a:solidFill>
                  <a:srgbClr val="6AA84F"/>
                </a:solidFill>
                <a:latin typeface="Caveat"/>
                <a:ea typeface="Caveat"/>
                <a:cs typeface="Caveat"/>
                <a:sym typeface="Caveat"/>
              </a:rPr>
              <a:t> OVERRIDE RUN</a:t>
            </a:r>
            <a:endParaRPr sz="2000" dirty="0">
              <a:solidFill>
                <a:srgbClr val="6AA84F"/>
              </a:solidFill>
              <a:latin typeface="Caveat"/>
              <a:ea typeface="Caveat"/>
              <a:cs typeface="Caveat"/>
              <a:sym typeface="Caveat"/>
            </a:endParaRPr>
          </a:p>
          <a:p>
            <a:pPr marL="0" lvl="0" indent="0" algn="l" rtl="0">
              <a:spcBef>
                <a:spcPts val="0"/>
              </a:spcBef>
              <a:spcAft>
                <a:spcPts val="0"/>
              </a:spcAft>
              <a:buNone/>
            </a:pPr>
            <a:r>
              <a:rPr lang="en" sz="2000" dirty="0">
                <a:solidFill>
                  <a:srgbClr val="6AA84F"/>
                </a:solidFill>
                <a:latin typeface="Caveat"/>
                <a:ea typeface="Caveat"/>
                <a:cs typeface="Caveat"/>
                <a:sym typeface="Caveat"/>
              </a:rPr>
              <a:t>+ CAN BE RESTARTED (NEW THREAD)</a:t>
            </a:r>
            <a:endParaRPr sz="2000" dirty="0">
              <a:solidFill>
                <a:srgbClr val="6AA84F"/>
              </a:solidFill>
              <a:latin typeface="Caveat"/>
              <a:ea typeface="Caveat"/>
              <a:cs typeface="Caveat"/>
              <a:sym typeface="Caveat"/>
            </a:endParaRPr>
          </a:p>
          <a:p>
            <a:pPr marL="0" lvl="0" indent="0" algn="l" rtl="0">
              <a:spcBef>
                <a:spcPts val="0"/>
              </a:spcBef>
              <a:spcAft>
                <a:spcPts val="0"/>
              </a:spcAft>
              <a:buNone/>
            </a:pPr>
            <a:r>
              <a:rPr lang="en" sz="2000" dirty="0">
                <a:solidFill>
                  <a:srgbClr val="6AA84F"/>
                </a:solidFill>
                <a:latin typeface="Caveat"/>
                <a:ea typeface="Caveat"/>
                <a:cs typeface="Caveat"/>
                <a:sym typeface="Caveat"/>
              </a:rPr>
              <a:t>+ CLASS "ISN'T A" THREAD (?)</a:t>
            </a:r>
            <a:endParaRPr sz="2000" dirty="0">
              <a:solidFill>
                <a:srgbClr val="6AA84F"/>
              </a:solidFill>
              <a:latin typeface="Caveat"/>
              <a:ea typeface="Caveat"/>
              <a:cs typeface="Caveat"/>
              <a:sym typeface="Caveat"/>
            </a:endParaRPr>
          </a:p>
          <a:p>
            <a:pPr marL="0" lvl="0" indent="0" algn="ctr" rtl="0">
              <a:spcBef>
                <a:spcPts val="1000"/>
              </a:spcBef>
              <a:spcAft>
                <a:spcPts val="0"/>
              </a:spcAft>
              <a:buNone/>
            </a:pPr>
            <a:r>
              <a:rPr lang="en" sz="2000" dirty="0">
                <a:solidFill>
                  <a:srgbClr val="FF0000"/>
                </a:solidFill>
                <a:latin typeface="Caveat"/>
                <a:ea typeface="Caveat"/>
                <a:cs typeface="Caveat"/>
                <a:sym typeface="Caveat"/>
              </a:rPr>
              <a:t>CONS</a:t>
            </a:r>
            <a:endParaRPr sz="2000" dirty="0">
              <a:solidFill>
                <a:srgbClr val="FF0000"/>
              </a:solidFill>
              <a:latin typeface="Caveat"/>
              <a:ea typeface="Caveat"/>
              <a:cs typeface="Caveat"/>
              <a:sym typeface="Caveat"/>
            </a:endParaRPr>
          </a:p>
          <a:p>
            <a:pPr marL="0" lvl="0" indent="0" algn="l" rtl="0">
              <a:spcBef>
                <a:spcPts val="0"/>
              </a:spcBef>
              <a:spcAft>
                <a:spcPts val="0"/>
              </a:spcAft>
              <a:buNone/>
            </a:pPr>
            <a:r>
              <a:rPr lang="en" sz="2000" dirty="0">
                <a:solidFill>
                  <a:srgbClr val="FF0000"/>
                </a:solidFill>
                <a:latin typeface="Caveat"/>
                <a:ea typeface="Caveat"/>
                <a:cs typeface="Caveat"/>
                <a:sym typeface="Caveat"/>
              </a:rPr>
              <a:t>- (SLIGHTLY) MORE CODE</a:t>
            </a:r>
            <a:endParaRPr sz="2000" dirty="0">
              <a:solidFill>
                <a:srgbClr val="FF0000"/>
              </a:solidFill>
              <a:latin typeface="Caveat"/>
              <a:ea typeface="Caveat"/>
              <a:cs typeface="Caveat"/>
              <a:sym typeface="Cavea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62">
                                            <p:txEl>
                                              <p:pRg st="0" end="0"/>
                                            </p:txEl>
                                          </p:spTgt>
                                        </p:tgtEl>
                                        <p:attrNameLst>
                                          <p:attrName>style.visibility</p:attrName>
                                        </p:attrNameLst>
                                      </p:cBhvr>
                                      <p:to>
                                        <p:strVal val="visible"/>
                                      </p:to>
                                    </p:set>
                                    <p:animEffect transition="in" filter="fade">
                                      <p:cBhvr>
                                        <p:cTn id="7" dur="1000"/>
                                        <p:tgtEl>
                                          <p:spTgt spid="46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62">
                                            <p:txEl>
                                              <p:pRg st="1" end="1"/>
                                            </p:txEl>
                                          </p:spTgt>
                                        </p:tgtEl>
                                        <p:attrNameLst>
                                          <p:attrName>style.visibility</p:attrName>
                                        </p:attrNameLst>
                                      </p:cBhvr>
                                      <p:to>
                                        <p:strVal val="visible"/>
                                      </p:to>
                                    </p:set>
                                    <p:animEffect transition="in" filter="fade">
                                      <p:cBhvr>
                                        <p:cTn id="12" dur="1000"/>
                                        <p:tgtEl>
                                          <p:spTgt spid="46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62">
                                            <p:txEl>
                                              <p:pRg st="2" end="2"/>
                                            </p:txEl>
                                          </p:spTgt>
                                        </p:tgtEl>
                                        <p:attrNameLst>
                                          <p:attrName>style.visibility</p:attrName>
                                        </p:attrNameLst>
                                      </p:cBhvr>
                                      <p:to>
                                        <p:strVal val="visible"/>
                                      </p:to>
                                    </p:set>
                                    <p:animEffect transition="in" filter="fade">
                                      <p:cBhvr>
                                        <p:cTn id="17" dur="1000"/>
                                        <p:tgtEl>
                                          <p:spTgt spid="46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62">
                                            <p:txEl>
                                              <p:pRg st="3" end="3"/>
                                            </p:txEl>
                                          </p:spTgt>
                                        </p:tgtEl>
                                        <p:attrNameLst>
                                          <p:attrName>style.visibility</p:attrName>
                                        </p:attrNameLst>
                                      </p:cBhvr>
                                      <p:to>
                                        <p:strVal val="visible"/>
                                      </p:to>
                                    </p:set>
                                    <p:animEffect transition="in" filter="fade">
                                      <p:cBhvr>
                                        <p:cTn id="22" dur="1000"/>
                                        <p:tgtEl>
                                          <p:spTgt spid="46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62">
                                            <p:txEl>
                                              <p:pRg st="4" end="4"/>
                                            </p:txEl>
                                          </p:spTgt>
                                        </p:tgtEl>
                                        <p:attrNameLst>
                                          <p:attrName>style.visibility</p:attrName>
                                        </p:attrNameLst>
                                      </p:cBhvr>
                                      <p:to>
                                        <p:strVal val="visible"/>
                                      </p:to>
                                    </p:set>
                                    <p:animEffect transition="in" filter="fade">
                                      <p:cBhvr>
                                        <p:cTn id="27" dur="1000"/>
                                        <p:tgtEl>
                                          <p:spTgt spid="462">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62">
                                            <p:txEl>
                                              <p:pRg st="5" end="5"/>
                                            </p:txEl>
                                          </p:spTgt>
                                        </p:tgtEl>
                                        <p:attrNameLst>
                                          <p:attrName>style.visibility</p:attrName>
                                        </p:attrNameLst>
                                      </p:cBhvr>
                                      <p:to>
                                        <p:strVal val="visible"/>
                                      </p:to>
                                    </p:set>
                                    <p:animEffect transition="in" filter="fade">
                                      <p:cBhvr>
                                        <p:cTn id="32" dur="1000"/>
                                        <p:tgtEl>
                                          <p:spTgt spid="462">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62">
                                            <p:txEl>
                                              <p:pRg st="6" end="6"/>
                                            </p:txEl>
                                          </p:spTgt>
                                        </p:tgtEl>
                                        <p:attrNameLst>
                                          <p:attrName>style.visibility</p:attrName>
                                        </p:attrNameLst>
                                      </p:cBhvr>
                                      <p:to>
                                        <p:strVal val="visible"/>
                                      </p:to>
                                    </p:set>
                                    <p:animEffect transition="in" filter="fade">
                                      <p:cBhvr>
                                        <p:cTn id="37" dur="1000"/>
                                        <p:tgtEl>
                                          <p:spTgt spid="462">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63">
                                            <p:txEl>
                                              <p:pRg st="0" end="0"/>
                                            </p:txEl>
                                          </p:spTgt>
                                        </p:tgtEl>
                                        <p:attrNameLst>
                                          <p:attrName>style.visibility</p:attrName>
                                        </p:attrNameLst>
                                      </p:cBhvr>
                                      <p:to>
                                        <p:strVal val="visible"/>
                                      </p:to>
                                    </p:set>
                                    <p:animEffect transition="in" filter="fade">
                                      <p:cBhvr>
                                        <p:cTn id="42" dur="1000"/>
                                        <p:tgtEl>
                                          <p:spTgt spid="463">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63">
                                            <p:txEl>
                                              <p:pRg st="1" end="1"/>
                                            </p:txEl>
                                          </p:spTgt>
                                        </p:tgtEl>
                                        <p:attrNameLst>
                                          <p:attrName>style.visibility</p:attrName>
                                        </p:attrNameLst>
                                      </p:cBhvr>
                                      <p:to>
                                        <p:strVal val="visible"/>
                                      </p:to>
                                    </p:set>
                                    <p:animEffect transition="in" filter="fade">
                                      <p:cBhvr>
                                        <p:cTn id="47" dur="1000"/>
                                        <p:tgtEl>
                                          <p:spTgt spid="463">
                                            <p:txEl>
                                              <p:pRg st="1" end="1"/>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63">
                                            <p:txEl>
                                              <p:pRg st="2" end="2"/>
                                            </p:txEl>
                                          </p:spTgt>
                                        </p:tgtEl>
                                        <p:attrNameLst>
                                          <p:attrName>style.visibility</p:attrName>
                                        </p:attrNameLst>
                                      </p:cBhvr>
                                      <p:to>
                                        <p:strVal val="visible"/>
                                      </p:to>
                                    </p:set>
                                    <p:animEffect transition="in" filter="fade">
                                      <p:cBhvr>
                                        <p:cTn id="52" dur="1000"/>
                                        <p:tgtEl>
                                          <p:spTgt spid="463">
                                            <p:txEl>
                                              <p:pRg st="2" end="2"/>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63">
                                            <p:txEl>
                                              <p:pRg st="3" end="3"/>
                                            </p:txEl>
                                          </p:spTgt>
                                        </p:tgtEl>
                                        <p:attrNameLst>
                                          <p:attrName>style.visibility</p:attrName>
                                        </p:attrNameLst>
                                      </p:cBhvr>
                                      <p:to>
                                        <p:strVal val="visible"/>
                                      </p:to>
                                    </p:set>
                                    <p:animEffect transition="in" filter="fade">
                                      <p:cBhvr>
                                        <p:cTn id="57" dur="1000"/>
                                        <p:tgtEl>
                                          <p:spTgt spid="463">
                                            <p:txEl>
                                              <p:pRg st="3" end="3"/>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63">
                                            <p:txEl>
                                              <p:pRg st="4" end="4"/>
                                            </p:txEl>
                                          </p:spTgt>
                                        </p:tgtEl>
                                        <p:attrNameLst>
                                          <p:attrName>style.visibility</p:attrName>
                                        </p:attrNameLst>
                                      </p:cBhvr>
                                      <p:to>
                                        <p:strVal val="visible"/>
                                      </p:to>
                                    </p:set>
                                    <p:animEffect transition="in" filter="fade">
                                      <p:cBhvr>
                                        <p:cTn id="62" dur="1000"/>
                                        <p:tgtEl>
                                          <p:spTgt spid="463">
                                            <p:txEl>
                                              <p:pRg st="4" end="4"/>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63">
                                            <p:txEl>
                                              <p:pRg st="5" end="5"/>
                                            </p:txEl>
                                          </p:spTgt>
                                        </p:tgtEl>
                                        <p:attrNameLst>
                                          <p:attrName>style.visibility</p:attrName>
                                        </p:attrNameLst>
                                      </p:cBhvr>
                                      <p:to>
                                        <p:strVal val="visible"/>
                                      </p:to>
                                    </p:set>
                                    <p:animEffect transition="in" filter="fade">
                                      <p:cBhvr>
                                        <p:cTn id="67" dur="1000"/>
                                        <p:tgtEl>
                                          <p:spTgt spid="463">
                                            <p:txEl>
                                              <p:pRg st="5" end="5"/>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63">
                                            <p:txEl>
                                              <p:pRg st="6" end="6"/>
                                            </p:txEl>
                                          </p:spTgt>
                                        </p:tgtEl>
                                        <p:attrNameLst>
                                          <p:attrName>style.visibility</p:attrName>
                                        </p:attrNameLst>
                                      </p:cBhvr>
                                      <p:to>
                                        <p:strVal val="visible"/>
                                      </p:to>
                                    </p:set>
                                    <p:animEffect transition="in" filter="fade">
                                      <p:cBhvr>
                                        <p:cTn id="72" dur="1000"/>
                                        <p:tgtEl>
                                          <p:spTgt spid="46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5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latin typeface="Courier New"/>
                <a:ea typeface="Courier New"/>
                <a:cs typeface="Courier New"/>
                <a:sym typeface="Courier New"/>
              </a:rPr>
              <a:t>LambdaRace</a:t>
            </a:r>
            <a:endParaRPr>
              <a:latin typeface="Courier New"/>
              <a:ea typeface="Courier New"/>
              <a:cs typeface="Courier New"/>
              <a:sym typeface="Courier New"/>
            </a:endParaRPr>
          </a:p>
        </p:txBody>
      </p:sp>
      <p:sp>
        <p:nvSpPr>
          <p:cNvPr id="469" name="Google Shape;469;p52"/>
          <p:cNvSpPr txBox="1">
            <a:spLocks noGrp="1"/>
          </p:cNvSpPr>
          <p:nvPr>
            <p:ph type="body" idx="1"/>
          </p:nvPr>
        </p:nvSpPr>
        <p:spPr>
          <a:xfrm>
            <a:off x="65250" y="731625"/>
            <a:ext cx="8955900" cy="1239283"/>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highlight>
                  <a:srgbClr val="FFFF00"/>
                </a:highlight>
              </a:rPr>
              <a:t>The Runnable interface only defines a single method</a:t>
            </a:r>
            <a:r>
              <a:rPr lang="en" dirty="0"/>
              <a:t>. Hey! That means that its a </a:t>
            </a:r>
            <a:r>
              <a:rPr lang="en" i="1" dirty="0">
                <a:highlight>
                  <a:srgbClr val="FFFF00"/>
                </a:highlight>
              </a:rPr>
              <a:t>functional interface</a:t>
            </a:r>
            <a:r>
              <a:rPr lang="en" dirty="0">
                <a:highlight>
                  <a:srgbClr val="FFFF00"/>
                </a:highlight>
              </a:rPr>
              <a:t> and can be implemented using a lambda! </a:t>
            </a:r>
            <a:r>
              <a:rPr lang="en" dirty="0"/>
              <a:t>Let's create one final race using lambdas. We already have the racers so this should be fast. </a:t>
            </a:r>
            <a:endParaRPr dirty="0"/>
          </a:p>
        </p:txBody>
      </p:sp>
      <p:sp>
        <p:nvSpPr>
          <p:cNvPr id="470" name="Google Shape;470;p5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21</a:t>
            </a:fld>
            <a:endParaRPr/>
          </a:p>
        </p:txBody>
      </p:sp>
      <p:sp>
        <p:nvSpPr>
          <p:cNvPr id="471" name="Google Shape;471;p52"/>
          <p:cNvSpPr txBox="1">
            <a:spLocks noGrp="1"/>
          </p:cNvSpPr>
          <p:nvPr>
            <p:ph type="body" idx="2"/>
          </p:nvPr>
        </p:nvSpPr>
        <p:spPr>
          <a:xfrm>
            <a:off x="3480725" y="1814150"/>
            <a:ext cx="5460000" cy="22785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In the </a:t>
            </a:r>
            <a:r>
              <a:rPr lang="en" dirty="0">
                <a:solidFill>
                  <a:srgbClr val="FF0000"/>
                </a:solidFill>
                <a:latin typeface="Courier New"/>
                <a:ea typeface="Courier New"/>
                <a:cs typeface="Courier New"/>
                <a:sym typeface="Courier New"/>
              </a:rPr>
              <a:t>racing</a:t>
            </a:r>
            <a:r>
              <a:rPr lang="en" dirty="0"/>
              <a:t> package</a:t>
            </a:r>
            <a:endParaRPr dirty="0"/>
          </a:p>
          <a:p>
            <a:pPr marL="457200" lvl="0" indent="-311150" algn="l" rtl="0">
              <a:spcBef>
                <a:spcPts val="1000"/>
              </a:spcBef>
              <a:spcAft>
                <a:spcPts val="0"/>
              </a:spcAft>
              <a:buSzPts val="1300"/>
              <a:buChar char="●"/>
            </a:pPr>
            <a:r>
              <a:rPr lang="en" dirty="0"/>
              <a:t>Make a copy of either your </a:t>
            </a:r>
            <a:r>
              <a:rPr lang="en" dirty="0">
                <a:latin typeface="Courier New"/>
                <a:ea typeface="Courier New"/>
                <a:cs typeface="Courier New"/>
                <a:sym typeface="Courier New"/>
              </a:rPr>
              <a:t>Race.java</a:t>
            </a:r>
            <a:r>
              <a:rPr lang="en" dirty="0"/>
              <a:t> or </a:t>
            </a:r>
            <a:r>
              <a:rPr lang="en" dirty="0">
                <a:latin typeface="Courier New"/>
                <a:ea typeface="Courier New"/>
                <a:cs typeface="Courier New"/>
                <a:sym typeface="Courier New"/>
              </a:rPr>
              <a:t>RunnableRacer.java</a:t>
            </a:r>
            <a:r>
              <a:rPr lang="en" dirty="0"/>
              <a:t> to a new class named </a:t>
            </a:r>
            <a:r>
              <a:rPr lang="en" dirty="0">
                <a:solidFill>
                  <a:srgbClr val="FF0000"/>
                </a:solidFill>
                <a:latin typeface="Courier New"/>
                <a:ea typeface="Courier New"/>
                <a:cs typeface="Courier New"/>
                <a:sym typeface="Courier New"/>
              </a:rPr>
              <a:t>LambdaRace</a:t>
            </a:r>
            <a:r>
              <a:rPr lang="en" dirty="0"/>
              <a:t>.</a:t>
            </a:r>
            <a:endParaRPr dirty="0"/>
          </a:p>
          <a:p>
            <a:pPr marL="457200" lvl="0" indent="-311150" algn="l" rtl="0">
              <a:spcBef>
                <a:spcPts val="1000"/>
              </a:spcBef>
              <a:spcAft>
                <a:spcPts val="0"/>
              </a:spcAft>
              <a:buSzPts val="1300"/>
              <a:buChar char="●"/>
            </a:pPr>
            <a:r>
              <a:rPr lang="en" dirty="0"/>
              <a:t>Modify the new class to use lambdas instead of the runnable interface.</a:t>
            </a:r>
            <a:endParaRPr dirty="0"/>
          </a:p>
          <a:p>
            <a:pPr marL="457200" lvl="0" indent="-311150" algn="l" rtl="0">
              <a:spcBef>
                <a:spcPts val="1000"/>
              </a:spcBef>
              <a:spcAft>
                <a:spcPts val="0"/>
              </a:spcAft>
              <a:buSzPts val="1300"/>
              <a:buChar char="●"/>
            </a:pPr>
            <a:r>
              <a:rPr lang="en" dirty="0"/>
              <a:t>You can use the example on the left as a guide.</a:t>
            </a:r>
            <a:endParaRPr dirty="0"/>
          </a:p>
          <a:p>
            <a:pPr marL="457200" lvl="0" indent="-311150" algn="l" rtl="0">
              <a:spcBef>
                <a:spcPts val="1000"/>
              </a:spcBef>
              <a:spcAft>
                <a:spcPts val="1000"/>
              </a:spcAft>
              <a:buSzPts val="1300"/>
              <a:buChar char="●"/>
            </a:pPr>
            <a:r>
              <a:rPr lang="en" dirty="0"/>
              <a:t>Run the class and verify everything works.</a:t>
            </a:r>
            <a:endParaRPr dirty="0"/>
          </a:p>
        </p:txBody>
      </p:sp>
      <p:sp>
        <p:nvSpPr>
          <p:cNvPr id="472" name="Google Shape;472;p5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solidFill>
                  <a:schemeClr val="lt1"/>
                </a:solidFill>
              </a:rPr>
              <a:t>8.8</a:t>
            </a:r>
            <a:endParaRPr/>
          </a:p>
        </p:txBody>
      </p:sp>
      <p:sp>
        <p:nvSpPr>
          <p:cNvPr id="473" name="Google Shape;473;p52"/>
          <p:cNvSpPr/>
          <p:nvPr/>
        </p:nvSpPr>
        <p:spPr>
          <a:xfrm>
            <a:off x="143825" y="1731012"/>
            <a:ext cx="3043200" cy="2886000"/>
          </a:xfrm>
          <a:prstGeom prst="rect">
            <a:avLst/>
          </a:prstGeom>
          <a:solidFill>
            <a:srgbClr val="FFFFFF"/>
          </a:solidFill>
          <a:ln w="19050" cap="flat" cmpd="sng">
            <a:solidFill>
              <a:schemeClr val="accent1"/>
            </a:solidFill>
            <a:prstDash val="solid"/>
            <a:miter lim="800000"/>
            <a:headEnd type="none" w="sm" len="sm"/>
            <a:tailEnd type="none" w="sm" len="sm"/>
          </a:ln>
        </p:spPr>
        <p:txBody>
          <a:bodyPr spcFirstLastPara="1" wrap="square" lIns="91425" tIns="91425" rIns="68575" bIns="91425" anchor="t" anchorCtr="0">
            <a:noAutofit/>
          </a:bodyPr>
          <a:lstStyle/>
          <a:p>
            <a:pPr marL="0" lvl="0" indent="0" algn="l" rtl="0">
              <a:lnSpc>
                <a:spcPct val="100000"/>
              </a:lnSpc>
              <a:spcBef>
                <a:spcPts val="0"/>
              </a:spcBef>
              <a:spcAft>
                <a:spcPts val="0"/>
              </a:spcAft>
              <a:buNone/>
            </a:pP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class</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LambdaExample</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private</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final</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int</a:t>
            </a:r>
            <a:r>
              <a:rPr lang="en" sz="900">
                <a:latin typeface="Consolas"/>
                <a:ea typeface="Consolas"/>
                <a:cs typeface="Consolas"/>
                <a:sym typeface="Consolas"/>
              </a:rPr>
              <a:t> </a:t>
            </a:r>
            <a:r>
              <a:rPr lang="en" sz="900">
                <a:solidFill>
                  <a:srgbClr val="0070C1"/>
                </a:solidFill>
                <a:latin typeface="Consolas"/>
                <a:ea typeface="Consolas"/>
                <a:cs typeface="Consolas"/>
                <a:sym typeface="Consolas"/>
              </a:rPr>
              <a:t>id</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spcBef>
                <a:spcPts val="0"/>
              </a:spcBef>
              <a:spcAft>
                <a:spcPts val="0"/>
              </a:spcAft>
              <a:buNone/>
            </a:pPr>
            <a:r>
              <a:rPr lang="en" sz="900">
                <a:solidFill>
                  <a:srgbClr val="008000"/>
                </a:solidFill>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LambdaExample</a:t>
            </a:r>
            <a:r>
              <a:rPr lang="en" sz="900">
                <a:latin typeface="Consolas"/>
                <a:ea typeface="Consolas"/>
                <a:cs typeface="Consolas"/>
                <a:sym typeface="Consolas"/>
              </a:rPr>
              <a:t>(</a:t>
            </a:r>
            <a:r>
              <a:rPr lang="en" sz="900">
                <a:solidFill>
                  <a:srgbClr val="267F99"/>
                </a:solidFill>
                <a:latin typeface="Consolas"/>
                <a:ea typeface="Consolas"/>
                <a:cs typeface="Consolas"/>
                <a:sym typeface="Consolas"/>
              </a:rPr>
              <a:t>int</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id</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this</a:t>
            </a:r>
            <a:r>
              <a:rPr lang="en" sz="900">
                <a:latin typeface="Consolas"/>
                <a:ea typeface="Consolas"/>
                <a:cs typeface="Consolas"/>
                <a:sym typeface="Consolas"/>
              </a:rPr>
              <a:t>.</a:t>
            </a:r>
            <a:r>
              <a:rPr lang="en" sz="900">
                <a:solidFill>
                  <a:srgbClr val="0070C1"/>
                </a:solidFill>
                <a:latin typeface="Consolas"/>
                <a:ea typeface="Consolas"/>
                <a:cs typeface="Consolas"/>
                <a:sym typeface="Consolas"/>
              </a:rPr>
              <a:t>id</a:t>
            </a:r>
            <a:r>
              <a:rPr lang="en" sz="900">
                <a:latin typeface="Consolas"/>
                <a:ea typeface="Consolas"/>
                <a:cs typeface="Consolas"/>
                <a:sym typeface="Consolas"/>
              </a:rPr>
              <a:t> = </a:t>
            </a:r>
            <a:r>
              <a:rPr lang="en" sz="900">
                <a:solidFill>
                  <a:srgbClr val="001080"/>
                </a:solidFill>
                <a:latin typeface="Consolas"/>
                <a:ea typeface="Consolas"/>
                <a:cs typeface="Consolas"/>
                <a:sym typeface="Consolas"/>
              </a:rPr>
              <a:t>id</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spcBef>
                <a:spcPts val="0"/>
              </a:spcBef>
              <a:spcAft>
                <a:spcPts val="0"/>
              </a:spcAft>
              <a:buNone/>
            </a:pPr>
            <a:r>
              <a:rPr lang="en" sz="900">
                <a:solidFill>
                  <a:srgbClr val="008000"/>
                </a:solidFill>
                <a:latin typeface="Consolas"/>
                <a:ea typeface="Consolas"/>
                <a:cs typeface="Consolas"/>
                <a:sym typeface="Consolas"/>
              </a:rPr>
              <a:t>  </a:t>
            </a:r>
            <a:endParaRPr sz="9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void</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doStuff</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System</a:t>
            </a:r>
            <a:r>
              <a:rPr lang="en" sz="900">
                <a:latin typeface="Consolas"/>
                <a:ea typeface="Consolas"/>
                <a:cs typeface="Consolas"/>
                <a:sym typeface="Consolas"/>
              </a:rPr>
              <a:t>.</a:t>
            </a:r>
            <a:r>
              <a:rPr lang="en" sz="900">
                <a:solidFill>
                  <a:srgbClr val="0070C1"/>
                </a:solidFill>
                <a:latin typeface="Consolas"/>
                <a:ea typeface="Consolas"/>
                <a:cs typeface="Consolas"/>
                <a:sym typeface="Consolas"/>
              </a:rPr>
              <a:t>out</a:t>
            </a:r>
            <a:r>
              <a:rPr lang="en" sz="900">
                <a:latin typeface="Consolas"/>
                <a:ea typeface="Consolas"/>
                <a:cs typeface="Consolas"/>
                <a:sym typeface="Consolas"/>
              </a:rPr>
              <a:t>.</a:t>
            </a:r>
            <a:r>
              <a:rPr lang="en" sz="900">
                <a:solidFill>
                  <a:srgbClr val="795E26"/>
                </a:solidFill>
                <a:latin typeface="Consolas"/>
                <a:ea typeface="Consolas"/>
                <a:cs typeface="Consolas"/>
                <a:sym typeface="Consolas"/>
              </a:rPr>
              <a:t>println</a:t>
            </a:r>
            <a:r>
              <a:rPr lang="en" sz="900">
                <a:latin typeface="Consolas"/>
                <a:ea typeface="Consolas"/>
                <a:cs typeface="Consolas"/>
                <a:sym typeface="Consolas"/>
              </a:rPr>
              <a:t> (</a:t>
            </a:r>
            <a:r>
              <a:rPr lang="en" sz="900">
                <a:solidFill>
                  <a:srgbClr val="0070C1"/>
                </a:solidFill>
                <a:latin typeface="Consolas"/>
                <a:ea typeface="Consolas"/>
                <a:cs typeface="Consolas"/>
                <a:sym typeface="Consolas"/>
              </a:rPr>
              <a:t>id</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8000"/>
                </a:solidFill>
                <a:latin typeface="Consolas"/>
                <a:ea typeface="Consolas"/>
                <a:cs typeface="Consolas"/>
                <a:sym typeface="Consolas"/>
              </a:rPr>
              <a:t>  </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static</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void</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main</a:t>
            </a:r>
            <a:r>
              <a:rPr lang="en" sz="900">
                <a:latin typeface="Consolas"/>
                <a:ea typeface="Consolas"/>
                <a:cs typeface="Consolas"/>
                <a:sym typeface="Consolas"/>
              </a:rPr>
              <a:t>(</a:t>
            </a:r>
            <a:r>
              <a:rPr lang="en" sz="900">
                <a:solidFill>
                  <a:srgbClr val="267F99"/>
                </a:solidFill>
                <a:latin typeface="Consolas"/>
                <a:ea typeface="Consolas"/>
                <a:cs typeface="Consolas"/>
                <a:sym typeface="Consolas"/>
              </a:rPr>
              <a:t>String</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args</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LambdaExample </a:t>
            </a:r>
            <a:r>
              <a:rPr lang="en" sz="900">
                <a:solidFill>
                  <a:srgbClr val="001080"/>
                </a:solidFill>
                <a:latin typeface="Consolas"/>
                <a:ea typeface="Consolas"/>
                <a:cs typeface="Consolas"/>
                <a:sym typeface="Consolas"/>
              </a:rPr>
              <a:t>example</a:t>
            </a:r>
            <a:r>
              <a:rPr lang="en" sz="900">
                <a:latin typeface="Consolas"/>
                <a:ea typeface="Consolas"/>
                <a:cs typeface="Consolas"/>
                <a:sym typeface="Consolas"/>
              </a:rPr>
              <a:t> =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AF00DB"/>
                </a:solidFill>
                <a:latin typeface="Consolas"/>
                <a:ea typeface="Consolas"/>
                <a:cs typeface="Consolas"/>
                <a:sym typeface="Consolas"/>
              </a:rPr>
              <a:t>new</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LambdaExample</a:t>
            </a:r>
            <a:r>
              <a:rPr lang="en" sz="900">
                <a:latin typeface="Consolas"/>
                <a:ea typeface="Consolas"/>
                <a:cs typeface="Consolas"/>
                <a:sym typeface="Consolas"/>
              </a:rPr>
              <a:t>(</a:t>
            </a:r>
            <a:r>
              <a:rPr lang="en" sz="900">
                <a:solidFill>
                  <a:srgbClr val="098658"/>
                </a:solidFill>
                <a:latin typeface="Consolas"/>
                <a:ea typeface="Consolas"/>
                <a:cs typeface="Consolas"/>
                <a:sym typeface="Consolas"/>
              </a:rPr>
              <a:t>1</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spcBef>
                <a:spcPts val="0"/>
              </a:spcBef>
              <a:spcAft>
                <a:spcPts val="0"/>
              </a:spcAft>
              <a:buNone/>
            </a:pPr>
            <a:r>
              <a:rPr lang="en" sz="900">
                <a:solidFill>
                  <a:srgbClr val="008000"/>
                </a:solidFill>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Thread</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exampleThread</a:t>
            </a:r>
            <a:r>
              <a:rPr lang="en" sz="900">
                <a:latin typeface="Consolas"/>
                <a:ea typeface="Consolas"/>
                <a:cs typeface="Consolas"/>
                <a:sym typeface="Consolas"/>
              </a:rPr>
              <a:t> =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AF00DB"/>
                </a:solidFill>
                <a:latin typeface="Consolas"/>
                <a:ea typeface="Consolas"/>
                <a:cs typeface="Consolas"/>
                <a:sym typeface="Consolas"/>
              </a:rPr>
              <a:t>new</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Thread</a:t>
            </a:r>
            <a:r>
              <a:rPr lang="en" sz="900">
                <a:latin typeface="Consolas"/>
                <a:ea typeface="Consolas"/>
                <a:cs typeface="Consolas"/>
                <a:sym typeface="Consolas"/>
              </a:rPr>
              <a:t>(</a:t>
            </a:r>
            <a:r>
              <a:rPr lang="en" sz="900">
                <a:solidFill>
                  <a:srgbClr val="001080"/>
                </a:solidFill>
                <a:latin typeface="Consolas"/>
                <a:ea typeface="Consolas"/>
                <a:cs typeface="Consolas"/>
                <a:sym typeface="Consolas"/>
              </a:rPr>
              <a:t>example::doStuff</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exampleThread</a:t>
            </a:r>
            <a:r>
              <a:rPr lang="en" sz="900">
                <a:latin typeface="Consolas"/>
                <a:ea typeface="Consolas"/>
                <a:cs typeface="Consolas"/>
                <a:sym typeface="Consolas"/>
              </a:rPr>
              <a:t>.</a:t>
            </a:r>
            <a:r>
              <a:rPr lang="en" sz="900">
                <a:solidFill>
                  <a:srgbClr val="795E26"/>
                </a:solidFill>
                <a:latin typeface="Consolas"/>
                <a:ea typeface="Consolas"/>
                <a:cs typeface="Consolas"/>
                <a:sym typeface="Consolas"/>
              </a:rPr>
              <a:t>start</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latin typeface="Consolas"/>
                <a:ea typeface="Consolas"/>
                <a:cs typeface="Consolas"/>
                <a:sym typeface="Consolas"/>
              </a:rPr>
              <a:t>}</a:t>
            </a:r>
            <a:endParaRPr sz="900">
              <a:solidFill>
                <a:schemeClr val="dk1"/>
              </a:solidFill>
              <a:latin typeface="Consolas"/>
              <a:ea typeface="Consolas"/>
              <a:cs typeface="Consolas"/>
              <a:sym typeface="Consolas"/>
            </a:endParaRPr>
          </a:p>
        </p:txBody>
      </p:sp>
      <p:sp>
        <p:nvSpPr>
          <p:cNvPr id="474" name="Google Shape;474;p52"/>
          <p:cNvSpPr txBox="1">
            <a:spLocks noGrp="1"/>
          </p:cNvSpPr>
          <p:nvPr>
            <p:ph type="body" idx="4"/>
          </p:nvPr>
        </p:nvSpPr>
        <p:spPr>
          <a:xfrm>
            <a:off x="143825" y="4687525"/>
            <a:ext cx="3043200" cy="3693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Method reference example.</a:t>
            </a:r>
            <a:endParaRPr/>
          </a:p>
        </p:txBody>
      </p:sp>
      <p:sp>
        <p:nvSpPr>
          <p:cNvPr id="475" name="Google Shape;475;p52"/>
          <p:cNvSpPr/>
          <p:nvPr/>
        </p:nvSpPr>
        <p:spPr>
          <a:xfrm>
            <a:off x="1673857" y="4012809"/>
            <a:ext cx="1030800" cy="160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cxnSp>
        <p:nvCxnSpPr>
          <p:cNvPr id="476" name="Google Shape;476;p52"/>
          <p:cNvCxnSpPr>
            <a:stCxn id="474" idx="3"/>
            <a:endCxn id="475" idx="2"/>
          </p:cNvCxnSpPr>
          <p:nvPr/>
        </p:nvCxnSpPr>
        <p:spPr>
          <a:xfrm rot="10800000">
            <a:off x="2189225" y="4173475"/>
            <a:ext cx="997800" cy="698700"/>
          </a:xfrm>
          <a:prstGeom prst="bentConnector4">
            <a:avLst>
              <a:gd name="adj1" fmla="val -23865"/>
              <a:gd name="adj2" fmla="val 63204"/>
            </a:avLst>
          </a:prstGeom>
          <a:noFill/>
          <a:ln w="19050" cap="flat" cmpd="sng">
            <a:solidFill>
              <a:srgbClr val="FF0000"/>
            </a:solidFill>
            <a:prstDash val="solid"/>
            <a:round/>
            <a:headEnd type="none" w="med" len="med"/>
            <a:tailEnd type="none" w="med" len="med"/>
          </a:ln>
        </p:spPr>
      </p:cxn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80"/>
        <p:cNvGrpSpPr/>
        <p:nvPr/>
      </p:nvGrpSpPr>
      <p:grpSpPr>
        <a:xfrm>
          <a:off x="0" y="0"/>
          <a:ext cx="0" cy="0"/>
          <a:chOff x="0" y="0"/>
          <a:chExt cx="0" cy="0"/>
        </a:xfrm>
      </p:grpSpPr>
      <p:sp>
        <p:nvSpPr>
          <p:cNvPr id="481" name="Google Shape;481;p53"/>
          <p:cNvSpPr txBox="1">
            <a:spLocks noGrp="1"/>
          </p:cNvSpPr>
          <p:nvPr>
            <p:ph type="title"/>
          </p:nvPr>
        </p:nvSpPr>
        <p:spPr>
          <a:xfrm>
            <a:off x="1436850" y="100"/>
            <a:ext cx="7642500" cy="596700"/>
          </a:xfrm>
          <a:prstGeom prst="rect">
            <a:avLst/>
          </a:prstGeom>
          <a:noFill/>
          <a:ln>
            <a:noFill/>
          </a:ln>
        </p:spPr>
        <p:txBody>
          <a:bodyPr spcFirstLastPara="1" wrap="square" lIns="68575" tIns="34275" rIns="68575" bIns="34275" anchor="ctr" anchorCtr="0">
            <a:normAutofit/>
          </a:bodyPr>
          <a:lstStyle/>
          <a:p>
            <a:pPr marL="0" lvl="0" indent="0" algn="l" rtl="0">
              <a:lnSpc>
                <a:spcPct val="100000"/>
              </a:lnSpc>
              <a:spcBef>
                <a:spcPts val="0"/>
              </a:spcBef>
              <a:spcAft>
                <a:spcPts val="0"/>
              </a:spcAft>
              <a:buClr>
                <a:schemeClr val="dk2"/>
              </a:buClr>
              <a:buSzPts val="3300"/>
              <a:buFont typeface="Calibri"/>
              <a:buNone/>
            </a:pPr>
            <a:r>
              <a:rPr lang="en"/>
              <a:t>Lots of Racers</a:t>
            </a:r>
            <a:endParaRPr/>
          </a:p>
        </p:txBody>
      </p:sp>
      <p:sp>
        <p:nvSpPr>
          <p:cNvPr id="482" name="Google Shape;482;p53"/>
          <p:cNvSpPr txBox="1">
            <a:spLocks noGrp="1"/>
          </p:cNvSpPr>
          <p:nvPr>
            <p:ph type="body" idx="1"/>
          </p:nvPr>
        </p:nvSpPr>
        <p:spPr>
          <a:xfrm>
            <a:off x="65250" y="731625"/>
            <a:ext cx="8955900" cy="512400"/>
          </a:xfrm>
          <a:prstGeom prst="rect">
            <a:avLst/>
          </a:prstGeom>
          <a:noFill/>
          <a:ln>
            <a:noFill/>
          </a:ln>
        </p:spPr>
        <p:txBody>
          <a:bodyPr spcFirstLastPara="1" wrap="square" lIns="68575" tIns="34275" rIns="68575" bIns="34275" anchor="t" anchorCtr="0">
            <a:spAutoFit/>
          </a:bodyPr>
          <a:lstStyle/>
          <a:p>
            <a:pPr marL="0" lvl="0" indent="0" algn="l" rtl="0">
              <a:lnSpc>
                <a:spcPct val="90000"/>
              </a:lnSpc>
              <a:spcBef>
                <a:spcPts val="0"/>
              </a:spcBef>
              <a:spcAft>
                <a:spcPts val="1600"/>
              </a:spcAft>
              <a:buClr>
                <a:schemeClr val="dk1"/>
              </a:buClr>
              <a:buSzPts val="1800"/>
              <a:buNone/>
            </a:pPr>
            <a:r>
              <a:rPr lang="en" dirty="0"/>
              <a:t>Up until this point, we've only run a few racers at a time. What would happen if we tried running lots of threads all at the same time? Let's try it out!</a:t>
            </a:r>
            <a:endParaRPr dirty="0"/>
          </a:p>
        </p:txBody>
      </p:sp>
      <p:sp>
        <p:nvSpPr>
          <p:cNvPr id="483" name="Google Shape;483;p53"/>
          <p:cNvSpPr txBox="1">
            <a:spLocks noGrp="1"/>
          </p:cNvSpPr>
          <p:nvPr>
            <p:ph type="body" idx="2"/>
          </p:nvPr>
        </p:nvSpPr>
        <p:spPr>
          <a:xfrm>
            <a:off x="2871050" y="1435525"/>
            <a:ext cx="6032100" cy="3708000"/>
          </a:xfrm>
          <a:prstGeom prst="rect">
            <a:avLst/>
          </a:prstGeom>
          <a:noFill/>
          <a:ln>
            <a:noFill/>
          </a:ln>
        </p:spPr>
        <p:txBody>
          <a:bodyPr spcFirstLastPara="1" wrap="square" lIns="68575" tIns="34275" rIns="68575" bIns="34275" anchor="t" anchorCtr="0">
            <a:noAutofit/>
          </a:bodyPr>
          <a:lstStyle/>
          <a:p>
            <a:pPr marL="457200" lvl="0" indent="-311150" algn="l" rtl="0">
              <a:lnSpc>
                <a:spcPct val="115000"/>
              </a:lnSpc>
              <a:spcBef>
                <a:spcPts val="0"/>
              </a:spcBef>
              <a:spcAft>
                <a:spcPts val="0"/>
              </a:spcAft>
              <a:buSzPts val="1300"/>
              <a:buChar char="●"/>
            </a:pPr>
            <a:r>
              <a:rPr lang="en" dirty="0"/>
              <a:t>In the </a:t>
            </a:r>
            <a:r>
              <a:rPr lang="en" dirty="0">
                <a:latin typeface="Courier New"/>
                <a:ea typeface="Courier New"/>
                <a:cs typeface="Courier New"/>
                <a:sym typeface="Courier New"/>
              </a:rPr>
              <a:t>racing</a:t>
            </a:r>
            <a:r>
              <a:rPr lang="en" dirty="0"/>
              <a:t> package, create a new class named </a:t>
            </a:r>
            <a:r>
              <a:rPr lang="en" dirty="0">
                <a:solidFill>
                  <a:srgbClr val="FF0000"/>
                </a:solidFill>
                <a:latin typeface="Courier New"/>
                <a:ea typeface="Courier New"/>
                <a:cs typeface="Courier New"/>
                <a:sym typeface="Courier New"/>
              </a:rPr>
              <a:t>LotsORacers</a:t>
            </a:r>
            <a:r>
              <a:rPr lang="en" dirty="0"/>
              <a:t>.</a:t>
            </a:r>
            <a:endParaRPr dirty="0"/>
          </a:p>
          <a:p>
            <a:pPr marL="457200" lvl="0" indent="-311150" algn="l" rtl="0">
              <a:lnSpc>
                <a:spcPct val="115000"/>
              </a:lnSpc>
              <a:spcBef>
                <a:spcPts val="0"/>
              </a:spcBef>
              <a:spcAft>
                <a:spcPts val="0"/>
              </a:spcAft>
              <a:buSzPts val="1300"/>
              <a:buChar char="●"/>
            </a:pPr>
            <a:r>
              <a:rPr lang="en" dirty="0"/>
              <a:t>Add constants for </a:t>
            </a:r>
            <a:r>
              <a:rPr lang="en" dirty="0">
                <a:latin typeface="Courier New"/>
                <a:ea typeface="Courier New"/>
                <a:cs typeface="Courier New"/>
                <a:sym typeface="Courier New"/>
              </a:rPr>
              <a:t>NUM_RACERS</a:t>
            </a:r>
            <a:r>
              <a:rPr lang="en" dirty="0"/>
              <a:t>, </a:t>
            </a:r>
            <a:r>
              <a:rPr lang="en" dirty="0">
                <a:latin typeface="Courier New"/>
                <a:ea typeface="Courier New"/>
                <a:cs typeface="Courier New"/>
                <a:sym typeface="Courier New"/>
              </a:rPr>
              <a:t>NUM_LAPS</a:t>
            </a:r>
            <a:r>
              <a:rPr lang="en" dirty="0"/>
              <a:t>, and </a:t>
            </a:r>
            <a:r>
              <a:rPr lang="en" dirty="0">
                <a:latin typeface="Courier New"/>
                <a:ea typeface="Courier New"/>
                <a:cs typeface="Courier New"/>
                <a:sym typeface="Courier New"/>
              </a:rPr>
              <a:t>DEBUG</a:t>
            </a:r>
            <a:r>
              <a:rPr lang="en" dirty="0"/>
              <a:t>.</a:t>
            </a:r>
            <a:endParaRPr dirty="0"/>
          </a:p>
          <a:p>
            <a:pPr marL="457200" lvl="0" indent="-311150" algn="l" rtl="0">
              <a:lnSpc>
                <a:spcPct val="115000"/>
              </a:lnSpc>
              <a:spcBef>
                <a:spcPts val="0"/>
              </a:spcBef>
              <a:spcAft>
                <a:spcPts val="0"/>
              </a:spcAft>
              <a:buSzPts val="1300"/>
              <a:buChar char="●"/>
            </a:pPr>
            <a:r>
              <a:rPr lang="en" dirty="0"/>
              <a:t>In </a:t>
            </a:r>
            <a:r>
              <a:rPr lang="en" dirty="0">
                <a:latin typeface="Courier New"/>
                <a:ea typeface="Courier New"/>
                <a:cs typeface="Courier New"/>
                <a:sym typeface="Courier New"/>
              </a:rPr>
              <a:t>main</a:t>
            </a:r>
            <a:r>
              <a:rPr lang="en" dirty="0"/>
              <a:t>, use a </a:t>
            </a:r>
            <a:r>
              <a:rPr lang="en" b="1" i="1" dirty="0">
                <a:solidFill>
                  <a:srgbClr val="FF0000"/>
                </a:solidFill>
              </a:rPr>
              <a:t>for loop</a:t>
            </a:r>
            <a:r>
              <a:rPr lang="en" dirty="0"/>
              <a:t> to create and start </a:t>
            </a:r>
            <a:r>
              <a:rPr lang="en" b="1" i="1" dirty="0">
                <a:solidFill>
                  <a:srgbClr val="FF0000"/>
                </a:solidFill>
              </a:rPr>
              <a:t>one million racers</a:t>
            </a:r>
            <a:r>
              <a:rPr lang="en" dirty="0"/>
              <a:t> each in their own thread.</a:t>
            </a:r>
            <a:endParaRPr dirty="0"/>
          </a:p>
          <a:p>
            <a:pPr marL="914400" lvl="1" indent="-298450" algn="l" rtl="0">
              <a:lnSpc>
                <a:spcPct val="115000"/>
              </a:lnSpc>
              <a:spcBef>
                <a:spcPts val="0"/>
              </a:spcBef>
              <a:spcAft>
                <a:spcPts val="0"/>
              </a:spcAft>
              <a:buSzPts val="1100"/>
              <a:buChar char="○"/>
            </a:pPr>
            <a:r>
              <a:rPr lang="en" dirty="0"/>
              <a:t>You can create and start each racer/thread at the </a:t>
            </a:r>
            <a:r>
              <a:rPr lang="en" b="1" i="1" dirty="0">
                <a:solidFill>
                  <a:srgbClr val="FF0000"/>
                </a:solidFill>
              </a:rPr>
              <a:t>same</a:t>
            </a:r>
            <a:r>
              <a:rPr lang="en" dirty="0"/>
              <a:t> time.</a:t>
            </a:r>
            <a:endParaRPr dirty="0"/>
          </a:p>
          <a:p>
            <a:pPr marL="914400" lvl="1" indent="-298450" algn="l" rtl="0">
              <a:lnSpc>
                <a:spcPct val="115000"/>
              </a:lnSpc>
              <a:spcBef>
                <a:spcPts val="0"/>
              </a:spcBef>
              <a:spcAft>
                <a:spcPts val="0"/>
              </a:spcAft>
              <a:buSzPts val="1100"/>
              <a:buChar char="○"/>
            </a:pPr>
            <a:r>
              <a:rPr lang="en" dirty="0"/>
              <a:t>Each racer should run for 10 laps.</a:t>
            </a:r>
            <a:endParaRPr dirty="0"/>
          </a:p>
          <a:p>
            <a:pPr marL="914400" lvl="1" indent="-298450" algn="l" rtl="0">
              <a:lnSpc>
                <a:spcPct val="115000"/>
              </a:lnSpc>
              <a:spcBef>
                <a:spcPts val="0"/>
              </a:spcBef>
              <a:spcAft>
                <a:spcPts val="0"/>
              </a:spcAft>
              <a:buSzPts val="1100"/>
              <a:buChar char="○"/>
            </a:pPr>
            <a:r>
              <a:rPr lang="en" dirty="0"/>
              <a:t>I.E. We don't need to create all of them, then start all of them.</a:t>
            </a:r>
            <a:endParaRPr dirty="0"/>
          </a:p>
          <a:p>
            <a:pPr marL="1371600" lvl="2" indent="-292100" algn="l" rtl="0">
              <a:lnSpc>
                <a:spcPct val="115000"/>
              </a:lnSpc>
              <a:spcBef>
                <a:spcPts val="0"/>
              </a:spcBef>
              <a:spcAft>
                <a:spcPts val="0"/>
              </a:spcAft>
              <a:buSzPts val="1000"/>
              <a:buChar char="■"/>
            </a:pPr>
            <a:r>
              <a:rPr lang="en" sz="1000" dirty="0"/>
              <a:t>Yes this is </a:t>
            </a:r>
            <a:r>
              <a:rPr lang="en" sz="1000" b="1" i="1" dirty="0">
                <a:solidFill>
                  <a:srgbClr val="FF0000"/>
                </a:solidFill>
              </a:rPr>
              <a:t>unfair</a:t>
            </a:r>
            <a:r>
              <a:rPr lang="en" sz="1000" dirty="0"/>
              <a:t> but we'll deal with that later.</a:t>
            </a:r>
            <a:endParaRPr sz="1000" dirty="0"/>
          </a:p>
          <a:p>
            <a:pPr marL="914400" lvl="1" indent="-298450" algn="l" rtl="0">
              <a:lnSpc>
                <a:spcPct val="115000"/>
              </a:lnSpc>
              <a:spcBef>
                <a:spcPts val="0"/>
              </a:spcBef>
              <a:spcAft>
                <a:spcPts val="0"/>
              </a:spcAft>
              <a:buSzPts val="1100"/>
              <a:buChar char="○"/>
            </a:pPr>
            <a:r>
              <a:rPr lang="en" dirty="0"/>
              <a:t>Don't forget to call the </a:t>
            </a:r>
            <a:r>
              <a:rPr lang="en" dirty="0">
                <a:solidFill>
                  <a:srgbClr val="FF0000"/>
                </a:solidFill>
                <a:latin typeface="Courier New"/>
                <a:ea typeface="Courier New"/>
                <a:cs typeface="Courier New"/>
                <a:sym typeface="Courier New"/>
              </a:rPr>
              <a:t>start()</a:t>
            </a:r>
            <a:r>
              <a:rPr lang="en" dirty="0"/>
              <a:t> method on each thread.</a:t>
            </a:r>
            <a:endParaRPr dirty="0"/>
          </a:p>
          <a:p>
            <a:pPr marL="457200" lvl="0" indent="-311150" algn="l" rtl="0">
              <a:lnSpc>
                <a:spcPct val="115000"/>
              </a:lnSpc>
              <a:spcBef>
                <a:spcPts val="1000"/>
              </a:spcBef>
              <a:spcAft>
                <a:spcPts val="0"/>
              </a:spcAft>
              <a:buSzPts val="1300"/>
              <a:buChar char="●"/>
            </a:pPr>
            <a:r>
              <a:rPr lang="en" dirty="0"/>
              <a:t>While it appears to be quick, printing is actually pretty slow. When creating the racers, turn their </a:t>
            </a:r>
            <a:r>
              <a:rPr lang="en" dirty="0">
                <a:latin typeface="Courier New"/>
                <a:ea typeface="Courier New"/>
                <a:cs typeface="Courier New"/>
                <a:sym typeface="Courier New"/>
              </a:rPr>
              <a:t>debug</a:t>
            </a:r>
            <a:r>
              <a:rPr lang="en" dirty="0"/>
              <a:t> </a:t>
            </a:r>
            <a:r>
              <a:rPr lang="en" b="1" i="1" dirty="0">
                <a:solidFill>
                  <a:srgbClr val="FF0000"/>
                </a:solidFill>
              </a:rPr>
              <a:t>off</a:t>
            </a:r>
            <a:r>
              <a:rPr lang="en" dirty="0"/>
              <a:t>.</a:t>
            </a:r>
            <a:endParaRPr dirty="0"/>
          </a:p>
          <a:p>
            <a:pPr marL="457200" lvl="0" indent="-311150" algn="l" rtl="0">
              <a:lnSpc>
                <a:spcPct val="115000"/>
              </a:lnSpc>
              <a:spcBef>
                <a:spcPts val="0"/>
              </a:spcBef>
              <a:spcAft>
                <a:spcPts val="0"/>
              </a:spcAft>
              <a:buSzPts val="1300"/>
              <a:buChar char="●"/>
            </a:pPr>
            <a:r>
              <a:rPr lang="en" dirty="0"/>
              <a:t>Print that all the racers have started </a:t>
            </a:r>
            <a:r>
              <a:rPr lang="en" b="1" i="1" dirty="0">
                <a:solidFill>
                  <a:srgbClr val="FF0000"/>
                </a:solidFill>
              </a:rPr>
              <a:t>after</a:t>
            </a:r>
            <a:r>
              <a:rPr lang="en" dirty="0"/>
              <a:t> the for loop.</a:t>
            </a:r>
            <a:endParaRPr dirty="0"/>
          </a:p>
          <a:p>
            <a:pPr marL="914400" lvl="1" indent="-298450" algn="l" rtl="0">
              <a:lnSpc>
                <a:spcPct val="115000"/>
              </a:lnSpc>
              <a:spcBef>
                <a:spcPts val="0"/>
              </a:spcBef>
              <a:spcAft>
                <a:spcPts val="0"/>
              </a:spcAft>
              <a:buSzPts val="1100"/>
              <a:buChar char="○"/>
            </a:pPr>
            <a:r>
              <a:rPr lang="en" dirty="0"/>
              <a:t>This doesn't mean they all have finished but it's close enough for this activity.</a:t>
            </a:r>
            <a:endParaRPr dirty="0"/>
          </a:p>
          <a:p>
            <a:pPr marL="914400" lvl="1" indent="-298450" algn="l" rtl="0">
              <a:lnSpc>
                <a:spcPct val="115000"/>
              </a:lnSpc>
              <a:spcBef>
                <a:spcPts val="0"/>
              </a:spcBef>
              <a:spcAft>
                <a:spcPts val="0"/>
              </a:spcAft>
              <a:buSzPts val="1100"/>
              <a:buChar char="○"/>
            </a:pPr>
            <a:r>
              <a:rPr lang="en" b="1" i="1" dirty="0">
                <a:solidFill>
                  <a:srgbClr val="FF0000"/>
                </a:solidFill>
              </a:rPr>
              <a:t>Challenge</a:t>
            </a:r>
            <a:r>
              <a:rPr lang="en" dirty="0"/>
              <a:t>: Time how long it takes to run using </a:t>
            </a:r>
            <a:r>
              <a:rPr lang="en" dirty="0">
                <a:latin typeface="Courier New"/>
                <a:ea typeface="Courier New"/>
                <a:cs typeface="Courier New"/>
                <a:sym typeface="Courier New"/>
              </a:rPr>
              <a:t>System.nanoTime()</a:t>
            </a:r>
            <a:r>
              <a:rPr lang="en" dirty="0"/>
              <a:t>.</a:t>
            </a:r>
            <a:endParaRPr dirty="0"/>
          </a:p>
          <a:p>
            <a:pPr marL="457200" lvl="0" indent="-311150" algn="l" rtl="0">
              <a:lnSpc>
                <a:spcPct val="115000"/>
              </a:lnSpc>
              <a:spcBef>
                <a:spcPts val="1000"/>
              </a:spcBef>
              <a:spcAft>
                <a:spcPts val="0"/>
              </a:spcAft>
              <a:buSzPts val="1300"/>
              <a:buChar char="●"/>
            </a:pPr>
            <a:r>
              <a:rPr lang="en" dirty="0"/>
              <a:t>Execute your program and see how long it takes to finish.</a:t>
            </a:r>
            <a:endParaRPr dirty="0"/>
          </a:p>
          <a:p>
            <a:pPr marL="914400" lvl="1" indent="-298450" algn="l" rtl="0">
              <a:lnSpc>
                <a:spcPct val="115000"/>
              </a:lnSpc>
              <a:spcBef>
                <a:spcPts val="0"/>
              </a:spcBef>
              <a:spcAft>
                <a:spcPts val="0"/>
              </a:spcAft>
              <a:buSzPts val="1100"/>
              <a:buChar char="○"/>
            </a:pPr>
            <a:r>
              <a:rPr lang="en" dirty="0"/>
              <a:t>Warning: Your laptop fans might get a workout</a:t>
            </a:r>
            <a:endParaRPr dirty="0"/>
          </a:p>
        </p:txBody>
      </p:sp>
      <p:sp>
        <p:nvSpPr>
          <p:cNvPr id="484" name="Google Shape;484;p5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22</a:t>
            </a:fld>
            <a:endParaRPr/>
          </a:p>
        </p:txBody>
      </p:sp>
      <p:sp>
        <p:nvSpPr>
          <p:cNvPr id="485" name="Google Shape;485;p5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8.9</a:t>
            </a:r>
            <a:endParaRPr/>
          </a:p>
        </p:txBody>
      </p:sp>
      <p:grpSp>
        <p:nvGrpSpPr>
          <p:cNvPr id="486" name="Google Shape;486;p53"/>
          <p:cNvGrpSpPr/>
          <p:nvPr/>
        </p:nvGrpSpPr>
        <p:grpSpPr>
          <a:xfrm>
            <a:off x="189000" y="2089525"/>
            <a:ext cx="2729426" cy="1535299"/>
            <a:chOff x="189000" y="1590700"/>
            <a:chExt cx="2729426" cy="1535299"/>
          </a:xfrm>
        </p:grpSpPr>
        <p:pic>
          <p:nvPicPr>
            <p:cNvPr id="487" name="Google Shape;487;p53"/>
            <p:cNvPicPr preferRelativeResize="0"/>
            <p:nvPr/>
          </p:nvPicPr>
          <p:blipFill>
            <a:blip r:embed="rId3">
              <a:alphaModFix/>
            </a:blip>
            <a:stretch>
              <a:fillRect/>
            </a:stretch>
          </p:blipFill>
          <p:spPr>
            <a:xfrm>
              <a:off x="189000" y="1590700"/>
              <a:ext cx="2729426" cy="1535299"/>
            </a:xfrm>
            <a:prstGeom prst="rect">
              <a:avLst/>
            </a:prstGeom>
            <a:noFill/>
            <a:ln w="19050" cap="flat" cmpd="sng">
              <a:solidFill>
                <a:schemeClr val="dk1"/>
              </a:solidFill>
              <a:prstDash val="solid"/>
              <a:round/>
              <a:headEnd type="none" w="sm" len="sm"/>
              <a:tailEnd type="none" w="sm" len="sm"/>
            </a:ln>
          </p:spPr>
        </p:pic>
        <p:sp>
          <p:nvSpPr>
            <p:cNvPr id="488" name="Google Shape;488;p53"/>
            <p:cNvSpPr/>
            <p:nvPr/>
          </p:nvSpPr>
          <p:spPr>
            <a:xfrm>
              <a:off x="2006400" y="1679400"/>
              <a:ext cx="626400" cy="670800"/>
            </a:xfrm>
            <a:prstGeom prst="rect">
              <a:avLst/>
            </a:prstGeom>
            <a:solidFill>
              <a:srgbClr val="AF1998"/>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89" name="Google Shape;489;p53"/>
            <p:cNvSpPr/>
            <p:nvPr/>
          </p:nvSpPr>
          <p:spPr>
            <a:xfrm>
              <a:off x="2009525" y="1685025"/>
              <a:ext cx="612100" cy="646501"/>
            </a:xfrm>
            <a:prstGeom prst="rect">
              <a:avLst/>
            </a:prstGeom>
          </p:spPr>
          <p:txBody>
            <a:bodyPr>
              <a:prstTxWarp prst="textPlain">
                <a:avLst/>
              </a:prstTxWarp>
            </a:bodyPr>
            <a:lstStyle/>
            <a:p>
              <a:pPr lvl="0" algn="ctr"/>
              <a:r>
                <a:rPr b="1" i="0">
                  <a:ln w="9525" cap="flat" cmpd="sng">
                    <a:solidFill>
                      <a:srgbClr val="000000"/>
                    </a:solidFill>
                    <a:prstDash val="solid"/>
                    <a:round/>
                    <a:headEnd type="none" w="sm" len="sm"/>
                    <a:tailEnd type="none" w="sm" len="sm"/>
                  </a:ln>
                  <a:gradFill>
                    <a:gsLst>
                      <a:gs pos="0">
                        <a:srgbClr val="F7EDCD"/>
                      </a:gs>
                      <a:gs pos="100000">
                        <a:srgbClr val="F1C232"/>
                      </a:gs>
                    </a:gsLst>
                    <a:path path="circle">
                      <a:fillToRect l="100000" b="100000"/>
                    </a:path>
                    <a:tileRect t="-100000" r="-100000"/>
                  </a:gradFill>
                  <a:latin typeface="Impact"/>
                </a:rPr>
                <a:t>1M</a:t>
              </a: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93"/>
        <p:cNvGrpSpPr/>
        <p:nvPr/>
      </p:nvGrpSpPr>
      <p:grpSpPr>
        <a:xfrm>
          <a:off x="0" y="0"/>
          <a:ext cx="0" cy="0"/>
          <a:chOff x="0" y="0"/>
          <a:chExt cx="0" cy="0"/>
        </a:xfrm>
      </p:grpSpPr>
      <p:sp>
        <p:nvSpPr>
          <p:cNvPr id="494" name="Google Shape;494;p54"/>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p>
            <a:pPr marL="457200" lvl="0" indent="-311150" algn="l" rtl="0">
              <a:spcBef>
                <a:spcPts val="0"/>
              </a:spcBef>
              <a:spcAft>
                <a:spcPts val="0"/>
              </a:spcAft>
              <a:buSzPts val="1300"/>
              <a:buChar char="●"/>
            </a:pPr>
            <a:r>
              <a:rPr lang="en" dirty="0"/>
              <a:t>That took a while, but did it really need to?</a:t>
            </a:r>
            <a:endParaRPr dirty="0"/>
          </a:p>
          <a:p>
            <a:pPr marL="914400" lvl="1" indent="-298450" algn="l" rtl="0">
              <a:spcBef>
                <a:spcPts val="0"/>
              </a:spcBef>
              <a:spcAft>
                <a:spcPts val="0"/>
              </a:spcAft>
              <a:buSzPts val="1100"/>
              <a:buChar char="○"/>
            </a:pPr>
            <a:r>
              <a:rPr lang="en" dirty="0">
                <a:highlight>
                  <a:srgbClr val="FFFF00"/>
                </a:highlight>
              </a:rPr>
              <a:t>Most of the time in LotsORacers was from creating/tearing down the threads.</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Only a small amount was used for racing.</a:t>
            </a:r>
            <a:endParaRPr dirty="0">
              <a:highlight>
                <a:srgbClr val="FFFF00"/>
              </a:highlight>
            </a:endParaRPr>
          </a:p>
          <a:p>
            <a:pPr marL="457200" lvl="0" indent="-311150" algn="l" rtl="0">
              <a:spcBef>
                <a:spcPts val="1000"/>
              </a:spcBef>
              <a:spcAft>
                <a:spcPts val="0"/>
              </a:spcAft>
              <a:buSzPts val="1300"/>
              <a:buChar char="●"/>
            </a:pPr>
            <a:r>
              <a:rPr lang="en" dirty="0"/>
              <a:t>This is a common problem in Java which was fixed in Java 5 with </a:t>
            </a:r>
            <a:r>
              <a:rPr lang="en" dirty="0">
                <a:highlight>
                  <a:srgbClr val="FFFF00"/>
                </a:highlight>
              </a:rPr>
              <a:t>Executors</a:t>
            </a:r>
            <a:endParaRPr dirty="0">
              <a:highlight>
                <a:srgbClr val="FFFF00"/>
              </a:highlight>
            </a:endParaRPr>
          </a:p>
          <a:p>
            <a:pPr marL="457200" lvl="0" indent="-311150" algn="l" rtl="0">
              <a:spcBef>
                <a:spcPts val="1000"/>
              </a:spcBef>
              <a:spcAft>
                <a:spcPts val="0"/>
              </a:spcAft>
              <a:buSzPts val="1300"/>
              <a:buChar char="●"/>
            </a:pPr>
            <a:r>
              <a:rPr lang="en" dirty="0">
                <a:highlight>
                  <a:srgbClr val="FFFF00"/>
                </a:highlight>
              </a:rPr>
              <a:t>An Executor is a construct for managing program execution via Threads.</a:t>
            </a:r>
            <a:endParaRPr dirty="0">
              <a:highlight>
                <a:srgbClr val="FFFF00"/>
              </a:highlight>
            </a:endParaRPr>
          </a:p>
          <a:p>
            <a:pPr marL="457200" lvl="0" indent="-311150" algn="l" rtl="0">
              <a:spcBef>
                <a:spcPts val="1000"/>
              </a:spcBef>
              <a:spcAft>
                <a:spcPts val="0"/>
              </a:spcAft>
              <a:buSzPts val="1300"/>
              <a:buChar char="●"/>
            </a:pPr>
            <a:r>
              <a:rPr lang="en" dirty="0"/>
              <a:t>Java provides a convenient </a:t>
            </a:r>
            <a:r>
              <a:rPr lang="en" dirty="0">
                <a:highlight>
                  <a:srgbClr val="FFFF00"/>
                </a:highlight>
              </a:rPr>
              <a:t>ExecutorService</a:t>
            </a:r>
            <a:r>
              <a:rPr lang="en" dirty="0"/>
              <a:t> class that allows for easy management of an Executor.</a:t>
            </a:r>
            <a:endParaRPr dirty="0"/>
          </a:p>
          <a:p>
            <a:pPr marL="914400" lvl="1" indent="-298450" algn="l" rtl="0">
              <a:spcBef>
                <a:spcPts val="0"/>
              </a:spcBef>
              <a:spcAft>
                <a:spcPts val="0"/>
              </a:spcAft>
              <a:buSzPts val="1100"/>
              <a:buChar char="○"/>
            </a:pPr>
            <a:r>
              <a:rPr lang="en" dirty="0">
                <a:solidFill>
                  <a:srgbClr val="FF0000"/>
                </a:solidFill>
                <a:highlight>
                  <a:srgbClr val="FFFF00"/>
                </a:highlight>
                <a:latin typeface="Courier New"/>
                <a:ea typeface="Courier New"/>
                <a:cs typeface="Courier New"/>
                <a:sym typeface="Courier New"/>
              </a:rPr>
              <a:t>submit</a:t>
            </a:r>
            <a:r>
              <a:rPr lang="en" dirty="0"/>
              <a:t> - Submits a task for execution.</a:t>
            </a:r>
            <a:endParaRPr dirty="0"/>
          </a:p>
          <a:p>
            <a:pPr marL="914400" lvl="1" indent="-298450" algn="l" rtl="0">
              <a:spcBef>
                <a:spcPts val="0"/>
              </a:spcBef>
              <a:spcAft>
                <a:spcPts val="0"/>
              </a:spcAft>
              <a:buSzPts val="1100"/>
              <a:buChar char="○"/>
            </a:pPr>
            <a:r>
              <a:rPr lang="en" dirty="0">
                <a:solidFill>
                  <a:srgbClr val="FF0000"/>
                </a:solidFill>
                <a:highlight>
                  <a:srgbClr val="FFFF00"/>
                </a:highlight>
                <a:latin typeface="Courier New"/>
                <a:ea typeface="Courier New"/>
                <a:cs typeface="Courier New"/>
                <a:sym typeface="Courier New"/>
              </a:rPr>
              <a:t>shutdown</a:t>
            </a:r>
            <a:r>
              <a:rPr lang="en" dirty="0"/>
              <a:t> - stops the service after all currently submitted tasks have finished. New tasks cannot be submitted.</a:t>
            </a:r>
            <a:endParaRPr dirty="0"/>
          </a:p>
          <a:p>
            <a:pPr marL="914400" lvl="1" indent="-298450" algn="l" rtl="0">
              <a:spcBef>
                <a:spcPts val="0"/>
              </a:spcBef>
              <a:spcAft>
                <a:spcPts val="0"/>
              </a:spcAft>
              <a:buSzPts val="1100"/>
              <a:buChar char="○"/>
            </a:pPr>
            <a:r>
              <a:rPr lang="en" dirty="0">
                <a:solidFill>
                  <a:srgbClr val="FF0000"/>
                </a:solidFill>
                <a:highlight>
                  <a:srgbClr val="FFFF00"/>
                </a:highlight>
                <a:latin typeface="Courier New"/>
                <a:ea typeface="Courier New"/>
                <a:cs typeface="Courier New"/>
                <a:sym typeface="Courier New"/>
              </a:rPr>
              <a:t>shutdownNow</a:t>
            </a:r>
            <a:r>
              <a:rPr lang="en" dirty="0"/>
              <a:t> - Attempts to stop active tasks and stops the service.</a:t>
            </a:r>
            <a:endParaRPr dirty="0"/>
          </a:p>
          <a:p>
            <a:pPr marL="914400" lvl="1" indent="-298450" algn="l" rtl="0">
              <a:spcBef>
                <a:spcPts val="0"/>
              </a:spcBef>
              <a:spcAft>
                <a:spcPts val="0"/>
              </a:spcAft>
              <a:buSzPts val="1100"/>
              <a:buChar char="○"/>
            </a:pPr>
            <a:r>
              <a:rPr lang="en" dirty="0">
                <a:solidFill>
                  <a:srgbClr val="FF0000"/>
                </a:solidFill>
                <a:highlight>
                  <a:srgbClr val="FFFF00"/>
                </a:highlight>
                <a:latin typeface="Courier New"/>
                <a:ea typeface="Courier New"/>
                <a:cs typeface="Courier New"/>
                <a:sym typeface="Courier New"/>
              </a:rPr>
              <a:t>awaitTermination</a:t>
            </a:r>
            <a:r>
              <a:rPr lang="en" dirty="0"/>
              <a:t> - blocks until the service has finished.</a:t>
            </a:r>
            <a:endParaRPr dirty="0"/>
          </a:p>
        </p:txBody>
      </p:sp>
      <p:sp>
        <p:nvSpPr>
          <p:cNvPr id="495" name="Google Shape;495;p54"/>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23</a:t>
            </a:fld>
            <a:endParaRPr/>
          </a:p>
        </p:txBody>
      </p:sp>
      <p:sp>
        <p:nvSpPr>
          <p:cNvPr id="496" name="Google Shape;496;p54"/>
          <p:cNvSpPr txBox="1">
            <a:spLocks noGrp="1"/>
          </p:cNvSpPr>
          <p:nvPr>
            <p:ph type="body" idx="3"/>
          </p:nvPr>
        </p:nvSpPr>
        <p:spPr>
          <a:xfrm>
            <a:off x="5192225" y="3905116"/>
            <a:ext cx="3706500" cy="808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b="1" i="1">
                <a:solidFill>
                  <a:srgbClr val="FF0000"/>
                </a:solidFill>
              </a:rPr>
              <a:t>Executors </a:t>
            </a:r>
            <a:r>
              <a:rPr lang="en"/>
              <a:t>and the </a:t>
            </a:r>
            <a:r>
              <a:rPr lang="en" b="1" i="1">
                <a:solidFill>
                  <a:srgbClr val="FF0000"/>
                </a:solidFill>
              </a:rPr>
              <a:t>ExcutorService </a:t>
            </a:r>
            <a:r>
              <a:rPr lang="en"/>
              <a:t>are the modern way to run tasks in Java.</a:t>
            </a:r>
            <a:endParaRPr/>
          </a:p>
        </p:txBody>
      </p:sp>
      <p:sp>
        <p:nvSpPr>
          <p:cNvPr id="497" name="Google Shape;497;p54"/>
          <p:cNvSpPr txBox="1">
            <a:spLocks noGrp="1"/>
          </p:cNvSpPr>
          <p:nvPr>
            <p:ph type="title"/>
          </p:nvPr>
        </p:nvSpPr>
        <p:spPr>
          <a:xfrm>
            <a:off x="5264725" y="5009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ExecutorService</a:t>
            </a:r>
            <a:endParaRPr/>
          </a:p>
        </p:txBody>
      </p:sp>
      <p:sp>
        <p:nvSpPr>
          <p:cNvPr id="498" name="Google Shape;498;p54"/>
          <p:cNvSpPr txBox="1">
            <a:spLocks noGrp="1"/>
          </p:cNvSpPr>
          <p:nvPr>
            <p:ph type="body" idx="2"/>
          </p:nvPr>
        </p:nvSpPr>
        <p:spPr>
          <a:xfrm>
            <a:off x="5192225" y="1351636"/>
            <a:ext cx="3706500" cy="2340900"/>
          </a:xfrm>
          <a:prstGeom prst="rect">
            <a:avLst/>
          </a:prstGeom>
          <a:solidFill>
            <a:schemeClr val="lt1"/>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250">
                <a:solidFill>
                  <a:srgbClr val="008000"/>
                </a:solidFill>
                <a:highlight>
                  <a:srgbClr val="FFFFFF"/>
                </a:highlight>
                <a:latin typeface="Consolas"/>
                <a:ea typeface="Consolas"/>
                <a:cs typeface="Consolas"/>
                <a:sym typeface="Consolas"/>
              </a:rPr>
              <a:t>1</a:t>
            </a:r>
            <a:r>
              <a:rPr lang="en" sz="1250">
                <a:solidFill>
                  <a:srgbClr val="267F99"/>
                </a:solidFill>
                <a:highlight>
                  <a:srgbClr val="FFFFFF"/>
                </a:highlight>
                <a:latin typeface="Consolas"/>
                <a:ea typeface="Consolas"/>
                <a:cs typeface="Consolas"/>
                <a:sym typeface="Consolas"/>
              </a:rPr>
              <a:t>  ExecutorService</a:t>
            </a:r>
            <a:r>
              <a:rPr lang="en" sz="1250">
                <a:solidFill>
                  <a:srgbClr val="3B3B3B"/>
                </a:solidFill>
                <a:highlight>
                  <a:srgbClr val="FFFFFF"/>
                </a:highlight>
                <a:latin typeface="Consolas"/>
                <a:ea typeface="Consolas"/>
                <a:cs typeface="Consolas"/>
                <a:sym typeface="Consolas"/>
              </a:rPr>
              <a:t> </a:t>
            </a:r>
            <a:r>
              <a:rPr lang="en" sz="1250">
                <a:solidFill>
                  <a:srgbClr val="001080"/>
                </a:solidFill>
                <a:highlight>
                  <a:srgbClr val="FFFFFF"/>
                </a:highlight>
                <a:latin typeface="Consolas"/>
                <a:ea typeface="Consolas"/>
                <a:cs typeface="Consolas"/>
                <a:sym typeface="Consolas"/>
              </a:rPr>
              <a:t>exservice</a:t>
            </a:r>
            <a:r>
              <a:rPr lang="en" sz="1250">
                <a:solidFill>
                  <a:srgbClr val="3B3B3B"/>
                </a:solidFill>
                <a:highlight>
                  <a:srgbClr val="FFFFFF"/>
                </a:highlight>
                <a:latin typeface="Consolas"/>
                <a:ea typeface="Consolas"/>
                <a:cs typeface="Consolas"/>
                <a:sym typeface="Consolas"/>
              </a:rPr>
              <a:t> </a:t>
            </a:r>
            <a:r>
              <a:rPr lang="en" sz="1250">
                <a:solidFill>
                  <a:srgbClr val="000000"/>
                </a:solidFill>
                <a:highlight>
                  <a:srgbClr val="FFFFFF"/>
                </a:highlight>
                <a:latin typeface="Consolas"/>
                <a:ea typeface="Consolas"/>
                <a:cs typeface="Consolas"/>
                <a:sym typeface="Consolas"/>
              </a:rPr>
              <a:t>=</a:t>
            </a:r>
            <a:r>
              <a:rPr lang="en" sz="1250">
                <a:solidFill>
                  <a:srgbClr val="3B3B3B"/>
                </a:solidFill>
                <a:highlight>
                  <a:srgbClr val="FFFFFF"/>
                </a:highlight>
                <a:latin typeface="Consolas"/>
                <a:ea typeface="Consolas"/>
                <a:cs typeface="Consolas"/>
                <a:sym typeface="Consolas"/>
              </a:rPr>
              <a:t> </a:t>
            </a:r>
            <a:endParaRPr sz="125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08000"/>
                </a:solidFill>
                <a:highlight>
                  <a:srgbClr val="FFFFFF"/>
                </a:highlight>
                <a:latin typeface="Consolas"/>
                <a:ea typeface="Consolas"/>
                <a:cs typeface="Consolas"/>
                <a:sym typeface="Consolas"/>
              </a:rPr>
              <a:t>2</a:t>
            </a:r>
            <a:r>
              <a:rPr lang="en" sz="1250">
                <a:solidFill>
                  <a:srgbClr val="267F99"/>
                </a:solidFill>
                <a:highlight>
                  <a:srgbClr val="FFFFFF"/>
                </a:highlight>
                <a:latin typeface="Consolas"/>
                <a:ea typeface="Consolas"/>
                <a:cs typeface="Consolas"/>
                <a:sym typeface="Consolas"/>
              </a:rPr>
              <a:t>      Executors</a:t>
            </a:r>
            <a:r>
              <a:rPr lang="en" sz="1250">
                <a:solidFill>
                  <a:srgbClr val="3B3B3B"/>
                </a:solidFill>
                <a:highlight>
                  <a:srgbClr val="FFFFFF"/>
                </a:highlight>
                <a:latin typeface="Consolas"/>
                <a:ea typeface="Consolas"/>
                <a:cs typeface="Consolas"/>
                <a:sym typeface="Consolas"/>
              </a:rPr>
              <a:t>.</a:t>
            </a:r>
            <a:r>
              <a:rPr lang="en" sz="1250">
                <a:solidFill>
                  <a:srgbClr val="795E26"/>
                </a:solidFill>
                <a:highlight>
                  <a:srgbClr val="FFFFFF"/>
                </a:highlight>
                <a:latin typeface="Consolas"/>
                <a:ea typeface="Consolas"/>
                <a:cs typeface="Consolas"/>
                <a:sym typeface="Consolas"/>
              </a:rPr>
              <a:t>newCachedThreadPool</a:t>
            </a:r>
            <a:r>
              <a:rPr lang="en" sz="1250">
                <a:solidFill>
                  <a:srgbClr val="3B3B3B"/>
                </a:solidFill>
                <a:highlight>
                  <a:srgbClr val="FFFFFF"/>
                </a:highlight>
                <a:latin typeface="Consolas"/>
                <a:ea typeface="Consolas"/>
                <a:cs typeface="Consolas"/>
                <a:sym typeface="Consolas"/>
              </a:rPr>
              <a:t>();</a:t>
            </a:r>
            <a:endParaRPr sz="125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08000"/>
                </a:solidFill>
                <a:highlight>
                  <a:srgbClr val="FFFFFF"/>
                </a:highlight>
                <a:latin typeface="Consolas"/>
                <a:ea typeface="Consolas"/>
                <a:cs typeface="Consolas"/>
                <a:sym typeface="Consolas"/>
              </a:rPr>
              <a:t>3</a:t>
            </a:r>
            <a:r>
              <a:rPr lang="en" sz="1250">
                <a:solidFill>
                  <a:srgbClr val="AF00DB"/>
                </a:solidFill>
                <a:highlight>
                  <a:srgbClr val="FFFFFF"/>
                </a:highlight>
                <a:latin typeface="Consolas"/>
                <a:ea typeface="Consolas"/>
                <a:cs typeface="Consolas"/>
                <a:sym typeface="Consolas"/>
              </a:rPr>
              <a:t>  for</a:t>
            </a:r>
            <a:r>
              <a:rPr lang="en" sz="1250">
                <a:solidFill>
                  <a:srgbClr val="3B3B3B"/>
                </a:solidFill>
                <a:highlight>
                  <a:srgbClr val="FFFFFF"/>
                </a:highlight>
                <a:latin typeface="Consolas"/>
                <a:ea typeface="Consolas"/>
                <a:cs typeface="Consolas"/>
                <a:sym typeface="Consolas"/>
              </a:rPr>
              <a:t> (</a:t>
            </a:r>
            <a:r>
              <a:rPr lang="en" sz="1250">
                <a:solidFill>
                  <a:srgbClr val="267F99"/>
                </a:solidFill>
                <a:highlight>
                  <a:srgbClr val="FFFFFF"/>
                </a:highlight>
                <a:latin typeface="Consolas"/>
                <a:ea typeface="Consolas"/>
                <a:cs typeface="Consolas"/>
                <a:sym typeface="Consolas"/>
              </a:rPr>
              <a:t>int</a:t>
            </a:r>
            <a:r>
              <a:rPr lang="en" sz="1250">
                <a:solidFill>
                  <a:srgbClr val="3B3B3B"/>
                </a:solidFill>
                <a:highlight>
                  <a:srgbClr val="FFFFFF"/>
                </a:highlight>
                <a:latin typeface="Consolas"/>
                <a:ea typeface="Consolas"/>
                <a:cs typeface="Consolas"/>
                <a:sym typeface="Consolas"/>
              </a:rPr>
              <a:t> </a:t>
            </a:r>
            <a:r>
              <a:rPr lang="en" sz="1250">
                <a:solidFill>
                  <a:srgbClr val="001080"/>
                </a:solidFill>
                <a:highlight>
                  <a:srgbClr val="FFFFFF"/>
                </a:highlight>
                <a:latin typeface="Consolas"/>
                <a:ea typeface="Consolas"/>
                <a:cs typeface="Consolas"/>
                <a:sym typeface="Consolas"/>
              </a:rPr>
              <a:t>i</a:t>
            </a:r>
            <a:r>
              <a:rPr lang="en" sz="1250">
                <a:solidFill>
                  <a:srgbClr val="3B3B3B"/>
                </a:solidFill>
                <a:highlight>
                  <a:srgbClr val="FFFFFF"/>
                </a:highlight>
                <a:latin typeface="Consolas"/>
                <a:ea typeface="Consolas"/>
                <a:cs typeface="Consolas"/>
                <a:sym typeface="Consolas"/>
              </a:rPr>
              <a:t> </a:t>
            </a:r>
            <a:r>
              <a:rPr lang="en" sz="1250">
                <a:solidFill>
                  <a:srgbClr val="000000"/>
                </a:solidFill>
                <a:highlight>
                  <a:srgbClr val="FFFFFF"/>
                </a:highlight>
                <a:latin typeface="Consolas"/>
                <a:ea typeface="Consolas"/>
                <a:cs typeface="Consolas"/>
                <a:sym typeface="Consolas"/>
              </a:rPr>
              <a:t>=</a:t>
            </a:r>
            <a:r>
              <a:rPr lang="en" sz="1250">
                <a:solidFill>
                  <a:srgbClr val="3B3B3B"/>
                </a:solidFill>
                <a:highlight>
                  <a:srgbClr val="FFFFFF"/>
                </a:highlight>
                <a:latin typeface="Consolas"/>
                <a:ea typeface="Consolas"/>
                <a:cs typeface="Consolas"/>
                <a:sym typeface="Consolas"/>
              </a:rPr>
              <a:t> </a:t>
            </a:r>
            <a:r>
              <a:rPr lang="en" sz="1250">
                <a:solidFill>
                  <a:srgbClr val="098658"/>
                </a:solidFill>
                <a:highlight>
                  <a:srgbClr val="FFFFFF"/>
                </a:highlight>
                <a:latin typeface="Consolas"/>
                <a:ea typeface="Consolas"/>
                <a:cs typeface="Consolas"/>
                <a:sym typeface="Consolas"/>
              </a:rPr>
              <a:t>1</a:t>
            </a:r>
            <a:r>
              <a:rPr lang="en" sz="1250">
                <a:solidFill>
                  <a:srgbClr val="3B3B3B"/>
                </a:solidFill>
                <a:highlight>
                  <a:srgbClr val="FFFFFF"/>
                </a:highlight>
                <a:latin typeface="Consolas"/>
                <a:ea typeface="Consolas"/>
                <a:cs typeface="Consolas"/>
                <a:sym typeface="Consolas"/>
              </a:rPr>
              <a:t>; </a:t>
            </a:r>
            <a:r>
              <a:rPr lang="en" sz="1250">
                <a:solidFill>
                  <a:srgbClr val="001080"/>
                </a:solidFill>
                <a:highlight>
                  <a:srgbClr val="FFFFFF"/>
                </a:highlight>
                <a:latin typeface="Consolas"/>
                <a:ea typeface="Consolas"/>
                <a:cs typeface="Consolas"/>
                <a:sym typeface="Consolas"/>
              </a:rPr>
              <a:t>i</a:t>
            </a:r>
            <a:r>
              <a:rPr lang="en" sz="1250">
                <a:solidFill>
                  <a:srgbClr val="3B3B3B"/>
                </a:solidFill>
                <a:highlight>
                  <a:srgbClr val="FFFFFF"/>
                </a:highlight>
                <a:latin typeface="Consolas"/>
                <a:ea typeface="Consolas"/>
                <a:cs typeface="Consolas"/>
                <a:sym typeface="Consolas"/>
              </a:rPr>
              <a:t> </a:t>
            </a:r>
            <a:r>
              <a:rPr lang="en" sz="1250">
                <a:solidFill>
                  <a:srgbClr val="000000"/>
                </a:solidFill>
                <a:highlight>
                  <a:srgbClr val="FFFFFF"/>
                </a:highlight>
                <a:latin typeface="Consolas"/>
                <a:ea typeface="Consolas"/>
                <a:cs typeface="Consolas"/>
                <a:sym typeface="Consolas"/>
              </a:rPr>
              <a:t>&lt;=</a:t>
            </a:r>
            <a:r>
              <a:rPr lang="en" sz="1250">
                <a:solidFill>
                  <a:srgbClr val="3B3B3B"/>
                </a:solidFill>
                <a:highlight>
                  <a:srgbClr val="FFFFFF"/>
                </a:highlight>
                <a:latin typeface="Consolas"/>
                <a:ea typeface="Consolas"/>
                <a:cs typeface="Consolas"/>
                <a:sym typeface="Consolas"/>
              </a:rPr>
              <a:t> </a:t>
            </a:r>
            <a:r>
              <a:rPr lang="en" sz="1250">
                <a:solidFill>
                  <a:srgbClr val="098658"/>
                </a:solidFill>
                <a:highlight>
                  <a:srgbClr val="FFFFFF"/>
                </a:highlight>
                <a:latin typeface="Consolas"/>
                <a:ea typeface="Consolas"/>
                <a:cs typeface="Consolas"/>
                <a:sym typeface="Consolas"/>
              </a:rPr>
              <a:t>10</a:t>
            </a:r>
            <a:r>
              <a:rPr lang="en" sz="1250">
                <a:solidFill>
                  <a:srgbClr val="3B3B3B"/>
                </a:solidFill>
                <a:highlight>
                  <a:srgbClr val="FFFFFF"/>
                </a:highlight>
                <a:latin typeface="Consolas"/>
                <a:ea typeface="Consolas"/>
                <a:cs typeface="Consolas"/>
                <a:sym typeface="Consolas"/>
              </a:rPr>
              <a:t>; </a:t>
            </a:r>
            <a:r>
              <a:rPr lang="en" sz="1250">
                <a:solidFill>
                  <a:srgbClr val="001080"/>
                </a:solidFill>
                <a:highlight>
                  <a:srgbClr val="FFFFFF"/>
                </a:highlight>
                <a:latin typeface="Consolas"/>
                <a:ea typeface="Consolas"/>
                <a:cs typeface="Consolas"/>
                <a:sym typeface="Consolas"/>
              </a:rPr>
              <a:t>i</a:t>
            </a:r>
            <a:r>
              <a:rPr lang="en" sz="1250">
                <a:solidFill>
                  <a:srgbClr val="000000"/>
                </a:solidFill>
                <a:highlight>
                  <a:srgbClr val="FFFFFF"/>
                </a:highlight>
                <a:latin typeface="Consolas"/>
                <a:ea typeface="Consolas"/>
                <a:cs typeface="Consolas"/>
                <a:sym typeface="Consolas"/>
              </a:rPr>
              <a:t>++</a:t>
            </a:r>
            <a:r>
              <a:rPr lang="en" sz="1250">
                <a:solidFill>
                  <a:srgbClr val="3B3B3B"/>
                </a:solidFill>
                <a:highlight>
                  <a:srgbClr val="FFFFFF"/>
                </a:highlight>
                <a:latin typeface="Consolas"/>
                <a:ea typeface="Consolas"/>
                <a:cs typeface="Consolas"/>
                <a:sym typeface="Consolas"/>
              </a:rPr>
              <a:t>) {</a:t>
            </a:r>
            <a:endParaRPr sz="125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08000"/>
                </a:solidFill>
                <a:highlight>
                  <a:srgbClr val="FFFFFF"/>
                </a:highlight>
                <a:latin typeface="Consolas"/>
                <a:ea typeface="Consolas"/>
                <a:cs typeface="Consolas"/>
                <a:sym typeface="Consolas"/>
              </a:rPr>
              <a:t>4</a:t>
            </a:r>
            <a:r>
              <a:rPr lang="en" sz="1250">
                <a:solidFill>
                  <a:srgbClr val="3B3B3B"/>
                </a:solidFill>
                <a:highlight>
                  <a:srgbClr val="FFFFFF"/>
                </a:highlight>
                <a:latin typeface="Consolas"/>
                <a:ea typeface="Consolas"/>
                <a:cs typeface="Consolas"/>
                <a:sym typeface="Consolas"/>
              </a:rPr>
              <a:t>     </a:t>
            </a:r>
            <a:r>
              <a:rPr lang="en" sz="1250">
                <a:solidFill>
                  <a:srgbClr val="267F99"/>
                </a:solidFill>
                <a:highlight>
                  <a:srgbClr val="FFFFFF"/>
                </a:highlight>
                <a:latin typeface="Consolas"/>
                <a:ea typeface="Consolas"/>
                <a:cs typeface="Consolas"/>
                <a:sym typeface="Consolas"/>
              </a:rPr>
              <a:t>String</a:t>
            </a:r>
            <a:r>
              <a:rPr lang="en" sz="1250">
                <a:solidFill>
                  <a:srgbClr val="3B3B3B"/>
                </a:solidFill>
                <a:highlight>
                  <a:srgbClr val="FFFFFF"/>
                </a:highlight>
                <a:latin typeface="Consolas"/>
                <a:ea typeface="Consolas"/>
                <a:cs typeface="Consolas"/>
                <a:sym typeface="Consolas"/>
              </a:rPr>
              <a:t> </a:t>
            </a:r>
            <a:r>
              <a:rPr lang="en" sz="1250">
                <a:solidFill>
                  <a:srgbClr val="001080"/>
                </a:solidFill>
                <a:highlight>
                  <a:srgbClr val="FFFFFF"/>
                </a:highlight>
                <a:latin typeface="Consolas"/>
                <a:ea typeface="Consolas"/>
                <a:cs typeface="Consolas"/>
                <a:sym typeface="Consolas"/>
              </a:rPr>
              <a:t>name</a:t>
            </a:r>
            <a:r>
              <a:rPr lang="en" sz="1250">
                <a:solidFill>
                  <a:srgbClr val="3B3B3B"/>
                </a:solidFill>
                <a:highlight>
                  <a:srgbClr val="FFFFFF"/>
                </a:highlight>
                <a:latin typeface="Consolas"/>
                <a:ea typeface="Consolas"/>
                <a:cs typeface="Consolas"/>
                <a:sym typeface="Consolas"/>
              </a:rPr>
              <a:t> </a:t>
            </a:r>
            <a:r>
              <a:rPr lang="en" sz="1250">
                <a:solidFill>
                  <a:srgbClr val="000000"/>
                </a:solidFill>
                <a:highlight>
                  <a:srgbClr val="FFFFFF"/>
                </a:highlight>
                <a:latin typeface="Consolas"/>
                <a:ea typeface="Consolas"/>
                <a:cs typeface="Consolas"/>
                <a:sym typeface="Consolas"/>
              </a:rPr>
              <a:t>=</a:t>
            </a:r>
            <a:r>
              <a:rPr lang="en" sz="1250">
                <a:solidFill>
                  <a:srgbClr val="3B3B3B"/>
                </a:solidFill>
                <a:highlight>
                  <a:srgbClr val="FFFFFF"/>
                </a:highlight>
                <a:latin typeface="Consolas"/>
                <a:ea typeface="Consolas"/>
                <a:cs typeface="Consolas"/>
                <a:sym typeface="Consolas"/>
              </a:rPr>
              <a:t> </a:t>
            </a:r>
            <a:r>
              <a:rPr lang="en" sz="1250">
                <a:solidFill>
                  <a:srgbClr val="A31515"/>
                </a:solidFill>
                <a:highlight>
                  <a:srgbClr val="FFFFFF"/>
                </a:highlight>
                <a:latin typeface="Consolas"/>
                <a:ea typeface="Consolas"/>
                <a:cs typeface="Consolas"/>
                <a:sym typeface="Consolas"/>
              </a:rPr>
              <a:t>"Task "</a:t>
            </a:r>
            <a:r>
              <a:rPr lang="en" sz="1250">
                <a:solidFill>
                  <a:srgbClr val="3B3B3B"/>
                </a:solidFill>
                <a:highlight>
                  <a:srgbClr val="FFFFFF"/>
                </a:highlight>
                <a:latin typeface="Consolas"/>
                <a:ea typeface="Consolas"/>
                <a:cs typeface="Consolas"/>
                <a:sym typeface="Consolas"/>
              </a:rPr>
              <a:t> </a:t>
            </a:r>
            <a:r>
              <a:rPr lang="en" sz="1250">
                <a:solidFill>
                  <a:srgbClr val="000000"/>
                </a:solidFill>
                <a:highlight>
                  <a:srgbClr val="FFFFFF"/>
                </a:highlight>
                <a:latin typeface="Consolas"/>
                <a:ea typeface="Consolas"/>
                <a:cs typeface="Consolas"/>
                <a:sym typeface="Consolas"/>
              </a:rPr>
              <a:t>+</a:t>
            </a:r>
            <a:r>
              <a:rPr lang="en" sz="1250">
                <a:solidFill>
                  <a:srgbClr val="3B3B3B"/>
                </a:solidFill>
                <a:highlight>
                  <a:srgbClr val="FFFFFF"/>
                </a:highlight>
                <a:latin typeface="Consolas"/>
                <a:ea typeface="Consolas"/>
                <a:cs typeface="Consolas"/>
                <a:sym typeface="Consolas"/>
              </a:rPr>
              <a:t> </a:t>
            </a:r>
            <a:r>
              <a:rPr lang="en" sz="1250">
                <a:solidFill>
                  <a:srgbClr val="001080"/>
                </a:solidFill>
                <a:highlight>
                  <a:srgbClr val="FFFFFF"/>
                </a:highlight>
                <a:latin typeface="Consolas"/>
                <a:ea typeface="Consolas"/>
                <a:cs typeface="Consolas"/>
                <a:sym typeface="Consolas"/>
              </a:rPr>
              <a:t>i</a:t>
            </a:r>
            <a:r>
              <a:rPr lang="en" sz="1250">
                <a:solidFill>
                  <a:srgbClr val="3B3B3B"/>
                </a:solidFill>
                <a:highlight>
                  <a:srgbClr val="FFFFFF"/>
                </a:highlight>
                <a:latin typeface="Consolas"/>
                <a:ea typeface="Consolas"/>
                <a:cs typeface="Consolas"/>
                <a:sym typeface="Consolas"/>
              </a:rPr>
              <a:t>;</a:t>
            </a:r>
            <a:endParaRPr sz="125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08000"/>
                </a:solidFill>
                <a:highlight>
                  <a:srgbClr val="FFFFFF"/>
                </a:highlight>
                <a:latin typeface="Consolas"/>
                <a:ea typeface="Consolas"/>
                <a:cs typeface="Consolas"/>
                <a:sym typeface="Consolas"/>
              </a:rPr>
              <a:t>5</a:t>
            </a:r>
            <a:r>
              <a:rPr lang="en" sz="1250">
                <a:solidFill>
                  <a:srgbClr val="3B3B3B"/>
                </a:solidFill>
                <a:highlight>
                  <a:srgbClr val="FFFFFF"/>
                </a:highlight>
                <a:latin typeface="Consolas"/>
                <a:ea typeface="Consolas"/>
                <a:cs typeface="Consolas"/>
                <a:sym typeface="Consolas"/>
              </a:rPr>
              <a:t>     </a:t>
            </a:r>
            <a:r>
              <a:rPr lang="en" sz="1250">
                <a:solidFill>
                  <a:srgbClr val="001080"/>
                </a:solidFill>
                <a:highlight>
                  <a:srgbClr val="FFFFFF"/>
                </a:highlight>
                <a:latin typeface="Consolas"/>
                <a:ea typeface="Consolas"/>
                <a:cs typeface="Consolas"/>
                <a:sym typeface="Consolas"/>
              </a:rPr>
              <a:t>exservice</a:t>
            </a:r>
            <a:r>
              <a:rPr lang="en" sz="1250">
                <a:solidFill>
                  <a:srgbClr val="3B3B3B"/>
                </a:solidFill>
                <a:highlight>
                  <a:srgbClr val="FFFFFF"/>
                </a:highlight>
                <a:latin typeface="Consolas"/>
                <a:ea typeface="Consolas"/>
                <a:cs typeface="Consolas"/>
                <a:sym typeface="Consolas"/>
              </a:rPr>
              <a:t>.</a:t>
            </a:r>
            <a:r>
              <a:rPr lang="en" sz="1250">
                <a:solidFill>
                  <a:srgbClr val="795E26"/>
                </a:solidFill>
                <a:highlight>
                  <a:srgbClr val="FFFFFF"/>
                </a:highlight>
                <a:latin typeface="Consolas"/>
                <a:ea typeface="Consolas"/>
                <a:cs typeface="Consolas"/>
                <a:sym typeface="Consolas"/>
              </a:rPr>
              <a:t>submit</a:t>
            </a:r>
            <a:r>
              <a:rPr lang="en" sz="1250">
                <a:solidFill>
                  <a:srgbClr val="3B3B3B"/>
                </a:solidFill>
                <a:highlight>
                  <a:srgbClr val="FFFFFF"/>
                </a:highlight>
                <a:latin typeface="Consolas"/>
                <a:ea typeface="Consolas"/>
                <a:cs typeface="Consolas"/>
                <a:sym typeface="Consolas"/>
              </a:rPr>
              <a:t>(()</a:t>
            </a:r>
            <a:r>
              <a:rPr lang="en" sz="1250">
                <a:solidFill>
                  <a:srgbClr val="0000FF"/>
                </a:solidFill>
                <a:highlight>
                  <a:srgbClr val="FFFFFF"/>
                </a:highlight>
                <a:latin typeface="Consolas"/>
                <a:ea typeface="Consolas"/>
                <a:cs typeface="Consolas"/>
                <a:sym typeface="Consolas"/>
              </a:rPr>
              <a:t>-&gt;</a:t>
            </a:r>
            <a:r>
              <a:rPr lang="en" sz="1250">
                <a:solidFill>
                  <a:srgbClr val="3B3B3B"/>
                </a:solidFill>
                <a:highlight>
                  <a:srgbClr val="FFFFFF"/>
                </a:highlight>
                <a:latin typeface="Consolas"/>
                <a:ea typeface="Consolas"/>
                <a:cs typeface="Consolas"/>
                <a:sym typeface="Consolas"/>
              </a:rPr>
              <a:t> </a:t>
            </a:r>
            <a:endParaRPr sz="125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08000"/>
                </a:solidFill>
                <a:highlight>
                  <a:srgbClr val="FFFFFF"/>
                </a:highlight>
                <a:latin typeface="Consolas"/>
                <a:ea typeface="Consolas"/>
                <a:cs typeface="Consolas"/>
                <a:sym typeface="Consolas"/>
              </a:rPr>
              <a:t>6</a:t>
            </a:r>
            <a:r>
              <a:rPr lang="en" sz="1250">
                <a:solidFill>
                  <a:srgbClr val="267F99"/>
                </a:solidFill>
                <a:highlight>
                  <a:srgbClr val="FFFFFF"/>
                </a:highlight>
                <a:latin typeface="Consolas"/>
                <a:ea typeface="Consolas"/>
                <a:cs typeface="Consolas"/>
                <a:sym typeface="Consolas"/>
              </a:rPr>
              <a:t>         System</a:t>
            </a:r>
            <a:r>
              <a:rPr lang="en" sz="1250">
                <a:solidFill>
                  <a:srgbClr val="3B3B3B"/>
                </a:solidFill>
                <a:highlight>
                  <a:srgbClr val="FFFFFF"/>
                </a:highlight>
                <a:latin typeface="Consolas"/>
                <a:ea typeface="Consolas"/>
                <a:cs typeface="Consolas"/>
                <a:sym typeface="Consolas"/>
              </a:rPr>
              <a:t>.</a:t>
            </a:r>
            <a:r>
              <a:rPr lang="en" sz="1250">
                <a:solidFill>
                  <a:srgbClr val="0070C1"/>
                </a:solidFill>
                <a:highlight>
                  <a:srgbClr val="FFFFFF"/>
                </a:highlight>
                <a:latin typeface="Consolas"/>
                <a:ea typeface="Consolas"/>
                <a:cs typeface="Consolas"/>
                <a:sym typeface="Consolas"/>
              </a:rPr>
              <a:t>out</a:t>
            </a:r>
            <a:r>
              <a:rPr lang="en" sz="1250">
                <a:solidFill>
                  <a:srgbClr val="3B3B3B"/>
                </a:solidFill>
                <a:highlight>
                  <a:srgbClr val="FFFFFF"/>
                </a:highlight>
                <a:latin typeface="Consolas"/>
                <a:ea typeface="Consolas"/>
                <a:cs typeface="Consolas"/>
                <a:sym typeface="Consolas"/>
              </a:rPr>
              <a:t>.</a:t>
            </a:r>
            <a:r>
              <a:rPr lang="en" sz="1250">
                <a:solidFill>
                  <a:srgbClr val="795E26"/>
                </a:solidFill>
                <a:highlight>
                  <a:srgbClr val="FFFFFF"/>
                </a:highlight>
                <a:latin typeface="Consolas"/>
                <a:ea typeface="Consolas"/>
                <a:cs typeface="Consolas"/>
                <a:sym typeface="Consolas"/>
              </a:rPr>
              <a:t>println</a:t>
            </a:r>
            <a:r>
              <a:rPr lang="en" sz="1250">
                <a:solidFill>
                  <a:srgbClr val="3B3B3B"/>
                </a:solidFill>
                <a:highlight>
                  <a:srgbClr val="FFFFFF"/>
                </a:highlight>
                <a:latin typeface="Consolas"/>
                <a:ea typeface="Consolas"/>
                <a:cs typeface="Consolas"/>
                <a:sym typeface="Consolas"/>
              </a:rPr>
              <a:t>(</a:t>
            </a:r>
            <a:r>
              <a:rPr lang="en" sz="1250">
                <a:solidFill>
                  <a:srgbClr val="001080"/>
                </a:solidFill>
                <a:highlight>
                  <a:srgbClr val="FFFFFF"/>
                </a:highlight>
                <a:latin typeface="Consolas"/>
                <a:ea typeface="Consolas"/>
                <a:cs typeface="Consolas"/>
                <a:sym typeface="Consolas"/>
              </a:rPr>
              <a:t>name</a:t>
            </a:r>
            <a:r>
              <a:rPr lang="en" sz="1250">
                <a:solidFill>
                  <a:srgbClr val="3B3B3B"/>
                </a:solidFill>
                <a:highlight>
                  <a:srgbClr val="FFFFFF"/>
                </a:highlight>
                <a:latin typeface="Consolas"/>
                <a:ea typeface="Consolas"/>
                <a:cs typeface="Consolas"/>
                <a:sym typeface="Consolas"/>
              </a:rPr>
              <a:t>));</a:t>
            </a:r>
            <a:endParaRPr sz="125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08000"/>
                </a:solidFill>
                <a:highlight>
                  <a:srgbClr val="FFFFFF"/>
                </a:highlight>
                <a:latin typeface="Consolas"/>
                <a:ea typeface="Consolas"/>
                <a:cs typeface="Consolas"/>
                <a:sym typeface="Consolas"/>
              </a:rPr>
              <a:t>7</a:t>
            </a:r>
            <a:r>
              <a:rPr lang="en" sz="1250">
                <a:solidFill>
                  <a:srgbClr val="3B3B3B"/>
                </a:solidFill>
                <a:highlight>
                  <a:srgbClr val="FFFFFF"/>
                </a:highlight>
                <a:latin typeface="Consolas"/>
                <a:ea typeface="Consolas"/>
                <a:cs typeface="Consolas"/>
                <a:sym typeface="Consolas"/>
              </a:rPr>
              <a:t>  }</a:t>
            </a:r>
            <a:endParaRPr sz="125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08000"/>
                </a:solidFill>
                <a:highlight>
                  <a:srgbClr val="FFFFFF"/>
                </a:highlight>
                <a:latin typeface="Consolas"/>
                <a:ea typeface="Consolas"/>
                <a:cs typeface="Consolas"/>
                <a:sym typeface="Consolas"/>
              </a:rPr>
              <a:t>8</a:t>
            </a:r>
            <a:r>
              <a:rPr lang="en" sz="1250">
                <a:solidFill>
                  <a:srgbClr val="001080"/>
                </a:solidFill>
                <a:highlight>
                  <a:srgbClr val="FFFFFF"/>
                </a:highlight>
                <a:latin typeface="Consolas"/>
                <a:ea typeface="Consolas"/>
                <a:cs typeface="Consolas"/>
                <a:sym typeface="Consolas"/>
              </a:rPr>
              <a:t>  exservice</a:t>
            </a:r>
            <a:r>
              <a:rPr lang="en" sz="1250">
                <a:solidFill>
                  <a:srgbClr val="3B3B3B"/>
                </a:solidFill>
                <a:highlight>
                  <a:srgbClr val="FFFFFF"/>
                </a:highlight>
                <a:latin typeface="Consolas"/>
                <a:ea typeface="Consolas"/>
                <a:cs typeface="Consolas"/>
                <a:sym typeface="Consolas"/>
              </a:rPr>
              <a:t>.</a:t>
            </a:r>
            <a:r>
              <a:rPr lang="en" sz="1250">
                <a:solidFill>
                  <a:srgbClr val="795E26"/>
                </a:solidFill>
                <a:highlight>
                  <a:srgbClr val="FFFFFF"/>
                </a:highlight>
                <a:latin typeface="Consolas"/>
                <a:ea typeface="Consolas"/>
                <a:cs typeface="Consolas"/>
                <a:sym typeface="Consolas"/>
              </a:rPr>
              <a:t>shutdown</a:t>
            </a:r>
            <a:r>
              <a:rPr lang="en" sz="1250">
                <a:solidFill>
                  <a:srgbClr val="3B3B3B"/>
                </a:solidFill>
                <a:highlight>
                  <a:srgbClr val="FFFFFF"/>
                </a:highlight>
                <a:latin typeface="Consolas"/>
                <a:ea typeface="Consolas"/>
                <a:cs typeface="Consolas"/>
                <a:sym typeface="Consolas"/>
              </a:rPr>
              <a:t>();</a:t>
            </a:r>
            <a:endParaRPr sz="1250">
              <a:solidFill>
                <a:srgbClr val="3B3B3B"/>
              </a:solidFill>
              <a:highlight>
                <a:srgbClr val="FFFFFF"/>
              </a:highlight>
              <a:latin typeface="Consolas"/>
              <a:ea typeface="Consolas"/>
              <a:cs typeface="Consolas"/>
              <a:sym typeface="Consolas"/>
            </a:endParaRPr>
          </a:p>
          <a:p>
            <a:pPr marL="0" lvl="0" indent="0" algn="l" rtl="0">
              <a:spcBef>
                <a:spcPts val="0"/>
              </a:spcBef>
              <a:spcAft>
                <a:spcPts val="1600"/>
              </a:spcAft>
              <a:buNone/>
            </a:pPr>
            <a:endParaRPr sz="15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02"/>
        <p:cNvGrpSpPr/>
        <p:nvPr/>
      </p:nvGrpSpPr>
      <p:grpSpPr>
        <a:xfrm>
          <a:off x="0" y="0"/>
          <a:ext cx="0" cy="0"/>
          <a:chOff x="0" y="0"/>
          <a:chExt cx="0" cy="0"/>
        </a:xfrm>
      </p:grpSpPr>
      <p:sp>
        <p:nvSpPr>
          <p:cNvPr id="503" name="Google Shape;503;p5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24</a:t>
            </a:fld>
            <a:endParaRPr/>
          </a:p>
        </p:txBody>
      </p:sp>
      <p:sp>
        <p:nvSpPr>
          <p:cNvPr id="504" name="Google Shape;504;p5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ExecutorService in Detail</a:t>
            </a:r>
            <a:endParaRPr/>
          </a:p>
        </p:txBody>
      </p:sp>
      <p:sp>
        <p:nvSpPr>
          <p:cNvPr id="505" name="Google Shape;505;p55"/>
          <p:cNvSpPr txBox="1">
            <a:spLocks noGrp="1"/>
          </p:cNvSpPr>
          <p:nvPr>
            <p:ph type="body" idx="4294967295"/>
          </p:nvPr>
        </p:nvSpPr>
        <p:spPr>
          <a:xfrm>
            <a:off x="2718750" y="1834886"/>
            <a:ext cx="3706500" cy="2340900"/>
          </a:xfrm>
          <a:prstGeom prst="rect">
            <a:avLst/>
          </a:prstGeom>
          <a:solidFill>
            <a:schemeClr val="lt1"/>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250" dirty="0">
                <a:solidFill>
                  <a:srgbClr val="008000"/>
                </a:solidFill>
                <a:highlight>
                  <a:srgbClr val="FFFFFF"/>
                </a:highlight>
                <a:latin typeface="Consolas"/>
                <a:ea typeface="Consolas"/>
                <a:cs typeface="Consolas"/>
                <a:sym typeface="Consolas"/>
              </a:rPr>
              <a:t>1</a:t>
            </a:r>
            <a:r>
              <a:rPr lang="en" sz="1250" dirty="0">
                <a:solidFill>
                  <a:srgbClr val="267F99"/>
                </a:solidFill>
                <a:highlight>
                  <a:srgbClr val="FFFFFF"/>
                </a:highlight>
                <a:latin typeface="Consolas"/>
                <a:ea typeface="Consolas"/>
                <a:cs typeface="Consolas"/>
                <a:sym typeface="Consolas"/>
              </a:rPr>
              <a:t>  ExecutorService</a:t>
            </a:r>
            <a:r>
              <a:rPr lang="en" sz="1250" dirty="0">
                <a:solidFill>
                  <a:srgbClr val="3B3B3B"/>
                </a:solidFill>
                <a:highlight>
                  <a:srgbClr val="FFFFFF"/>
                </a:highlight>
                <a:latin typeface="Consolas"/>
                <a:ea typeface="Consolas"/>
                <a:cs typeface="Consolas"/>
                <a:sym typeface="Consolas"/>
              </a:rPr>
              <a:t> </a:t>
            </a:r>
            <a:r>
              <a:rPr lang="en" sz="1250" dirty="0">
                <a:solidFill>
                  <a:srgbClr val="001080"/>
                </a:solidFill>
                <a:highlight>
                  <a:srgbClr val="FFFFFF"/>
                </a:highlight>
                <a:latin typeface="Consolas"/>
                <a:ea typeface="Consolas"/>
                <a:cs typeface="Consolas"/>
                <a:sym typeface="Consolas"/>
              </a:rPr>
              <a:t>exservice</a:t>
            </a:r>
            <a:r>
              <a:rPr lang="en" sz="1250" dirty="0">
                <a:solidFill>
                  <a:srgbClr val="3B3B3B"/>
                </a:solidFill>
                <a:highlight>
                  <a:srgbClr val="FFFFFF"/>
                </a:highlight>
                <a:latin typeface="Consolas"/>
                <a:ea typeface="Consolas"/>
                <a:cs typeface="Consolas"/>
                <a:sym typeface="Consolas"/>
              </a:rPr>
              <a:t> </a:t>
            </a:r>
            <a:r>
              <a:rPr lang="en" sz="1250" dirty="0">
                <a:solidFill>
                  <a:srgbClr val="000000"/>
                </a:solidFill>
                <a:highlight>
                  <a:srgbClr val="FFFFFF"/>
                </a:highlight>
                <a:latin typeface="Consolas"/>
                <a:ea typeface="Consolas"/>
                <a:cs typeface="Consolas"/>
                <a:sym typeface="Consolas"/>
              </a:rPr>
              <a:t>=</a:t>
            </a:r>
            <a:r>
              <a:rPr lang="en" sz="1250" dirty="0">
                <a:solidFill>
                  <a:srgbClr val="3B3B3B"/>
                </a:solidFill>
                <a:highlight>
                  <a:srgbClr val="FFFFFF"/>
                </a:highlight>
                <a:latin typeface="Consolas"/>
                <a:ea typeface="Consolas"/>
                <a:cs typeface="Consolas"/>
                <a:sym typeface="Consolas"/>
              </a:rPr>
              <a:t> </a:t>
            </a:r>
            <a:endParaRPr sz="125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dirty="0">
                <a:solidFill>
                  <a:srgbClr val="008000"/>
                </a:solidFill>
                <a:highlight>
                  <a:srgbClr val="FFFFFF"/>
                </a:highlight>
                <a:latin typeface="Consolas"/>
                <a:ea typeface="Consolas"/>
                <a:cs typeface="Consolas"/>
                <a:sym typeface="Consolas"/>
              </a:rPr>
              <a:t>2</a:t>
            </a:r>
            <a:r>
              <a:rPr lang="en" sz="1250" dirty="0">
                <a:solidFill>
                  <a:srgbClr val="267F99"/>
                </a:solidFill>
                <a:highlight>
                  <a:srgbClr val="FFFFFF"/>
                </a:highlight>
                <a:latin typeface="Consolas"/>
                <a:ea typeface="Consolas"/>
                <a:cs typeface="Consolas"/>
                <a:sym typeface="Consolas"/>
              </a:rPr>
              <a:t>      Executors</a:t>
            </a:r>
            <a:r>
              <a:rPr lang="en" sz="1250" dirty="0">
                <a:solidFill>
                  <a:srgbClr val="3B3B3B"/>
                </a:solidFill>
                <a:highlight>
                  <a:srgbClr val="FFFFFF"/>
                </a:highlight>
                <a:latin typeface="Consolas"/>
                <a:ea typeface="Consolas"/>
                <a:cs typeface="Consolas"/>
                <a:sym typeface="Consolas"/>
              </a:rPr>
              <a:t>.</a:t>
            </a:r>
            <a:r>
              <a:rPr lang="en" sz="1250" dirty="0">
                <a:solidFill>
                  <a:srgbClr val="795E26"/>
                </a:solidFill>
                <a:highlight>
                  <a:srgbClr val="FFFFFF"/>
                </a:highlight>
                <a:latin typeface="Consolas"/>
                <a:ea typeface="Consolas"/>
                <a:cs typeface="Consolas"/>
                <a:sym typeface="Consolas"/>
              </a:rPr>
              <a:t>newCachedThreadPool</a:t>
            </a:r>
            <a:r>
              <a:rPr lang="en" sz="1250" dirty="0">
                <a:solidFill>
                  <a:srgbClr val="3B3B3B"/>
                </a:solidFill>
                <a:highlight>
                  <a:srgbClr val="FFFFFF"/>
                </a:highlight>
                <a:latin typeface="Consolas"/>
                <a:ea typeface="Consolas"/>
                <a:cs typeface="Consolas"/>
                <a:sym typeface="Consolas"/>
              </a:rPr>
              <a:t>();</a:t>
            </a:r>
            <a:endParaRPr sz="125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dirty="0">
                <a:solidFill>
                  <a:srgbClr val="008000"/>
                </a:solidFill>
                <a:highlight>
                  <a:srgbClr val="FFFFFF"/>
                </a:highlight>
                <a:latin typeface="Consolas"/>
                <a:ea typeface="Consolas"/>
                <a:cs typeface="Consolas"/>
                <a:sym typeface="Consolas"/>
              </a:rPr>
              <a:t>3</a:t>
            </a:r>
            <a:r>
              <a:rPr lang="en" sz="1250" dirty="0">
                <a:solidFill>
                  <a:srgbClr val="AF00DB"/>
                </a:solidFill>
                <a:highlight>
                  <a:srgbClr val="FFFFFF"/>
                </a:highlight>
                <a:latin typeface="Consolas"/>
                <a:ea typeface="Consolas"/>
                <a:cs typeface="Consolas"/>
                <a:sym typeface="Consolas"/>
              </a:rPr>
              <a:t>  for</a:t>
            </a:r>
            <a:r>
              <a:rPr lang="en" sz="1250" dirty="0">
                <a:solidFill>
                  <a:srgbClr val="3B3B3B"/>
                </a:solidFill>
                <a:highlight>
                  <a:srgbClr val="FFFFFF"/>
                </a:highlight>
                <a:latin typeface="Consolas"/>
                <a:ea typeface="Consolas"/>
                <a:cs typeface="Consolas"/>
                <a:sym typeface="Consolas"/>
              </a:rPr>
              <a:t> (</a:t>
            </a:r>
            <a:r>
              <a:rPr lang="en" sz="1250" dirty="0">
                <a:solidFill>
                  <a:srgbClr val="267F99"/>
                </a:solidFill>
                <a:highlight>
                  <a:srgbClr val="FFFFFF"/>
                </a:highlight>
                <a:latin typeface="Consolas"/>
                <a:ea typeface="Consolas"/>
                <a:cs typeface="Consolas"/>
                <a:sym typeface="Consolas"/>
              </a:rPr>
              <a:t>int</a:t>
            </a:r>
            <a:r>
              <a:rPr lang="en" sz="1250" dirty="0">
                <a:solidFill>
                  <a:srgbClr val="3B3B3B"/>
                </a:solidFill>
                <a:highlight>
                  <a:srgbClr val="FFFFFF"/>
                </a:highlight>
                <a:latin typeface="Consolas"/>
                <a:ea typeface="Consolas"/>
                <a:cs typeface="Consolas"/>
                <a:sym typeface="Consolas"/>
              </a:rPr>
              <a:t> </a:t>
            </a:r>
            <a:r>
              <a:rPr lang="en" sz="1250" dirty="0">
                <a:solidFill>
                  <a:srgbClr val="001080"/>
                </a:solidFill>
                <a:highlight>
                  <a:srgbClr val="FFFFFF"/>
                </a:highlight>
                <a:latin typeface="Consolas"/>
                <a:ea typeface="Consolas"/>
                <a:cs typeface="Consolas"/>
                <a:sym typeface="Consolas"/>
              </a:rPr>
              <a:t>i</a:t>
            </a:r>
            <a:r>
              <a:rPr lang="en" sz="1250" dirty="0">
                <a:solidFill>
                  <a:srgbClr val="3B3B3B"/>
                </a:solidFill>
                <a:highlight>
                  <a:srgbClr val="FFFFFF"/>
                </a:highlight>
                <a:latin typeface="Consolas"/>
                <a:ea typeface="Consolas"/>
                <a:cs typeface="Consolas"/>
                <a:sym typeface="Consolas"/>
              </a:rPr>
              <a:t> </a:t>
            </a:r>
            <a:r>
              <a:rPr lang="en" sz="1250" dirty="0">
                <a:solidFill>
                  <a:srgbClr val="000000"/>
                </a:solidFill>
                <a:highlight>
                  <a:srgbClr val="FFFFFF"/>
                </a:highlight>
                <a:latin typeface="Consolas"/>
                <a:ea typeface="Consolas"/>
                <a:cs typeface="Consolas"/>
                <a:sym typeface="Consolas"/>
              </a:rPr>
              <a:t>=</a:t>
            </a:r>
            <a:r>
              <a:rPr lang="en" sz="1250" dirty="0">
                <a:solidFill>
                  <a:srgbClr val="3B3B3B"/>
                </a:solidFill>
                <a:highlight>
                  <a:srgbClr val="FFFFFF"/>
                </a:highlight>
                <a:latin typeface="Consolas"/>
                <a:ea typeface="Consolas"/>
                <a:cs typeface="Consolas"/>
                <a:sym typeface="Consolas"/>
              </a:rPr>
              <a:t> </a:t>
            </a:r>
            <a:r>
              <a:rPr lang="en" sz="1250" dirty="0">
                <a:solidFill>
                  <a:srgbClr val="098658"/>
                </a:solidFill>
                <a:highlight>
                  <a:srgbClr val="FFFFFF"/>
                </a:highlight>
                <a:latin typeface="Consolas"/>
                <a:ea typeface="Consolas"/>
                <a:cs typeface="Consolas"/>
                <a:sym typeface="Consolas"/>
              </a:rPr>
              <a:t>1</a:t>
            </a:r>
            <a:r>
              <a:rPr lang="en" sz="1250" dirty="0">
                <a:solidFill>
                  <a:srgbClr val="3B3B3B"/>
                </a:solidFill>
                <a:highlight>
                  <a:srgbClr val="FFFFFF"/>
                </a:highlight>
                <a:latin typeface="Consolas"/>
                <a:ea typeface="Consolas"/>
                <a:cs typeface="Consolas"/>
                <a:sym typeface="Consolas"/>
              </a:rPr>
              <a:t>; </a:t>
            </a:r>
            <a:r>
              <a:rPr lang="en" sz="1250" dirty="0">
                <a:solidFill>
                  <a:srgbClr val="001080"/>
                </a:solidFill>
                <a:highlight>
                  <a:srgbClr val="FFFFFF"/>
                </a:highlight>
                <a:latin typeface="Consolas"/>
                <a:ea typeface="Consolas"/>
                <a:cs typeface="Consolas"/>
                <a:sym typeface="Consolas"/>
              </a:rPr>
              <a:t>i</a:t>
            </a:r>
            <a:r>
              <a:rPr lang="en" sz="1250" dirty="0">
                <a:solidFill>
                  <a:srgbClr val="3B3B3B"/>
                </a:solidFill>
                <a:highlight>
                  <a:srgbClr val="FFFFFF"/>
                </a:highlight>
                <a:latin typeface="Consolas"/>
                <a:ea typeface="Consolas"/>
                <a:cs typeface="Consolas"/>
                <a:sym typeface="Consolas"/>
              </a:rPr>
              <a:t> </a:t>
            </a:r>
            <a:r>
              <a:rPr lang="en" sz="1250" dirty="0">
                <a:solidFill>
                  <a:srgbClr val="000000"/>
                </a:solidFill>
                <a:highlight>
                  <a:srgbClr val="FFFFFF"/>
                </a:highlight>
                <a:latin typeface="Consolas"/>
                <a:ea typeface="Consolas"/>
                <a:cs typeface="Consolas"/>
                <a:sym typeface="Consolas"/>
              </a:rPr>
              <a:t>&lt;=</a:t>
            </a:r>
            <a:r>
              <a:rPr lang="en" sz="1250" dirty="0">
                <a:solidFill>
                  <a:srgbClr val="3B3B3B"/>
                </a:solidFill>
                <a:highlight>
                  <a:srgbClr val="FFFFFF"/>
                </a:highlight>
                <a:latin typeface="Consolas"/>
                <a:ea typeface="Consolas"/>
                <a:cs typeface="Consolas"/>
                <a:sym typeface="Consolas"/>
              </a:rPr>
              <a:t> </a:t>
            </a:r>
            <a:r>
              <a:rPr lang="en" sz="1250" dirty="0">
                <a:solidFill>
                  <a:srgbClr val="098658"/>
                </a:solidFill>
                <a:highlight>
                  <a:srgbClr val="FFFFFF"/>
                </a:highlight>
                <a:latin typeface="Consolas"/>
                <a:ea typeface="Consolas"/>
                <a:cs typeface="Consolas"/>
                <a:sym typeface="Consolas"/>
              </a:rPr>
              <a:t>10</a:t>
            </a:r>
            <a:r>
              <a:rPr lang="en" sz="1250" dirty="0">
                <a:solidFill>
                  <a:srgbClr val="3B3B3B"/>
                </a:solidFill>
                <a:highlight>
                  <a:srgbClr val="FFFFFF"/>
                </a:highlight>
                <a:latin typeface="Consolas"/>
                <a:ea typeface="Consolas"/>
                <a:cs typeface="Consolas"/>
                <a:sym typeface="Consolas"/>
              </a:rPr>
              <a:t>; </a:t>
            </a:r>
            <a:r>
              <a:rPr lang="en" sz="1250" dirty="0">
                <a:solidFill>
                  <a:srgbClr val="001080"/>
                </a:solidFill>
                <a:highlight>
                  <a:srgbClr val="FFFFFF"/>
                </a:highlight>
                <a:latin typeface="Consolas"/>
                <a:ea typeface="Consolas"/>
                <a:cs typeface="Consolas"/>
                <a:sym typeface="Consolas"/>
              </a:rPr>
              <a:t>i</a:t>
            </a:r>
            <a:r>
              <a:rPr lang="en" sz="1250" dirty="0">
                <a:solidFill>
                  <a:srgbClr val="000000"/>
                </a:solidFill>
                <a:highlight>
                  <a:srgbClr val="FFFFFF"/>
                </a:highlight>
                <a:latin typeface="Consolas"/>
                <a:ea typeface="Consolas"/>
                <a:cs typeface="Consolas"/>
                <a:sym typeface="Consolas"/>
              </a:rPr>
              <a:t>++</a:t>
            </a:r>
            <a:r>
              <a:rPr lang="en" sz="1250" dirty="0">
                <a:solidFill>
                  <a:srgbClr val="3B3B3B"/>
                </a:solidFill>
                <a:highlight>
                  <a:srgbClr val="FFFFFF"/>
                </a:highlight>
                <a:latin typeface="Consolas"/>
                <a:ea typeface="Consolas"/>
                <a:cs typeface="Consolas"/>
                <a:sym typeface="Consolas"/>
              </a:rPr>
              <a:t>) {</a:t>
            </a:r>
            <a:endParaRPr sz="125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dirty="0">
                <a:solidFill>
                  <a:srgbClr val="008000"/>
                </a:solidFill>
                <a:highlight>
                  <a:srgbClr val="FFFFFF"/>
                </a:highlight>
                <a:latin typeface="Consolas"/>
                <a:ea typeface="Consolas"/>
                <a:cs typeface="Consolas"/>
                <a:sym typeface="Consolas"/>
              </a:rPr>
              <a:t>4</a:t>
            </a:r>
            <a:r>
              <a:rPr lang="en" sz="1250" dirty="0">
                <a:solidFill>
                  <a:srgbClr val="3B3B3B"/>
                </a:solidFill>
                <a:highlight>
                  <a:srgbClr val="FFFFFF"/>
                </a:highlight>
                <a:latin typeface="Consolas"/>
                <a:ea typeface="Consolas"/>
                <a:cs typeface="Consolas"/>
                <a:sym typeface="Consolas"/>
              </a:rPr>
              <a:t>     </a:t>
            </a:r>
            <a:r>
              <a:rPr lang="en" sz="1250" dirty="0">
                <a:solidFill>
                  <a:srgbClr val="267F99"/>
                </a:solidFill>
                <a:highlight>
                  <a:srgbClr val="FFFFFF"/>
                </a:highlight>
                <a:latin typeface="Consolas"/>
                <a:ea typeface="Consolas"/>
                <a:cs typeface="Consolas"/>
                <a:sym typeface="Consolas"/>
              </a:rPr>
              <a:t>String</a:t>
            </a:r>
            <a:r>
              <a:rPr lang="en" sz="1250" dirty="0">
                <a:solidFill>
                  <a:srgbClr val="3B3B3B"/>
                </a:solidFill>
                <a:highlight>
                  <a:srgbClr val="FFFFFF"/>
                </a:highlight>
                <a:latin typeface="Consolas"/>
                <a:ea typeface="Consolas"/>
                <a:cs typeface="Consolas"/>
                <a:sym typeface="Consolas"/>
              </a:rPr>
              <a:t> </a:t>
            </a:r>
            <a:r>
              <a:rPr lang="en" sz="1250" dirty="0">
                <a:solidFill>
                  <a:srgbClr val="001080"/>
                </a:solidFill>
                <a:highlight>
                  <a:srgbClr val="FFFFFF"/>
                </a:highlight>
                <a:latin typeface="Consolas"/>
                <a:ea typeface="Consolas"/>
                <a:cs typeface="Consolas"/>
                <a:sym typeface="Consolas"/>
              </a:rPr>
              <a:t>name</a:t>
            </a:r>
            <a:r>
              <a:rPr lang="en" sz="1250" dirty="0">
                <a:solidFill>
                  <a:srgbClr val="3B3B3B"/>
                </a:solidFill>
                <a:highlight>
                  <a:srgbClr val="FFFFFF"/>
                </a:highlight>
                <a:latin typeface="Consolas"/>
                <a:ea typeface="Consolas"/>
                <a:cs typeface="Consolas"/>
                <a:sym typeface="Consolas"/>
              </a:rPr>
              <a:t> </a:t>
            </a:r>
            <a:r>
              <a:rPr lang="en" sz="1250" dirty="0">
                <a:solidFill>
                  <a:srgbClr val="000000"/>
                </a:solidFill>
                <a:highlight>
                  <a:srgbClr val="FFFFFF"/>
                </a:highlight>
                <a:latin typeface="Consolas"/>
                <a:ea typeface="Consolas"/>
                <a:cs typeface="Consolas"/>
                <a:sym typeface="Consolas"/>
              </a:rPr>
              <a:t>=</a:t>
            </a:r>
            <a:r>
              <a:rPr lang="en" sz="1250" dirty="0">
                <a:solidFill>
                  <a:srgbClr val="3B3B3B"/>
                </a:solidFill>
                <a:highlight>
                  <a:srgbClr val="FFFFFF"/>
                </a:highlight>
                <a:latin typeface="Consolas"/>
                <a:ea typeface="Consolas"/>
                <a:cs typeface="Consolas"/>
                <a:sym typeface="Consolas"/>
              </a:rPr>
              <a:t> </a:t>
            </a:r>
            <a:r>
              <a:rPr lang="en" sz="1250" dirty="0">
                <a:solidFill>
                  <a:srgbClr val="A31515"/>
                </a:solidFill>
                <a:highlight>
                  <a:srgbClr val="FFFFFF"/>
                </a:highlight>
                <a:latin typeface="Consolas"/>
                <a:ea typeface="Consolas"/>
                <a:cs typeface="Consolas"/>
                <a:sym typeface="Consolas"/>
              </a:rPr>
              <a:t>"Task "</a:t>
            </a:r>
            <a:r>
              <a:rPr lang="en" sz="1250" dirty="0">
                <a:solidFill>
                  <a:srgbClr val="3B3B3B"/>
                </a:solidFill>
                <a:highlight>
                  <a:srgbClr val="FFFFFF"/>
                </a:highlight>
                <a:latin typeface="Consolas"/>
                <a:ea typeface="Consolas"/>
                <a:cs typeface="Consolas"/>
                <a:sym typeface="Consolas"/>
              </a:rPr>
              <a:t> </a:t>
            </a:r>
            <a:r>
              <a:rPr lang="en" sz="1250" dirty="0">
                <a:solidFill>
                  <a:srgbClr val="000000"/>
                </a:solidFill>
                <a:highlight>
                  <a:srgbClr val="FFFFFF"/>
                </a:highlight>
                <a:latin typeface="Consolas"/>
                <a:ea typeface="Consolas"/>
                <a:cs typeface="Consolas"/>
                <a:sym typeface="Consolas"/>
              </a:rPr>
              <a:t>+</a:t>
            </a:r>
            <a:r>
              <a:rPr lang="en" sz="1250" dirty="0">
                <a:solidFill>
                  <a:srgbClr val="3B3B3B"/>
                </a:solidFill>
                <a:highlight>
                  <a:srgbClr val="FFFFFF"/>
                </a:highlight>
                <a:latin typeface="Consolas"/>
                <a:ea typeface="Consolas"/>
                <a:cs typeface="Consolas"/>
                <a:sym typeface="Consolas"/>
              </a:rPr>
              <a:t> </a:t>
            </a:r>
            <a:r>
              <a:rPr lang="en" sz="1250" dirty="0">
                <a:solidFill>
                  <a:srgbClr val="001080"/>
                </a:solidFill>
                <a:highlight>
                  <a:srgbClr val="FFFFFF"/>
                </a:highlight>
                <a:latin typeface="Consolas"/>
                <a:ea typeface="Consolas"/>
                <a:cs typeface="Consolas"/>
                <a:sym typeface="Consolas"/>
              </a:rPr>
              <a:t>i</a:t>
            </a:r>
            <a:r>
              <a:rPr lang="en" sz="1250" dirty="0">
                <a:solidFill>
                  <a:srgbClr val="3B3B3B"/>
                </a:solidFill>
                <a:highlight>
                  <a:srgbClr val="FFFFFF"/>
                </a:highlight>
                <a:latin typeface="Consolas"/>
                <a:ea typeface="Consolas"/>
                <a:cs typeface="Consolas"/>
                <a:sym typeface="Consolas"/>
              </a:rPr>
              <a:t>;</a:t>
            </a:r>
            <a:endParaRPr sz="125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dirty="0">
                <a:solidFill>
                  <a:srgbClr val="008000"/>
                </a:solidFill>
                <a:highlight>
                  <a:srgbClr val="FFFFFF"/>
                </a:highlight>
                <a:latin typeface="Consolas"/>
                <a:ea typeface="Consolas"/>
                <a:cs typeface="Consolas"/>
                <a:sym typeface="Consolas"/>
              </a:rPr>
              <a:t>5</a:t>
            </a:r>
            <a:r>
              <a:rPr lang="en" sz="1250" dirty="0">
                <a:solidFill>
                  <a:srgbClr val="3B3B3B"/>
                </a:solidFill>
                <a:highlight>
                  <a:srgbClr val="FFFFFF"/>
                </a:highlight>
                <a:latin typeface="Consolas"/>
                <a:ea typeface="Consolas"/>
                <a:cs typeface="Consolas"/>
                <a:sym typeface="Consolas"/>
              </a:rPr>
              <a:t>     </a:t>
            </a:r>
            <a:r>
              <a:rPr lang="en" sz="1250" dirty="0">
                <a:solidFill>
                  <a:srgbClr val="001080"/>
                </a:solidFill>
                <a:highlight>
                  <a:srgbClr val="FFFFFF"/>
                </a:highlight>
                <a:latin typeface="Consolas"/>
                <a:ea typeface="Consolas"/>
                <a:cs typeface="Consolas"/>
                <a:sym typeface="Consolas"/>
              </a:rPr>
              <a:t>exservice</a:t>
            </a:r>
            <a:r>
              <a:rPr lang="en" sz="1250" dirty="0">
                <a:solidFill>
                  <a:srgbClr val="3B3B3B"/>
                </a:solidFill>
                <a:highlight>
                  <a:srgbClr val="FFFFFF"/>
                </a:highlight>
                <a:latin typeface="Consolas"/>
                <a:ea typeface="Consolas"/>
                <a:cs typeface="Consolas"/>
                <a:sym typeface="Consolas"/>
              </a:rPr>
              <a:t>.</a:t>
            </a:r>
            <a:r>
              <a:rPr lang="en" sz="1250" dirty="0">
                <a:solidFill>
                  <a:srgbClr val="795E26"/>
                </a:solidFill>
                <a:highlight>
                  <a:srgbClr val="FFFFFF"/>
                </a:highlight>
                <a:latin typeface="Consolas"/>
                <a:ea typeface="Consolas"/>
                <a:cs typeface="Consolas"/>
                <a:sym typeface="Consolas"/>
              </a:rPr>
              <a:t>submit</a:t>
            </a:r>
            <a:r>
              <a:rPr lang="en" sz="1250" dirty="0">
                <a:solidFill>
                  <a:srgbClr val="3B3B3B"/>
                </a:solidFill>
                <a:highlight>
                  <a:srgbClr val="FFFFFF"/>
                </a:highlight>
                <a:latin typeface="Consolas"/>
                <a:ea typeface="Consolas"/>
                <a:cs typeface="Consolas"/>
                <a:sym typeface="Consolas"/>
              </a:rPr>
              <a:t>(()</a:t>
            </a:r>
            <a:r>
              <a:rPr lang="en" sz="1250" dirty="0">
                <a:solidFill>
                  <a:srgbClr val="0000FF"/>
                </a:solidFill>
                <a:highlight>
                  <a:srgbClr val="FFFFFF"/>
                </a:highlight>
                <a:latin typeface="Consolas"/>
                <a:ea typeface="Consolas"/>
                <a:cs typeface="Consolas"/>
                <a:sym typeface="Consolas"/>
              </a:rPr>
              <a:t>-&gt;</a:t>
            </a:r>
            <a:r>
              <a:rPr lang="en" sz="1250" dirty="0">
                <a:solidFill>
                  <a:srgbClr val="3B3B3B"/>
                </a:solidFill>
                <a:highlight>
                  <a:srgbClr val="FFFFFF"/>
                </a:highlight>
                <a:latin typeface="Consolas"/>
                <a:ea typeface="Consolas"/>
                <a:cs typeface="Consolas"/>
                <a:sym typeface="Consolas"/>
              </a:rPr>
              <a:t> </a:t>
            </a:r>
            <a:endParaRPr sz="125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dirty="0">
                <a:solidFill>
                  <a:srgbClr val="008000"/>
                </a:solidFill>
                <a:highlight>
                  <a:srgbClr val="FFFFFF"/>
                </a:highlight>
                <a:latin typeface="Consolas"/>
                <a:ea typeface="Consolas"/>
                <a:cs typeface="Consolas"/>
                <a:sym typeface="Consolas"/>
              </a:rPr>
              <a:t>6</a:t>
            </a:r>
            <a:r>
              <a:rPr lang="en" sz="1250" dirty="0">
                <a:solidFill>
                  <a:srgbClr val="267F99"/>
                </a:solidFill>
                <a:highlight>
                  <a:srgbClr val="FFFFFF"/>
                </a:highlight>
                <a:latin typeface="Consolas"/>
                <a:ea typeface="Consolas"/>
                <a:cs typeface="Consolas"/>
                <a:sym typeface="Consolas"/>
              </a:rPr>
              <a:t>         System</a:t>
            </a:r>
            <a:r>
              <a:rPr lang="en" sz="1250" dirty="0">
                <a:solidFill>
                  <a:srgbClr val="3B3B3B"/>
                </a:solidFill>
                <a:highlight>
                  <a:srgbClr val="FFFFFF"/>
                </a:highlight>
                <a:latin typeface="Consolas"/>
                <a:ea typeface="Consolas"/>
                <a:cs typeface="Consolas"/>
                <a:sym typeface="Consolas"/>
              </a:rPr>
              <a:t>.</a:t>
            </a:r>
            <a:r>
              <a:rPr lang="en" sz="1250" dirty="0">
                <a:solidFill>
                  <a:srgbClr val="0070C1"/>
                </a:solidFill>
                <a:highlight>
                  <a:srgbClr val="FFFFFF"/>
                </a:highlight>
                <a:latin typeface="Consolas"/>
                <a:ea typeface="Consolas"/>
                <a:cs typeface="Consolas"/>
                <a:sym typeface="Consolas"/>
              </a:rPr>
              <a:t>out</a:t>
            </a:r>
            <a:r>
              <a:rPr lang="en" sz="1250" dirty="0">
                <a:solidFill>
                  <a:srgbClr val="3B3B3B"/>
                </a:solidFill>
                <a:highlight>
                  <a:srgbClr val="FFFFFF"/>
                </a:highlight>
                <a:latin typeface="Consolas"/>
                <a:ea typeface="Consolas"/>
                <a:cs typeface="Consolas"/>
                <a:sym typeface="Consolas"/>
              </a:rPr>
              <a:t>.</a:t>
            </a:r>
            <a:r>
              <a:rPr lang="en" sz="1250" dirty="0">
                <a:solidFill>
                  <a:srgbClr val="795E26"/>
                </a:solidFill>
                <a:highlight>
                  <a:srgbClr val="FFFFFF"/>
                </a:highlight>
                <a:latin typeface="Consolas"/>
                <a:ea typeface="Consolas"/>
                <a:cs typeface="Consolas"/>
                <a:sym typeface="Consolas"/>
              </a:rPr>
              <a:t>println</a:t>
            </a:r>
            <a:r>
              <a:rPr lang="en" sz="1250" dirty="0">
                <a:solidFill>
                  <a:srgbClr val="3B3B3B"/>
                </a:solidFill>
                <a:highlight>
                  <a:srgbClr val="FFFFFF"/>
                </a:highlight>
                <a:latin typeface="Consolas"/>
                <a:ea typeface="Consolas"/>
                <a:cs typeface="Consolas"/>
                <a:sym typeface="Consolas"/>
              </a:rPr>
              <a:t>(</a:t>
            </a:r>
            <a:r>
              <a:rPr lang="en" sz="1250" dirty="0">
                <a:solidFill>
                  <a:srgbClr val="001080"/>
                </a:solidFill>
                <a:highlight>
                  <a:srgbClr val="FFFFFF"/>
                </a:highlight>
                <a:latin typeface="Consolas"/>
                <a:ea typeface="Consolas"/>
                <a:cs typeface="Consolas"/>
                <a:sym typeface="Consolas"/>
              </a:rPr>
              <a:t>name</a:t>
            </a:r>
            <a:r>
              <a:rPr lang="en" sz="1250" dirty="0">
                <a:solidFill>
                  <a:srgbClr val="3B3B3B"/>
                </a:solidFill>
                <a:highlight>
                  <a:srgbClr val="FFFFFF"/>
                </a:highlight>
                <a:latin typeface="Consolas"/>
                <a:ea typeface="Consolas"/>
                <a:cs typeface="Consolas"/>
                <a:sym typeface="Consolas"/>
              </a:rPr>
              <a:t>));</a:t>
            </a:r>
            <a:endParaRPr sz="125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dirty="0">
                <a:solidFill>
                  <a:srgbClr val="008000"/>
                </a:solidFill>
                <a:highlight>
                  <a:srgbClr val="FFFFFF"/>
                </a:highlight>
                <a:latin typeface="Consolas"/>
                <a:ea typeface="Consolas"/>
                <a:cs typeface="Consolas"/>
                <a:sym typeface="Consolas"/>
              </a:rPr>
              <a:t>7</a:t>
            </a:r>
            <a:r>
              <a:rPr lang="en" sz="1250" dirty="0">
                <a:solidFill>
                  <a:srgbClr val="3B3B3B"/>
                </a:solidFill>
                <a:highlight>
                  <a:srgbClr val="FFFFFF"/>
                </a:highlight>
                <a:latin typeface="Consolas"/>
                <a:ea typeface="Consolas"/>
                <a:cs typeface="Consolas"/>
                <a:sym typeface="Consolas"/>
              </a:rPr>
              <a:t>  }</a:t>
            </a:r>
            <a:endParaRPr sz="125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dirty="0">
                <a:solidFill>
                  <a:srgbClr val="008000"/>
                </a:solidFill>
                <a:highlight>
                  <a:srgbClr val="FFFFFF"/>
                </a:highlight>
                <a:latin typeface="Consolas"/>
                <a:ea typeface="Consolas"/>
                <a:cs typeface="Consolas"/>
                <a:sym typeface="Consolas"/>
              </a:rPr>
              <a:t>8</a:t>
            </a:r>
            <a:r>
              <a:rPr lang="en" sz="1250" dirty="0">
                <a:solidFill>
                  <a:srgbClr val="001080"/>
                </a:solidFill>
                <a:highlight>
                  <a:srgbClr val="FFFFFF"/>
                </a:highlight>
                <a:latin typeface="Consolas"/>
                <a:ea typeface="Consolas"/>
                <a:cs typeface="Consolas"/>
                <a:sym typeface="Consolas"/>
              </a:rPr>
              <a:t>  exservice</a:t>
            </a:r>
            <a:r>
              <a:rPr lang="en" sz="1250" dirty="0">
                <a:solidFill>
                  <a:srgbClr val="3B3B3B"/>
                </a:solidFill>
                <a:highlight>
                  <a:srgbClr val="FFFFFF"/>
                </a:highlight>
                <a:latin typeface="Consolas"/>
                <a:ea typeface="Consolas"/>
                <a:cs typeface="Consolas"/>
                <a:sym typeface="Consolas"/>
              </a:rPr>
              <a:t>.</a:t>
            </a:r>
            <a:r>
              <a:rPr lang="en" sz="1250" dirty="0">
                <a:solidFill>
                  <a:srgbClr val="795E26"/>
                </a:solidFill>
                <a:highlight>
                  <a:srgbClr val="FFFFFF"/>
                </a:highlight>
                <a:latin typeface="Consolas"/>
                <a:ea typeface="Consolas"/>
                <a:cs typeface="Consolas"/>
                <a:sym typeface="Consolas"/>
              </a:rPr>
              <a:t>shutdown</a:t>
            </a:r>
            <a:r>
              <a:rPr lang="en" sz="1250" dirty="0">
                <a:solidFill>
                  <a:srgbClr val="3B3B3B"/>
                </a:solidFill>
                <a:highlight>
                  <a:srgbClr val="FFFFFF"/>
                </a:highlight>
                <a:latin typeface="Consolas"/>
                <a:ea typeface="Consolas"/>
                <a:cs typeface="Consolas"/>
                <a:sym typeface="Consolas"/>
              </a:rPr>
              <a:t>();</a:t>
            </a:r>
            <a:endParaRPr sz="1250" dirty="0">
              <a:solidFill>
                <a:srgbClr val="3B3B3B"/>
              </a:solidFill>
              <a:highlight>
                <a:srgbClr val="FFFFFF"/>
              </a:highlight>
              <a:latin typeface="Consolas"/>
              <a:ea typeface="Consolas"/>
              <a:cs typeface="Consolas"/>
              <a:sym typeface="Consolas"/>
            </a:endParaRPr>
          </a:p>
          <a:p>
            <a:pPr marL="0" lvl="0" indent="0" algn="l" rtl="0">
              <a:spcBef>
                <a:spcPts val="0"/>
              </a:spcBef>
              <a:spcAft>
                <a:spcPts val="1600"/>
              </a:spcAft>
              <a:buNone/>
            </a:pPr>
            <a:endParaRPr sz="1500" dirty="0"/>
          </a:p>
        </p:txBody>
      </p:sp>
      <p:sp>
        <p:nvSpPr>
          <p:cNvPr id="506" name="Google Shape;506;p55"/>
          <p:cNvSpPr txBox="1"/>
          <p:nvPr/>
        </p:nvSpPr>
        <p:spPr>
          <a:xfrm>
            <a:off x="121025" y="1458575"/>
            <a:ext cx="2423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Create an </a:t>
            </a:r>
            <a:r>
              <a:rPr lang="en" sz="1200" b="1" i="1">
                <a:solidFill>
                  <a:srgbClr val="FF0000"/>
                </a:solidFill>
                <a:latin typeface="Roboto"/>
                <a:ea typeface="Roboto"/>
                <a:cs typeface="Roboto"/>
                <a:sym typeface="Roboto"/>
              </a:rPr>
              <a:t>ExecutorService</a:t>
            </a:r>
            <a:r>
              <a:rPr lang="en" sz="1200">
                <a:latin typeface="Roboto"/>
                <a:ea typeface="Roboto"/>
                <a:cs typeface="Roboto"/>
                <a:sym typeface="Roboto"/>
              </a:rPr>
              <a:t> which has several implementations.</a:t>
            </a:r>
            <a:endParaRPr sz="1200">
              <a:latin typeface="Roboto"/>
              <a:ea typeface="Roboto"/>
              <a:cs typeface="Roboto"/>
              <a:sym typeface="Roboto"/>
            </a:endParaRPr>
          </a:p>
        </p:txBody>
      </p:sp>
      <p:sp>
        <p:nvSpPr>
          <p:cNvPr id="507" name="Google Shape;507;p55"/>
          <p:cNvSpPr/>
          <p:nvPr/>
        </p:nvSpPr>
        <p:spPr>
          <a:xfrm>
            <a:off x="3015150" y="1917736"/>
            <a:ext cx="3237000" cy="487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cxnSp>
        <p:nvCxnSpPr>
          <p:cNvPr id="508" name="Google Shape;508;p55"/>
          <p:cNvCxnSpPr>
            <a:stCxn id="506" idx="3"/>
            <a:endCxn id="507" idx="0"/>
          </p:cNvCxnSpPr>
          <p:nvPr/>
        </p:nvCxnSpPr>
        <p:spPr>
          <a:xfrm>
            <a:off x="2544125" y="1735625"/>
            <a:ext cx="2089500" cy="182100"/>
          </a:xfrm>
          <a:prstGeom prst="bentConnector2">
            <a:avLst/>
          </a:prstGeom>
          <a:noFill/>
          <a:ln w="19050" cap="flat" cmpd="sng">
            <a:solidFill>
              <a:srgbClr val="FF0000"/>
            </a:solidFill>
            <a:prstDash val="solid"/>
            <a:round/>
            <a:headEnd type="none" w="med" len="med"/>
            <a:tailEnd type="none" w="med" len="med"/>
          </a:ln>
        </p:spPr>
      </p:cxnSp>
      <p:sp>
        <p:nvSpPr>
          <p:cNvPr id="509" name="Google Shape;509;p55"/>
          <p:cNvSpPr txBox="1"/>
          <p:nvPr/>
        </p:nvSpPr>
        <p:spPr>
          <a:xfrm>
            <a:off x="121025" y="2774900"/>
            <a:ext cx="2423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b="1" i="1">
                <a:solidFill>
                  <a:srgbClr val="FF0000"/>
                </a:solidFill>
                <a:latin typeface="Roboto"/>
                <a:ea typeface="Roboto"/>
                <a:cs typeface="Roboto"/>
                <a:sym typeface="Roboto"/>
              </a:rPr>
              <a:t>Submit tasks</a:t>
            </a:r>
            <a:r>
              <a:rPr lang="en" sz="1200">
                <a:latin typeface="Roboto"/>
                <a:ea typeface="Roboto"/>
                <a:cs typeface="Roboto"/>
                <a:sym typeface="Roboto"/>
              </a:rPr>
              <a:t> to the executor service.</a:t>
            </a:r>
            <a:endParaRPr sz="1200">
              <a:latin typeface="Roboto"/>
              <a:ea typeface="Roboto"/>
              <a:cs typeface="Roboto"/>
              <a:sym typeface="Roboto"/>
            </a:endParaRPr>
          </a:p>
        </p:txBody>
      </p:sp>
      <p:sp>
        <p:nvSpPr>
          <p:cNvPr id="510" name="Google Shape;510;p55"/>
          <p:cNvSpPr/>
          <p:nvPr/>
        </p:nvSpPr>
        <p:spPr>
          <a:xfrm>
            <a:off x="3015150" y="2951408"/>
            <a:ext cx="3237000" cy="487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cxnSp>
        <p:nvCxnSpPr>
          <p:cNvPr id="511" name="Google Shape;511;p55"/>
          <p:cNvCxnSpPr>
            <a:stCxn id="509" idx="3"/>
            <a:endCxn id="510" idx="1"/>
          </p:cNvCxnSpPr>
          <p:nvPr/>
        </p:nvCxnSpPr>
        <p:spPr>
          <a:xfrm>
            <a:off x="2544125" y="3051950"/>
            <a:ext cx="471000" cy="143400"/>
          </a:xfrm>
          <a:prstGeom prst="bentConnector3">
            <a:avLst>
              <a:gd name="adj1" fmla="val 50003"/>
            </a:avLst>
          </a:prstGeom>
          <a:noFill/>
          <a:ln w="19050" cap="flat" cmpd="sng">
            <a:solidFill>
              <a:srgbClr val="FF0000"/>
            </a:solidFill>
            <a:prstDash val="solid"/>
            <a:round/>
            <a:headEnd type="none" w="med" len="med"/>
            <a:tailEnd type="none" w="med" len="med"/>
          </a:ln>
        </p:spPr>
      </p:cxnSp>
      <p:sp>
        <p:nvSpPr>
          <p:cNvPr id="512" name="Google Shape;512;p55"/>
          <p:cNvSpPr txBox="1"/>
          <p:nvPr/>
        </p:nvSpPr>
        <p:spPr>
          <a:xfrm>
            <a:off x="121025" y="4091225"/>
            <a:ext cx="2423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b="1" i="1">
                <a:solidFill>
                  <a:srgbClr val="FF0000"/>
                </a:solidFill>
                <a:latin typeface="Roboto"/>
                <a:ea typeface="Roboto"/>
                <a:cs typeface="Roboto"/>
                <a:sym typeface="Roboto"/>
              </a:rPr>
              <a:t>Stop</a:t>
            </a:r>
            <a:r>
              <a:rPr lang="en" sz="1200">
                <a:latin typeface="Roboto"/>
                <a:ea typeface="Roboto"/>
                <a:cs typeface="Roboto"/>
                <a:sym typeface="Roboto"/>
              </a:rPr>
              <a:t> the executor service after all tasks have started.</a:t>
            </a:r>
            <a:endParaRPr sz="1200">
              <a:latin typeface="Roboto"/>
              <a:ea typeface="Roboto"/>
              <a:cs typeface="Roboto"/>
              <a:sym typeface="Roboto"/>
            </a:endParaRPr>
          </a:p>
        </p:txBody>
      </p:sp>
      <p:sp>
        <p:nvSpPr>
          <p:cNvPr id="513" name="Google Shape;513;p55"/>
          <p:cNvSpPr/>
          <p:nvPr/>
        </p:nvSpPr>
        <p:spPr>
          <a:xfrm>
            <a:off x="3015150" y="3691308"/>
            <a:ext cx="3237000" cy="304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cxnSp>
        <p:nvCxnSpPr>
          <p:cNvPr id="514" name="Google Shape;514;p55"/>
          <p:cNvCxnSpPr>
            <a:stCxn id="512" idx="3"/>
            <a:endCxn id="513" idx="2"/>
          </p:cNvCxnSpPr>
          <p:nvPr/>
        </p:nvCxnSpPr>
        <p:spPr>
          <a:xfrm rot="10800000" flipH="1">
            <a:off x="2544125" y="3995975"/>
            <a:ext cx="2089500" cy="372300"/>
          </a:xfrm>
          <a:prstGeom prst="bentConnector2">
            <a:avLst/>
          </a:prstGeom>
          <a:noFill/>
          <a:ln w="19050" cap="flat" cmpd="sng">
            <a:solidFill>
              <a:srgbClr val="FF0000"/>
            </a:solidFill>
            <a:prstDash val="solid"/>
            <a:round/>
            <a:headEnd type="none" w="med" len="med"/>
            <a:tailEnd type="none" w="med" len="med"/>
          </a:ln>
        </p:spPr>
      </p:cxnSp>
      <p:sp>
        <p:nvSpPr>
          <p:cNvPr id="515" name="Google Shape;515;p55"/>
          <p:cNvSpPr txBox="1"/>
          <p:nvPr/>
        </p:nvSpPr>
        <p:spPr>
          <a:xfrm>
            <a:off x="6598050" y="2173525"/>
            <a:ext cx="2423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We're using a </a:t>
            </a:r>
            <a:r>
              <a:rPr lang="en" sz="1200" b="1" i="1">
                <a:solidFill>
                  <a:srgbClr val="FF0000"/>
                </a:solidFill>
                <a:latin typeface="Roboto"/>
                <a:ea typeface="Roboto"/>
                <a:cs typeface="Roboto"/>
                <a:sym typeface="Roboto"/>
              </a:rPr>
              <a:t>cached thread pool</a:t>
            </a:r>
            <a:r>
              <a:rPr lang="en" sz="1200">
                <a:latin typeface="Roboto"/>
                <a:ea typeface="Roboto"/>
                <a:cs typeface="Roboto"/>
                <a:sym typeface="Roboto"/>
              </a:rPr>
              <a:t> for our executor service.</a:t>
            </a:r>
            <a:endParaRPr sz="1200">
              <a:latin typeface="Roboto"/>
              <a:ea typeface="Roboto"/>
              <a:cs typeface="Roboto"/>
              <a:sym typeface="Roboto"/>
            </a:endParaRPr>
          </a:p>
        </p:txBody>
      </p:sp>
      <p:sp>
        <p:nvSpPr>
          <p:cNvPr id="516" name="Google Shape;516;p55"/>
          <p:cNvSpPr txBox="1"/>
          <p:nvPr/>
        </p:nvSpPr>
        <p:spPr>
          <a:xfrm>
            <a:off x="6598050" y="3395650"/>
            <a:ext cx="2423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Tasks can be submitted as </a:t>
            </a:r>
            <a:r>
              <a:rPr lang="en" sz="1200" b="1" i="1">
                <a:solidFill>
                  <a:srgbClr val="FF0000"/>
                </a:solidFill>
                <a:latin typeface="Roboto"/>
                <a:ea typeface="Roboto"/>
                <a:cs typeface="Roboto"/>
                <a:sym typeface="Roboto"/>
              </a:rPr>
              <a:t>lambdas</a:t>
            </a:r>
            <a:r>
              <a:rPr lang="en" sz="1200">
                <a:latin typeface="Roboto"/>
                <a:ea typeface="Roboto"/>
                <a:cs typeface="Roboto"/>
                <a:sym typeface="Roboto"/>
              </a:rPr>
              <a:t> or </a:t>
            </a:r>
            <a:r>
              <a:rPr lang="en" sz="1200" b="1" i="1">
                <a:solidFill>
                  <a:srgbClr val="FF0000"/>
                </a:solidFill>
                <a:latin typeface="Roboto"/>
                <a:ea typeface="Roboto"/>
                <a:cs typeface="Roboto"/>
                <a:sym typeface="Roboto"/>
              </a:rPr>
              <a:t>Runnables</a:t>
            </a:r>
            <a:r>
              <a:rPr lang="en" sz="1200">
                <a:latin typeface="Roboto"/>
                <a:ea typeface="Roboto"/>
                <a:cs typeface="Roboto"/>
                <a:sym typeface="Roboto"/>
              </a:rPr>
              <a:t>.</a:t>
            </a:r>
            <a:endParaRPr sz="1200">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0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0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08"/>
                                        </p:tgtEl>
                                        <p:attrNameLst>
                                          <p:attrName>style.visibility</p:attrName>
                                        </p:attrNameLst>
                                      </p:cBhvr>
                                      <p:to>
                                        <p:strVal val="visible"/>
                                      </p:to>
                                    </p:set>
                                  </p:childTnLst>
                                </p:cTn>
                              </p:par>
                            </p:childTnLst>
                          </p:cTn>
                        </p:par>
                        <p:par>
                          <p:cTn id="11" fill="hold">
                            <p:stCondLst>
                              <p:cond delay="0"/>
                            </p:stCondLst>
                            <p:childTnLst>
                              <p:par>
                                <p:cTn id="12" presetID="1" presetClass="entr" presetSubtype="0" fill="hold" nodeType="afterEffect">
                                  <p:stCondLst>
                                    <p:cond delay="0"/>
                                  </p:stCondLst>
                                  <p:childTnLst>
                                    <p:set>
                                      <p:cBhvr>
                                        <p:cTn id="13" dur="1" fill="hold">
                                          <p:stCondLst>
                                            <p:cond delay="0"/>
                                          </p:stCondLst>
                                        </p:cTn>
                                        <p:tgtEl>
                                          <p:spTgt spid="515"/>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509"/>
                                        </p:tgtEl>
                                        <p:attrNameLst>
                                          <p:attrName>style.visibility</p:attrName>
                                        </p:attrNameLst>
                                      </p:cBhvr>
                                      <p:to>
                                        <p:strVal val="visible"/>
                                      </p:to>
                                    </p:set>
                                  </p:childTnLst>
                                </p:cTn>
                              </p:par>
                              <p:par>
                                <p:cTn id="18" presetID="1" presetClass="entr" presetSubtype="0" fill="hold" nodeType="withEffect">
                                  <p:stCondLst>
                                    <p:cond delay="0"/>
                                  </p:stCondLst>
                                  <p:childTnLst>
                                    <p:set>
                                      <p:cBhvr>
                                        <p:cTn id="19" dur="1" fill="hold">
                                          <p:stCondLst>
                                            <p:cond delay="0"/>
                                          </p:stCondLst>
                                        </p:cTn>
                                        <p:tgtEl>
                                          <p:spTgt spid="510"/>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511"/>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3" dur="1" fill="hold">
                                          <p:stCondLst>
                                            <p:cond delay="0"/>
                                          </p:stCondLst>
                                        </p:cTn>
                                        <p:tgtEl>
                                          <p:spTgt spid="516"/>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nodeType="clickEffect">
                                  <p:stCondLst>
                                    <p:cond delay="0"/>
                                  </p:stCondLst>
                                  <p:childTnLst>
                                    <p:set>
                                      <p:cBhvr>
                                        <p:cTn id="27" dur="1" fill="hold">
                                          <p:stCondLst>
                                            <p:cond delay="0"/>
                                          </p:stCondLst>
                                        </p:cTn>
                                        <p:tgtEl>
                                          <p:spTgt spid="512"/>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513"/>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5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20"/>
        <p:cNvGrpSpPr/>
        <p:nvPr/>
      </p:nvGrpSpPr>
      <p:grpSpPr>
        <a:xfrm>
          <a:off x="0" y="0"/>
          <a:ext cx="0" cy="0"/>
          <a:chOff x="0" y="0"/>
          <a:chExt cx="0" cy="0"/>
        </a:xfrm>
      </p:grpSpPr>
      <p:sp>
        <p:nvSpPr>
          <p:cNvPr id="521" name="Google Shape;521;p5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Executor Implementations</a:t>
            </a:r>
            <a:endParaRPr/>
          </a:p>
        </p:txBody>
      </p:sp>
      <p:sp>
        <p:nvSpPr>
          <p:cNvPr id="522" name="Google Shape;522;p5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25</a:t>
            </a:fld>
            <a:endParaRPr/>
          </a:p>
        </p:txBody>
      </p:sp>
      <p:sp>
        <p:nvSpPr>
          <p:cNvPr id="523" name="Google Shape;523;p56"/>
          <p:cNvSpPr txBox="1"/>
          <p:nvPr/>
        </p:nvSpPr>
        <p:spPr>
          <a:xfrm>
            <a:off x="315925" y="1612875"/>
            <a:ext cx="3614700" cy="504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b="1">
                <a:solidFill>
                  <a:srgbClr val="4A6782"/>
                </a:solidFill>
                <a:uFill>
                  <a:noFill/>
                </a:uFill>
                <a:latin typeface="Courier New"/>
                <a:ea typeface="Courier New"/>
                <a:cs typeface="Courier New"/>
                <a:sym typeface="Courier New"/>
                <a:hlinkClick r:id="rId3">
                  <a:extLst>
                    <a:ext uri="{A12FA001-AC4F-418D-AE19-62706E023703}">
                      <ahyp:hlinkClr xmlns:ahyp="http://schemas.microsoft.com/office/drawing/2018/hyperlinkcolor" val="tx"/>
                    </a:ext>
                  </a:extLst>
                </a:hlinkClick>
              </a:rPr>
              <a:t>newCachedThreadPool</a:t>
            </a:r>
            <a:r>
              <a:rPr lang="en">
                <a:solidFill>
                  <a:srgbClr val="353833"/>
                </a:solidFill>
                <a:latin typeface="Courier New"/>
                <a:ea typeface="Courier New"/>
                <a:cs typeface="Courier New"/>
                <a:sym typeface="Courier New"/>
              </a:rPr>
              <a:t>()</a:t>
            </a:r>
            <a:endParaRPr>
              <a:solidFill>
                <a:schemeClr val="dk2"/>
              </a:solidFill>
              <a:latin typeface="Roboto"/>
              <a:ea typeface="Roboto"/>
              <a:cs typeface="Roboto"/>
              <a:sym typeface="Roboto"/>
            </a:endParaRPr>
          </a:p>
        </p:txBody>
      </p:sp>
      <p:sp>
        <p:nvSpPr>
          <p:cNvPr id="524" name="Google Shape;524;p56"/>
          <p:cNvSpPr txBox="1"/>
          <p:nvPr/>
        </p:nvSpPr>
        <p:spPr>
          <a:xfrm>
            <a:off x="315925" y="2638900"/>
            <a:ext cx="3610500" cy="7389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b="1">
                <a:solidFill>
                  <a:srgbClr val="4A6782"/>
                </a:solidFill>
                <a:uFill>
                  <a:noFill/>
                </a:uFill>
                <a:latin typeface="Courier New"/>
                <a:ea typeface="Courier New"/>
                <a:cs typeface="Courier New"/>
                <a:sym typeface="Courier New"/>
                <a:hlinkClick r:id="rId4">
                  <a:extLst>
                    <a:ext uri="{A12FA001-AC4F-418D-AE19-62706E023703}">
                      <ahyp:hlinkClr xmlns:ahyp="http://schemas.microsoft.com/office/drawing/2018/hyperlinkcolor" val="tx"/>
                    </a:ext>
                  </a:extLst>
                </a:hlinkClick>
              </a:rPr>
              <a:t>newFixedThreadPool</a:t>
            </a:r>
            <a:r>
              <a:rPr lang="en">
                <a:solidFill>
                  <a:srgbClr val="353833"/>
                </a:solidFill>
                <a:latin typeface="Courier New"/>
                <a:ea typeface="Courier New"/>
                <a:cs typeface="Courier New"/>
                <a:sym typeface="Courier New"/>
              </a:rPr>
              <a:t>(int nThreads)</a:t>
            </a:r>
            <a:endParaRPr b="1">
              <a:solidFill>
                <a:schemeClr val="dk2"/>
              </a:solidFill>
              <a:highlight>
                <a:srgbClr val="EEEEEF"/>
              </a:highlight>
              <a:latin typeface="Courier New"/>
              <a:ea typeface="Courier New"/>
              <a:cs typeface="Courier New"/>
              <a:sym typeface="Courier New"/>
            </a:endParaRPr>
          </a:p>
        </p:txBody>
      </p:sp>
      <p:sp>
        <p:nvSpPr>
          <p:cNvPr id="525" name="Google Shape;525;p56"/>
          <p:cNvSpPr txBox="1"/>
          <p:nvPr/>
        </p:nvSpPr>
        <p:spPr>
          <a:xfrm>
            <a:off x="315925" y="3899525"/>
            <a:ext cx="3610500" cy="504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b="1">
                <a:solidFill>
                  <a:srgbClr val="4A6782"/>
                </a:solidFill>
                <a:uFill>
                  <a:noFill/>
                </a:uFill>
                <a:latin typeface="Courier New"/>
                <a:ea typeface="Courier New"/>
                <a:cs typeface="Courier New"/>
                <a:sym typeface="Courier New"/>
                <a:hlinkClick r:id="rId5">
                  <a:extLst>
                    <a:ext uri="{A12FA001-AC4F-418D-AE19-62706E023703}">
                      <ahyp:hlinkClr xmlns:ahyp="http://schemas.microsoft.com/office/drawing/2018/hyperlinkcolor" val="tx"/>
                    </a:ext>
                  </a:extLst>
                </a:hlinkClick>
              </a:rPr>
              <a:t>newSingleThreadExecutor</a:t>
            </a:r>
            <a:r>
              <a:rPr lang="en">
                <a:solidFill>
                  <a:srgbClr val="353833"/>
                </a:solidFill>
                <a:latin typeface="Courier New"/>
                <a:ea typeface="Courier New"/>
                <a:cs typeface="Courier New"/>
                <a:sym typeface="Courier New"/>
              </a:rPr>
              <a:t>()</a:t>
            </a:r>
            <a:endParaRPr b="1">
              <a:solidFill>
                <a:schemeClr val="dk2"/>
              </a:solidFill>
              <a:highlight>
                <a:srgbClr val="EEEEEF"/>
              </a:highlight>
              <a:latin typeface="Courier New"/>
              <a:ea typeface="Courier New"/>
              <a:cs typeface="Courier New"/>
              <a:sym typeface="Courier New"/>
            </a:endParaRPr>
          </a:p>
        </p:txBody>
      </p:sp>
      <p:sp>
        <p:nvSpPr>
          <p:cNvPr id="526" name="Google Shape;526;p56"/>
          <p:cNvSpPr txBox="1"/>
          <p:nvPr/>
        </p:nvSpPr>
        <p:spPr>
          <a:xfrm>
            <a:off x="3926525" y="1587975"/>
            <a:ext cx="45459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Adds threads to </a:t>
            </a:r>
            <a:r>
              <a:rPr lang="en" sz="1200" b="1" i="1">
                <a:solidFill>
                  <a:srgbClr val="FF0000"/>
                </a:solidFill>
                <a:latin typeface="Roboto"/>
                <a:ea typeface="Roboto"/>
                <a:cs typeface="Roboto"/>
                <a:sym typeface="Roboto"/>
              </a:rPr>
              <a:t>manage all current tasks</a:t>
            </a:r>
            <a:r>
              <a:rPr lang="en" sz="1200">
                <a:latin typeface="Roboto"/>
                <a:ea typeface="Roboto"/>
                <a:cs typeface="Roboto"/>
                <a:sym typeface="Roboto"/>
              </a:rPr>
              <a:t> but </a:t>
            </a:r>
            <a:r>
              <a:rPr lang="en" sz="1200" b="1" i="1">
                <a:solidFill>
                  <a:srgbClr val="FF0000"/>
                </a:solidFill>
                <a:latin typeface="Roboto"/>
                <a:ea typeface="Roboto"/>
                <a:cs typeface="Roboto"/>
                <a:sym typeface="Roboto"/>
              </a:rPr>
              <a:t>reuses threads</a:t>
            </a:r>
            <a:r>
              <a:rPr lang="en" sz="1200">
                <a:latin typeface="Roboto"/>
                <a:ea typeface="Roboto"/>
                <a:cs typeface="Roboto"/>
                <a:sym typeface="Roboto"/>
              </a:rPr>
              <a:t> after a task finishes rather than deleting the old thread.</a:t>
            </a:r>
            <a:endParaRPr sz="1200">
              <a:latin typeface="Roboto"/>
              <a:ea typeface="Roboto"/>
              <a:cs typeface="Roboto"/>
              <a:sym typeface="Roboto"/>
            </a:endParaRPr>
          </a:p>
        </p:txBody>
      </p:sp>
      <p:sp>
        <p:nvSpPr>
          <p:cNvPr id="527" name="Google Shape;527;p56"/>
          <p:cNvSpPr txBox="1"/>
          <p:nvPr/>
        </p:nvSpPr>
        <p:spPr>
          <a:xfrm>
            <a:off x="3930725" y="2638900"/>
            <a:ext cx="45459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b="1" i="1" dirty="0">
                <a:solidFill>
                  <a:srgbClr val="FF0000"/>
                </a:solidFill>
                <a:latin typeface="Roboto"/>
                <a:ea typeface="Roboto"/>
                <a:cs typeface="Roboto"/>
                <a:sym typeface="Roboto"/>
              </a:rPr>
              <a:t>Creates</a:t>
            </a:r>
            <a:r>
              <a:rPr lang="en" sz="1200" dirty="0">
                <a:latin typeface="Roboto"/>
                <a:ea typeface="Roboto"/>
                <a:cs typeface="Roboto"/>
                <a:sym typeface="Roboto"/>
              </a:rPr>
              <a:t> </a:t>
            </a:r>
            <a:r>
              <a:rPr lang="en" sz="1200" dirty="0">
                <a:solidFill>
                  <a:srgbClr val="FF0000"/>
                </a:solidFill>
                <a:latin typeface="Courier New"/>
                <a:ea typeface="Courier New"/>
                <a:cs typeface="Courier New"/>
                <a:sym typeface="Courier New"/>
              </a:rPr>
              <a:t>nThreads</a:t>
            </a:r>
            <a:r>
              <a:rPr lang="en" sz="1200" dirty="0">
                <a:latin typeface="Roboto"/>
                <a:ea typeface="Roboto"/>
                <a:cs typeface="Roboto"/>
                <a:sym typeface="Roboto"/>
              </a:rPr>
              <a:t> </a:t>
            </a:r>
            <a:r>
              <a:rPr lang="en" sz="1200" b="1" i="1" dirty="0">
                <a:solidFill>
                  <a:srgbClr val="FF0000"/>
                </a:solidFill>
                <a:latin typeface="Roboto"/>
                <a:ea typeface="Roboto"/>
                <a:cs typeface="Roboto"/>
                <a:sym typeface="Roboto"/>
              </a:rPr>
              <a:t>threads</a:t>
            </a:r>
            <a:r>
              <a:rPr lang="en" sz="1200" dirty="0">
                <a:latin typeface="Roboto"/>
                <a:ea typeface="Roboto"/>
                <a:cs typeface="Roboto"/>
                <a:sym typeface="Roboto"/>
              </a:rPr>
              <a:t> and services tasks on those threads. When all threads are in use, </a:t>
            </a:r>
            <a:r>
              <a:rPr lang="en" sz="1200" b="1" i="1" dirty="0">
                <a:solidFill>
                  <a:srgbClr val="FF0000"/>
                </a:solidFill>
                <a:latin typeface="Roboto"/>
                <a:ea typeface="Roboto"/>
                <a:cs typeface="Roboto"/>
                <a:sym typeface="Roboto"/>
              </a:rPr>
              <a:t>newer tasks wait</a:t>
            </a:r>
            <a:r>
              <a:rPr lang="en" sz="1200" dirty="0">
                <a:latin typeface="Roboto"/>
                <a:ea typeface="Roboto"/>
                <a:cs typeface="Roboto"/>
                <a:sym typeface="Roboto"/>
              </a:rPr>
              <a:t> to be started until a thread is free.</a:t>
            </a:r>
            <a:endParaRPr sz="1200" dirty="0">
              <a:latin typeface="Roboto"/>
              <a:ea typeface="Roboto"/>
              <a:cs typeface="Roboto"/>
              <a:sym typeface="Roboto"/>
            </a:endParaRPr>
          </a:p>
        </p:txBody>
      </p:sp>
      <p:sp>
        <p:nvSpPr>
          <p:cNvPr id="528" name="Google Shape;528;p56"/>
          <p:cNvSpPr txBox="1"/>
          <p:nvPr/>
        </p:nvSpPr>
        <p:spPr>
          <a:xfrm>
            <a:off x="3930725" y="3899525"/>
            <a:ext cx="45459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latin typeface="Roboto"/>
                <a:ea typeface="Roboto"/>
                <a:cs typeface="Roboto"/>
                <a:sym typeface="Roboto"/>
              </a:rPr>
              <a:t>Creates a </a:t>
            </a:r>
            <a:r>
              <a:rPr lang="en" sz="1200" b="1" i="1" dirty="0">
                <a:solidFill>
                  <a:srgbClr val="FF0000"/>
                </a:solidFill>
                <a:latin typeface="Roboto"/>
                <a:ea typeface="Roboto"/>
                <a:cs typeface="Roboto"/>
                <a:sym typeface="Roboto"/>
              </a:rPr>
              <a:t>single thread</a:t>
            </a:r>
            <a:r>
              <a:rPr lang="en" sz="1200" dirty="0">
                <a:latin typeface="Roboto"/>
                <a:ea typeface="Roboto"/>
                <a:cs typeface="Roboto"/>
                <a:sym typeface="Roboto"/>
              </a:rPr>
              <a:t> and executes all tasks on it. Tasks will be </a:t>
            </a:r>
            <a:r>
              <a:rPr lang="en" sz="1200" b="1" i="1" dirty="0">
                <a:solidFill>
                  <a:srgbClr val="FF0000"/>
                </a:solidFill>
                <a:latin typeface="Roboto"/>
                <a:ea typeface="Roboto"/>
                <a:cs typeface="Roboto"/>
                <a:sym typeface="Roboto"/>
              </a:rPr>
              <a:t>completed in the order</a:t>
            </a:r>
            <a:r>
              <a:rPr lang="en" sz="1200" dirty="0">
                <a:latin typeface="Roboto"/>
                <a:ea typeface="Roboto"/>
                <a:cs typeface="Roboto"/>
                <a:sym typeface="Roboto"/>
              </a:rPr>
              <a:t> they are submitted.</a:t>
            </a:r>
            <a:endParaRPr sz="1200" dirty="0">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2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2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5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Lots of Fast Racers</a:t>
            </a:r>
            <a:endParaRPr/>
          </a:p>
        </p:txBody>
      </p:sp>
      <p:sp>
        <p:nvSpPr>
          <p:cNvPr id="534" name="Google Shape;534;p5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26</a:t>
            </a:fld>
            <a:endParaRPr/>
          </a:p>
        </p:txBody>
      </p:sp>
      <p:sp>
        <p:nvSpPr>
          <p:cNvPr id="535" name="Google Shape;535;p57"/>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Let's try using the executor service to race our one million racers. You can use either the Cached Pool or Fixed Pool executor services. If you use a fixed pool, what should the size be?</a:t>
            </a:r>
            <a:endParaRPr/>
          </a:p>
        </p:txBody>
      </p:sp>
      <p:sp>
        <p:nvSpPr>
          <p:cNvPr id="536" name="Google Shape;536;p57"/>
          <p:cNvSpPr txBox="1">
            <a:spLocks noGrp="1"/>
          </p:cNvSpPr>
          <p:nvPr>
            <p:ph type="body" idx="2"/>
          </p:nvPr>
        </p:nvSpPr>
        <p:spPr>
          <a:xfrm>
            <a:off x="3226250" y="1534075"/>
            <a:ext cx="5715000" cy="29385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b="1" i="1" dirty="0">
                <a:solidFill>
                  <a:srgbClr val="FF0000"/>
                </a:solidFill>
              </a:rPr>
              <a:t>Modify </a:t>
            </a:r>
            <a:r>
              <a:rPr lang="en" dirty="0"/>
              <a:t>your existing </a:t>
            </a:r>
            <a:r>
              <a:rPr lang="en" dirty="0">
                <a:latin typeface="Courier New"/>
                <a:ea typeface="Courier New"/>
                <a:cs typeface="Courier New"/>
                <a:sym typeface="Courier New"/>
              </a:rPr>
              <a:t>LotsORacers</a:t>
            </a:r>
            <a:r>
              <a:rPr lang="en" dirty="0"/>
              <a:t> class to use an </a:t>
            </a:r>
            <a:r>
              <a:rPr lang="en" dirty="0">
                <a:solidFill>
                  <a:srgbClr val="FF0000"/>
                </a:solidFill>
                <a:latin typeface="Courier New"/>
                <a:ea typeface="Courier New"/>
                <a:cs typeface="Courier New"/>
                <a:sym typeface="Courier New"/>
              </a:rPr>
              <a:t>ExecutorService</a:t>
            </a:r>
            <a:r>
              <a:rPr lang="en" dirty="0"/>
              <a:t> for managing the threads/tasks.</a:t>
            </a:r>
            <a:endParaRPr dirty="0"/>
          </a:p>
          <a:p>
            <a:pPr marL="914400" lvl="1" indent="-298450" algn="l" rtl="0">
              <a:spcBef>
                <a:spcPts val="0"/>
              </a:spcBef>
              <a:spcAft>
                <a:spcPts val="0"/>
              </a:spcAft>
              <a:buSzPts val="1100"/>
              <a:buChar char="○"/>
            </a:pPr>
            <a:r>
              <a:rPr lang="en" dirty="0"/>
              <a:t>Using the lambda implementation, submit the lambdas directly to the executor service.</a:t>
            </a:r>
            <a:endParaRPr dirty="0"/>
          </a:p>
          <a:p>
            <a:pPr marL="457200" lvl="0" indent="-311150" algn="l" rtl="0">
              <a:spcBef>
                <a:spcPts val="0"/>
              </a:spcBef>
              <a:spcAft>
                <a:spcPts val="0"/>
              </a:spcAft>
              <a:buSzPts val="1300"/>
              <a:buChar char="●"/>
            </a:pPr>
            <a:r>
              <a:rPr lang="en" dirty="0"/>
              <a:t>If you use the Fixed Thread Pool, </a:t>
            </a:r>
            <a:r>
              <a:rPr lang="en" dirty="0">
                <a:highlight>
                  <a:srgbClr val="FFFF00"/>
                </a:highlight>
              </a:rPr>
              <a:t>set the size to the number of virtual cores your machine has</a:t>
            </a:r>
            <a:r>
              <a:rPr lang="en" dirty="0"/>
              <a:t>. </a:t>
            </a:r>
            <a:endParaRPr dirty="0"/>
          </a:p>
          <a:p>
            <a:pPr marL="914400" lvl="1" indent="-298450" algn="l" rtl="0">
              <a:spcBef>
                <a:spcPts val="0"/>
              </a:spcBef>
              <a:spcAft>
                <a:spcPts val="0"/>
              </a:spcAft>
              <a:buSzPts val="1100"/>
              <a:buChar char="○"/>
            </a:pPr>
            <a:r>
              <a:rPr lang="en" dirty="0">
                <a:highlight>
                  <a:srgbClr val="FFFF00"/>
                </a:highlight>
              </a:rPr>
              <a:t>If you don't know, 12 is a reasonable average for most systems.</a:t>
            </a:r>
            <a:endParaRPr dirty="0">
              <a:highlight>
                <a:srgbClr val="FFFF00"/>
              </a:highlight>
            </a:endParaRPr>
          </a:p>
          <a:p>
            <a:pPr marL="457200" lvl="0" indent="-311150" algn="l" rtl="0">
              <a:spcBef>
                <a:spcPts val="0"/>
              </a:spcBef>
              <a:spcAft>
                <a:spcPts val="0"/>
              </a:spcAft>
              <a:buSzPts val="1300"/>
              <a:buChar char="●"/>
            </a:pPr>
            <a:r>
              <a:rPr lang="en" dirty="0">
                <a:highlight>
                  <a:srgbClr val="FFFF00"/>
                </a:highlight>
              </a:rPr>
              <a:t>Don't forget to </a:t>
            </a:r>
            <a:r>
              <a:rPr lang="en" b="1" i="1" dirty="0">
                <a:solidFill>
                  <a:srgbClr val="FF0000"/>
                </a:solidFill>
                <a:highlight>
                  <a:srgbClr val="FFFF00"/>
                </a:highlight>
              </a:rPr>
              <a:t>shutdown </a:t>
            </a:r>
            <a:r>
              <a:rPr lang="en" dirty="0">
                <a:highlight>
                  <a:srgbClr val="FFFF00"/>
                </a:highlight>
              </a:rPr>
              <a:t>your executor service after you submit all the tasks or it will cause your program to hang at the end.</a:t>
            </a:r>
            <a:endParaRPr dirty="0">
              <a:highlight>
                <a:srgbClr val="FFFF00"/>
              </a:highlight>
            </a:endParaRPr>
          </a:p>
          <a:p>
            <a:pPr marL="457200" lvl="0" indent="-311150" algn="l" rtl="0">
              <a:spcBef>
                <a:spcPts val="0"/>
              </a:spcBef>
              <a:spcAft>
                <a:spcPts val="0"/>
              </a:spcAft>
              <a:buSzPts val="1300"/>
              <a:buChar char="●"/>
            </a:pPr>
            <a:r>
              <a:rPr lang="en" dirty="0"/>
              <a:t>Run the program again and see how long it takes to complete.</a:t>
            </a:r>
            <a:endParaRPr dirty="0"/>
          </a:p>
          <a:p>
            <a:pPr marL="914400" lvl="1" indent="-298450" algn="l" rtl="0">
              <a:spcBef>
                <a:spcPts val="0"/>
              </a:spcBef>
              <a:spcAft>
                <a:spcPts val="0"/>
              </a:spcAft>
              <a:buSzPts val="1100"/>
              <a:buChar char="○"/>
            </a:pPr>
            <a:r>
              <a:rPr lang="en" dirty="0"/>
              <a:t>Like last time, print something at the end so you know it's completed.</a:t>
            </a:r>
            <a:endParaRPr dirty="0"/>
          </a:p>
          <a:p>
            <a:pPr marL="914400" lvl="1" indent="-298450" algn="l" rtl="0">
              <a:spcBef>
                <a:spcPts val="0"/>
              </a:spcBef>
              <a:spcAft>
                <a:spcPts val="0"/>
              </a:spcAft>
              <a:buSzPts val="1100"/>
              <a:buChar char="○"/>
            </a:pPr>
            <a:r>
              <a:rPr lang="en" dirty="0"/>
              <a:t>If you have time, try running with the other executor service you didn't use and see if there is much of a difference.</a:t>
            </a:r>
            <a:endParaRPr dirty="0"/>
          </a:p>
        </p:txBody>
      </p:sp>
      <p:sp>
        <p:nvSpPr>
          <p:cNvPr id="537" name="Google Shape;537;p5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8.10</a:t>
            </a:r>
            <a:endParaRPr/>
          </a:p>
        </p:txBody>
      </p:sp>
      <p:sp>
        <p:nvSpPr>
          <p:cNvPr id="538" name="Google Shape;538;p57"/>
          <p:cNvSpPr txBox="1">
            <a:spLocks noGrp="1"/>
          </p:cNvSpPr>
          <p:nvPr>
            <p:ph type="body" idx="4"/>
          </p:nvPr>
        </p:nvSpPr>
        <p:spPr>
          <a:xfrm>
            <a:off x="202550" y="3652526"/>
            <a:ext cx="30237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While the example uses lambdas, you can also submit Runnables.</a:t>
            </a:r>
            <a:endParaRPr/>
          </a:p>
        </p:txBody>
      </p:sp>
      <p:sp>
        <p:nvSpPr>
          <p:cNvPr id="539" name="Google Shape;539;p57"/>
          <p:cNvSpPr txBox="1">
            <a:spLocks noGrp="1"/>
          </p:cNvSpPr>
          <p:nvPr>
            <p:ph type="body" idx="4"/>
          </p:nvPr>
        </p:nvSpPr>
        <p:spPr>
          <a:xfrm>
            <a:off x="202550" y="1534076"/>
            <a:ext cx="3023700" cy="2009700"/>
          </a:xfrm>
          <a:prstGeom prst="rect">
            <a:avLst/>
          </a:prstGeom>
          <a:solidFill>
            <a:schemeClr val="lt1"/>
          </a:solidFill>
          <a:ln w="19050" cap="flat" cmpd="sng">
            <a:solidFill>
              <a:schemeClr val="dk1"/>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000">
                <a:solidFill>
                  <a:srgbClr val="267F99"/>
                </a:solidFill>
                <a:highlight>
                  <a:srgbClr val="FFFFFF"/>
                </a:highlight>
                <a:latin typeface="Consolas"/>
                <a:ea typeface="Consolas"/>
                <a:cs typeface="Consolas"/>
                <a:sym typeface="Consolas"/>
              </a:rPr>
              <a:t>ExecutorService</a:t>
            </a:r>
            <a:r>
              <a:rPr lang="en" sz="1000">
                <a:solidFill>
                  <a:srgbClr val="3B3B3B"/>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exservice</a:t>
            </a:r>
            <a:r>
              <a:rPr lang="en" sz="1000">
                <a:solidFill>
                  <a:srgbClr val="3B3B3B"/>
                </a:solidFill>
                <a:highlight>
                  <a:srgbClr val="FFFFFF"/>
                </a:highlight>
                <a:latin typeface="Consolas"/>
                <a:ea typeface="Consolas"/>
                <a:cs typeface="Consolas"/>
                <a:sym typeface="Consolas"/>
              </a:rPr>
              <a:t> </a:t>
            </a:r>
            <a:r>
              <a:rPr lang="en" sz="1000">
                <a:solidFill>
                  <a:srgbClr val="000000"/>
                </a:solidFill>
                <a:highlight>
                  <a:srgbClr val="FFFFFF"/>
                </a:highlight>
                <a:latin typeface="Consolas"/>
                <a:ea typeface="Consolas"/>
                <a:cs typeface="Consolas"/>
                <a:sym typeface="Consolas"/>
              </a:rPr>
              <a:t>=</a:t>
            </a:r>
            <a:r>
              <a:rPr lang="en" sz="1000">
                <a:solidFill>
                  <a:srgbClr val="3B3B3B"/>
                </a:solidFill>
                <a:highlight>
                  <a:srgbClr val="FFFFFF"/>
                </a:highlight>
                <a:latin typeface="Consolas"/>
                <a:ea typeface="Consolas"/>
                <a:cs typeface="Consolas"/>
                <a:sym typeface="Consolas"/>
              </a:rPr>
              <a:t> </a:t>
            </a:r>
            <a:endParaRPr sz="100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267F99"/>
                </a:solidFill>
                <a:highlight>
                  <a:srgbClr val="FFFFFF"/>
                </a:highlight>
                <a:latin typeface="Consolas"/>
                <a:ea typeface="Consolas"/>
                <a:cs typeface="Consolas"/>
                <a:sym typeface="Consolas"/>
              </a:rPr>
              <a:t>    Executors</a:t>
            </a:r>
            <a:r>
              <a:rPr lang="en" sz="1000">
                <a:solidFill>
                  <a:srgbClr val="3B3B3B"/>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newCachedThreadPool</a:t>
            </a:r>
            <a:r>
              <a:rPr lang="en" sz="1000">
                <a:solidFill>
                  <a:srgbClr val="3B3B3B"/>
                </a:solidFill>
                <a:highlight>
                  <a:srgbClr val="FFFFFF"/>
                </a:highlight>
                <a:latin typeface="Consolas"/>
                <a:ea typeface="Consolas"/>
                <a:cs typeface="Consolas"/>
                <a:sym typeface="Consolas"/>
              </a:rPr>
              <a:t>();</a:t>
            </a:r>
            <a:endParaRPr sz="100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AF00DB"/>
                </a:solidFill>
                <a:highlight>
                  <a:srgbClr val="FFFFFF"/>
                </a:highlight>
                <a:latin typeface="Consolas"/>
                <a:ea typeface="Consolas"/>
                <a:cs typeface="Consolas"/>
                <a:sym typeface="Consolas"/>
              </a:rPr>
              <a:t>for</a:t>
            </a:r>
            <a:r>
              <a:rPr lang="en" sz="1000">
                <a:solidFill>
                  <a:srgbClr val="3B3B3B"/>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int</a:t>
            </a:r>
            <a:r>
              <a:rPr lang="en" sz="1000">
                <a:solidFill>
                  <a:srgbClr val="3B3B3B"/>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i</a:t>
            </a:r>
            <a:r>
              <a:rPr lang="en" sz="1000">
                <a:solidFill>
                  <a:srgbClr val="3B3B3B"/>
                </a:solidFill>
                <a:highlight>
                  <a:srgbClr val="FFFFFF"/>
                </a:highlight>
                <a:latin typeface="Consolas"/>
                <a:ea typeface="Consolas"/>
                <a:cs typeface="Consolas"/>
                <a:sym typeface="Consolas"/>
              </a:rPr>
              <a:t> </a:t>
            </a:r>
            <a:r>
              <a:rPr lang="en" sz="1000">
                <a:solidFill>
                  <a:srgbClr val="000000"/>
                </a:solidFill>
                <a:highlight>
                  <a:srgbClr val="FFFFFF"/>
                </a:highlight>
                <a:latin typeface="Consolas"/>
                <a:ea typeface="Consolas"/>
                <a:cs typeface="Consolas"/>
                <a:sym typeface="Consolas"/>
              </a:rPr>
              <a:t>=</a:t>
            </a:r>
            <a:r>
              <a:rPr lang="en" sz="1000">
                <a:solidFill>
                  <a:srgbClr val="3B3B3B"/>
                </a:solidFill>
                <a:highlight>
                  <a:srgbClr val="FFFFFF"/>
                </a:highlight>
                <a:latin typeface="Consolas"/>
                <a:ea typeface="Consolas"/>
                <a:cs typeface="Consolas"/>
                <a:sym typeface="Consolas"/>
              </a:rPr>
              <a:t> </a:t>
            </a:r>
            <a:r>
              <a:rPr lang="en" sz="1000">
                <a:solidFill>
                  <a:srgbClr val="098658"/>
                </a:solidFill>
                <a:highlight>
                  <a:srgbClr val="FFFFFF"/>
                </a:highlight>
                <a:latin typeface="Consolas"/>
                <a:ea typeface="Consolas"/>
                <a:cs typeface="Consolas"/>
                <a:sym typeface="Consolas"/>
              </a:rPr>
              <a:t>1</a:t>
            </a:r>
            <a:r>
              <a:rPr lang="en" sz="1000">
                <a:solidFill>
                  <a:srgbClr val="3B3B3B"/>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i</a:t>
            </a:r>
            <a:r>
              <a:rPr lang="en" sz="1000">
                <a:solidFill>
                  <a:srgbClr val="3B3B3B"/>
                </a:solidFill>
                <a:highlight>
                  <a:srgbClr val="FFFFFF"/>
                </a:highlight>
                <a:latin typeface="Consolas"/>
                <a:ea typeface="Consolas"/>
                <a:cs typeface="Consolas"/>
                <a:sym typeface="Consolas"/>
              </a:rPr>
              <a:t> </a:t>
            </a:r>
            <a:r>
              <a:rPr lang="en" sz="1000">
                <a:solidFill>
                  <a:srgbClr val="000000"/>
                </a:solidFill>
                <a:highlight>
                  <a:srgbClr val="FFFFFF"/>
                </a:highlight>
                <a:latin typeface="Consolas"/>
                <a:ea typeface="Consolas"/>
                <a:cs typeface="Consolas"/>
                <a:sym typeface="Consolas"/>
              </a:rPr>
              <a:t>&lt;=</a:t>
            </a:r>
            <a:r>
              <a:rPr lang="en" sz="1000">
                <a:solidFill>
                  <a:srgbClr val="3B3B3B"/>
                </a:solidFill>
                <a:highlight>
                  <a:srgbClr val="FFFFFF"/>
                </a:highlight>
                <a:latin typeface="Consolas"/>
                <a:ea typeface="Consolas"/>
                <a:cs typeface="Consolas"/>
                <a:sym typeface="Consolas"/>
              </a:rPr>
              <a:t> </a:t>
            </a:r>
            <a:r>
              <a:rPr lang="en" sz="1000">
                <a:solidFill>
                  <a:srgbClr val="098658"/>
                </a:solidFill>
                <a:highlight>
                  <a:srgbClr val="FFFFFF"/>
                </a:highlight>
                <a:latin typeface="Consolas"/>
                <a:ea typeface="Consolas"/>
                <a:cs typeface="Consolas"/>
                <a:sym typeface="Consolas"/>
              </a:rPr>
              <a:t>10</a:t>
            </a:r>
            <a:r>
              <a:rPr lang="en" sz="1000">
                <a:solidFill>
                  <a:srgbClr val="3B3B3B"/>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i</a:t>
            </a:r>
            <a:r>
              <a:rPr lang="en" sz="1000">
                <a:solidFill>
                  <a:srgbClr val="000000"/>
                </a:solidFill>
                <a:highlight>
                  <a:srgbClr val="FFFFFF"/>
                </a:highlight>
                <a:latin typeface="Consolas"/>
                <a:ea typeface="Consolas"/>
                <a:cs typeface="Consolas"/>
                <a:sym typeface="Consolas"/>
              </a:rPr>
              <a:t>++</a:t>
            </a:r>
            <a:r>
              <a:rPr lang="en" sz="1000">
                <a:solidFill>
                  <a:srgbClr val="3B3B3B"/>
                </a:solidFill>
                <a:highlight>
                  <a:srgbClr val="FFFFFF"/>
                </a:highlight>
                <a:latin typeface="Consolas"/>
                <a:ea typeface="Consolas"/>
                <a:cs typeface="Consolas"/>
                <a:sym typeface="Consolas"/>
              </a:rPr>
              <a:t>) {</a:t>
            </a:r>
            <a:endParaRPr sz="100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3B3B3B"/>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String</a:t>
            </a:r>
            <a:r>
              <a:rPr lang="en" sz="1000">
                <a:solidFill>
                  <a:srgbClr val="3B3B3B"/>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name</a:t>
            </a:r>
            <a:r>
              <a:rPr lang="en" sz="1000">
                <a:solidFill>
                  <a:srgbClr val="3B3B3B"/>
                </a:solidFill>
                <a:highlight>
                  <a:srgbClr val="FFFFFF"/>
                </a:highlight>
                <a:latin typeface="Consolas"/>
                <a:ea typeface="Consolas"/>
                <a:cs typeface="Consolas"/>
                <a:sym typeface="Consolas"/>
              </a:rPr>
              <a:t> </a:t>
            </a:r>
            <a:r>
              <a:rPr lang="en" sz="1000">
                <a:solidFill>
                  <a:srgbClr val="000000"/>
                </a:solidFill>
                <a:highlight>
                  <a:srgbClr val="FFFFFF"/>
                </a:highlight>
                <a:latin typeface="Consolas"/>
                <a:ea typeface="Consolas"/>
                <a:cs typeface="Consolas"/>
                <a:sym typeface="Consolas"/>
              </a:rPr>
              <a:t>=</a:t>
            </a:r>
            <a:r>
              <a:rPr lang="en" sz="1000">
                <a:solidFill>
                  <a:srgbClr val="3B3B3B"/>
                </a:solidFill>
                <a:highlight>
                  <a:srgbClr val="FFFFFF"/>
                </a:highlight>
                <a:latin typeface="Consolas"/>
                <a:ea typeface="Consolas"/>
                <a:cs typeface="Consolas"/>
                <a:sym typeface="Consolas"/>
              </a:rPr>
              <a:t> </a:t>
            </a:r>
            <a:r>
              <a:rPr lang="en" sz="1000">
                <a:solidFill>
                  <a:srgbClr val="A31515"/>
                </a:solidFill>
                <a:highlight>
                  <a:srgbClr val="FFFFFF"/>
                </a:highlight>
                <a:latin typeface="Consolas"/>
                <a:ea typeface="Consolas"/>
                <a:cs typeface="Consolas"/>
                <a:sym typeface="Consolas"/>
              </a:rPr>
              <a:t>"Task "</a:t>
            </a:r>
            <a:r>
              <a:rPr lang="en" sz="1000">
                <a:solidFill>
                  <a:srgbClr val="3B3B3B"/>
                </a:solidFill>
                <a:highlight>
                  <a:srgbClr val="FFFFFF"/>
                </a:highlight>
                <a:latin typeface="Consolas"/>
                <a:ea typeface="Consolas"/>
                <a:cs typeface="Consolas"/>
                <a:sym typeface="Consolas"/>
              </a:rPr>
              <a:t> </a:t>
            </a:r>
            <a:r>
              <a:rPr lang="en" sz="1000">
                <a:solidFill>
                  <a:srgbClr val="000000"/>
                </a:solidFill>
                <a:highlight>
                  <a:srgbClr val="FFFFFF"/>
                </a:highlight>
                <a:latin typeface="Consolas"/>
                <a:ea typeface="Consolas"/>
                <a:cs typeface="Consolas"/>
                <a:sym typeface="Consolas"/>
              </a:rPr>
              <a:t>+</a:t>
            </a:r>
            <a:r>
              <a:rPr lang="en" sz="1000">
                <a:solidFill>
                  <a:srgbClr val="3B3B3B"/>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i</a:t>
            </a:r>
            <a:r>
              <a:rPr lang="en" sz="1000">
                <a:solidFill>
                  <a:srgbClr val="3B3B3B"/>
                </a:solidFill>
                <a:highlight>
                  <a:srgbClr val="FFFFFF"/>
                </a:highlight>
                <a:latin typeface="Consolas"/>
                <a:ea typeface="Consolas"/>
                <a:cs typeface="Consolas"/>
                <a:sym typeface="Consolas"/>
              </a:rPr>
              <a:t>;</a:t>
            </a:r>
            <a:endParaRPr sz="100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3B3B3B"/>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exservice</a:t>
            </a:r>
            <a:r>
              <a:rPr lang="en" sz="1000">
                <a:solidFill>
                  <a:srgbClr val="3B3B3B"/>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submit</a:t>
            </a:r>
            <a:r>
              <a:rPr lang="en" sz="1000">
                <a:solidFill>
                  <a:srgbClr val="3B3B3B"/>
                </a:solidFill>
                <a:highlight>
                  <a:srgbClr val="FFFFFF"/>
                </a:highlight>
                <a:latin typeface="Consolas"/>
                <a:ea typeface="Consolas"/>
                <a:cs typeface="Consolas"/>
                <a:sym typeface="Consolas"/>
              </a:rPr>
              <a:t>(()</a:t>
            </a:r>
            <a:r>
              <a:rPr lang="en" sz="1000">
                <a:solidFill>
                  <a:srgbClr val="0000FF"/>
                </a:solidFill>
                <a:highlight>
                  <a:srgbClr val="FFFFFF"/>
                </a:highlight>
                <a:latin typeface="Consolas"/>
                <a:ea typeface="Consolas"/>
                <a:cs typeface="Consolas"/>
                <a:sym typeface="Consolas"/>
              </a:rPr>
              <a:t>-&gt;</a:t>
            </a:r>
            <a:r>
              <a:rPr lang="en" sz="1000">
                <a:solidFill>
                  <a:srgbClr val="3B3B3B"/>
                </a:solidFill>
                <a:highlight>
                  <a:srgbClr val="FFFFFF"/>
                </a:highlight>
                <a:latin typeface="Consolas"/>
                <a:ea typeface="Consolas"/>
                <a:cs typeface="Consolas"/>
                <a:sym typeface="Consolas"/>
              </a:rPr>
              <a:t> </a:t>
            </a:r>
            <a:endParaRPr sz="100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267F99"/>
                </a:solidFill>
                <a:highlight>
                  <a:srgbClr val="FFFFFF"/>
                </a:highlight>
                <a:latin typeface="Consolas"/>
                <a:ea typeface="Consolas"/>
                <a:cs typeface="Consolas"/>
                <a:sym typeface="Consolas"/>
              </a:rPr>
              <a:t>       System</a:t>
            </a:r>
            <a:r>
              <a:rPr lang="en" sz="1000">
                <a:solidFill>
                  <a:srgbClr val="3B3B3B"/>
                </a:solidFill>
                <a:highlight>
                  <a:srgbClr val="FFFFFF"/>
                </a:highlight>
                <a:latin typeface="Consolas"/>
                <a:ea typeface="Consolas"/>
                <a:cs typeface="Consolas"/>
                <a:sym typeface="Consolas"/>
              </a:rPr>
              <a:t>.</a:t>
            </a:r>
            <a:r>
              <a:rPr lang="en" sz="1000">
                <a:solidFill>
                  <a:srgbClr val="0070C1"/>
                </a:solidFill>
                <a:highlight>
                  <a:srgbClr val="FFFFFF"/>
                </a:highlight>
                <a:latin typeface="Consolas"/>
                <a:ea typeface="Consolas"/>
                <a:cs typeface="Consolas"/>
                <a:sym typeface="Consolas"/>
              </a:rPr>
              <a:t>out</a:t>
            </a:r>
            <a:r>
              <a:rPr lang="en" sz="1000">
                <a:solidFill>
                  <a:srgbClr val="3B3B3B"/>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println</a:t>
            </a:r>
            <a:r>
              <a:rPr lang="en" sz="1000">
                <a:solidFill>
                  <a:srgbClr val="3B3B3B"/>
                </a:solidFill>
                <a:highlight>
                  <a:srgbClr val="FFFFFF"/>
                </a:highlight>
                <a:latin typeface="Consolas"/>
                <a:ea typeface="Consolas"/>
                <a:cs typeface="Consolas"/>
                <a:sym typeface="Consolas"/>
              </a:rPr>
              <a:t>(</a:t>
            </a:r>
            <a:r>
              <a:rPr lang="en" sz="1000">
                <a:solidFill>
                  <a:srgbClr val="001080"/>
                </a:solidFill>
                <a:highlight>
                  <a:srgbClr val="FFFFFF"/>
                </a:highlight>
                <a:latin typeface="Consolas"/>
                <a:ea typeface="Consolas"/>
                <a:cs typeface="Consolas"/>
                <a:sym typeface="Consolas"/>
              </a:rPr>
              <a:t>name</a:t>
            </a:r>
            <a:r>
              <a:rPr lang="en" sz="1000">
                <a:solidFill>
                  <a:srgbClr val="3B3B3B"/>
                </a:solidFill>
                <a:highlight>
                  <a:srgbClr val="FFFFFF"/>
                </a:highlight>
                <a:latin typeface="Consolas"/>
                <a:ea typeface="Consolas"/>
                <a:cs typeface="Consolas"/>
                <a:sym typeface="Consolas"/>
              </a:rPr>
              <a:t>));</a:t>
            </a:r>
            <a:endParaRPr sz="100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3B3B3B"/>
                </a:solidFill>
                <a:highlight>
                  <a:srgbClr val="FFFFFF"/>
                </a:highlight>
                <a:latin typeface="Consolas"/>
                <a:ea typeface="Consolas"/>
                <a:cs typeface="Consolas"/>
                <a:sym typeface="Consolas"/>
              </a:rPr>
              <a:t>}</a:t>
            </a:r>
            <a:endParaRPr sz="100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001080"/>
                </a:solidFill>
                <a:highlight>
                  <a:srgbClr val="FFFFFF"/>
                </a:highlight>
                <a:latin typeface="Consolas"/>
                <a:ea typeface="Consolas"/>
                <a:cs typeface="Consolas"/>
                <a:sym typeface="Consolas"/>
              </a:rPr>
              <a:t>exservice</a:t>
            </a:r>
            <a:r>
              <a:rPr lang="en" sz="1000">
                <a:solidFill>
                  <a:srgbClr val="3B3B3B"/>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shutdown</a:t>
            </a:r>
            <a:r>
              <a:rPr lang="en" sz="1000">
                <a:solidFill>
                  <a:srgbClr val="3B3B3B"/>
                </a:solidFill>
                <a:highlight>
                  <a:srgbClr val="FFFFFF"/>
                </a:highlight>
                <a:latin typeface="Consolas"/>
                <a:ea typeface="Consolas"/>
                <a:cs typeface="Consolas"/>
                <a:sym typeface="Consolas"/>
              </a:rPr>
              <a:t>();</a:t>
            </a:r>
            <a:endParaRPr sz="1000">
              <a:solidFill>
                <a:srgbClr val="3B3B3B"/>
              </a:solidFill>
              <a:highlight>
                <a:srgbClr val="FFFFFF"/>
              </a:highlight>
              <a:latin typeface="Consolas"/>
              <a:ea typeface="Consolas"/>
              <a:cs typeface="Consolas"/>
              <a:sym typeface="Consolas"/>
            </a:endParaRPr>
          </a:p>
          <a:p>
            <a:pPr marL="0" lvl="0" indent="0" algn="l" rtl="0">
              <a:spcBef>
                <a:spcPts val="0"/>
              </a:spcBef>
              <a:spcAft>
                <a:spcPts val="0"/>
              </a:spcAft>
              <a:buNone/>
            </a:pPr>
            <a:endParaRPr sz="1000"/>
          </a:p>
        </p:txBody>
      </p:sp>
      <p:sp>
        <p:nvSpPr>
          <p:cNvPr id="540" name="Google Shape;540;p57"/>
          <p:cNvSpPr txBox="1">
            <a:spLocks noGrp="1"/>
          </p:cNvSpPr>
          <p:nvPr>
            <p:ph type="body" idx="4"/>
          </p:nvPr>
        </p:nvSpPr>
        <p:spPr>
          <a:xfrm>
            <a:off x="202550" y="4315376"/>
            <a:ext cx="3023700" cy="558000"/>
          </a:xfrm>
          <a:prstGeom prst="rect">
            <a:avLst/>
          </a:prstGeom>
          <a:solidFill>
            <a:schemeClr val="lt1"/>
          </a:solidFill>
          <a:ln w="19050" cap="flat" cmpd="sng">
            <a:solidFill>
              <a:schemeClr val="dk1"/>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000">
                <a:solidFill>
                  <a:srgbClr val="267F99"/>
                </a:solidFill>
                <a:highlight>
                  <a:schemeClr val="lt1"/>
                </a:highlight>
                <a:latin typeface="Consolas"/>
                <a:ea typeface="Consolas"/>
                <a:cs typeface="Consolas"/>
                <a:sym typeface="Consolas"/>
              </a:rPr>
              <a:t>MyRunnable</a:t>
            </a:r>
            <a:r>
              <a:rPr lang="en" sz="1000">
                <a:solidFill>
                  <a:srgbClr val="3B3B3B"/>
                </a:solidFill>
                <a:highlight>
                  <a:schemeClr val="lt1"/>
                </a:highlight>
                <a:latin typeface="Consolas"/>
                <a:ea typeface="Consolas"/>
                <a:cs typeface="Consolas"/>
                <a:sym typeface="Consolas"/>
              </a:rPr>
              <a:t> </a:t>
            </a:r>
            <a:r>
              <a:rPr lang="en" sz="1000">
                <a:solidFill>
                  <a:srgbClr val="001080"/>
                </a:solidFill>
                <a:highlight>
                  <a:schemeClr val="lt1"/>
                </a:highlight>
                <a:latin typeface="Consolas"/>
                <a:ea typeface="Consolas"/>
                <a:cs typeface="Consolas"/>
                <a:sym typeface="Consolas"/>
              </a:rPr>
              <a:t>runner</a:t>
            </a:r>
            <a:r>
              <a:rPr lang="en" sz="1000">
                <a:solidFill>
                  <a:srgbClr val="3B3B3B"/>
                </a:solidFill>
                <a:highlight>
                  <a:schemeClr val="lt1"/>
                </a:highlight>
                <a:latin typeface="Consolas"/>
                <a:ea typeface="Consolas"/>
                <a:cs typeface="Consolas"/>
                <a:sym typeface="Consolas"/>
              </a:rPr>
              <a:t> </a:t>
            </a:r>
            <a:r>
              <a:rPr lang="en" sz="1000">
                <a:highlight>
                  <a:schemeClr val="lt1"/>
                </a:highlight>
                <a:latin typeface="Consolas"/>
                <a:ea typeface="Consolas"/>
                <a:cs typeface="Consolas"/>
                <a:sym typeface="Consolas"/>
              </a:rPr>
              <a:t>= </a:t>
            </a:r>
            <a:r>
              <a:rPr lang="en" sz="1050">
                <a:solidFill>
                  <a:srgbClr val="AF00DB"/>
                </a:solidFill>
                <a:latin typeface="Consolas"/>
                <a:ea typeface="Consolas"/>
                <a:cs typeface="Consolas"/>
                <a:sym typeface="Consolas"/>
              </a:rPr>
              <a:t>new</a:t>
            </a:r>
            <a:r>
              <a:rPr lang="en" sz="1050">
                <a:latin typeface="Consolas"/>
                <a:ea typeface="Consolas"/>
                <a:cs typeface="Consolas"/>
                <a:sym typeface="Consolas"/>
              </a:rPr>
              <a:t> </a:t>
            </a:r>
            <a:r>
              <a:rPr lang="en" sz="1050">
                <a:solidFill>
                  <a:srgbClr val="795E26"/>
                </a:solidFill>
                <a:latin typeface="Consolas"/>
                <a:ea typeface="Consolas"/>
                <a:cs typeface="Consolas"/>
                <a:sym typeface="Consolas"/>
              </a:rPr>
              <a:t>MyRunnable</a:t>
            </a:r>
            <a:r>
              <a:rPr lang="en" sz="1050">
                <a:latin typeface="Consolas"/>
                <a:ea typeface="Consolas"/>
                <a:cs typeface="Consolas"/>
                <a:sym typeface="Consolas"/>
              </a:rPr>
              <a:t>(</a:t>
            </a:r>
            <a:r>
              <a:rPr lang="en" sz="1050">
                <a:solidFill>
                  <a:srgbClr val="098658"/>
                </a:solidFill>
                <a:latin typeface="Consolas"/>
                <a:ea typeface="Consolas"/>
                <a:cs typeface="Consolas"/>
                <a:sym typeface="Consolas"/>
              </a:rPr>
              <a:t>1</a:t>
            </a:r>
            <a:r>
              <a:rPr lang="en" sz="1050">
                <a:latin typeface="Consolas"/>
                <a:ea typeface="Consolas"/>
                <a:cs typeface="Consolas"/>
                <a:sym typeface="Consolas"/>
              </a:rPr>
              <a:t>)</a:t>
            </a:r>
            <a:r>
              <a:rPr lang="en" sz="1000">
                <a:solidFill>
                  <a:srgbClr val="3B3B3B"/>
                </a:solidFill>
                <a:highlight>
                  <a:schemeClr val="lt1"/>
                </a:highlight>
                <a:latin typeface="Consolas"/>
                <a:ea typeface="Consolas"/>
                <a:cs typeface="Consolas"/>
                <a:sym typeface="Consolas"/>
              </a:rPr>
              <a:t> </a:t>
            </a:r>
            <a:endParaRPr sz="1000">
              <a:solidFill>
                <a:srgbClr val="3B3B3B"/>
              </a:solidFill>
              <a:highlight>
                <a:schemeClr val="lt1"/>
              </a:highlight>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001080"/>
                </a:solidFill>
                <a:highlight>
                  <a:srgbClr val="FFFFFF"/>
                </a:highlight>
                <a:latin typeface="Consolas"/>
                <a:ea typeface="Consolas"/>
                <a:cs typeface="Consolas"/>
                <a:sym typeface="Consolas"/>
              </a:rPr>
              <a:t>exservice</a:t>
            </a:r>
            <a:r>
              <a:rPr lang="en" sz="1000">
                <a:solidFill>
                  <a:srgbClr val="3B3B3B"/>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submit</a:t>
            </a:r>
            <a:r>
              <a:rPr lang="en" sz="1000">
                <a:solidFill>
                  <a:srgbClr val="3B3B3B"/>
                </a:solidFill>
                <a:highlight>
                  <a:srgbClr val="FFFFFF"/>
                </a:highlight>
                <a:latin typeface="Consolas"/>
                <a:ea typeface="Consolas"/>
                <a:cs typeface="Consolas"/>
                <a:sym typeface="Consolas"/>
              </a:rPr>
              <a:t>(runner);</a:t>
            </a:r>
            <a:endParaRPr sz="10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58"/>
          <p:cNvSpPr txBox="1">
            <a:spLocks noGrp="1"/>
          </p:cNvSpPr>
          <p:nvPr>
            <p:ph type="title"/>
          </p:nvPr>
        </p:nvSpPr>
        <p:spPr>
          <a:xfrm>
            <a:off x="5188525" y="437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Analysis</a:t>
            </a:r>
            <a:endParaRPr/>
          </a:p>
        </p:txBody>
      </p:sp>
      <p:sp>
        <p:nvSpPr>
          <p:cNvPr id="546" name="Google Shape;546;p58"/>
          <p:cNvSpPr txBox="1">
            <a:spLocks noGrp="1"/>
          </p:cNvSpPr>
          <p:nvPr>
            <p:ph type="body" idx="1"/>
          </p:nvPr>
        </p:nvSpPr>
        <p:spPr>
          <a:xfrm>
            <a:off x="377475" y="119925"/>
            <a:ext cx="4166400" cy="43722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Over the last several activities, we've seen what happens when multiple threads are running at the same time</a:t>
            </a:r>
            <a:endParaRPr dirty="0"/>
          </a:p>
          <a:p>
            <a:pPr marL="457200" lvl="0" indent="-311150" algn="l" rtl="0">
              <a:spcBef>
                <a:spcPts val="0"/>
              </a:spcBef>
              <a:spcAft>
                <a:spcPts val="0"/>
              </a:spcAft>
              <a:buSzPts val="1300"/>
              <a:buChar char="●"/>
            </a:pPr>
            <a:r>
              <a:rPr lang="en" dirty="0"/>
              <a:t>All of their output is </a:t>
            </a:r>
            <a:r>
              <a:rPr lang="en" b="1" i="1" dirty="0">
                <a:solidFill>
                  <a:srgbClr val="FF0000"/>
                </a:solidFill>
              </a:rPr>
              <a:t>interleaved</a:t>
            </a:r>
            <a:endParaRPr b="1" i="1" dirty="0">
              <a:solidFill>
                <a:srgbClr val="FF0000"/>
              </a:solidFill>
            </a:endParaRPr>
          </a:p>
          <a:p>
            <a:pPr marL="914400" lvl="1" indent="-298450" algn="l" rtl="0">
              <a:spcBef>
                <a:spcPts val="0"/>
              </a:spcBef>
              <a:spcAft>
                <a:spcPts val="0"/>
              </a:spcAft>
              <a:buSzPts val="1100"/>
              <a:buChar char="○"/>
            </a:pPr>
            <a:r>
              <a:rPr lang="en" dirty="0"/>
              <a:t>Meaning some portion of the output from some threads occurs in between the output of the other threads</a:t>
            </a:r>
            <a:endParaRPr dirty="0"/>
          </a:p>
          <a:p>
            <a:pPr marL="457200" lvl="0" indent="-311150" algn="l" rtl="0">
              <a:spcBef>
                <a:spcPts val="0"/>
              </a:spcBef>
              <a:spcAft>
                <a:spcPts val="0"/>
              </a:spcAft>
              <a:buSzPts val="1300"/>
              <a:buChar char="●"/>
            </a:pPr>
            <a:r>
              <a:rPr lang="en" dirty="0"/>
              <a:t>Some of the threads may be running on the </a:t>
            </a:r>
            <a:r>
              <a:rPr lang="en" b="1" i="1" dirty="0">
                <a:solidFill>
                  <a:srgbClr val="FF0000"/>
                </a:solidFill>
              </a:rPr>
              <a:t>same core</a:t>
            </a:r>
            <a:r>
              <a:rPr lang="en" dirty="0"/>
              <a:t> in your system, others may be running on </a:t>
            </a:r>
            <a:r>
              <a:rPr lang="en" b="1" i="1" dirty="0">
                <a:solidFill>
                  <a:srgbClr val="FF0000"/>
                </a:solidFill>
              </a:rPr>
              <a:t>different cores</a:t>
            </a:r>
            <a:endParaRPr b="1" i="1" dirty="0">
              <a:solidFill>
                <a:srgbClr val="FF0000"/>
              </a:solidFill>
            </a:endParaRPr>
          </a:p>
          <a:p>
            <a:pPr marL="914400" lvl="1" indent="-298450" algn="l" rtl="0">
              <a:spcBef>
                <a:spcPts val="0"/>
              </a:spcBef>
              <a:spcAft>
                <a:spcPts val="0"/>
              </a:spcAft>
              <a:buSzPts val="1100"/>
              <a:buChar char="○"/>
            </a:pPr>
            <a:r>
              <a:rPr lang="en" dirty="0"/>
              <a:t>You have </a:t>
            </a:r>
            <a:r>
              <a:rPr lang="en" b="1" i="1" dirty="0">
                <a:solidFill>
                  <a:srgbClr val="FF0000"/>
                </a:solidFill>
              </a:rPr>
              <a:t>no control</a:t>
            </a:r>
            <a:r>
              <a:rPr lang="en" dirty="0"/>
              <a:t> over how your OS decides which core to run a process/thread on</a:t>
            </a:r>
            <a:endParaRPr dirty="0"/>
          </a:p>
          <a:p>
            <a:pPr marL="457200" lvl="0" indent="-311150" algn="l" rtl="0">
              <a:spcBef>
                <a:spcPts val="0"/>
              </a:spcBef>
              <a:spcAft>
                <a:spcPts val="0"/>
              </a:spcAft>
              <a:buSzPts val="1300"/>
              <a:buChar char="●"/>
            </a:pPr>
            <a:r>
              <a:rPr lang="en" dirty="0"/>
              <a:t>In the </a:t>
            </a:r>
            <a:r>
              <a:rPr lang="en" dirty="0">
                <a:latin typeface="Courier New"/>
                <a:ea typeface="Courier New"/>
                <a:cs typeface="Courier New"/>
                <a:sym typeface="Courier New"/>
              </a:rPr>
              <a:t>Racer</a:t>
            </a:r>
            <a:r>
              <a:rPr lang="en" dirty="0"/>
              <a:t> activities, we eventually added a level of control using a loop and </a:t>
            </a:r>
            <a:r>
              <a:rPr lang="en" dirty="0">
                <a:highlight>
                  <a:srgbClr val="FFFF00"/>
                </a:highlight>
                <a:latin typeface="Courier New"/>
                <a:ea typeface="Courier New"/>
                <a:cs typeface="Courier New"/>
                <a:sym typeface="Courier New"/>
              </a:rPr>
              <a:t>isAlive()</a:t>
            </a:r>
            <a:endParaRPr dirty="0">
              <a:highlight>
                <a:srgbClr val="FFFF00"/>
              </a:highlight>
              <a:latin typeface="Courier New"/>
              <a:ea typeface="Courier New"/>
              <a:cs typeface="Courier New"/>
              <a:sym typeface="Courier New"/>
            </a:endParaRPr>
          </a:p>
          <a:p>
            <a:pPr marL="914400" lvl="1" indent="-298450" algn="l" rtl="0">
              <a:spcBef>
                <a:spcPts val="0"/>
              </a:spcBef>
              <a:spcAft>
                <a:spcPts val="0"/>
              </a:spcAft>
              <a:buSzPts val="1100"/>
              <a:buChar char="○"/>
            </a:pPr>
            <a:r>
              <a:rPr lang="en" dirty="0"/>
              <a:t>This is known as a </a:t>
            </a:r>
            <a:r>
              <a:rPr lang="en" b="1" i="1" dirty="0">
                <a:solidFill>
                  <a:srgbClr val="FF0000"/>
                </a:solidFill>
              </a:rPr>
              <a:t>busy wait</a:t>
            </a:r>
            <a:r>
              <a:rPr lang="en" dirty="0"/>
              <a:t> because the CPU is in use while waiting for some event to occur</a:t>
            </a:r>
            <a:endParaRPr dirty="0"/>
          </a:p>
          <a:p>
            <a:pPr marL="914400" lvl="1" indent="-298450" algn="l" rtl="0">
              <a:spcBef>
                <a:spcPts val="0"/>
              </a:spcBef>
              <a:spcAft>
                <a:spcPts val="0"/>
              </a:spcAft>
              <a:buSzPts val="1100"/>
              <a:buChar char="○"/>
            </a:pPr>
            <a:r>
              <a:rPr lang="en" dirty="0">
                <a:highlight>
                  <a:srgbClr val="FFFF00"/>
                </a:highlight>
              </a:rPr>
              <a:t>In general, this is a </a:t>
            </a:r>
            <a:r>
              <a:rPr lang="en" b="1" i="1" dirty="0">
                <a:solidFill>
                  <a:srgbClr val="FF0000"/>
                </a:solidFill>
                <a:highlight>
                  <a:srgbClr val="FFFF00"/>
                </a:highlight>
              </a:rPr>
              <a:t>bad idea</a:t>
            </a:r>
            <a:r>
              <a:rPr lang="en" dirty="0">
                <a:highlight>
                  <a:srgbClr val="FFFF00"/>
                </a:highlight>
              </a:rPr>
              <a:t> </a:t>
            </a:r>
            <a:r>
              <a:rPr lang="en" dirty="0"/>
              <a:t>because it wastes a lot of CPU cycles but accomplishes no work</a:t>
            </a:r>
            <a:endParaRPr dirty="0"/>
          </a:p>
          <a:p>
            <a:pPr marL="914400" lvl="1" indent="-298450" algn="l" rtl="0">
              <a:spcBef>
                <a:spcPts val="0"/>
              </a:spcBef>
              <a:spcAft>
                <a:spcPts val="0"/>
              </a:spcAft>
              <a:buSzPts val="1100"/>
              <a:buChar char="○"/>
            </a:pPr>
            <a:r>
              <a:rPr lang="en" dirty="0"/>
              <a:t>Imagine trying to do this for the 1 million racers race!</a:t>
            </a:r>
            <a:endParaRPr dirty="0"/>
          </a:p>
        </p:txBody>
      </p:sp>
      <p:sp>
        <p:nvSpPr>
          <p:cNvPr id="547" name="Google Shape;547;p58"/>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27</a:t>
            </a:fld>
            <a:endParaRPr/>
          </a:p>
        </p:txBody>
      </p:sp>
      <p:sp>
        <p:nvSpPr>
          <p:cNvPr id="548" name="Google Shape;548;p58"/>
          <p:cNvSpPr txBox="1">
            <a:spLocks noGrp="1"/>
          </p:cNvSpPr>
          <p:nvPr>
            <p:ph type="body" idx="3"/>
          </p:nvPr>
        </p:nvSpPr>
        <p:spPr>
          <a:xfrm>
            <a:off x="5518250" y="4221675"/>
            <a:ext cx="30471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a:t>
            </a:r>
            <a:r>
              <a:rPr lang="en" b="1" i="1">
                <a:solidFill>
                  <a:srgbClr val="FF0000"/>
                </a:solidFill>
              </a:rPr>
              <a:t>busy wait</a:t>
            </a:r>
            <a:r>
              <a:rPr lang="en"/>
              <a:t> is a waste of time and resources that could be used to run other processes.</a:t>
            </a:r>
            <a:endParaRPr/>
          </a:p>
        </p:txBody>
      </p:sp>
      <p:pic>
        <p:nvPicPr>
          <p:cNvPr id="549" name="Google Shape;549;p58"/>
          <p:cNvPicPr preferRelativeResize="0"/>
          <p:nvPr/>
        </p:nvPicPr>
        <p:blipFill>
          <a:blip r:embed="rId3">
            <a:alphaModFix/>
          </a:blip>
          <a:stretch>
            <a:fillRect/>
          </a:stretch>
        </p:blipFill>
        <p:spPr>
          <a:xfrm>
            <a:off x="5518250" y="986625"/>
            <a:ext cx="3047047" cy="3158848"/>
          </a:xfrm>
          <a:prstGeom prst="rect">
            <a:avLst/>
          </a:prstGeom>
          <a:noFill/>
          <a:ln>
            <a:noFill/>
          </a:ln>
        </p:spPr>
      </p:pic>
      <p:grpSp>
        <p:nvGrpSpPr>
          <p:cNvPr id="550" name="Google Shape;550;p58"/>
          <p:cNvGrpSpPr/>
          <p:nvPr/>
        </p:nvGrpSpPr>
        <p:grpSpPr>
          <a:xfrm>
            <a:off x="5734625" y="681825"/>
            <a:ext cx="1209000" cy="1194050"/>
            <a:chOff x="5734625" y="681825"/>
            <a:chExt cx="1209000" cy="1194050"/>
          </a:xfrm>
        </p:grpSpPr>
        <p:sp>
          <p:nvSpPr>
            <p:cNvPr id="551" name="Google Shape;551;p58"/>
            <p:cNvSpPr/>
            <p:nvPr/>
          </p:nvSpPr>
          <p:spPr>
            <a:xfrm>
              <a:off x="5734625" y="681825"/>
              <a:ext cx="1209000" cy="597600"/>
            </a:xfrm>
            <a:prstGeom prst="ellipse">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Are you done yet?</a:t>
              </a:r>
              <a:endParaRPr sz="1200">
                <a:latin typeface="Roboto"/>
                <a:ea typeface="Roboto"/>
                <a:cs typeface="Roboto"/>
                <a:sym typeface="Roboto"/>
              </a:endParaRPr>
            </a:p>
          </p:txBody>
        </p:sp>
        <p:sp>
          <p:nvSpPr>
            <p:cNvPr id="552" name="Google Shape;552;p58"/>
            <p:cNvSpPr/>
            <p:nvPr/>
          </p:nvSpPr>
          <p:spPr>
            <a:xfrm>
              <a:off x="6285650" y="1217800"/>
              <a:ext cx="204225" cy="658075"/>
            </a:xfrm>
            <a:custGeom>
              <a:avLst/>
              <a:gdLst/>
              <a:ahLst/>
              <a:cxnLst/>
              <a:rect l="l" t="t" r="r" b="b"/>
              <a:pathLst>
                <a:path w="8169" h="26323" extrusionOk="0">
                  <a:moveTo>
                    <a:pt x="8169" y="303"/>
                  </a:moveTo>
                  <a:lnTo>
                    <a:pt x="908" y="26323"/>
                  </a:lnTo>
                  <a:lnTo>
                    <a:pt x="0" y="0"/>
                  </a:lnTo>
                </a:path>
              </a:pathLst>
            </a:custGeom>
            <a:solidFill>
              <a:schemeClr val="lt1"/>
            </a:solidFill>
            <a:ln w="9525" cap="flat" cmpd="sng">
              <a:solidFill>
                <a:srgbClr val="FFFFFF"/>
              </a:solidFill>
              <a:prstDash val="solid"/>
              <a:round/>
              <a:headEnd type="none" w="med" len="med"/>
              <a:tailEnd type="none" w="med" len="med"/>
            </a:ln>
          </p:spPr>
          <p:txBody>
            <a:bodyPr/>
            <a:lstStyle/>
            <a:p>
              <a:endParaRPr lang="en-US"/>
            </a:p>
          </p:txBody>
        </p:sp>
      </p:grpSp>
      <p:grpSp>
        <p:nvGrpSpPr>
          <p:cNvPr id="553" name="Google Shape;553;p58"/>
          <p:cNvGrpSpPr/>
          <p:nvPr/>
        </p:nvGrpSpPr>
        <p:grpSpPr>
          <a:xfrm>
            <a:off x="4955700" y="1385825"/>
            <a:ext cx="1209000" cy="733125"/>
            <a:chOff x="4955700" y="1385825"/>
            <a:chExt cx="1209000" cy="733125"/>
          </a:xfrm>
        </p:grpSpPr>
        <p:sp>
          <p:nvSpPr>
            <p:cNvPr id="554" name="Google Shape;554;p58"/>
            <p:cNvSpPr/>
            <p:nvPr/>
          </p:nvSpPr>
          <p:spPr>
            <a:xfrm>
              <a:off x="4955700" y="1385825"/>
              <a:ext cx="1209000" cy="597600"/>
            </a:xfrm>
            <a:prstGeom prst="ellipse">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Are you done yet?</a:t>
              </a:r>
              <a:endParaRPr sz="1200">
                <a:latin typeface="Roboto"/>
                <a:ea typeface="Roboto"/>
                <a:cs typeface="Roboto"/>
                <a:sym typeface="Roboto"/>
              </a:endParaRPr>
            </a:p>
          </p:txBody>
        </p:sp>
        <p:sp>
          <p:nvSpPr>
            <p:cNvPr id="555" name="Google Shape;555;p58"/>
            <p:cNvSpPr/>
            <p:nvPr/>
          </p:nvSpPr>
          <p:spPr>
            <a:xfrm>
              <a:off x="5642725" y="1883425"/>
              <a:ext cx="290025" cy="235525"/>
            </a:xfrm>
            <a:custGeom>
              <a:avLst/>
              <a:gdLst/>
              <a:ahLst/>
              <a:cxnLst/>
              <a:rect l="l" t="t" r="r" b="b"/>
              <a:pathLst>
                <a:path w="11601" h="9421" extrusionOk="0">
                  <a:moveTo>
                    <a:pt x="0" y="2723"/>
                  </a:moveTo>
                  <a:lnTo>
                    <a:pt x="11601" y="9421"/>
                  </a:lnTo>
                  <a:lnTo>
                    <a:pt x="7564" y="0"/>
                  </a:lnTo>
                </a:path>
              </a:pathLst>
            </a:custGeom>
            <a:solidFill>
              <a:schemeClr val="lt1"/>
            </a:solidFill>
            <a:ln w="9525" cap="flat" cmpd="sng">
              <a:solidFill>
                <a:srgbClr val="FFFFFF"/>
              </a:solidFill>
              <a:prstDash val="solid"/>
              <a:round/>
              <a:headEnd type="none" w="med" len="med"/>
              <a:tailEnd type="none" w="med" len="med"/>
            </a:ln>
          </p:spPr>
          <p:txBody>
            <a:bodyPr/>
            <a:lstStyle/>
            <a:p>
              <a:endParaRPr lang="en-US"/>
            </a:p>
          </p:txBody>
        </p:sp>
      </p:grpSp>
      <p:grpSp>
        <p:nvGrpSpPr>
          <p:cNvPr id="556" name="Google Shape;556;p58"/>
          <p:cNvGrpSpPr/>
          <p:nvPr/>
        </p:nvGrpSpPr>
        <p:grpSpPr>
          <a:xfrm>
            <a:off x="4893900" y="2420975"/>
            <a:ext cx="1346375" cy="597600"/>
            <a:chOff x="4893900" y="2420975"/>
            <a:chExt cx="1346375" cy="597600"/>
          </a:xfrm>
        </p:grpSpPr>
        <p:sp>
          <p:nvSpPr>
            <p:cNvPr id="557" name="Google Shape;557;p58"/>
            <p:cNvSpPr/>
            <p:nvPr/>
          </p:nvSpPr>
          <p:spPr>
            <a:xfrm>
              <a:off x="4893900" y="2420975"/>
              <a:ext cx="1209000" cy="597600"/>
            </a:xfrm>
            <a:prstGeom prst="ellipse">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Are you done yet?</a:t>
              </a:r>
              <a:endParaRPr sz="1200">
                <a:latin typeface="Roboto"/>
                <a:ea typeface="Roboto"/>
                <a:cs typeface="Roboto"/>
                <a:sym typeface="Roboto"/>
              </a:endParaRPr>
            </a:p>
          </p:txBody>
        </p:sp>
        <p:sp>
          <p:nvSpPr>
            <p:cNvPr id="558" name="Google Shape;558;p58"/>
            <p:cNvSpPr/>
            <p:nvPr/>
          </p:nvSpPr>
          <p:spPr>
            <a:xfrm>
              <a:off x="5967975" y="2617125"/>
              <a:ext cx="272300" cy="204225"/>
            </a:xfrm>
            <a:custGeom>
              <a:avLst/>
              <a:gdLst/>
              <a:ahLst/>
              <a:cxnLst/>
              <a:rect l="l" t="t" r="r" b="b"/>
              <a:pathLst>
                <a:path w="10892" h="8169" extrusionOk="0">
                  <a:moveTo>
                    <a:pt x="0" y="8169"/>
                  </a:moveTo>
                  <a:lnTo>
                    <a:pt x="10892" y="0"/>
                  </a:lnTo>
                  <a:lnTo>
                    <a:pt x="1210" y="908"/>
                  </a:lnTo>
                </a:path>
              </a:pathLst>
            </a:custGeom>
            <a:solidFill>
              <a:schemeClr val="lt1"/>
            </a:solidFill>
            <a:ln w="9525" cap="flat" cmpd="sng">
              <a:solidFill>
                <a:srgbClr val="FFFFFF"/>
              </a:solidFill>
              <a:prstDash val="solid"/>
              <a:round/>
              <a:headEnd type="none" w="med" len="med"/>
              <a:tailEnd type="none" w="med" len="med"/>
            </a:ln>
          </p:spPr>
          <p:txBody>
            <a:bodyPr/>
            <a:lstStyle/>
            <a:p>
              <a:endParaRPr lang="en-US"/>
            </a:p>
          </p:txBody>
        </p:sp>
      </p:grpSp>
      <p:grpSp>
        <p:nvGrpSpPr>
          <p:cNvPr id="559" name="Google Shape;559;p58"/>
          <p:cNvGrpSpPr/>
          <p:nvPr/>
        </p:nvGrpSpPr>
        <p:grpSpPr>
          <a:xfrm>
            <a:off x="4955700" y="2821350"/>
            <a:ext cx="1390475" cy="948950"/>
            <a:chOff x="4955700" y="2821350"/>
            <a:chExt cx="1390475" cy="948950"/>
          </a:xfrm>
        </p:grpSpPr>
        <p:sp>
          <p:nvSpPr>
            <p:cNvPr id="560" name="Google Shape;560;p58"/>
            <p:cNvSpPr/>
            <p:nvPr/>
          </p:nvSpPr>
          <p:spPr>
            <a:xfrm>
              <a:off x="4955700" y="3172700"/>
              <a:ext cx="1209000" cy="597600"/>
            </a:xfrm>
            <a:prstGeom prst="ellipse">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Are you done yet?</a:t>
              </a:r>
              <a:endParaRPr sz="1200">
                <a:latin typeface="Roboto"/>
                <a:ea typeface="Roboto"/>
                <a:cs typeface="Roboto"/>
                <a:sym typeface="Roboto"/>
              </a:endParaRPr>
            </a:p>
          </p:txBody>
        </p:sp>
        <p:sp>
          <p:nvSpPr>
            <p:cNvPr id="561" name="Google Shape;561;p58"/>
            <p:cNvSpPr/>
            <p:nvPr/>
          </p:nvSpPr>
          <p:spPr>
            <a:xfrm>
              <a:off x="5930150" y="2821350"/>
              <a:ext cx="416025" cy="665650"/>
            </a:xfrm>
            <a:custGeom>
              <a:avLst/>
              <a:gdLst/>
              <a:ahLst/>
              <a:cxnLst/>
              <a:rect l="l" t="t" r="r" b="b"/>
              <a:pathLst>
                <a:path w="16641" h="26626" extrusionOk="0">
                  <a:moveTo>
                    <a:pt x="6354" y="26626"/>
                  </a:moveTo>
                  <a:lnTo>
                    <a:pt x="16641" y="0"/>
                  </a:lnTo>
                  <a:lnTo>
                    <a:pt x="0" y="20574"/>
                  </a:lnTo>
                </a:path>
              </a:pathLst>
            </a:custGeom>
            <a:solidFill>
              <a:schemeClr val="lt1"/>
            </a:solidFill>
            <a:ln w="9525" cap="flat" cmpd="sng">
              <a:solidFill>
                <a:srgbClr val="FFFFFF"/>
              </a:solidFill>
              <a:prstDash val="solid"/>
              <a:round/>
              <a:headEnd type="none" w="med" len="med"/>
              <a:tailEnd type="none" w="med" len="med"/>
            </a:ln>
          </p:spPr>
          <p:txBody>
            <a:bodyPr/>
            <a:lstStyle/>
            <a:p>
              <a:endParaRPr lang="en-US"/>
            </a:p>
          </p:txBody>
        </p:sp>
      </p:grpSp>
      <p:grpSp>
        <p:nvGrpSpPr>
          <p:cNvPr id="562" name="Google Shape;562;p58"/>
          <p:cNvGrpSpPr/>
          <p:nvPr/>
        </p:nvGrpSpPr>
        <p:grpSpPr>
          <a:xfrm>
            <a:off x="7329500" y="620250"/>
            <a:ext cx="681600" cy="1157275"/>
            <a:chOff x="7329500" y="620250"/>
            <a:chExt cx="681600" cy="1157275"/>
          </a:xfrm>
        </p:grpSpPr>
        <p:sp>
          <p:nvSpPr>
            <p:cNvPr id="563" name="Google Shape;563;p58"/>
            <p:cNvSpPr/>
            <p:nvPr/>
          </p:nvSpPr>
          <p:spPr>
            <a:xfrm>
              <a:off x="7329500" y="620250"/>
              <a:ext cx="681600" cy="597600"/>
            </a:xfrm>
            <a:prstGeom prst="ellipse">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No.</a:t>
              </a:r>
              <a:endParaRPr>
                <a:latin typeface="Roboto"/>
                <a:ea typeface="Roboto"/>
                <a:cs typeface="Roboto"/>
                <a:sym typeface="Roboto"/>
              </a:endParaRPr>
            </a:p>
          </p:txBody>
        </p:sp>
        <p:sp>
          <p:nvSpPr>
            <p:cNvPr id="564" name="Google Shape;564;p58"/>
            <p:cNvSpPr/>
            <p:nvPr/>
          </p:nvSpPr>
          <p:spPr>
            <a:xfrm>
              <a:off x="7518575" y="1111900"/>
              <a:ext cx="204250" cy="665625"/>
            </a:xfrm>
            <a:custGeom>
              <a:avLst/>
              <a:gdLst/>
              <a:ahLst/>
              <a:cxnLst/>
              <a:rect l="l" t="t" r="r" b="b"/>
              <a:pathLst>
                <a:path w="8170" h="26625" extrusionOk="0">
                  <a:moveTo>
                    <a:pt x="8170" y="1816"/>
                  </a:moveTo>
                  <a:lnTo>
                    <a:pt x="0" y="26625"/>
                  </a:lnTo>
                  <a:lnTo>
                    <a:pt x="1816" y="0"/>
                  </a:lnTo>
                </a:path>
              </a:pathLst>
            </a:custGeom>
            <a:solidFill>
              <a:schemeClr val="lt1"/>
            </a:solidFill>
            <a:ln w="9525" cap="flat" cmpd="sng">
              <a:solidFill>
                <a:srgbClr val="FFFFFF"/>
              </a:solidFill>
              <a:prstDash val="solid"/>
              <a:round/>
              <a:headEnd type="none" w="med" len="med"/>
              <a:tailEnd type="none" w="med" len="med"/>
            </a:ln>
          </p:spPr>
          <p:txBody>
            <a:bodyPr/>
            <a:lstStyle/>
            <a:p>
              <a:endParaRPr lang="en-US"/>
            </a:p>
          </p:txBody>
        </p:sp>
      </p:grpSp>
      <p:grpSp>
        <p:nvGrpSpPr>
          <p:cNvPr id="565" name="Google Shape;565;p58"/>
          <p:cNvGrpSpPr/>
          <p:nvPr/>
        </p:nvGrpSpPr>
        <p:grpSpPr>
          <a:xfrm>
            <a:off x="7700125" y="1113025"/>
            <a:ext cx="947475" cy="868725"/>
            <a:chOff x="7700125" y="1113025"/>
            <a:chExt cx="947475" cy="868725"/>
          </a:xfrm>
        </p:grpSpPr>
        <p:sp>
          <p:nvSpPr>
            <p:cNvPr id="566" name="Google Shape;566;p58"/>
            <p:cNvSpPr/>
            <p:nvPr/>
          </p:nvSpPr>
          <p:spPr>
            <a:xfrm>
              <a:off x="7966000" y="1113025"/>
              <a:ext cx="681600" cy="597600"/>
            </a:xfrm>
            <a:prstGeom prst="ellipse">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No.</a:t>
              </a:r>
              <a:endParaRPr>
                <a:latin typeface="Roboto"/>
                <a:ea typeface="Roboto"/>
                <a:cs typeface="Roboto"/>
                <a:sym typeface="Roboto"/>
              </a:endParaRPr>
            </a:p>
          </p:txBody>
        </p:sp>
        <p:sp>
          <p:nvSpPr>
            <p:cNvPr id="567" name="Google Shape;567;p58"/>
            <p:cNvSpPr/>
            <p:nvPr/>
          </p:nvSpPr>
          <p:spPr>
            <a:xfrm>
              <a:off x="7700125" y="1535475"/>
              <a:ext cx="521900" cy="446275"/>
            </a:xfrm>
            <a:custGeom>
              <a:avLst/>
              <a:gdLst/>
              <a:ahLst/>
              <a:cxnLst/>
              <a:rect l="l" t="t" r="r" b="b"/>
              <a:pathLst>
                <a:path w="20876" h="17851" extrusionOk="0">
                  <a:moveTo>
                    <a:pt x="20876" y="5447"/>
                  </a:moveTo>
                  <a:lnTo>
                    <a:pt x="0" y="17851"/>
                  </a:lnTo>
                  <a:lnTo>
                    <a:pt x="14825" y="0"/>
                  </a:lnTo>
                </a:path>
              </a:pathLst>
            </a:custGeom>
            <a:solidFill>
              <a:schemeClr val="lt1"/>
            </a:solidFill>
            <a:ln w="9525" cap="flat" cmpd="sng">
              <a:solidFill>
                <a:srgbClr val="FFFFFF"/>
              </a:solidFill>
              <a:prstDash val="solid"/>
              <a:round/>
              <a:headEnd type="none" w="med" len="med"/>
              <a:tailEnd type="none" w="med" len="med"/>
            </a:ln>
          </p:spPr>
          <p:txBody>
            <a:bodyPr/>
            <a:lstStyle/>
            <a:p>
              <a:endParaRPr lang="en-US"/>
            </a:p>
          </p:txBody>
        </p:sp>
      </p:grpSp>
      <p:grpSp>
        <p:nvGrpSpPr>
          <p:cNvPr id="568" name="Google Shape;568;p58"/>
          <p:cNvGrpSpPr/>
          <p:nvPr/>
        </p:nvGrpSpPr>
        <p:grpSpPr>
          <a:xfrm>
            <a:off x="7817050" y="1915925"/>
            <a:ext cx="1126650" cy="597600"/>
            <a:chOff x="7817050" y="1915925"/>
            <a:chExt cx="1126650" cy="597600"/>
          </a:xfrm>
        </p:grpSpPr>
        <p:sp>
          <p:nvSpPr>
            <p:cNvPr id="569" name="Google Shape;569;p58"/>
            <p:cNvSpPr/>
            <p:nvPr/>
          </p:nvSpPr>
          <p:spPr>
            <a:xfrm>
              <a:off x="8262100" y="1915925"/>
              <a:ext cx="681600" cy="597600"/>
            </a:xfrm>
            <a:prstGeom prst="ellipse">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No.</a:t>
              </a:r>
              <a:endParaRPr>
                <a:latin typeface="Roboto"/>
                <a:ea typeface="Roboto"/>
                <a:cs typeface="Roboto"/>
                <a:sym typeface="Roboto"/>
              </a:endParaRPr>
            </a:p>
          </p:txBody>
        </p:sp>
        <p:sp>
          <p:nvSpPr>
            <p:cNvPr id="570" name="Google Shape;570;p58"/>
            <p:cNvSpPr/>
            <p:nvPr/>
          </p:nvSpPr>
          <p:spPr>
            <a:xfrm>
              <a:off x="7817050" y="2208675"/>
              <a:ext cx="548703" cy="158850"/>
            </a:xfrm>
            <a:custGeom>
              <a:avLst/>
              <a:gdLst/>
              <a:ahLst/>
              <a:cxnLst/>
              <a:rect l="l" t="t" r="r" b="b"/>
              <a:pathLst>
                <a:path w="26323" h="6354" extrusionOk="0">
                  <a:moveTo>
                    <a:pt x="26323" y="6354"/>
                  </a:moveTo>
                  <a:lnTo>
                    <a:pt x="0" y="2118"/>
                  </a:lnTo>
                  <a:lnTo>
                    <a:pt x="25113" y="0"/>
                  </a:lnTo>
                </a:path>
              </a:pathLst>
            </a:custGeom>
            <a:solidFill>
              <a:schemeClr val="lt1"/>
            </a:solidFill>
            <a:ln w="9525" cap="flat" cmpd="sng">
              <a:solidFill>
                <a:srgbClr val="FFFFFF"/>
              </a:solidFill>
              <a:prstDash val="solid"/>
              <a:round/>
              <a:headEnd type="none" w="med" len="med"/>
              <a:tailEnd type="none" w="med" len="med"/>
            </a:ln>
          </p:spPr>
          <p:txBody>
            <a:bodyPr/>
            <a:lstStyle/>
            <a:p>
              <a:endParaRPr lang="en-US"/>
            </a:p>
          </p:txBody>
        </p:sp>
      </p:grpSp>
      <p:grpSp>
        <p:nvGrpSpPr>
          <p:cNvPr id="571" name="Google Shape;571;p58"/>
          <p:cNvGrpSpPr/>
          <p:nvPr/>
        </p:nvGrpSpPr>
        <p:grpSpPr>
          <a:xfrm>
            <a:off x="7737950" y="2700350"/>
            <a:ext cx="1237125" cy="616075"/>
            <a:chOff x="7737950" y="2700350"/>
            <a:chExt cx="1237125" cy="616075"/>
          </a:xfrm>
        </p:grpSpPr>
        <p:sp>
          <p:nvSpPr>
            <p:cNvPr id="572" name="Google Shape;572;p58"/>
            <p:cNvSpPr/>
            <p:nvPr/>
          </p:nvSpPr>
          <p:spPr>
            <a:xfrm>
              <a:off x="8293475" y="2718825"/>
              <a:ext cx="681600" cy="597600"/>
            </a:xfrm>
            <a:prstGeom prst="ellipse">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No.</a:t>
              </a:r>
              <a:endParaRPr>
                <a:latin typeface="Roboto"/>
                <a:ea typeface="Roboto"/>
                <a:cs typeface="Roboto"/>
                <a:sym typeface="Roboto"/>
              </a:endParaRPr>
            </a:p>
          </p:txBody>
        </p:sp>
        <p:sp>
          <p:nvSpPr>
            <p:cNvPr id="573" name="Google Shape;573;p58"/>
            <p:cNvSpPr/>
            <p:nvPr/>
          </p:nvSpPr>
          <p:spPr>
            <a:xfrm>
              <a:off x="7737950" y="2700350"/>
              <a:ext cx="680750" cy="385750"/>
            </a:xfrm>
            <a:custGeom>
              <a:avLst/>
              <a:gdLst/>
              <a:ahLst/>
              <a:cxnLst/>
              <a:rect l="l" t="t" r="r" b="b"/>
              <a:pathLst>
                <a:path w="27230" h="15430" extrusionOk="0">
                  <a:moveTo>
                    <a:pt x="27230" y="9379"/>
                  </a:moveTo>
                  <a:lnTo>
                    <a:pt x="0" y="0"/>
                  </a:lnTo>
                  <a:lnTo>
                    <a:pt x="25415" y="15430"/>
                  </a:lnTo>
                </a:path>
              </a:pathLst>
            </a:custGeom>
            <a:solidFill>
              <a:schemeClr val="lt1"/>
            </a:solidFill>
            <a:ln w="9525" cap="flat" cmpd="sng">
              <a:solidFill>
                <a:srgbClr val="FFFFFF"/>
              </a:solidFill>
              <a:prstDash val="solid"/>
              <a:round/>
              <a:headEnd type="none" w="med" len="med"/>
              <a:tailEnd type="none" w="med" len="med"/>
            </a:ln>
          </p:spPr>
          <p:txBody>
            <a:bodyPr/>
            <a:lstStyle/>
            <a:p>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48"/>
                                        </p:tgtEl>
                                        <p:attrNameLst>
                                          <p:attrName>style.visibility</p:attrName>
                                        </p:attrNameLst>
                                      </p:cBhvr>
                                      <p:to>
                                        <p:strVal val="visible"/>
                                      </p:to>
                                    </p:set>
                                    <p:animEffect transition="in" filter="fade">
                                      <p:cBhvr>
                                        <p:cTn id="7" dur="1000"/>
                                        <p:tgtEl>
                                          <p:spTgt spid="548"/>
                                        </p:tgtEl>
                                      </p:cBhvr>
                                    </p:animEffect>
                                  </p:childTnLst>
                                </p:cTn>
                              </p:par>
                              <p:par>
                                <p:cTn id="8" presetID="10" presetClass="entr" presetSubtype="0" fill="hold" nodeType="withEffect">
                                  <p:stCondLst>
                                    <p:cond delay="0"/>
                                  </p:stCondLst>
                                  <p:childTnLst>
                                    <p:set>
                                      <p:cBhvr>
                                        <p:cTn id="9" dur="1" fill="hold">
                                          <p:stCondLst>
                                            <p:cond delay="0"/>
                                          </p:stCondLst>
                                        </p:cTn>
                                        <p:tgtEl>
                                          <p:spTgt spid="549"/>
                                        </p:tgtEl>
                                        <p:attrNameLst>
                                          <p:attrName>style.visibility</p:attrName>
                                        </p:attrNameLst>
                                      </p:cBhvr>
                                      <p:to>
                                        <p:strVal val="visible"/>
                                      </p:to>
                                    </p:set>
                                    <p:animEffect transition="in" filter="fade">
                                      <p:cBhvr>
                                        <p:cTn id="10" dur="1000"/>
                                        <p:tgtEl>
                                          <p:spTgt spid="549"/>
                                        </p:tgtEl>
                                      </p:cBhvr>
                                    </p:animEffect>
                                  </p:childTnLst>
                                </p:cTn>
                              </p:par>
                            </p:childTnLst>
                          </p:cTn>
                        </p:par>
                        <p:par>
                          <p:cTn id="11" fill="hold">
                            <p:stCondLst>
                              <p:cond delay="1000"/>
                            </p:stCondLst>
                            <p:childTnLst>
                              <p:par>
                                <p:cTn id="12" presetID="10" presetClass="entr" presetSubtype="0" fill="hold" nodeType="afterEffect">
                                  <p:stCondLst>
                                    <p:cond delay="0"/>
                                  </p:stCondLst>
                                  <p:childTnLst>
                                    <p:set>
                                      <p:cBhvr>
                                        <p:cTn id="13" dur="1" fill="hold">
                                          <p:stCondLst>
                                            <p:cond delay="0"/>
                                          </p:stCondLst>
                                        </p:cTn>
                                        <p:tgtEl>
                                          <p:spTgt spid="550"/>
                                        </p:tgtEl>
                                        <p:attrNameLst>
                                          <p:attrName>style.visibility</p:attrName>
                                        </p:attrNameLst>
                                      </p:cBhvr>
                                      <p:to>
                                        <p:strVal val="visible"/>
                                      </p:to>
                                    </p:set>
                                    <p:animEffect transition="in" filter="fade">
                                      <p:cBhvr>
                                        <p:cTn id="14" dur="1000"/>
                                        <p:tgtEl>
                                          <p:spTgt spid="550"/>
                                        </p:tgtEl>
                                      </p:cBhvr>
                                    </p:animEffect>
                                  </p:childTnLst>
                                </p:cTn>
                              </p:par>
                            </p:childTnLst>
                          </p:cTn>
                        </p:par>
                        <p:par>
                          <p:cTn id="15" fill="hold">
                            <p:stCondLst>
                              <p:cond delay="2000"/>
                            </p:stCondLst>
                            <p:childTnLst>
                              <p:par>
                                <p:cTn id="16" presetID="10" presetClass="entr" presetSubtype="0" fill="hold" nodeType="afterEffect">
                                  <p:stCondLst>
                                    <p:cond delay="0"/>
                                  </p:stCondLst>
                                  <p:childTnLst>
                                    <p:set>
                                      <p:cBhvr>
                                        <p:cTn id="17" dur="1" fill="hold">
                                          <p:stCondLst>
                                            <p:cond delay="0"/>
                                          </p:stCondLst>
                                        </p:cTn>
                                        <p:tgtEl>
                                          <p:spTgt spid="562"/>
                                        </p:tgtEl>
                                        <p:attrNameLst>
                                          <p:attrName>style.visibility</p:attrName>
                                        </p:attrNameLst>
                                      </p:cBhvr>
                                      <p:to>
                                        <p:strVal val="visible"/>
                                      </p:to>
                                    </p:set>
                                    <p:animEffect transition="in" filter="fade">
                                      <p:cBhvr>
                                        <p:cTn id="18" dur="1000"/>
                                        <p:tgtEl>
                                          <p:spTgt spid="562"/>
                                        </p:tgtEl>
                                      </p:cBhvr>
                                    </p:animEffect>
                                  </p:childTnLst>
                                </p:cTn>
                              </p:par>
                            </p:childTnLst>
                          </p:cTn>
                        </p:par>
                        <p:par>
                          <p:cTn id="19" fill="hold">
                            <p:stCondLst>
                              <p:cond delay="3000"/>
                            </p:stCondLst>
                            <p:childTnLst>
                              <p:par>
                                <p:cTn id="20" presetID="10" presetClass="entr" presetSubtype="0" fill="hold" nodeType="afterEffect">
                                  <p:stCondLst>
                                    <p:cond delay="0"/>
                                  </p:stCondLst>
                                  <p:childTnLst>
                                    <p:set>
                                      <p:cBhvr>
                                        <p:cTn id="21" dur="1" fill="hold">
                                          <p:stCondLst>
                                            <p:cond delay="0"/>
                                          </p:stCondLst>
                                        </p:cTn>
                                        <p:tgtEl>
                                          <p:spTgt spid="553"/>
                                        </p:tgtEl>
                                        <p:attrNameLst>
                                          <p:attrName>style.visibility</p:attrName>
                                        </p:attrNameLst>
                                      </p:cBhvr>
                                      <p:to>
                                        <p:strVal val="visible"/>
                                      </p:to>
                                    </p:set>
                                    <p:animEffect transition="in" filter="fade">
                                      <p:cBhvr>
                                        <p:cTn id="22" dur="1000"/>
                                        <p:tgtEl>
                                          <p:spTgt spid="553"/>
                                        </p:tgtEl>
                                      </p:cBhvr>
                                    </p:animEffect>
                                  </p:childTnLst>
                                </p:cTn>
                              </p:par>
                            </p:childTnLst>
                          </p:cTn>
                        </p:par>
                        <p:par>
                          <p:cTn id="23" fill="hold">
                            <p:stCondLst>
                              <p:cond delay="4000"/>
                            </p:stCondLst>
                            <p:childTnLst>
                              <p:par>
                                <p:cTn id="24" presetID="10" presetClass="entr" presetSubtype="0" fill="hold" nodeType="afterEffect">
                                  <p:stCondLst>
                                    <p:cond delay="0"/>
                                  </p:stCondLst>
                                  <p:childTnLst>
                                    <p:set>
                                      <p:cBhvr>
                                        <p:cTn id="25" dur="1" fill="hold">
                                          <p:stCondLst>
                                            <p:cond delay="0"/>
                                          </p:stCondLst>
                                        </p:cTn>
                                        <p:tgtEl>
                                          <p:spTgt spid="565"/>
                                        </p:tgtEl>
                                        <p:attrNameLst>
                                          <p:attrName>style.visibility</p:attrName>
                                        </p:attrNameLst>
                                      </p:cBhvr>
                                      <p:to>
                                        <p:strVal val="visible"/>
                                      </p:to>
                                    </p:set>
                                    <p:animEffect transition="in" filter="fade">
                                      <p:cBhvr>
                                        <p:cTn id="26" dur="1000"/>
                                        <p:tgtEl>
                                          <p:spTgt spid="565"/>
                                        </p:tgtEl>
                                      </p:cBhvr>
                                    </p:animEffect>
                                  </p:childTnLst>
                                </p:cTn>
                              </p:par>
                            </p:childTnLst>
                          </p:cTn>
                        </p:par>
                        <p:par>
                          <p:cTn id="27" fill="hold">
                            <p:stCondLst>
                              <p:cond delay="5000"/>
                            </p:stCondLst>
                            <p:childTnLst>
                              <p:par>
                                <p:cTn id="28" presetID="10" presetClass="entr" presetSubtype="0" fill="hold" nodeType="afterEffect">
                                  <p:stCondLst>
                                    <p:cond delay="0"/>
                                  </p:stCondLst>
                                  <p:childTnLst>
                                    <p:set>
                                      <p:cBhvr>
                                        <p:cTn id="29" dur="1" fill="hold">
                                          <p:stCondLst>
                                            <p:cond delay="0"/>
                                          </p:stCondLst>
                                        </p:cTn>
                                        <p:tgtEl>
                                          <p:spTgt spid="556"/>
                                        </p:tgtEl>
                                        <p:attrNameLst>
                                          <p:attrName>style.visibility</p:attrName>
                                        </p:attrNameLst>
                                      </p:cBhvr>
                                      <p:to>
                                        <p:strVal val="visible"/>
                                      </p:to>
                                    </p:set>
                                    <p:animEffect transition="in" filter="fade">
                                      <p:cBhvr>
                                        <p:cTn id="30" dur="1000"/>
                                        <p:tgtEl>
                                          <p:spTgt spid="556"/>
                                        </p:tgtEl>
                                      </p:cBhvr>
                                    </p:animEffect>
                                  </p:childTnLst>
                                </p:cTn>
                              </p:par>
                            </p:childTnLst>
                          </p:cTn>
                        </p:par>
                        <p:par>
                          <p:cTn id="31" fill="hold">
                            <p:stCondLst>
                              <p:cond delay="6000"/>
                            </p:stCondLst>
                            <p:childTnLst>
                              <p:par>
                                <p:cTn id="32" presetID="10" presetClass="entr" presetSubtype="0" fill="hold" nodeType="afterEffect">
                                  <p:stCondLst>
                                    <p:cond delay="0"/>
                                  </p:stCondLst>
                                  <p:childTnLst>
                                    <p:set>
                                      <p:cBhvr>
                                        <p:cTn id="33" dur="1" fill="hold">
                                          <p:stCondLst>
                                            <p:cond delay="0"/>
                                          </p:stCondLst>
                                        </p:cTn>
                                        <p:tgtEl>
                                          <p:spTgt spid="568"/>
                                        </p:tgtEl>
                                        <p:attrNameLst>
                                          <p:attrName>style.visibility</p:attrName>
                                        </p:attrNameLst>
                                      </p:cBhvr>
                                      <p:to>
                                        <p:strVal val="visible"/>
                                      </p:to>
                                    </p:set>
                                    <p:animEffect transition="in" filter="fade">
                                      <p:cBhvr>
                                        <p:cTn id="34" dur="1000"/>
                                        <p:tgtEl>
                                          <p:spTgt spid="568"/>
                                        </p:tgtEl>
                                      </p:cBhvr>
                                    </p:animEffect>
                                  </p:childTnLst>
                                </p:cTn>
                              </p:par>
                            </p:childTnLst>
                          </p:cTn>
                        </p:par>
                        <p:par>
                          <p:cTn id="35" fill="hold">
                            <p:stCondLst>
                              <p:cond delay="7000"/>
                            </p:stCondLst>
                            <p:childTnLst>
                              <p:par>
                                <p:cTn id="36" presetID="10" presetClass="entr" presetSubtype="0" fill="hold" nodeType="afterEffect">
                                  <p:stCondLst>
                                    <p:cond delay="0"/>
                                  </p:stCondLst>
                                  <p:childTnLst>
                                    <p:set>
                                      <p:cBhvr>
                                        <p:cTn id="37" dur="1" fill="hold">
                                          <p:stCondLst>
                                            <p:cond delay="0"/>
                                          </p:stCondLst>
                                        </p:cTn>
                                        <p:tgtEl>
                                          <p:spTgt spid="559"/>
                                        </p:tgtEl>
                                        <p:attrNameLst>
                                          <p:attrName>style.visibility</p:attrName>
                                        </p:attrNameLst>
                                      </p:cBhvr>
                                      <p:to>
                                        <p:strVal val="visible"/>
                                      </p:to>
                                    </p:set>
                                    <p:animEffect transition="in" filter="fade">
                                      <p:cBhvr>
                                        <p:cTn id="38" dur="1000"/>
                                        <p:tgtEl>
                                          <p:spTgt spid="559"/>
                                        </p:tgtEl>
                                      </p:cBhvr>
                                    </p:animEffect>
                                  </p:childTnLst>
                                </p:cTn>
                              </p:par>
                            </p:childTnLst>
                          </p:cTn>
                        </p:par>
                        <p:par>
                          <p:cTn id="39" fill="hold">
                            <p:stCondLst>
                              <p:cond delay="8000"/>
                            </p:stCondLst>
                            <p:childTnLst>
                              <p:par>
                                <p:cTn id="40" presetID="10" presetClass="entr" presetSubtype="0" fill="hold" nodeType="afterEffect">
                                  <p:stCondLst>
                                    <p:cond delay="0"/>
                                  </p:stCondLst>
                                  <p:childTnLst>
                                    <p:set>
                                      <p:cBhvr>
                                        <p:cTn id="41" dur="1" fill="hold">
                                          <p:stCondLst>
                                            <p:cond delay="0"/>
                                          </p:stCondLst>
                                        </p:cTn>
                                        <p:tgtEl>
                                          <p:spTgt spid="571"/>
                                        </p:tgtEl>
                                        <p:attrNameLst>
                                          <p:attrName>style.visibility</p:attrName>
                                        </p:attrNameLst>
                                      </p:cBhvr>
                                      <p:to>
                                        <p:strVal val="visible"/>
                                      </p:to>
                                    </p:set>
                                    <p:animEffect transition="in" filter="fade">
                                      <p:cBhvr>
                                        <p:cTn id="42" dur="1000"/>
                                        <p:tgtEl>
                                          <p:spTgt spid="5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77"/>
        <p:cNvGrpSpPr/>
        <p:nvPr/>
      </p:nvGrpSpPr>
      <p:grpSpPr>
        <a:xfrm>
          <a:off x="0" y="0"/>
          <a:ext cx="0" cy="0"/>
          <a:chOff x="0" y="0"/>
          <a:chExt cx="0" cy="0"/>
        </a:xfrm>
      </p:grpSpPr>
      <p:sp>
        <p:nvSpPr>
          <p:cNvPr id="578" name="Google Shape;578;p5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28</a:t>
            </a:fld>
            <a:endParaRPr/>
          </a:p>
        </p:txBody>
      </p:sp>
      <p:sp>
        <p:nvSpPr>
          <p:cNvPr id="579" name="Google Shape;579;p59"/>
          <p:cNvSpPr txBox="1">
            <a:spLocks noGrp="1"/>
          </p:cNvSpPr>
          <p:nvPr>
            <p:ph type="title"/>
          </p:nvPr>
        </p:nvSpPr>
        <p:spPr>
          <a:xfrm>
            <a:off x="311725" y="5009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AwaitTermination</a:t>
            </a:r>
            <a:endParaRPr/>
          </a:p>
        </p:txBody>
      </p:sp>
      <p:sp>
        <p:nvSpPr>
          <p:cNvPr id="580" name="Google Shape;580;p59"/>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p>
            <a:pPr marL="457200" lvl="0" indent="-311150" algn="l" rtl="0">
              <a:spcBef>
                <a:spcPts val="0"/>
              </a:spcBef>
              <a:spcAft>
                <a:spcPts val="0"/>
              </a:spcAft>
              <a:buSzPts val="1300"/>
              <a:buChar char="●"/>
            </a:pPr>
            <a:r>
              <a:rPr lang="en" dirty="0"/>
              <a:t>We need some better way than </a:t>
            </a:r>
            <a:r>
              <a:rPr lang="en" dirty="0">
                <a:latin typeface="Courier New"/>
                <a:ea typeface="Courier New"/>
                <a:cs typeface="Courier New"/>
                <a:sym typeface="Courier New"/>
              </a:rPr>
              <a:t>isAlive</a:t>
            </a:r>
            <a:r>
              <a:rPr lang="en" dirty="0"/>
              <a:t> to know when all of our threads have finished.</a:t>
            </a:r>
            <a:endParaRPr dirty="0"/>
          </a:p>
          <a:p>
            <a:pPr marL="457200" lvl="0" indent="-311150" algn="l" rtl="0">
              <a:spcBef>
                <a:spcPts val="1000"/>
              </a:spcBef>
              <a:spcAft>
                <a:spcPts val="0"/>
              </a:spcAft>
              <a:buSzPts val="1300"/>
              <a:buChar char="●"/>
            </a:pPr>
            <a:r>
              <a:rPr lang="en" dirty="0"/>
              <a:t>While there are several mechanisms, </a:t>
            </a:r>
            <a:r>
              <a:rPr lang="en" dirty="0">
                <a:highlight>
                  <a:srgbClr val="FFFF00"/>
                </a:highlight>
                <a:latin typeface="Courier New"/>
                <a:ea typeface="Courier New"/>
                <a:cs typeface="Courier New"/>
                <a:sym typeface="Courier New"/>
              </a:rPr>
              <a:t>ExecutorService</a:t>
            </a:r>
            <a:r>
              <a:rPr lang="en" dirty="0">
                <a:highlight>
                  <a:srgbClr val="FFFF00"/>
                </a:highlight>
              </a:rPr>
              <a:t>'s </a:t>
            </a:r>
            <a:r>
              <a:rPr lang="en" dirty="0">
                <a:highlight>
                  <a:srgbClr val="FFFF00"/>
                </a:highlight>
                <a:latin typeface="Courier New"/>
                <a:ea typeface="Courier New"/>
                <a:cs typeface="Courier New"/>
                <a:sym typeface="Courier New"/>
              </a:rPr>
              <a:t>awaitTermination</a:t>
            </a:r>
            <a:r>
              <a:rPr lang="en" dirty="0">
                <a:highlight>
                  <a:srgbClr val="FFFF00"/>
                </a:highlight>
              </a:rPr>
              <a:t> is a convenient one that works with the service.</a:t>
            </a:r>
            <a:endParaRPr dirty="0">
              <a:highlight>
                <a:srgbClr val="FFFF00"/>
              </a:highlight>
            </a:endParaRPr>
          </a:p>
          <a:p>
            <a:pPr marL="457200" lvl="0" indent="-311150" algn="l" rtl="0">
              <a:spcBef>
                <a:spcPts val="1000"/>
              </a:spcBef>
              <a:spcAft>
                <a:spcPts val="0"/>
              </a:spcAft>
              <a:buSzPts val="1300"/>
              <a:buChar char="●"/>
            </a:pPr>
            <a:r>
              <a:rPr lang="en" dirty="0"/>
              <a:t>It takes two parameters:</a:t>
            </a:r>
            <a:endParaRPr dirty="0"/>
          </a:p>
          <a:p>
            <a:pPr marL="457200" lvl="0" indent="-311150" algn="l" rtl="0">
              <a:spcBef>
                <a:spcPts val="1000"/>
              </a:spcBef>
              <a:spcAft>
                <a:spcPts val="0"/>
              </a:spcAft>
              <a:buSzPts val="1300"/>
              <a:buChar char="●"/>
            </a:pPr>
            <a:r>
              <a:rPr lang="en" dirty="0">
                <a:solidFill>
                  <a:srgbClr val="FF0000"/>
                </a:solidFill>
                <a:highlight>
                  <a:srgbClr val="FFFF00"/>
                </a:highlight>
                <a:latin typeface="Courier New"/>
                <a:ea typeface="Courier New"/>
                <a:cs typeface="Courier New"/>
                <a:sym typeface="Courier New"/>
              </a:rPr>
              <a:t>timeout</a:t>
            </a:r>
            <a:r>
              <a:rPr lang="en" dirty="0">
                <a:highlight>
                  <a:srgbClr val="FFFF00"/>
                </a:highlight>
              </a:rPr>
              <a:t> - a </a:t>
            </a:r>
            <a:r>
              <a:rPr lang="en" dirty="0">
                <a:highlight>
                  <a:srgbClr val="FFFF00"/>
                </a:highlight>
                <a:latin typeface="Courier New"/>
                <a:ea typeface="Courier New"/>
                <a:cs typeface="Courier New"/>
                <a:sym typeface="Courier New"/>
              </a:rPr>
              <a:t>long</a:t>
            </a:r>
            <a:r>
              <a:rPr lang="en" dirty="0">
                <a:highlight>
                  <a:srgbClr val="FFFF00"/>
                </a:highlight>
              </a:rPr>
              <a:t> integer (64 bits) </a:t>
            </a:r>
            <a:r>
              <a:rPr lang="en" dirty="0"/>
              <a:t>that stores the number of time units to wait.</a:t>
            </a:r>
            <a:endParaRPr dirty="0"/>
          </a:p>
          <a:p>
            <a:pPr marL="457200" lvl="0" indent="-311150" algn="l" rtl="0">
              <a:spcBef>
                <a:spcPts val="1000"/>
              </a:spcBef>
              <a:spcAft>
                <a:spcPts val="0"/>
              </a:spcAft>
              <a:buSzPts val="1300"/>
              <a:buChar char="●"/>
            </a:pPr>
            <a:r>
              <a:rPr lang="en" dirty="0">
                <a:solidFill>
                  <a:srgbClr val="FF0000"/>
                </a:solidFill>
                <a:latin typeface="Courier New"/>
                <a:ea typeface="Courier New"/>
                <a:cs typeface="Courier New"/>
                <a:sym typeface="Courier New"/>
              </a:rPr>
              <a:t>unit</a:t>
            </a:r>
            <a:r>
              <a:rPr lang="en" dirty="0"/>
              <a:t> - a </a:t>
            </a:r>
            <a:r>
              <a:rPr lang="en" dirty="0">
                <a:latin typeface="Courier New"/>
                <a:ea typeface="Courier New"/>
                <a:cs typeface="Courier New"/>
                <a:sym typeface="Courier New"/>
              </a:rPr>
              <a:t>TimeUnit</a:t>
            </a:r>
            <a:r>
              <a:rPr lang="en" dirty="0"/>
              <a:t> that indicates how time is counted. Options include:</a:t>
            </a:r>
            <a:endParaRPr dirty="0"/>
          </a:p>
          <a:p>
            <a:pPr marL="914400" lvl="1" indent="-298450" algn="l" rtl="0">
              <a:spcBef>
                <a:spcPts val="0"/>
              </a:spcBef>
              <a:spcAft>
                <a:spcPts val="0"/>
              </a:spcAft>
              <a:buSzPts val="1100"/>
              <a:buChar char="○"/>
            </a:pPr>
            <a:r>
              <a:rPr lang="en" dirty="0"/>
              <a:t>NANOSECONDS - 1 billion per second</a:t>
            </a:r>
            <a:endParaRPr dirty="0"/>
          </a:p>
          <a:p>
            <a:pPr marL="914400" lvl="1" indent="-298450" algn="l" rtl="0">
              <a:spcBef>
                <a:spcPts val="0"/>
              </a:spcBef>
              <a:spcAft>
                <a:spcPts val="0"/>
              </a:spcAft>
              <a:buSzPts val="1100"/>
              <a:buChar char="○"/>
            </a:pPr>
            <a:r>
              <a:rPr lang="en" dirty="0"/>
              <a:t>MICROSECONDS - 1 million per second</a:t>
            </a:r>
            <a:endParaRPr dirty="0"/>
          </a:p>
          <a:p>
            <a:pPr marL="914400" lvl="1" indent="-298450" algn="l" rtl="0">
              <a:spcBef>
                <a:spcPts val="0"/>
              </a:spcBef>
              <a:spcAft>
                <a:spcPts val="0"/>
              </a:spcAft>
              <a:buSzPts val="1100"/>
              <a:buChar char="○"/>
            </a:pPr>
            <a:r>
              <a:rPr lang="en" dirty="0"/>
              <a:t>MILLISECONDS - 1 thousand per second</a:t>
            </a:r>
            <a:endParaRPr dirty="0"/>
          </a:p>
          <a:p>
            <a:pPr marL="914400" lvl="1" indent="-298450" algn="l" rtl="0">
              <a:spcBef>
                <a:spcPts val="0"/>
              </a:spcBef>
              <a:spcAft>
                <a:spcPts val="0"/>
              </a:spcAft>
              <a:buSzPts val="1100"/>
              <a:buChar char="○"/>
            </a:pPr>
            <a:r>
              <a:rPr lang="en" dirty="0"/>
              <a:t>SECONDS - 1 per second</a:t>
            </a:r>
            <a:endParaRPr dirty="0"/>
          </a:p>
          <a:p>
            <a:pPr marL="914400" lvl="1" indent="-298450" algn="l" rtl="0">
              <a:spcBef>
                <a:spcPts val="0"/>
              </a:spcBef>
              <a:spcAft>
                <a:spcPts val="0"/>
              </a:spcAft>
              <a:buSzPts val="1100"/>
              <a:buChar char="○"/>
            </a:pPr>
            <a:r>
              <a:rPr lang="en" dirty="0"/>
              <a:t>MINUTES - 1/60th per second</a:t>
            </a:r>
            <a:endParaRPr dirty="0"/>
          </a:p>
          <a:p>
            <a:pPr marL="914400" lvl="1" indent="-298450" algn="l" rtl="0">
              <a:spcBef>
                <a:spcPts val="0"/>
              </a:spcBef>
              <a:spcAft>
                <a:spcPts val="0"/>
              </a:spcAft>
              <a:buSzPts val="1100"/>
              <a:buChar char="○"/>
            </a:pPr>
            <a:r>
              <a:rPr lang="en" dirty="0"/>
              <a:t>HOURS - 1/3600th per second</a:t>
            </a:r>
            <a:endParaRPr dirty="0"/>
          </a:p>
          <a:p>
            <a:pPr marL="914400" lvl="1" indent="-298450" algn="l" rtl="0">
              <a:spcBef>
                <a:spcPts val="0"/>
              </a:spcBef>
              <a:spcAft>
                <a:spcPts val="0"/>
              </a:spcAft>
              <a:buSzPts val="1100"/>
              <a:buChar char="○"/>
            </a:pPr>
            <a:r>
              <a:rPr lang="en" dirty="0"/>
              <a:t>DAYS - 1/86,400th per second</a:t>
            </a:r>
            <a:endParaRPr dirty="0"/>
          </a:p>
        </p:txBody>
      </p:sp>
      <p:sp>
        <p:nvSpPr>
          <p:cNvPr id="581" name="Google Shape;581;p59"/>
          <p:cNvSpPr txBox="1">
            <a:spLocks noGrp="1"/>
          </p:cNvSpPr>
          <p:nvPr>
            <p:ph type="body" idx="3"/>
          </p:nvPr>
        </p:nvSpPr>
        <p:spPr>
          <a:xfrm>
            <a:off x="315425" y="3690591"/>
            <a:ext cx="3706500" cy="6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highlight>
                  <a:srgbClr val="FFFF00"/>
                </a:highlight>
              </a:rPr>
              <a:t>The </a:t>
            </a:r>
            <a:r>
              <a:rPr lang="en" dirty="0">
                <a:highlight>
                  <a:srgbClr val="FFFF00"/>
                </a:highlight>
                <a:latin typeface="Courier New"/>
                <a:ea typeface="Courier New"/>
                <a:cs typeface="Courier New"/>
                <a:sym typeface="Courier New"/>
              </a:rPr>
              <a:t>awaitTermination</a:t>
            </a:r>
            <a:r>
              <a:rPr lang="en" dirty="0">
                <a:highlight>
                  <a:srgbClr val="FFFF00"/>
                </a:highlight>
              </a:rPr>
              <a:t> requires you specify how long you're willing to wait. It returns true if all task completed and false otherwise.</a:t>
            </a:r>
            <a:endParaRPr dirty="0">
              <a:highlight>
                <a:srgbClr val="FFFF00"/>
              </a:highlight>
            </a:endParaRPr>
          </a:p>
        </p:txBody>
      </p:sp>
      <p:sp>
        <p:nvSpPr>
          <p:cNvPr id="582" name="Google Shape;582;p59"/>
          <p:cNvSpPr txBox="1">
            <a:spLocks noGrp="1"/>
          </p:cNvSpPr>
          <p:nvPr>
            <p:ph type="body" idx="2"/>
          </p:nvPr>
        </p:nvSpPr>
        <p:spPr>
          <a:xfrm>
            <a:off x="315425" y="1246298"/>
            <a:ext cx="3706500" cy="2312100"/>
          </a:xfrm>
          <a:prstGeom prst="rect">
            <a:avLst/>
          </a:prstGeom>
          <a:solidFill>
            <a:schemeClr val="lt1"/>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000" dirty="0">
                <a:solidFill>
                  <a:srgbClr val="008000"/>
                </a:solidFill>
                <a:highlight>
                  <a:srgbClr val="FFFFFF"/>
                </a:highlight>
                <a:latin typeface="Consolas"/>
                <a:ea typeface="Consolas"/>
                <a:cs typeface="Consolas"/>
                <a:sym typeface="Consolas"/>
              </a:rPr>
              <a:t>1</a:t>
            </a:r>
            <a:r>
              <a:rPr lang="en" sz="1000" dirty="0">
                <a:solidFill>
                  <a:srgbClr val="267F99"/>
                </a:solidFill>
                <a:highlight>
                  <a:srgbClr val="FFFFFF"/>
                </a:highlight>
                <a:latin typeface="Consolas"/>
                <a:ea typeface="Consolas"/>
                <a:cs typeface="Consolas"/>
                <a:sym typeface="Consolas"/>
              </a:rPr>
              <a:t>  ExecutorService</a:t>
            </a:r>
            <a:r>
              <a:rPr lang="en" sz="1000" dirty="0">
                <a:solidFill>
                  <a:srgbClr val="3B3B3B"/>
                </a:solidFill>
                <a:highlight>
                  <a:srgbClr val="FFFFFF"/>
                </a:highlight>
                <a:latin typeface="Consolas"/>
                <a:ea typeface="Consolas"/>
                <a:cs typeface="Consolas"/>
                <a:sym typeface="Consolas"/>
              </a:rPr>
              <a:t> </a:t>
            </a:r>
            <a:r>
              <a:rPr lang="en" sz="1000" dirty="0">
                <a:solidFill>
                  <a:srgbClr val="001080"/>
                </a:solidFill>
                <a:highlight>
                  <a:srgbClr val="FFFFFF"/>
                </a:highlight>
                <a:latin typeface="Consolas"/>
                <a:ea typeface="Consolas"/>
                <a:cs typeface="Consolas"/>
                <a:sym typeface="Consolas"/>
              </a:rPr>
              <a:t>exservice</a:t>
            </a:r>
            <a:r>
              <a:rPr lang="en" sz="1000" dirty="0">
                <a:solidFill>
                  <a:srgbClr val="3B3B3B"/>
                </a:solidFill>
                <a:highlight>
                  <a:srgbClr val="FFFFFF"/>
                </a:highlight>
                <a:latin typeface="Consolas"/>
                <a:ea typeface="Consolas"/>
                <a:cs typeface="Consolas"/>
                <a:sym typeface="Consolas"/>
              </a:rPr>
              <a:t> </a:t>
            </a:r>
            <a:r>
              <a:rPr lang="en" sz="1000" dirty="0">
                <a:solidFill>
                  <a:srgbClr val="000000"/>
                </a:solidFill>
                <a:highlight>
                  <a:srgbClr val="FFFFFF"/>
                </a:highlight>
                <a:latin typeface="Consolas"/>
                <a:ea typeface="Consolas"/>
                <a:cs typeface="Consolas"/>
                <a:sym typeface="Consolas"/>
              </a:rPr>
              <a:t>=</a:t>
            </a:r>
            <a:r>
              <a:rPr lang="en" sz="1000" dirty="0">
                <a:solidFill>
                  <a:srgbClr val="3B3B3B"/>
                </a:solidFill>
                <a:highlight>
                  <a:srgbClr val="FFFFFF"/>
                </a:highlight>
                <a:latin typeface="Consolas"/>
                <a:ea typeface="Consolas"/>
                <a:cs typeface="Consolas"/>
                <a:sym typeface="Consolas"/>
              </a:rPr>
              <a:t> </a:t>
            </a:r>
            <a:endParaRPr sz="100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dirty="0">
                <a:solidFill>
                  <a:srgbClr val="008000"/>
                </a:solidFill>
                <a:highlight>
                  <a:srgbClr val="FFFFFF"/>
                </a:highlight>
                <a:latin typeface="Consolas"/>
                <a:ea typeface="Consolas"/>
                <a:cs typeface="Consolas"/>
                <a:sym typeface="Consolas"/>
              </a:rPr>
              <a:t>2</a:t>
            </a:r>
            <a:r>
              <a:rPr lang="en" sz="1000" dirty="0">
                <a:solidFill>
                  <a:srgbClr val="267F99"/>
                </a:solidFill>
                <a:highlight>
                  <a:srgbClr val="FFFFFF"/>
                </a:highlight>
                <a:latin typeface="Consolas"/>
                <a:ea typeface="Consolas"/>
                <a:cs typeface="Consolas"/>
                <a:sym typeface="Consolas"/>
              </a:rPr>
              <a:t>      Executors</a:t>
            </a:r>
            <a:r>
              <a:rPr lang="en" sz="1000" dirty="0">
                <a:solidFill>
                  <a:srgbClr val="3B3B3B"/>
                </a:solidFill>
                <a:highlight>
                  <a:srgbClr val="FFFFFF"/>
                </a:highlight>
                <a:latin typeface="Consolas"/>
                <a:ea typeface="Consolas"/>
                <a:cs typeface="Consolas"/>
                <a:sym typeface="Consolas"/>
              </a:rPr>
              <a:t>.</a:t>
            </a:r>
            <a:r>
              <a:rPr lang="en" sz="1000" dirty="0">
                <a:solidFill>
                  <a:srgbClr val="795E26"/>
                </a:solidFill>
                <a:highlight>
                  <a:srgbClr val="FFFFFF"/>
                </a:highlight>
                <a:latin typeface="Consolas"/>
                <a:ea typeface="Consolas"/>
                <a:cs typeface="Consolas"/>
                <a:sym typeface="Consolas"/>
              </a:rPr>
              <a:t>newCachedThreadPool</a:t>
            </a:r>
            <a:r>
              <a:rPr lang="en" sz="1000" dirty="0">
                <a:solidFill>
                  <a:srgbClr val="3B3B3B"/>
                </a:solidFill>
                <a:highlight>
                  <a:srgbClr val="FFFFFF"/>
                </a:highlight>
                <a:latin typeface="Consolas"/>
                <a:ea typeface="Consolas"/>
                <a:cs typeface="Consolas"/>
                <a:sym typeface="Consolas"/>
              </a:rPr>
              <a:t>();</a:t>
            </a:r>
            <a:endParaRPr sz="100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dirty="0">
                <a:solidFill>
                  <a:srgbClr val="008000"/>
                </a:solidFill>
                <a:highlight>
                  <a:srgbClr val="FFFFFF"/>
                </a:highlight>
                <a:latin typeface="Consolas"/>
                <a:ea typeface="Consolas"/>
                <a:cs typeface="Consolas"/>
                <a:sym typeface="Consolas"/>
              </a:rPr>
              <a:t>3</a:t>
            </a:r>
            <a:r>
              <a:rPr lang="en" sz="1000" dirty="0">
                <a:solidFill>
                  <a:srgbClr val="AF00DB"/>
                </a:solidFill>
                <a:highlight>
                  <a:srgbClr val="FFFFFF"/>
                </a:highlight>
                <a:latin typeface="Consolas"/>
                <a:ea typeface="Consolas"/>
                <a:cs typeface="Consolas"/>
                <a:sym typeface="Consolas"/>
              </a:rPr>
              <a:t>  for</a:t>
            </a:r>
            <a:r>
              <a:rPr lang="en" sz="1000" dirty="0">
                <a:solidFill>
                  <a:srgbClr val="3B3B3B"/>
                </a:solidFill>
                <a:highlight>
                  <a:srgbClr val="FFFFFF"/>
                </a:highlight>
                <a:latin typeface="Consolas"/>
                <a:ea typeface="Consolas"/>
                <a:cs typeface="Consolas"/>
                <a:sym typeface="Consolas"/>
              </a:rPr>
              <a:t> (</a:t>
            </a:r>
            <a:r>
              <a:rPr lang="en" sz="1000" dirty="0">
                <a:solidFill>
                  <a:srgbClr val="267F99"/>
                </a:solidFill>
                <a:highlight>
                  <a:srgbClr val="FFFFFF"/>
                </a:highlight>
                <a:latin typeface="Consolas"/>
                <a:ea typeface="Consolas"/>
                <a:cs typeface="Consolas"/>
                <a:sym typeface="Consolas"/>
              </a:rPr>
              <a:t>int</a:t>
            </a:r>
            <a:r>
              <a:rPr lang="en" sz="1000" dirty="0">
                <a:solidFill>
                  <a:srgbClr val="3B3B3B"/>
                </a:solidFill>
                <a:highlight>
                  <a:srgbClr val="FFFFFF"/>
                </a:highlight>
                <a:latin typeface="Consolas"/>
                <a:ea typeface="Consolas"/>
                <a:cs typeface="Consolas"/>
                <a:sym typeface="Consolas"/>
              </a:rPr>
              <a:t> </a:t>
            </a:r>
            <a:r>
              <a:rPr lang="en" sz="1000" dirty="0">
                <a:solidFill>
                  <a:srgbClr val="001080"/>
                </a:solidFill>
                <a:highlight>
                  <a:srgbClr val="FFFFFF"/>
                </a:highlight>
                <a:latin typeface="Consolas"/>
                <a:ea typeface="Consolas"/>
                <a:cs typeface="Consolas"/>
                <a:sym typeface="Consolas"/>
              </a:rPr>
              <a:t>i</a:t>
            </a:r>
            <a:r>
              <a:rPr lang="en" sz="1000" dirty="0">
                <a:solidFill>
                  <a:srgbClr val="3B3B3B"/>
                </a:solidFill>
                <a:highlight>
                  <a:srgbClr val="FFFFFF"/>
                </a:highlight>
                <a:latin typeface="Consolas"/>
                <a:ea typeface="Consolas"/>
                <a:cs typeface="Consolas"/>
                <a:sym typeface="Consolas"/>
              </a:rPr>
              <a:t> </a:t>
            </a:r>
            <a:r>
              <a:rPr lang="en" sz="1000" dirty="0">
                <a:solidFill>
                  <a:srgbClr val="000000"/>
                </a:solidFill>
                <a:highlight>
                  <a:srgbClr val="FFFFFF"/>
                </a:highlight>
                <a:latin typeface="Consolas"/>
                <a:ea typeface="Consolas"/>
                <a:cs typeface="Consolas"/>
                <a:sym typeface="Consolas"/>
              </a:rPr>
              <a:t>=</a:t>
            </a:r>
            <a:r>
              <a:rPr lang="en" sz="1000" dirty="0">
                <a:solidFill>
                  <a:srgbClr val="3B3B3B"/>
                </a:solidFill>
                <a:highlight>
                  <a:srgbClr val="FFFFFF"/>
                </a:highlight>
                <a:latin typeface="Consolas"/>
                <a:ea typeface="Consolas"/>
                <a:cs typeface="Consolas"/>
                <a:sym typeface="Consolas"/>
              </a:rPr>
              <a:t> </a:t>
            </a:r>
            <a:r>
              <a:rPr lang="en" sz="1000" dirty="0">
                <a:solidFill>
                  <a:srgbClr val="098658"/>
                </a:solidFill>
                <a:highlight>
                  <a:srgbClr val="FFFFFF"/>
                </a:highlight>
                <a:latin typeface="Consolas"/>
                <a:ea typeface="Consolas"/>
                <a:cs typeface="Consolas"/>
                <a:sym typeface="Consolas"/>
              </a:rPr>
              <a:t>1</a:t>
            </a:r>
            <a:r>
              <a:rPr lang="en" sz="1000" dirty="0">
                <a:solidFill>
                  <a:srgbClr val="3B3B3B"/>
                </a:solidFill>
                <a:highlight>
                  <a:srgbClr val="FFFFFF"/>
                </a:highlight>
                <a:latin typeface="Consolas"/>
                <a:ea typeface="Consolas"/>
                <a:cs typeface="Consolas"/>
                <a:sym typeface="Consolas"/>
              </a:rPr>
              <a:t>; </a:t>
            </a:r>
            <a:r>
              <a:rPr lang="en" sz="1000" dirty="0">
                <a:solidFill>
                  <a:srgbClr val="001080"/>
                </a:solidFill>
                <a:highlight>
                  <a:srgbClr val="FFFFFF"/>
                </a:highlight>
                <a:latin typeface="Consolas"/>
                <a:ea typeface="Consolas"/>
                <a:cs typeface="Consolas"/>
                <a:sym typeface="Consolas"/>
              </a:rPr>
              <a:t>i</a:t>
            </a:r>
            <a:r>
              <a:rPr lang="en" sz="1000" dirty="0">
                <a:solidFill>
                  <a:srgbClr val="3B3B3B"/>
                </a:solidFill>
                <a:highlight>
                  <a:srgbClr val="FFFFFF"/>
                </a:highlight>
                <a:latin typeface="Consolas"/>
                <a:ea typeface="Consolas"/>
                <a:cs typeface="Consolas"/>
                <a:sym typeface="Consolas"/>
              </a:rPr>
              <a:t> </a:t>
            </a:r>
            <a:r>
              <a:rPr lang="en" sz="1000" dirty="0">
                <a:solidFill>
                  <a:srgbClr val="000000"/>
                </a:solidFill>
                <a:highlight>
                  <a:srgbClr val="FFFFFF"/>
                </a:highlight>
                <a:latin typeface="Consolas"/>
                <a:ea typeface="Consolas"/>
                <a:cs typeface="Consolas"/>
                <a:sym typeface="Consolas"/>
              </a:rPr>
              <a:t>&lt;=</a:t>
            </a:r>
            <a:r>
              <a:rPr lang="en" sz="1000" dirty="0">
                <a:solidFill>
                  <a:srgbClr val="3B3B3B"/>
                </a:solidFill>
                <a:highlight>
                  <a:srgbClr val="FFFFFF"/>
                </a:highlight>
                <a:latin typeface="Consolas"/>
                <a:ea typeface="Consolas"/>
                <a:cs typeface="Consolas"/>
                <a:sym typeface="Consolas"/>
              </a:rPr>
              <a:t> </a:t>
            </a:r>
            <a:r>
              <a:rPr lang="en" sz="1000" dirty="0">
                <a:solidFill>
                  <a:srgbClr val="098658"/>
                </a:solidFill>
                <a:highlight>
                  <a:srgbClr val="FFFFFF"/>
                </a:highlight>
                <a:latin typeface="Consolas"/>
                <a:ea typeface="Consolas"/>
                <a:cs typeface="Consolas"/>
                <a:sym typeface="Consolas"/>
              </a:rPr>
              <a:t>10</a:t>
            </a:r>
            <a:r>
              <a:rPr lang="en" sz="1000" dirty="0">
                <a:solidFill>
                  <a:srgbClr val="3B3B3B"/>
                </a:solidFill>
                <a:highlight>
                  <a:srgbClr val="FFFFFF"/>
                </a:highlight>
                <a:latin typeface="Consolas"/>
                <a:ea typeface="Consolas"/>
                <a:cs typeface="Consolas"/>
                <a:sym typeface="Consolas"/>
              </a:rPr>
              <a:t>; </a:t>
            </a:r>
            <a:r>
              <a:rPr lang="en" sz="1000" dirty="0">
                <a:solidFill>
                  <a:srgbClr val="001080"/>
                </a:solidFill>
                <a:highlight>
                  <a:srgbClr val="FFFFFF"/>
                </a:highlight>
                <a:latin typeface="Consolas"/>
                <a:ea typeface="Consolas"/>
                <a:cs typeface="Consolas"/>
                <a:sym typeface="Consolas"/>
              </a:rPr>
              <a:t>i</a:t>
            </a:r>
            <a:r>
              <a:rPr lang="en" sz="1000" dirty="0">
                <a:solidFill>
                  <a:srgbClr val="000000"/>
                </a:solidFill>
                <a:highlight>
                  <a:srgbClr val="FFFFFF"/>
                </a:highlight>
                <a:latin typeface="Consolas"/>
                <a:ea typeface="Consolas"/>
                <a:cs typeface="Consolas"/>
                <a:sym typeface="Consolas"/>
              </a:rPr>
              <a:t>++</a:t>
            </a:r>
            <a:r>
              <a:rPr lang="en" sz="1000" dirty="0">
                <a:solidFill>
                  <a:srgbClr val="3B3B3B"/>
                </a:solidFill>
                <a:highlight>
                  <a:srgbClr val="FFFFFF"/>
                </a:highlight>
                <a:latin typeface="Consolas"/>
                <a:ea typeface="Consolas"/>
                <a:cs typeface="Consolas"/>
                <a:sym typeface="Consolas"/>
              </a:rPr>
              <a:t>) {</a:t>
            </a:r>
            <a:endParaRPr sz="100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dirty="0">
                <a:solidFill>
                  <a:srgbClr val="008000"/>
                </a:solidFill>
                <a:highlight>
                  <a:srgbClr val="FFFFFF"/>
                </a:highlight>
                <a:latin typeface="Consolas"/>
                <a:ea typeface="Consolas"/>
                <a:cs typeface="Consolas"/>
                <a:sym typeface="Consolas"/>
              </a:rPr>
              <a:t>4</a:t>
            </a:r>
            <a:r>
              <a:rPr lang="en" sz="1000" dirty="0">
                <a:solidFill>
                  <a:srgbClr val="3B3B3B"/>
                </a:solidFill>
                <a:highlight>
                  <a:srgbClr val="FFFFFF"/>
                </a:highlight>
                <a:latin typeface="Consolas"/>
                <a:ea typeface="Consolas"/>
                <a:cs typeface="Consolas"/>
                <a:sym typeface="Consolas"/>
              </a:rPr>
              <a:t>     </a:t>
            </a:r>
            <a:r>
              <a:rPr lang="en" sz="1000" dirty="0">
                <a:solidFill>
                  <a:srgbClr val="267F99"/>
                </a:solidFill>
                <a:highlight>
                  <a:srgbClr val="FFFFFF"/>
                </a:highlight>
                <a:latin typeface="Consolas"/>
                <a:ea typeface="Consolas"/>
                <a:cs typeface="Consolas"/>
                <a:sym typeface="Consolas"/>
              </a:rPr>
              <a:t>String</a:t>
            </a:r>
            <a:r>
              <a:rPr lang="en" sz="1000" dirty="0">
                <a:solidFill>
                  <a:srgbClr val="3B3B3B"/>
                </a:solidFill>
                <a:highlight>
                  <a:srgbClr val="FFFFFF"/>
                </a:highlight>
                <a:latin typeface="Consolas"/>
                <a:ea typeface="Consolas"/>
                <a:cs typeface="Consolas"/>
                <a:sym typeface="Consolas"/>
              </a:rPr>
              <a:t> </a:t>
            </a:r>
            <a:r>
              <a:rPr lang="en" sz="1000" dirty="0">
                <a:solidFill>
                  <a:srgbClr val="001080"/>
                </a:solidFill>
                <a:highlight>
                  <a:srgbClr val="FFFFFF"/>
                </a:highlight>
                <a:latin typeface="Consolas"/>
                <a:ea typeface="Consolas"/>
                <a:cs typeface="Consolas"/>
                <a:sym typeface="Consolas"/>
              </a:rPr>
              <a:t>name</a:t>
            </a:r>
            <a:r>
              <a:rPr lang="en" sz="1000" dirty="0">
                <a:solidFill>
                  <a:srgbClr val="3B3B3B"/>
                </a:solidFill>
                <a:highlight>
                  <a:srgbClr val="FFFFFF"/>
                </a:highlight>
                <a:latin typeface="Consolas"/>
                <a:ea typeface="Consolas"/>
                <a:cs typeface="Consolas"/>
                <a:sym typeface="Consolas"/>
              </a:rPr>
              <a:t> </a:t>
            </a:r>
            <a:r>
              <a:rPr lang="en" sz="1000" dirty="0">
                <a:solidFill>
                  <a:srgbClr val="000000"/>
                </a:solidFill>
                <a:highlight>
                  <a:srgbClr val="FFFFFF"/>
                </a:highlight>
                <a:latin typeface="Consolas"/>
                <a:ea typeface="Consolas"/>
                <a:cs typeface="Consolas"/>
                <a:sym typeface="Consolas"/>
              </a:rPr>
              <a:t>=</a:t>
            </a:r>
            <a:r>
              <a:rPr lang="en" sz="1000" dirty="0">
                <a:solidFill>
                  <a:srgbClr val="3B3B3B"/>
                </a:solidFill>
                <a:highlight>
                  <a:srgbClr val="FFFFFF"/>
                </a:highlight>
                <a:latin typeface="Consolas"/>
                <a:ea typeface="Consolas"/>
                <a:cs typeface="Consolas"/>
                <a:sym typeface="Consolas"/>
              </a:rPr>
              <a:t> </a:t>
            </a:r>
            <a:r>
              <a:rPr lang="en" sz="1000" dirty="0">
                <a:solidFill>
                  <a:srgbClr val="A31515"/>
                </a:solidFill>
                <a:highlight>
                  <a:srgbClr val="FFFFFF"/>
                </a:highlight>
                <a:latin typeface="Consolas"/>
                <a:ea typeface="Consolas"/>
                <a:cs typeface="Consolas"/>
                <a:sym typeface="Consolas"/>
              </a:rPr>
              <a:t>"Task "</a:t>
            </a:r>
            <a:r>
              <a:rPr lang="en" sz="1000" dirty="0">
                <a:solidFill>
                  <a:srgbClr val="3B3B3B"/>
                </a:solidFill>
                <a:highlight>
                  <a:srgbClr val="FFFFFF"/>
                </a:highlight>
                <a:latin typeface="Consolas"/>
                <a:ea typeface="Consolas"/>
                <a:cs typeface="Consolas"/>
                <a:sym typeface="Consolas"/>
              </a:rPr>
              <a:t> </a:t>
            </a:r>
            <a:r>
              <a:rPr lang="en" sz="1000" dirty="0">
                <a:solidFill>
                  <a:srgbClr val="000000"/>
                </a:solidFill>
                <a:highlight>
                  <a:srgbClr val="FFFFFF"/>
                </a:highlight>
                <a:latin typeface="Consolas"/>
                <a:ea typeface="Consolas"/>
                <a:cs typeface="Consolas"/>
                <a:sym typeface="Consolas"/>
              </a:rPr>
              <a:t>+</a:t>
            </a:r>
            <a:r>
              <a:rPr lang="en" sz="1000" dirty="0">
                <a:solidFill>
                  <a:srgbClr val="3B3B3B"/>
                </a:solidFill>
                <a:highlight>
                  <a:srgbClr val="FFFFFF"/>
                </a:highlight>
                <a:latin typeface="Consolas"/>
                <a:ea typeface="Consolas"/>
                <a:cs typeface="Consolas"/>
                <a:sym typeface="Consolas"/>
              </a:rPr>
              <a:t> </a:t>
            </a:r>
            <a:r>
              <a:rPr lang="en" sz="1000" dirty="0">
                <a:solidFill>
                  <a:srgbClr val="001080"/>
                </a:solidFill>
                <a:highlight>
                  <a:srgbClr val="FFFFFF"/>
                </a:highlight>
                <a:latin typeface="Consolas"/>
                <a:ea typeface="Consolas"/>
                <a:cs typeface="Consolas"/>
                <a:sym typeface="Consolas"/>
              </a:rPr>
              <a:t>i</a:t>
            </a:r>
            <a:r>
              <a:rPr lang="en" sz="1000" dirty="0">
                <a:solidFill>
                  <a:srgbClr val="3B3B3B"/>
                </a:solidFill>
                <a:highlight>
                  <a:srgbClr val="FFFFFF"/>
                </a:highlight>
                <a:latin typeface="Consolas"/>
                <a:ea typeface="Consolas"/>
                <a:cs typeface="Consolas"/>
                <a:sym typeface="Consolas"/>
              </a:rPr>
              <a:t>;</a:t>
            </a:r>
            <a:endParaRPr sz="100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dirty="0">
                <a:solidFill>
                  <a:srgbClr val="008000"/>
                </a:solidFill>
                <a:highlight>
                  <a:srgbClr val="FFFFFF"/>
                </a:highlight>
                <a:latin typeface="Consolas"/>
                <a:ea typeface="Consolas"/>
                <a:cs typeface="Consolas"/>
                <a:sym typeface="Consolas"/>
              </a:rPr>
              <a:t>5</a:t>
            </a:r>
            <a:r>
              <a:rPr lang="en" sz="1000" dirty="0">
                <a:solidFill>
                  <a:srgbClr val="3B3B3B"/>
                </a:solidFill>
                <a:highlight>
                  <a:srgbClr val="FFFFFF"/>
                </a:highlight>
                <a:latin typeface="Consolas"/>
                <a:ea typeface="Consolas"/>
                <a:cs typeface="Consolas"/>
                <a:sym typeface="Consolas"/>
              </a:rPr>
              <a:t>     </a:t>
            </a:r>
            <a:r>
              <a:rPr lang="en" sz="1000" dirty="0">
                <a:solidFill>
                  <a:srgbClr val="001080"/>
                </a:solidFill>
                <a:highlight>
                  <a:srgbClr val="FFFFFF"/>
                </a:highlight>
                <a:latin typeface="Consolas"/>
                <a:ea typeface="Consolas"/>
                <a:cs typeface="Consolas"/>
                <a:sym typeface="Consolas"/>
              </a:rPr>
              <a:t>exservice</a:t>
            </a:r>
            <a:r>
              <a:rPr lang="en" sz="1000" dirty="0">
                <a:solidFill>
                  <a:srgbClr val="3B3B3B"/>
                </a:solidFill>
                <a:highlight>
                  <a:srgbClr val="FFFFFF"/>
                </a:highlight>
                <a:latin typeface="Consolas"/>
                <a:ea typeface="Consolas"/>
                <a:cs typeface="Consolas"/>
                <a:sym typeface="Consolas"/>
              </a:rPr>
              <a:t>.</a:t>
            </a:r>
            <a:r>
              <a:rPr lang="en" sz="1000" dirty="0">
                <a:solidFill>
                  <a:srgbClr val="795E26"/>
                </a:solidFill>
                <a:highlight>
                  <a:srgbClr val="FFFFFF"/>
                </a:highlight>
                <a:latin typeface="Consolas"/>
                <a:ea typeface="Consolas"/>
                <a:cs typeface="Consolas"/>
                <a:sym typeface="Consolas"/>
              </a:rPr>
              <a:t>submit</a:t>
            </a:r>
            <a:r>
              <a:rPr lang="en" sz="1000" dirty="0">
                <a:solidFill>
                  <a:srgbClr val="3B3B3B"/>
                </a:solidFill>
                <a:highlight>
                  <a:srgbClr val="FFFFFF"/>
                </a:highlight>
                <a:latin typeface="Consolas"/>
                <a:ea typeface="Consolas"/>
                <a:cs typeface="Consolas"/>
                <a:sym typeface="Consolas"/>
              </a:rPr>
              <a:t>(()</a:t>
            </a:r>
            <a:r>
              <a:rPr lang="en" sz="1000" dirty="0">
                <a:solidFill>
                  <a:srgbClr val="0000FF"/>
                </a:solidFill>
                <a:highlight>
                  <a:srgbClr val="FFFFFF"/>
                </a:highlight>
                <a:latin typeface="Consolas"/>
                <a:ea typeface="Consolas"/>
                <a:cs typeface="Consolas"/>
                <a:sym typeface="Consolas"/>
              </a:rPr>
              <a:t>-&gt;</a:t>
            </a:r>
            <a:r>
              <a:rPr lang="en" sz="1000" dirty="0">
                <a:solidFill>
                  <a:srgbClr val="3B3B3B"/>
                </a:solidFill>
                <a:highlight>
                  <a:srgbClr val="FFFFFF"/>
                </a:highlight>
                <a:latin typeface="Consolas"/>
                <a:ea typeface="Consolas"/>
                <a:cs typeface="Consolas"/>
                <a:sym typeface="Consolas"/>
              </a:rPr>
              <a:t> </a:t>
            </a:r>
            <a:endParaRPr sz="100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dirty="0">
                <a:solidFill>
                  <a:srgbClr val="008000"/>
                </a:solidFill>
                <a:highlight>
                  <a:srgbClr val="FFFFFF"/>
                </a:highlight>
                <a:latin typeface="Consolas"/>
                <a:ea typeface="Consolas"/>
                <a:cs typeface="Consolas"/>
                <a:sym typeface="Consolas"/>
              </a:rPr>
              <a:t>6</a:t>
            </a:r>
            <a:r>
              <a:rPr lang="en" sz="1000" dirty="0">
                <a:solidFill>
                  <a:srgbClr val="267F99"/>
                </a:solidFill>
                <a:highlight>
                  <a:srgbClr val="FFFFFF"/>
                </a:highlight>
                <a:latin typeface="Consolas"/>
                <a:ea typeface="Consolas"/>
                <a:cs typeface="Consolas"/>
                <a:sym typeface="Consolas"/>
              </a:rPr>
              <a:t>         System</a:t>
            </a:r>
            <a:r>
              <a:rPr lang="en" sz="1000" dirty="0">
                <a:solidFill>
                  <a:srgbClr val="3B3B3B"/>
                </a:solidFill>
                <a:highlight>
                  <a:srgbClr val="FFFFFF"/>
                </a:highlight>
                <a:latin typeface="Consolas"/>
                <a:ea typeface="Consolas"/>
                <a:cs typeface="Consolas"/>
                <a:sym typeface="Consolas"/>
              </a:rPr>
              <a:t>.</a:t>
            </a:r>
            <a:r>
              <a:rPr lang="en" sz="1000" dirty="0">
                <a:solidFill>
                  <a:srgbClr val="0070C1"/>
                </a:solidFill>
                <a:highlight>
                  <a:srgbClr val="FFFFFF"/>
                </a:highlight>
                <a:latin typeface="Consolas"/>
                <a:ea typeface="Consolas"/>
                <a:cs typeface="Consolas"/>
                <a:sym typeface="Consolas"/>
              </a:rPr>
              <a:t>out</a:t>
            </a:r>
            <a:r>
              <a:rPr lang="en" sz="1000" dirty="0">
                <a:solidFill>
                  <a:srgbClr val="3B3B3B"/>
                </a:solidFill>
                <a:highlight>
                  <a:srgbClr val="FFFFFF"/>
                </a:highlight>
                <a:latin typeface="Consolas"/>
                <a:ea typeface="Consolas"/>
                <a:cs typeface="Consolas"/>
                <a:sym typeface="Consolas"/>
              </a:rPr>
              <a:t>.</a:t>
            </a:r>
            <a:r>
              <a:rPr lang="en" sz="1000" dirty="0">
                <a:solidFill>
                  <a:srgbClr val="795E26"/>
                </a:solidFill>
                <a:highlight>
                  <a:srgbClr val="FFFFFF"/>
                </a:highlight>
                <a:latin typeface="Consolas"/>
                <a:ea typeface="Consolas"/>
                <a:cs typeface="Consolas"/>
                <a:sym typeface="Consolas"/>
              </a:rPr>
              <a:t>println</a:t>
            </a:r>
            <a:r>
              <a:rPr lang="en" sz="1000" dirty="0">
                <a:solidFill>
                  <a:srgbClr val="3B3B3B"/>
                </a:solidFill>
                <a:highlight>
                  <a:srgbClr val="FFFFFF"/>
                </a:highlight>
                <a:latin typeface="Consolas"/>
                <a:ea typeface="Consolas"/>
                <a:cs typeface="Consolas"/>
                <a:sym typeface="Consolas"/>
              </a:rPr>
              <a:t>(</a:t>
            </a:r>
            <a:r>
              <a:rPr lang="en" sz="1000" dirty="0">
                <a:solidFill>
                  <a:srgbClr val="001080"/>
                </a:solidFill>
                <a:highlight>
                  <a:srgbClr val="FFFFFF"/>
                </a:highlight>
                <a:latin typeface="Consolas"/>
                <a:ea typeface="Consolas"/>
                <a:cs typeface="Consolas"/>
                <a:sym typeface="Consolas"/>
              </a:rPr>
              <a:t>name</a:t>
            </a:r>
            <a:r>
              <a:rPr lang="en" sz="1000" dirty="0">
                <a:solidFill>
                  <a:srgbClr val="3B3B3B"/>
                </a:solidFill>
                <a:highlight>
                  <a:srgbClr val="FFFFFF"/>
                </a:highlight>
                <a:latin typeface="Consolas"/>
                <a:ea typeface="Consolas"/>
                <a:cs typeface="Consolas"/>
                <a:sym typeface="Consolas"/>
              </a:rPr>
              <a:t>));</a:t>
            </a:r>
            <a:endParaRPr sz="100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dirty="0">
                <a:solidFill>
                  <a:srgbClr val="008000"/>
                </a:solidFill>
                <a:highlight>
                  <a:srgbClr val="FFFFFF"/>
                </a:highlight>
                <a:latin typeface="Consolas"/>
                <a:ea typeface="Consolas"/>
                <a:cs typeface="Consolas"/>
                <a:sym typeface="Consolas"/>
              </a:rPr>
              <a:t>7</a:t>
            </a:r>
            <a:r>
              <a:rPr lang="en" sz="1000" dirty="0">
                <a:solidFill>
                  <a:srgbClr val="3B3B3B"/>
                </a:solidFill>
                <a:highlight>
                  <a:srgbClr val="FFFFFF"/>
                </a:highlight>
                <a:latin typeface="Consolas"/>
                <a:ea typeface="Consolas"/>
                <a:cs typeface="Consolas"/>
                <a:sym typeface="Consolas"/>
              </a:rPr>
              <a:t>  }</a:t>
            </a:r>
            <a:endParaRPr sz="100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dirty="0">
                <a:solidFill>
                  <a:srgbClr val="008000"/>
                </a:solidFill>
                <a:highlight>
                  <a:srgbClr val="FFFFFF"/>
                </a:highlight>
                <a:latin typeface="Consolas"/>
                <a:ea typeface="Consolas"/>
                <a:cs typeface="Consolas"/>
                <a:sym typeface="Consolas"/>
              </a:rPr>
              <a:t>8</a:t>
            </a:r>
            <a:r>
              <a:rPr lang="en" sz="1000" dirty="0">
                <a:solidFill>
                  <a:srgbClr val="001080"/>
                </a:solidFill>
                <a:highlight>
                  <a:srgbClr val="FFFFFF"/>
                </a:highlight>
                <a:latin typeface="Consolas"/>
                <a:ea typeface="Consolas"/>
                <a:cs typeface="Consolas"/>
                <a:sym typeface="Consolas"/>
              </a:rPr>
              <a:t>  exservice</a:t>
            </a:r>
            <a:r>
              <a:rPr lang="en" sz="1000" dirty="0">
                <a:solidFill>
                  <a:srgbClr val="3B3B3B"/>
                </a:solidFill>
                <a:highlight>
                  <a:srgbClr val="FFFFFF"/>
                </a:highlight>
                <a:latin typeface="Consolas"/>
                <a:ea typeface="Consolas"/>
                <a:cs typeface="Consolas"/>
                <a:sym typeface="Consolas"/>
              </a:rPr>
              <a:t>.</a:t>
            </a:r>
            <a:r>
              <a:rPr lang="en" sz="1000" dirty="0">
                <a:solidFill>
                  <a:srgbClr val="795E26"/>
                </a:solidFill>
                <a:highlight>
                  <a:srgbClr val="FFFFFF"/>
                </a:highlight>
                <a:latin typeface="Consolas"/>
                <a:ea typeface="Consolas"/>
                <a:cs typeface="Consolas"/>
                <a:sym typeface="Consolas"/>
              </a:rPr>
              <a:t>shutdown</a:t>
            </a:r>
            <a:r>
              <a:rPr lang="en" sz="1000" dirty="0">
                <a:solidFill>
                  <a:srgbClr val="3B3B3B"/>
                </a:solidFill>
                <a:highlight>
                  <a:srgbClr val="FFFFFF"/>
                </a:highlight>
                <a:latin typeface="Consolas"/>
                <a:ea typeface="Consolas"/>
                <a:cs typeface="Consolas"/>
                <a:sym typeface="Consolas"/>
              </a:rPr>
              <a:t>();</a:t>
            </a:r>
            <a:endParaRPr sz="100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dirty="0">
                <a:solidFill>
                  <a:srgbClr val="008000"/>
                </a:solidFill>
                <a:highlight>
                  <a:srgbClr val="FFFFFF"/>
                </a:highlight>
                <a:latin typeface="Consolas"/>
                <a:ea typeface="Consolas"/>
                <a:cs typeface="Consolas"/>
                <a:sym typeface="Consolas"/>
              </a:rPr>
              <a:t>9</a:t>
            </a:r>
            <a:r>
              <a:rPr lang="en" sz="1000" dirty="0">
                <a:solidFill>
                  <a:srgbClr val="001080"/>
                </a:solidFill>
                <a:highlight>
                  <a:srgbClr val="FFFFFF"/>
                </a:highlight>
                <a:latin typeface="Consolas"/>
                <a:ea typeface="Consolas"/>
                <a:cs typeface="Consolas"/>
                <a:sym typeface="Consolas"/>
              </a:rPr>
              <a:t>  service</a:t>
            </a:r>
            <a:r>
              <a:rPr lang="en" sz="1000" dirty="0">
                <a:solidFill>
                  <a:srgbClr val="3B3B3B"/>
                </a:solidFill>
                <a:highlight>
                  <a:srgbClr val="FFFFFF"/>
                </a:highlight>
                <a:latin typeface="Consolas"/>
                <a:ea typeface="Consolas"/>
                <a:cs typeface="Consolas"/>
                <a:sym typeface="Consolas"/>
              </a:rPr>
              <a:t>.</a:t>
            </a:r>
            <a:r>
              <a:rPr lang="en" sz="1000" dirty="0">
                <a:solidFill>
                  <a:srgbClr val="795E26"/>
                </a:solidFill>
                <a:highlight>
                  <a:srgbClr val="FFFFFF"/>
                </a:highlight>
                <a:latin typeface="Consolas"/>
                <a:ea typeface="Consolas"/>
                <a:cs typeface="Consolas"/>
                <a:sym typeface="Consolas"/>
              </a:rPr>
              <a:t>awaitTermination</a:t>
            </a:r>
            <a:r>
              <a:rPr lang="en" sz="1000" dirty="0">
                <a:solidFill>
                  <a:srgbClr val="3B3B3B"/>
                </a:solidFill>
                <a:highlight>
                  <a:srgbClr val="FFFFFF"/>
                </a:highlight>
                <a:latin typeface="Consolas"/>
                <a:ea typeface="Consolas"/>
                <a:cs typeface="Consolas"/>
                <a:sym typeface="Consolas"/>
              </a:rPr>
              <a:t>(</a:t>
            </a:r>
            <a:r>
              <a:rPr lang="en" sz="1000" dirty="0">
                <a:solidFill>
                  <a:srgbClr val="098658"/>
                </a:solidFill>
                <a:highlight>
                  <a:srgbClr val="FFFFFF"/>
                </a:highlight>
                <a:latin typeface="Consolas"/>
                <a:ea typeface="Consolas"/>
                <a:cs typeface="Consolas"/>
                <a:sym typeface="Consolas"/>
              </a:rPr>
              <a:t>1</a:t>
            </a:r>
            <a:r>
              <a:rPr lang="en" sz="1000" dirty="0">
                <a:solidFill>
                  <a:srgbClr val="3B3B3B"/>
                </a:solidFill>
                <a:highlight>
                  <a:srgbClr val="FFFFFF"/>
                </a:highlight>
                <a:latin typeface="Consolas"/>
                <a:ea typeface="Consolas"/>
                <a:cs typeface="Consolas"/>
                <a:sym typeface="Consolas"/>
              </a:rPr>
              <a:t>, </a:t>
            </a:r>
            <a:r>
              <a:rPr lang="en" sz="1000" dirty="0">
                <a:solidFill>
                  <a:srgbClr val="267F99"/>
                </a:solidFill>
                <a:highlight>
                  <a:srgbClr val="FFFFFF"/>
                </a:highlight>
                <a:latin typeface="Consolas"/>
                <a:ea typeface="Consolas"/>
                <a:cs typeface="Consolas"/>
                <a:sym typeface="Consolas"/>
              </a:rPr>
              <a:t>TimeUnit</a:t>
            </a:r>
            <a:r>
              <a:rPr lang="en" sz="1000" dirty="0">
                <a:solidFill>
                  <a:srgbClr val="3B3B3B"/>
                </a:solidFill>
                <a:highlight>
                  <a:srgbClr val="FFFFFF"/>
                </a:highlight>
                <a:latin typeface="Consolas"/>
                <a:ea typeface="Consolas"/>
                <a:cs typeface="Consolas"/>
                <a:sym typeface="Consolas"/>
              </a:rPr>
              <a:t>.</a:t>
            </a:r>
            <a:r>
              <a:rPr lang="en" sz="1000" dirty="0">
                <a:solidFill>
                  <a:srgbClr val="0070C1"/>
                </a:solidFill>
                <a:highlight>
                  <a:srgbClr val="FFFFFF"/>
                </a:highlight>
                <a:latin typeface="Consolas"/>
                <a:ea typeface="Consolas"/>
                <a:cs typeface="Consolas"/>
                <a:sym typeface="Consolas"/>
              </a:rPr>
              <a:t>SECONDS</a:t>
            </a:r>
            <a:r>
              <a:rPr lang="en" sz="1000" dirty="0">
                <a:solidFill>
                  <a:srgbClr val="3B3B3B"/>
                </a:solidFill>
                <a:highlight>
                  <a:srgbClr val="FFFFFF"/>
                </a:highlight>
                <a:latin typeface="Consolas"/>
                <a:ea typeface="Consolas"/>
                <a:cs typeface="Consolas"/>
                <a:sym typeface="Consolas"/>
              </a:rPr>
              <a:t>);</a:t>
            </a:r>
            <a:endParaRPr sz="100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dirty="0">
                <a:solidFill>
                  <a:srgbClr val="008000"/>
                </a:solidFill>
                <a:highlight>
                  <a:srgbClr val="FFFFFF"/>
                </a:highlight>
                <a:latin typeface="Consolas"/>
                <a:ea typeface="Consolas"/>
                <a:cs typeface="Consolas"/>
                <a:sym typeface="Consolas"/>
              </a:rPr>
              <a:t>10</a:t>
            </a:r>
            <a:r>
              <a:rPr lang="en" sz="1000" dirty="0">
                <a:solidFill>
                  <a:srgbClr val="267F99"/>
                </a:solidFill>
                <a:highlight>
                  <a:srgbClr val="FFFFFF"/>
                </a:highlight>
                <a:latin typeface="Consolas"/>
                <a:ea typeface="Consolas"/>
                <a:cs typeface="Consolas"/>
                <a:sym typeface="Consolas"/>
              </a:rPr>
              <a:t> System</a:t>
            </a:r>
            <a:r>
              <a:rPr lang="en" sz="1000" dirty="0">
                <a:solidFill>
                  <a:srgbClr val="3B3B3B"/>
                </a:solidFill>
                <a:highlight>
                  <a:srgbClr val="FFFFFF"/>
                </a:highlight>
                <a:latin typeface="Consolas"/>
                <a:ea typeface="Consolas"/>
                <a:cs typeface="Consolas"/>
                <a:sym typeface="Consolas"/>
              </a:rPr>
              <a:t>.</a:t>
            </a:r>
            <a:r>
              <a:rPr lang="en" sz="1000" dirty="0">
                <a:solidFill>
                  <a:srgbClr val="0070C1"/>
                </a:solidFill>
                <a:highlight>
                  <a:srgbClr val="FFFFFF"/>
                </a:highlight>
                <a:latin typeface="Consolas"/>
                <a:ea typeface="Consolas"/>
                <a:cs typeface="Consolas"/>
                <a:sym typeface="Consolas"/>
              </a:rPr>
              <a:t>out</a:t>
            </a:r>
            <a:r>
              <a:rPr lang="en" sz="1000" dirty="0">
                <a:solidFill>
                  <a:srgbClr val="3B3B3B"/>
                </a:solidFill>
                <a:highlight>
                  <a:srgbClr val="FFFFFF"/>
                </a:highlight>
                <a:latin typeface="Consolas"/>
                <a:ea typeface="Consolas"/>
                <a:cs typeface="Consolas"/>
                <a:sym typeface="Consolas"/>
              </a:rPr>
              <a:t>.</a:t>
            </a:r>
            <a:r>
              <a:rPr lang="en" sz="1000" dirty="0">
                <a:solidFill>
                  <a:srgbClr val="795E26"/>
                </a:solidFill>
                <a:highlight>
                  <a:srgbClr val="FFFFFF"/>
                </a:highlight>
                <a:latin typeface="Consolas"/>
                <a:ea typeface="Consolas"/>
                <a:cs typeface="Consolas"/>
                <a:sym typeface="Consolas"/>
              </a:rPr>
              <a:t>println</a:t>
            </a:r>
            <a:r>
              <a:rPr lang="en" sz="1000" dirty="0">
                <a:solidFill>
                  <a:srgbClr val="3B3B3B"/>
                </a:solidFill>
                <a:highlight>
                  <a:srgbClr val="FFFFFF"/>
                </a:highlight>
                <a:latin typeface="Consolas"/>
                <a:ea typeface="Consolas"/>
                <a:cs typeface="Consolas"/>
                <a:sym typeface="Consolas"/>
              </a:rPr>
              <a:t>(</a:t>
            </a:r>
            <a:r>
              <a:rPr lang="en" sz="1000" dirty="0">
                <a:solidFill>
                  <a:srgbClr val="A31515"/>
                </a:solidFill>
                <a:highlight>
                  <a:srgbClr val="FFFFFF"/>
                </a:highlight>
                <a:latin typeface="Consolas"/>
                <a:ea typeface="Consolas"/>
                <a:cs typeface="Consolas"/>
                <a:sym typeface="Consolas"/>
              </a:rPr>
              <a:t>"All tasks completed."</a:t>
            </a:r>
            <a:r>
              <a:rPr lang="en" sz="1000" dirty="0">
                <a:solidFill>
                  <a:srgbClr val="3B3B3B"/>
                </a:solidFill>
                <a:highlight>
                  <a:srgbClr val="FFFFFF"/>
                </a:highlight>
                <a:latin typeface="Consolas"/>
                <a:ea typeface="Consolas"/>
                <a:cs typeface="Consolas"/>
                <a:sym typeface="Consolas"/>
              </a:rPr>
              <a:t>);</a:t>
            </a:r>
            <a:endParaRPr sz="100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endParaRPr sz="1000" dirty="0">
              <a:solidFill>
                <a:srgbClr val="3B3B3B"/>
              </a:solidFill>
              <a:highlight>
                <a:srgbClr val="FFFFFF"/>
              </a:highlight>
              <a:latin typeface="Consolas"/>
              <a:ea typeface="Consolas"/>
              <a:cs typeface="Consolas"/>
              <a:sym typeface="Consolas"/>
            </a:endParaRPr>
          </a:p>
          <a:p>
            <a:pPr marL="0" lvl="0" indent="0" algn="l" rtl="0">
              <a:spcBef>
                <a:spcPts val="0"/>
              </a:spcBef>
              <a:spcAft>
                <a:spcPts val="1600"/>
              </a:spcAft>
              <a:buNone/>
            </a:pPr>
            <a:endParaRPr sz="1000" dirty="0"/>
          </a:p>
        </p:txBody>
      </p:sp>
      <p:sp>
        <p:nvSpPr>
          <p:cNvPr id="583" name="Google Shape;583;p59"/>
          <p:cNvSpPr txBox="1">
            <a:spLocks noGrp="1"/>
          </p:cNvSpPr>
          <p:nvPr>
            <p:ph type="body" idx="3"/>
          </p:nvPr>
        </p:nvSpPr>
        <p:spPr>
          <a:xfrm>
            <a:off x="311725" y="4491467"/>
            <a:ext cx="3706500" cy="515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This time bounds the method but has not impact on the running tasks.</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60"/>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Terminated!</a:t>
            </a:r>
            <a:endParaRPr/>
          </a:p>
        </p:txBody>
      </p:sp>
      <p:sp>
        <p:nvSpPr>
          <p:cNvPr id="589" name="Google Shape;589;p60"/>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Update one of your smaller races to use an ExecutorService. After every racer has finished, print out their finish time. </a:t>
            </a:r>
            <a:endParaRPr/>
          </a:p>
        </p:txBody>
      </p:sp>
      <p:sp>
        <p:nvSpPr>
          <p:cNvPr id="590" name="Google Shape;590;p6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29</a:t>
            </a:fld>
            <a:endParaRPr/>
          </a:p>
        </p:txBody>
      </p:sp>
      <p:sp>
        <p:nvSpPr>
          <p:cNvPr id="591" name="Google Shape;591;p60"/>
          <p:cNvSpPr txBox="1">
            <a:spLocks noGrp="1"/>
          </p:cNvSpPr>
          <p:nvPr>
            <p:ph type="body" idx="4"/>
          </p:nvPr>
        </p:nvSpPr>
        <p:spPr>
          <a:xfrm>
            <a:off x="141600" y="3869900"/>
            <a:ext cx="34098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The </a:t>
            </a:r>
            <a:r>
              <a:rPr lang="en">
                <a:latin typeface="Courier New"/>
                <a:ea typeface="Courier New"/>
                <a:cs typeface="Courier New"/>
                <a:sym typeface="Courier New"/>
              </a:rPr>
              <a:t>awaitTermination</a:t>
            </a:r>
            <a:r>
              <a:rPr lang="en"/>
              <a:t> method requires a </a:t>
            </a:r>
            <a:r>
              <a:rPr lang="en" b="1" i="1">
                <a:solidFill>
                  <a:srgbClr val="FF0000"/>
                </a:solidFill>
              </a:rPr>
              <a:t>timeout</a:t>
            </a:r>
            <a:r>
              <a:rPr lang="en"/>
              <a:t> to ensure you aren't stuck waiting forever.</a:t>
            </a:r>
            <a:endParaRPr/>
          </a:p>
        </p:txBody>
      </p:sp>
      <p:sp>
        <p:nvSpPr>
          <p:cNvPr id="592" name="Google Shape;592;p60"/>
          <p:cNvSpPr txBox="1">
            <a:spLocks noGrp="1"/>
          </p:cNvSpPr>
          <p:nvPr>
            <p:ph type="body" idx="2"/>
          </p:nvPr>
        </p:nvSpPr>
        <p:spPr>
          <a:xfrm>
            <a:off x="3808625" y="1465325"/>
            <a:ext cx="5212500" cy="24780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Open your </a:t>
            </a:r>
            <a:r>
              <a:rPr lang="en" dirty="0">
                <a:latin typeface="Courier New"/>
                <a:ea typeface="Courier New"/>
                <a:cs typeface="Courier New"/>
                <a:sym typeface="Courier New"/>
              </a:rPr>
              <a:t>LambdaRace</a:t>
            </a:r>
            <a:r>
              <a:rPr lang="en" dirty="0"/>
              <a:t> class.</a:t>
            </a:r>
            <a:endParaRPr dirty="0"/>
          </a:p>
          <a:p>
            <a:pPr marL="457200" lvl="0" indent="-311150" algn="l" rtl="0">
              <a:spcBef>
                <a:spcPts val="1000"/>
              </a:spcBef>
              <a:spcAft>
                <a:spcPts val="0"/>
              </a:spcAft>
              <a:buSzPts val="1300"/>
              <a:buChar char="●"/>
            </a:pPr>
            <a:r>
              <a:rPr lang="en" dirty="0"/>
              <a:t>Update the race to use an </a:t>
            </a:r>
            <a:r>
              <a:rPr lang="en" dirty="0">
                <a:solidFill>
                  <a:srgbClr val="FF0000"/>
                </a:solidFill>
                <a:latin typeface="Courier New"/>
                <a:ea typeface="Courier New"/>
                <a:cs typeface="Courier New"/>
                <a:sym typeface="Courier New"/>
              </a:rPr>
              <a:t>ExecutorService</a:t>
            </a:r>
            <a:r>
              <a:rPr lang="en" dirty="0"/>
              <a:t> to run tasks rather than a </a:t>
            </a:r>
            <a:r>
              <a:rPr lang="en" dirty="0">
                <a:latin typeface="Courier New"/>
                <a:ea typeface="Courier New"/>
                <a:cs typeface="Courier New"/>
                <a:sym typeface="Courier New"/>
              </a:rPr>
              <a:t>Thread</a:t>
            </a:r>
            <a:r>
              <a:rPr lang="en" dirty="0"/>
              <a:t>.</a:t>
            </a:r>
            <a:endParaRPr dirty="0"/>
          </a:p>
          <a:p>
            <a:pPr marL="457200" lvl="0" indent="-311150" algn="l" rtl="0">
              <a:spcBef>
                <a:spcPts val="1000"/>
              </a:spcBef>
              <a:spcAft>
                <a:spcPts val="0"/>
              </a:spcAft>
              <a:buSzPts val="1300"/>
              <a:buChar char="●"/>
            </a:pPr>
            <a:r>
              <a:rPr lang="en" dirty="0"/>
              <a:t>After all of the tasks have been started, wait for the service to terminate using </a:t>
            </a:r>
            <a:r>
              <a:rPr lang="en" dirty="0">
                <a:solidFill>
                  <a:srgbClr val="FF0000"/>
                </a:solidFill>
                <a:latin typeface="Courier New"/>
                <a:ea typeface="Courier New"/>
                <a:cs typeface="Courier New"/>
                <a:sym typeface="Courier New"/>
              </a:rPr>
              <a:t>awaitTermination</a:t>
            </a:r>
            <a:r>
              <a:rPr lang="en" dirty="0"/>
              <a:t>.</a:t>
            </a:r>
            <a:endParaRPr dirty="0"/>
          </a:p>
          <a:p>
            <a:pPr marL="457200" lvl="0" indent="-311150" algn="l" rtl="0">
              <a:spcBef>
                <a:spcPts val="1000"/>
              </a:spcBef>
              <a:spcAft>
                <a:spcPts val="0"/>
              </a:spcAft>
              <a:buSzPts val="1300"/>
              <a:buChar char="●"/>
            </a:pPr>
            <a:r>
              <a:rPr lang="en" dirty="0"/>
              <a:t>Print the finish times for each racer after the </a:t>
            </a:r>
            <a:r>
              <a:rPr lang="en" b="1" i="1" dirty="0">
                <a:solidFill>
                  <a:srgbClr val="FF0000"/>
                </a:solidFill>
              </a:rPr>
              <a:t>race is over</a:t>
            </a:r>
            <a:r>
              <a:rPr lang="en" dirty="0"/>
              <a:t>.</a:t>
            </a:r>
            <a:endParaRPr dirty="0"/>
          </a:p>
          <a:p>
            <a:pPr marL="457200" lvl="0" indent="-311150" algn="l" rtl="0">
              <a:spcBef>
                <a:spcPts val="1000"/>
              </a:spcBef>
              <a:spcAft>
                <a:spcPts val="0"/>
              </a:spcAft>
              <a:buSzPts val="1300"/>
              <a:buChar char="●"/>
            </a:pPr>
            <a:r>
              <a:rPr lang="en" dirty="0"/>
              <a:t>What happens when you try to run this code?</a:t>
            </a:r>
            <a:endParaRPr dirty="0"/>
          </a:p>
          <a:p>
            <a:pPr marL="914400" lvl="1" indent="-298450" algn="l" rtl="0">
              <a:spcBef>
                <a:spcPts val="0"/>
              </a:spcBef>
              <a:spcAft>
                <a:spcPts val="0"/>
              </a:spcAft>
              <a:buSzPts val="1100"/>
              <a:buChar char="○"/>
            </a:pPr>
            <a:r>
              <a:rPr lang="en" dirty="0"/>
              <a:t>You </a:t>
            </a:r>
            <a:r>
              <a:rPr lang="en" b="1" dirty="0"/>
              <a:t>don't</a:t>
            </a:r>
            <a:r>
              <a:rPr lang="en" dirty="0"/>
              <a:t> need to fix it, we're going to talk about it on the next slide</a:t>
            </a:r>
            <a:endParaRPr dirty="0"/>
          </a:p>
        </p:txBody>
      </p:sp>
      <p:sp>
        <p:nvSpPr>
          <p:cNvPr id="593" name="Google Shape;593;p6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8.11</a:t>
            </a:r>
            <a:endParaRPr/>
          </a:p>
        </p:txBody>
      </p:sp>
      <p:sp>
        <p:nvSpPr>
          <p:cNvPr id="594" name="Google Shape;594;p60"/>
          <p:cNvSpPr txBox="1">
            <a:spLocks noGrp="1"/>
          </p:cNvSpPr>
          <p:nvPr>
            <p:ph type="body" idx="4"/>
          </p:nvPr>
        </p:nvSpPr>
        <p:spPr>
          <a:xfrm>
            <a:off x="141600" y="1465325"/>
            <a:ext cx="3409800" cy="2218800"/>
          </a:xfrm>
          <a:prstGeom prst="rect">
            <a:avLst/>
          </a:prstGeom>
          <a:solidFill>
            <a:schemeClr val="lt1"/>
          </a:solidFill>
          <a:ln w="19050" cap="flat" cmpd="sng">
            <a:solidFill>
              <a:schemeClr val="dk1"/>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000">
                <a:solidFill>
                  <a:srgbClr val="267F99"/>
                </a:solidFill>
                <a:highlight>
                  <a:srgbClr val="FFFFFF"/>
                </a:highlight>
                <a:latin typeface="Consolas"/>
                <a:ea typeface="Consolas"/>
                <a:cs typeface="Consolas"/>
                <a:sym typeface="Consolas"/>
              </a:rPr>
              <a:t>ExecutorService</a:t>
            </a:r>
            <a:r>
              <a:rPr lang="en" sz="1000">
                <a:solidFill>
                  <a:srgbClr val="3B3B3B"/>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exservice</a:t>
            </a:r>
            <a:r>
              <a:rPr lang="en" sz="1000">
                <a:solidFill>
                  <a:srgbClr val="3B3B3B"/>
                </a:solidFill>
                <a:highlight>
                  <a:srgbClr val="FFFFFF"/>
                </a:highlight>
                <a:latin typeface="Consolas"/>
                <a:ea typeface="Consolas"/>
                <a:cs typeface="Consolas"/>
                <a:sym typeface="Consolas"/>
              </a:rPr>
              <a:t> </a:t>
            </a:r>
            <a:r>
              <a:rPr lang="en" sz="1000">
                <a:solidFill>
                  <a:srgbClr val="000000"/>
                </a:solidFill>
                <a:highlight>
                  <a:srgbClr val="FFFFFF"/>
                </a:highlight>
                <a:latin typeface="Consolas"/>
                <a:ea typeface="Consolas"/>
                <a:cs typeface="Consolas"/>
                <a:sym typeface="Consolas"/>
              </a:rPr>
              <a:t>=</a:t>
            </a:r>
            <a:r>
              <a:rPr lang="en" sz="1000">
                <a:solidFill>
                  <a:srgbClr val="3B3B3B"/>
                </a:solidFill>
                <a:highlight>
                  <a:srgbClr val="FFFFFF"/>
                </a:highlight>
                <a:latin typeface="Consolas"/>
                <a:ea typeface="Consolas"/>
                <a:cs typeface="Consolas"/>
                <a:sym typeface="Consolas"/>
              </a:rPr>
              <a:t> </a:t>
            </a:r>
            <a:endParaRPr sz="100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267F99"/>
                </a:solidFill>
                <a:highlight>
                  <a:srgbClr val="FFFFFF"/>
                </a:highlight>
                <a:latin typeface="Consolas"/>
                <a:ea typeface="Consolas"/>
                <a:cs typeface="Consolas"/>
                <a:sym typeface="Consolas"/>
              </a:rPr>
              <a:t>    Executors</a:t>
            </a:r>
            <a:r>
              <a:rPr lang="en" sz="1000">
                <a:solidFill>
                  <a:srgbClr val="3B3B3B"/>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newCachedThreadPool</a:t>
            </a:r>
            <a:r>
              <a:rPr lang="en" sz="1000">
                <a:solidFill>
                  <a:srgbClr val="3B3B3B"/>
                </a:solidFill>
                <a:highlight>
                  <a:srgbClr val="FFFFFF"/>
                </a:highlight>
                <a:latin typeface="Consolas"/>
                <a:ea typeface="Consolas"/>
                <a:cs typeface="Consolas"/>
                <a:sym typeface="Consolas"/>
              </a:rPr>
              <a:t>();</a:t>
            </a:r>
            <a:endParaRPr sz="100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AF00DB"/>
                </a:solidFill>
                <a:highlight>
                  <a:srgbClr val="FFFFFF"/>
                </a:highlight>
                <a:latin typeface="Consolas"/>
                <a:ea typeface="Consolas"/>
                <a:cs typeface="Consolas"/>
                <a:sym typeface="Consolas"/>
              </a:rPr>
              <a:t>for</a:t>
            </a:r>
            <a:r>
              <a:rPr lang="en" sz="1000">
                <a:solidFill>
                  <a:srgbClr val="3B3B3B"/>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int</a:t>
            </a:r>
            <a:r>
              <a:rPr lang="en" sz="1000">
                <a:solidFill>
                  <a:srgbClr val="3B3B3B"/>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i</a:t>
            </a:r>
            <a:r>
              <a:rPr lang="en" sz="1000">
                <a:solidFill>
                  <a:srgbClr val="3B3B3B"/>
                </a:solidFill>
                <a:highlight>
                  <a:srgbClr val="FFFFFF"/>
                </a:highlight>
                <a:latin typeface="Consolas"/>
                <a:ea typeface="Consolas"/>
                <a:cs typeface="Consolas"/>
                <a:sym typeface="Consolas"/>
              </a:rPr>
              <a:t> </a:t>
            </a:r>
            <a:r>
              <a:rPr lang="en" sz="1000">
                <a:solidFill>
                  <a:srgbClr val="000000"/>
                </a:solidFill>
                <a:highlight>
                  <a:srgbClr val="FFFFFF"/>
                </a:highlight>
                <a:latin typeface="Consolas"/>
                <a:ea typeface="Consolas"/>
                <a:cs typeface="Consolas"/>
                <a:sym typeface="Consolas"/>
              </a:rPr>
              <a:t>=</a:t>
            </a:r>
            <a:r>
              <a:rPr lang="en" sz="1000">
                <a:solidFill>
                  <a:srgbClr val="3B3B3B"/>
                </a:solidFill>
                <a:highlight>
                  <a:srgbClr val="FFFFFF"/>
                </a:highlight>
                <a:latin typeface="Consolas"/>
                <a:ea typeface="Consolas"/>
                <a:cs typeface="Consolas"/>
                <a:sym typeface="Consolas"/>
              </a:rPr>
              <a:t> </a:t>
            </a:r>
            <a:r>
              <a:rPr lang="en" sz="1000">
                <a:solidFill>
                  <a:srgbClr val="098658"/>
                </a:solidFill>
                <a:highlight>
                  <a:srgbClr val="FFFFFF"/>
                </a:highlight>
                <a:latin typeface="Consolas"/>
                <a:ea typeface="Consolas"/>
                <a:cs typeface="Consolas"/>
                <a:sym typeface="Consolas"/>
              </a:rPr>
              <a:t>1</a:t>
            </a:r>
            <a:r>
              <a:rPr lang="en" sz="1000">
                <a:solidFill>
                  <a:srgbClr val="3B3B3B"/>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i</a:t>
            </a:r>
            <a:r>
              <a:rPr lang="en" sz="1000">
                <a:solidFill>
                  <a:srgbClr val="3B3B3B"/>
                </a:solidFill>
                <a:highlight>
                  <a:srgbClr val="FFFFFF"/>
                </a:highlight>
                <a:latin typeface="Consolas"/>
                <a:ea typeface="Consolas"/>
                <a:cs typeface="Consolas"/>
                <a:sym typeface="Consolas"/>
              </a:rPr>
              <a:t> </a:t>
            </a:r>
            <a:r>
              <a:rPr lang="en" sz="1000">
                <a:solidFill>
                  <a:srgbClr val="000000"/>
                </a:solidFill>
                <a:highlight>
                  <a:srgbClr val="FFFFFF"/>
                </a:highlight>
                <a:latin typeface="Consolas"/>
                <a:ea typeface="Consolas"/>
                <a:cs typeface="Consolas"/>
                <a:sym typeface="Consolas"/>
              </a:rPr>
              <a:t>&lt;=</a:t>
            </a:r>
            <a:r>
              <a:rPr lang="en" sz="1000">
                <a:solidFill>
                  <a:srgbClr val="3B3B3B"/>
                </a:solidFill>
                <a:highlight>
                  <a:srgbClr val="FFFFFF"/>
                </a:highlight>
                <a:latin typeface="Consolas"/>
                <a:ea typeface="Consolas"/>
                <a:cs typeface="Consolas"/>
                <a:sym typeface="Consolas"/>
              </a:rPr>
              <a:t> </a:t>
            </a:r>
            <a:r>
              <a:rPr lang="en" sz="1000">
                <a:solidFill>
                  <a:srgbClr val="098658"/>
                </a:solidFill>
                <a:highlight>
                  <a:srgbClr val="FFFFFF"/>
                </a:highlight>
                <a:latin typeface="Consolas"/>
                <a:ea typeface="Consolas"/>
                <a:cs typeface="Consolas"/>
                <a:sym typeface="Consolas"/>
              </a:rPr>
              <a:t>10</a:t>
            </a:r>
            <a:r>
              <a:rPr lang="en" sz="1000">
                <a:solidFill>
                  <a:srgbClr val="3B3B3B"/>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i</a:t>
            </a:r>
            <a:r>
              <a:rPr lang="en" sz="1000">
                <a:solidFill>
                  <a:srgbClr val="000000"/>
                </a:solidFill>
                <a:highlight>
                  <a:srgbClr val="FFFFFF"/>
                </a:highlight>
                <a:latin typeface="Consolas"/>
                <a:ea typeface="Consolas"/>
                <a:cs typeface="Consolas"/>
                <a:sym typeface="Consolas"/>
              </a:rPr>
              <a:t>++</a:t>
            </a:r>
            <a:r>
              <a:rPr lang="en" sz="1000">
                <a:solidFill>
                  <a:srgbClr val="3B3B3B"/>
                </a:solidFill>
                <a:highlight>
                  <a:srgbClr val="FFFFFF"/>
                </a:highlight>
                <a:latin typeface="Consolas"/>
                <a:ea typeface="Consolas"/>
                <a:cs typeface="Consolas"/>
                <a:sym typeface="Consolas"/>
              </a:rPr>
              <a:t>) {</a:t>
            </a:r>
            <a:endParaRPr sz="100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3B3B3B"/>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String</a:t>
            </a:r>
            <a:r>
              <a:rPr lang="en" sz="1000">
                <a:solidFill>
                  <a:srgbClr val="3B3B3B"/>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name</a:t>
            </a:r>
            <a:r>
              <a:rPr lang="en" sz="1000">
                <a:solidFill>
                  <a:srgbClr val="3B3B3B"/>
                </a:solidFill>
                <a:highlight>
                  <a:srgbClr val="FFFFFF"/>
                </a:highlight>
                <a:latin typeface="Consolas"/>
                <a:ea typeface="Consolas"/>
                <a:cs typeface="Consolas"/>
                <a:sym typeface="Consolas"/>
              </a:rPr>
              <a:t> </a:t>
            </a:r>
            <a:r>
              <a:rPr lang="en" sz="1000">
                <a:solidFill>
                  <a:srgbClr val="000000"/>
                </a:solidFill>
                <a:highlight>
                  <a:srgbClr val="FFFFFF"/>
                </a:highlight>
                <a:latin typeface="Consolas"/>
                <a:ea typeface="Consolas"/>
                <a:cs typeface="Consolas"/>
                <a:sym typeface="Consolas"/>
              </a:rPr>
              <a:t>=</a:t>
            </a:r>
            <a:r>
              <a:rPr lang="en" sz="1000">
                <a:solidFill>
                  <a:srgbClr val="3B3B3B"/>
                </a:solidFill>
                <a:highlight>
                  <a:srgbClr val="FFFFFF"/>
                </a:highlight>
                <a:latin typeface="Consolas"/>
                <a:ea typeface="Consolas"/>
                <a:cs typeface="Consolas"/>
                <a:sym typeface="Consolas"/>
              </a:rPr>
              <a:t> </a:t>
            </a:r>
            <a:r>
              <a:rPr lang="en" sz="1000">
                <a:solidFill>
                  <a:srgbClr val="A31515"/>
                </a:solidFill>
                <a:highlight>
                  <a:srgbClr val="FFFFFF"/>
                </a:highlight>
                <a:latin typeface="Consolas"/>
                <a:ea typeface="Consolas"/>
                <a:cs typeface="Consolas"/>
                <a:sym typeface="Consolas"/>
              </a:rPr>
              <a:t>"Task "</a:t>
            </a:r>
            <a:r>
              <a:rPr lang="en" sz="1000">
                <a:solidFill>
                  <a:srgbClr val="3B3B3B"/>
                </a:solidFill>
                <a:highlight>
                  <a:srgbClr val="FFFFFF"/>
                </a:highlight>
                <a:latin typeface="Consolas"/>
                <a:ea typeface="Consolas"/>
                <a:cs typeface="Consolas"/>
                <a:sym typeface="Consolas"/>
              </a:rPr>
              <a:t> </a:t>
            </a:r>
            <a:r>
              <a:rPr lang="en" sz="1000">
                <a:solidFill>
                  <a:srgbClr val="000000"/>
                </a:solidFill>
                <a:highlight>
                  <a:srgbClr val="FFFFFF"/>
                </a:highlight>
                <a:latin typeface="Consolas"/>
                <a:ea typeface="Consolas"/>
                <a:cs typeface="Consolas"/>
                <a:sym typeface="Consolas"/>
              </a:rPr>
              <a:t>+</a:t>
            </a:r>
            <a:r>
              <a:rPr lang="en" sz="1000">
                <a:solidFill>
                  <a:srgbClr val="3B3B3B"/>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i</a:t>
            </a:r>
            <a:r>
              <a:rPr lang="en" sz="1000">
                <a:solidFill>
                  <a:srgbClr val="3B3B3B"/>
                </a:solidFill>
                <a:highlight>
                  <a:srgbClr val="FFFFFF"/>
                </a:highlight>
                <a:latin typeface="Consolas"/>
                <a:ea typeface="Consolas"/>
                <a:cs typeface="Consolas"/>
                <a:sym typeface="Consolas"/>
              </a:rPr>
              <a:t>;</a:t>
            </a:r>
            <a:endParaRPr sz="100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3B3B3B"/>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exservice</a:t>
            </a:r>
            <a:r>
              <a:rPr lang="en" sz="1000">
                <a:solidFill>
                  <a:srgbClr val="3B3B3B"/>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submit</a:t>
            </a:r>
            <a:r>
              <a:rPr lang="en" sz="1000">
                <a:solidFill>
                  <a:srgbClr val="3B3B3B"/>
                </a:solidFill>
                <a:highlight>
                  <a:srgbClr val="FFFFFF"/>
                </a:highlight>
                <a:latin typeface="Consolas"/>
                <a:ea typeface="Consolas"/>
                <a:cs typeface="Consolas"/>
                <a:sym typeface="Consolas"/>
              </a:rPr>
              <a:t>(()</a:t>
            </a:r>
            <a:r>
              <a:rPr lang="en" sz="1000">
                <a:solidFill>
                  <a:srgbClr val="0000FF"/>
                </a:solidFill>
                <a:highlight>
                  <a:srgbClr val="FFFFFF"/>
                </a:highlight>
                <a:latin typeface="Consolas"/>
                <a:ea typeface="Consolas"/>
                <a:cs typeface="Consolas"/>
                <a:sym typeface="Consolas"/>
              </a:rPr>
              <a:t>-&gt;</a:t>
            </a:r>
            <a:r>
              <a:rPr lang="en" sz="1000">
                <a:solidFill>
                  <a:srgbClr val="3B3B3B"/>
                </a:solidFill>
                <a:highlight>
                  <a:srgbClr val="FFFFFF"/>
                </a:highlight>
                <a:latin typeface="Consolas"/>
                <a:ea typeface="Consolas"/>
                <a:cs typeface="Consolas"/>
                <a:sym typeface="Consolas"/>
              </a:rPr>
              <a:t> </a:t>
            </a:r>
            <a:endParaRPr sz="100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267F99"/>
                </a:solidFill>
                <a:highlight>
                  <a:srgbClr val="FFFFFF"/>
                </a:highlight>
                <a:latin typeface="Consolas"/>
                <a:ea typeface="Consolas"/>
                <a:cs typeface="Consolas"/>
                <a:sym typeface="Consolas"/>
              </a:rPr>
              <a:t>       System</a:t>
            </a:r>
            <a:r>
              <a:rPr lang="en" sz="1000">
                <a:solidFill>
                  <a:srgbClr val="3B3B3B"/>
                </a:solidFill>
                <a:highlight>
                  <a:srgbClr val="FFFFFF"/>
                </a:highlight>
                <a:latin typeface="Consolas"/>
                <a:ea typeface="Consolas"/>
                <a:cs typeface="Consolas"/>
                <a:sym typeface="Consolas"/>
              </a:rPr>
              <a:t>.</a:t>
            </a:r>
            <a:r>
              <a:rPr lang="en" sz="1000">
                <a:solidFill>
                  <a:srgbClr val="0070C1"/>
                </a:solidFill>
                <a:highlight>
                  <a:srgbClr val="FFFFFF"/>
                </a:highlight>
                <a:latin typeface="Consolas"/>
                <a:ea typeface="Consolas"/>
                <a:cs typeface="Consolas"/>
                <a:sym typeface="Consolas"/>
              </a:rPr>
              <a:t>out</a:t>
            </a:r>
            <a:r>
              <a:rPr lang="en" sz="1000">
                <a:solidFill>
                  <a:srgbClr val="3B3B3B"/>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println</a:t>
            </a:r>
            <a:r>
              <a:rPr lang="en" sz="1000">
                <a:solidFill>
                  <a:srgbClr val="3B3B3B"/>
                </a:solidFill>
                <a:highlight>
                  <a:srgbClr val="FFFFFF"/>
                </a:highlight>
                <a:latin typeface="Consolas"/>
                <a:ea typeface="Consolas"/>
                <a:cs typeface="Consolas"/>
                <a:sym typeface="Consolas"/>
              </a:rPr>
              <a:t>(</a:t>
            </a:r>
            <a:r>
              <a:rPr lang="en" sz="1000">
                <a:solidFill>
                  <a:srgbClr val="001080"/>
                </a:solidFill>
                <a:highlight>
                  <a:srgbClr val="FFFFFF"/>
                </a:highlight>
                <a:latin typeface="Consolas"/>
                <a:ea typeface="Consolas"/>
                <a:cs typeface="Consolas"/>
                <a:sym typeface="Consolas"/>
              </a:rPr>
              <a:t>name</a:t>
            </a:r>
            <a:r>
              <a:rPr lang="en" sz="1000">
                <a:solidFill>
                  <a:srgbClr val="3B3B3B"/>
                </a:solidFill>
                <a:highlight>
                  <a:srgbClr val="FFFFFF"/>
                </a:highlight>
                <a:latin typeface="Consolas"/>
                <a:ea typeface="Consolas"/>
                <a:cs typeface="Consolas"/>
                <a:sym typeface="Consolas"/>
              </a:rPr>
              <a:t>));</a:t>
            </a:r>
            <a:endParaRPr sz="100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3B3B3B"/>
                </a:solidFill>
                <a:highlight>
                  <a:srgbClr val="FFFFFF"/>
                </a:highlight>
                <a:latin typeface="Consolas"/>
                <a:ea typeface="Consolas"/>
                <a:cs typeface="Consolas"/>
                <a:sym typeface="Consolas"/>
              </a:rPr>
              <a:t>}</a:t>
            </a:r>
            <a:endParaRPr sz="100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001080"/>
                </a:solidFill>
                <a:highlight>
                  <a:srgbClr val="FFFFFF"/>
                </a:highlight>
                <a:latin typeface="Consolas"/>
                <a:ea typeface="Consolas"/>
                <a:cs typeface="Consolas"/>
                <a:sym typeface="Consolas"/>
              </a:rPr>
              <a:t>exservice</a:t>
            </a:r>
            <a:r>
              <a:rPr lang="en" sz="1000">
                <a:solidFill>
                  <a:srgbClr val="3B3B3B"/>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shutdown</a:t>
            </a:r>
            <a:r>
              <a:rPr lang="en" sz="1000">
                <a:solidFill>
                  <a:srgbClr val="3B3B3B"/>
                </a:solidFill>
                <a:highlight>
                  <a:srgbClr val="FFFFFF"/>
                </a:highlight>
                <a:latin typeface="Consolas"/>
                <a:ea typeface="Consolas"/>
                <a:cs typeface="Consolas"/>
                <a:sym typeface="Consolas"/>
              </a:rPr>
              <a:t>();</a:t>
            </a:r>
            <a:endParaRPr sz="100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001080"/>
                </a:solidFill>
                <a:highlight>
                  <a:srgbClr val="FFFFFF"/>
                </a:highlight>
                <a:latin typeface="Consolas"/>
                <a:ea typeface="Consolas"/>
                <a:cs typeface="Consolas"/>
                <a:sym typeface="Consolas"/>
              </a:rPr>
              <a:t>service</a:t>
            </a:r>
            <a:r>
              <a:rPr lang="en" sz="1000">
                <a:solidFill>
                  <a:srgbClr val="3B3B3B"/>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awaitTermination</a:t>
            </a:r>
            <a:r>
              <a:rPr lang="en" sz="1000">
                <a:solidFill>
                  <a:srgbClr val="3B3B3B"/>
                </a:solidFill>
                <a:highlight>
                  <a:srgbClr val="FFFFFF"/>
                </a:highlight>
                <a:latin typeface="Consolas"/>
                <a:ea typeface="Consolas"/>
                <a:cs typeface="Consolas"/>
                <a:sym typeface="Consolas"/>
              </a:rPr>
              <a:t>(</a:t>
            </a:r>
            <a:r>
              <a:rPr lang="en" sz="1000">
                <a:solidFill>
                  <a:srgbClr val="098658"/>
                </a:solidFill>
                <a:highlight>
                  <a:srgbClr val="FFFFFF"/>
                </a:highlight>
                <a:latin typeface="Consolas"/>
                <a:ea typeface="Consolas"/>
                <a:cs typeface="Consolas"/>
                <a:sym typeface="Consolas"/>
              </a:rPr>
              <a:t>1</a:t>
            </a:r>
            <a:r>
              <a:rPr lang="en" sz="1000">
                <a:solidFill>
                  <a:srgbClr val="3B3B3B"/>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TimeUnit</a:t>
            </a:r>
            <a:r>
              <a:rPr lang="en" sz="1000">
                <a:solidFill>
                  <a:srgbClr val="3B3B3B"/>
                </a:solidFill>
                <a:highlight>
                  <a:srgbClr val="FFFFFF"/>
                </a:highlight>
                <a:latin typeface="Consolas"/>
                <a:ea typeface="Consolas"/>
                <a:cs typeface="Consolas"/>
                <a:sym typeface="Consolas"/>
              </a:rPr>
              <a:t>.</a:t>
            </a:r>
            <a:r>
              <a:rPr lang="en" sz="1000">
                <a:solidFill>
                  <a:srgbClr val="0070C1"/>
                </a:solidFill>
                <a:highlight>
                  <a:srgbClr val="FFFFFF"/>
                </a:highlight>
                <a:latin typeface="Consolas"/>
                <a:ea typeface="Consolas"/>
                <a:cs typeface="Consolas"/>
                <a:sym typeface="Consolas"/>
              </a:rPr>
              <a:t>SECONDS</a:t>
            </a:r>
            <a:r>
              <a:rPr lang="en" sz="1000">
                <a:solidFill>
                  <a:srgbClr val="3B3B3B"/>
                </a:solidFill>
                <a:highlight>
                  <a:srgbClr val="FFFFFF"/>
                </a:highlight>
                <a:latin typeface="Consolas"/>
                <a:ea typeface="Consolas"/>
                <a:cs typeface="Consolas"/>
                <a:sym typeface="Consolas"/>
              </a:rPr>
              <a:t>);</a:t>
            </a:r>
            <a:endParaRPr sz="100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267F99"/>
                </a:solidFill>
                <a:highlight>
                  <a:srgbClr val="FFFFFF"/>
                </a:highlight>
                <a:latin typeface="Consolas"/>
                <a:ea typeface="Consolas"/>
                <a:cs typeface="Consolas"/>
                <a:sym typeface="Consolas"/>
              </a:rPr>
              <a:t>System</a:t>
            </a:r>
            <a:r>
              <a:rPr lang="en" sz="1000">
                <a:solidFill>
                  <a:srgbClr val="3B3B3B"/>
                </a:solidFill>
                <a:highlight>
                  <a:srgbClr val="FFFFFF"/>
                </a:highlight>
                <a:latin typeface="Consolas"/>
                <a:ea typeface="Consolas"/>
                <a:cs typeface="Consolas"/>
                <a:sym typeface="Consolas"/>
              </a:rPr>
              <a:t>.</a:t>
            </a:r>
            <a:r>
              <a:rPr lang="en" sz="1000">
                <a:solidFill>
                  <a:srgbClr val="0070C1"/>
                </a:solidFill>
                <a:highlight>
                  <a:srgbClr val="FFFFFF"/>
                </a:highlight>
                <a:latin typeface="Consolas"/>
                <a:ea typeface="Consolas"/>
                <a:cs typeface="Consolas"/>
                <a:sym typeface="Consolas"/>
              </a:rPr>
              <a:t>out</a:t>
            </a:r>
            <a:r>
              <a:rPr lang="en" sz="1000">
                <a:solidFill>
                  <a:srgbClr val="3B3B3B"/>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println</a:t>
            </a:r>
            <a:r>
              <a:rPr lang="en" sz="1000">
                <a:solidFill>
                  <a:srgbClr val="3B3B3B"/>
                </a:solidFill>
                <a:highlight>
                  <a:srgbClr val="FFFFFF"/>
                </a:highlight>
                <a:latin typeface="Consolas"/>
                <a:ea typeface="Consolas"/>
                <a:cs typeface="Consolas"/>
                <a:sym typeface="Consolas"/>
              </a:rPr>
              <a:t>(</a:t>
            </a:r>
            <a:r>
              <a:rPr lang="en" sz="1000">
                <a:solidFill>
                  <a:srgbClr val="A31515"/>
                </a:solidFill>
                <a:highlight>
                  <a:srgbClr val="FFFFFF"/>
                </a:highlight>
                <a:latin typeface="Consolas"/>
                <a:ea typeface="Consolas"/>
                <a:cs typeface="Consolas"/>
                <a:sym typeface="Consolas"/>
              </a:rPr>
              <a:t>"All tasks completed."</a:t>
            </a:r>
            <a:r>
              <a:rPr lang="en" sz="1000">
                <a:solidFill>
                  <a:srgbClr val="3B3B3B"/>
                </a:solidFill>
                <a:highlight>
                  <a:srgbClr val="FFFFFF"/>
                </a:highlight>
                <a:latin typeface="Consolas"/>
                <a:ea typeface="Consolas"/>
                <a:cs typeface="Consolas"/>
                <a:sym typeface="Consolas"/>
              </a:rPr>
              <a:t>);</a:t>
            </a:r>
            <a:endParaRPr sz="10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98"/>
        <p:cNvGrpSpPr/>
        <p:nvPr/>
      </p:nvGrpSpPr>
      <p:grpSpPr>
        <a:xfrm>
          <a:off x="0" y="0"/>
          <a:ext cx="0" cy="0"/>
          <a:chOff x="0" y="0"/>
          <a:chExt cx="0" cy="0"/>
        </a:xfrm>
      </p:grpSpPr>
      <p:sp>
        <p:nvSpPr>
          <p:cNvPr id="599" name="Google Shape;599;p61"/>
          <p:cNvSpPr txBox="1">
            <a:spLocks noGrp="1"/>
          </p:cNvSpPr>
          <p:nvPr>
            <p:ph type="sldNum" idx="12"/>
          </p:nvPr>
        </p:nvSpPr>
        <p:spPr>
          <a:xfrm>
            <a:off x="1950" y="4745575"/>
            <a:ext cx="3621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30</a:t>
            </a:fld>
            <a:endParaRPr/>
          </a:p>
        </p:txBody>
      </p:sp>
      <p:sp>
        <p:nvSpPr>
          <p:cNvPr id="600" name="Google Shape;600;p61"/>
          <p:cNvSpPr txBox="1">
            <a:spLocks noGrp="1"/>
          </p:cNvSpPr>
          <p:nvPr>
            <p:ph type="title"/>
          </p:nvPr>
        </p:nvSpPr>
        <p:spPr>
          <a:xfrm>
            <a:off x="5192225" y="1961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700"/>
              <a:t>Thread States II</a:t>
            </a:r>
            <a:endParaRPr sz="2700"/>
          </a:p>
        </p:txBody>
      </p:sp>
      <p:sp>
        <p:nvSpPr>
          <p:cNvPr id="601" name="Google Shape;601;p61"/>
          <p:cNvSpPr txBox="1">
            <a:spLocks noGrp="1"/>
          </p:cNvSpPr>
          <p:nvPr>
            <p:ph type="body" idx="1"/>
          </p:nvPr>
        </p:nvSpPr>
        <p:spPr>
          <a:xfrm>
            <a:off x="34600" y="157775"/>
            <a:ext cx="4682400" cy="4576500"/>
          </a:xfrm>
          <a:prstGeom prst="rect">
            <a:avLst/>
          </a:prstGeom>
        </p:spPr>
        <p:txBody>
          <a:bodyPr spcFirstLastPara="1" wrap="square" lIns="91425" tIns="91425" rIns="91425" bIns="91425" anchor="ctr" anchorCtr="0">
            <a:spAutoFit/>
          </a:bodyPr>
          <a:lstStyle/>
          <a:p>
            <a:pPr marL="457200" lvl="0" indent="-304800" algn="l" rtl="0">
              <a:lnSpc>
                <a:spcPct val="100000"/>
              </a:lnSpc>
              <a:spcBef>
                <a:spcPts val="0"/>
              </a:spcBef>
              <a:spcAft>
                <a:spcPts val="0"/>
              </a:spcAft>
              <a:buSzPts val="1200"/>
              <a:buChar char="●"/>
            </a:pPr>
            <a:r>
              <a:rPr lang="en" sz="1200" dirty="0"/>
              <a:t>The </a:t>
            </a:r>
            <a:r>
              <a:rPr lang="en" sz="1200" dirty="0">
                <a:latin typeface="Courier New"/>
                <a:ea typeface="Courier New"/>
                <a:cs typeface="Courier New"/>
                <a:sym typeface="Courier New"/>
              </a:rPr>
              <a:t>ExecutorService</a:t>
            </a:r>
            <a:r>
              <a:rPr lang="en" sz="1200" dirty="0"/>
              <a:t> also runs </a:t>
            </a:r>
            <a:r>
              <a:rPr lang="en" sz="1200" dirty="0">
                <a:highlight>
                  <a:srgbClr val="FFFF00"/>
                </a:highlight>
              </a:rPr>
              <a:t>in a </a:t>
            </a:r>
            <a:r>
              <a:rPr lang="en" sz="1200" dirty="0">
                <a:highlight>
                  <a:srgbClr val="FFFF00"/>
                </a:highlight>
                <a:latin typeface="Courier New"/>
                <a:ea typeface="Courier New"/>
                <a:cs typeface="Courier New"/>
                <a:sym typeface="Courier New"/>
              </a:rPr>
              <a:t>Thread</a:t>
            </a:r>
            <a:r>
              <a:rPr lang="en" sz="1200" dirty="0">
                <a:highlight>
                  <a:srgbClr val="FFFF00"/>
                </a:highlight>
              </a:rPr>
              <a:t>. </a:t>
            </a:r>
            <a:r>
              <a:rPr lang="en" sz="1200" dirty="0"/>
              <a:t>In our case the </a:t>
            </a:r>
            <a:r>
              <a:rPr lang="en" sz="1200" dirty="0">
                <a:latin typeface="Courier New"/>
                <a:ea typeface="Courier New"/>
                <a:cs typeface="Courier New"/>
                <a:sym typeface="Courier New"/>
              </a:rPr>
              <a:t>main</a:t>
            </a:r>
            <a:r>
              <a:rPr lang="en" sz="1200" dirty="0"/>
              <a:t> thread.</a:t>
            </a:r>
            <a:endParaRPr sz="1200" dirty="0"/>
          </a:p>
          <a:p>
            <a:pPr marL="457200" lvl="0" indent="-304800" algn="l" rtl="0">
              <a:lnSpc>
                <a:spcPct val="100000"/>
              </a:lnSpc>
              <a:spcBef>
                <a:spcPts val="1000"/>
              </a:spcBef>
              <a:spcAft>
                <a:spcPts val="0"/>
              </a:spcAft>
              <a:buSzPts val="1200"/>
              <a:buChar char="●"/>
            </a:pPr>
            <a:r>
              <a:rPr lang="en" sz="1200" dirty="0">
                <a:highlight>
                  <a:srgbClr val="FFFF00"/>
                </a:highlight>
              </a:rPr>
              <a:t>Sometimes a thread needs to </a:t>
            </a:r>
            <a:r>
              <a:rPr lang="en" sz="1200" b="1" i="1" dirty="0">
                <a:solidFill>
                  <a:srgbClr val="FF0000"/>
                </a:solidFill>
                <a:highlight>
                  <a:srgbClr val="FFFF00"/>
                </a:highlight>
              </a:rPr>
              <a:t>wait</a:t>
            </a:r>
            <a:r>
              <a:rPr lang="en" sz="1200" dirty="0">
                <a:solidFill>
                  <a:srgbClr val="FF0000"/>
                </a:solidFill>
                <a:highlight>
                  <a:srgbClr val="FFFF00"/>
                </a:highlight>
              </a:rPr>
              <a:t> </a:t>
            </a:r>
            <a:r>
              <a:rPr lang="en" sz="1200" dirty="0">
                <a:highlight>
                  <a:srgbClr val="FFFF00"/>
                </a:highlight>
              </a:rPr>
              <a:t>for some </a:t>
            </a:r>
            <a:r>
              <a:rPr lang="en" sz="1200" b="1" i="1" dirty="0">
                <a:solidFill>
                  <a:srgbClr val="FF0000"/>
                </a:solidFill>
                <a:highlight>
                  <a:srgbClr val="FFFF00"/>
                </a:highlight>
              </a:rPr>
              <a:t>important event</a:t>
            </a:r>
            <a:r>
              <a:rPr lang="en" sz="1200" dirty="0">
                <a:highlight>
                  <a:srgbClr val="FFFF00"/>
                </a:highlight>
              </a:rPr>
              <a:t> to occur before it continues doing its work.</a:t>
            </a:r>
            <a:endParaRPr sz="1200" dirty="0">
              <a:highlight>
                <a:srgbClr val="FFFF00"/>
              </a:highlight>
            </a:endParaRPr>
          </a:p>
          <a:p>
            <a:pPr marL="457200" lvl="0" indent="-304800" algn="l" rtl="0">
              <a:lnSpc>
                <a:spcPct val="100000"/>
              </a:lnSpc>
              <a:spcBef>
                <a:spcPts val="1000"/>
              </a:spcBef>
              <a:spcAft>
                <a:spcPts val="0"/>
              </a:spcAft>
              <a:buSzPts val="1200"/>
              <a:buChar char="●"/>
            </a:pPr>
            <a:r>
              <a:rPr lang="en" sz="1200" dirty="0"/>
              <a:t>One example of this is the </a:t>
            </a:r>
            <a:r>
              <a:rPr lang="en" sz="1200" dirty="0">
                <a:latin typeface="Courier New"/>
                <a:ea typeface="Courier New"/>
                <a:cs typeface="Courier New"/>
                <a:sym typeface="Courier New"/>
              </a:rPr>
              <a:t>awaitTermination</a:t>
            </a:r>
            <a:r>
              <a:rPr lang="en" sz="1200" dirty="0"/>
              <a:t> method which waits:</a:t>
            </a:r>
            <a:endParaRPr sz="1200" dirty="0"/>
          </a:p>
          <a:p>
            <a:pPr marL="914400" lvl="1" indent="-304800" algn="l" rtl="0">
              <a:lnSpc>
                <a:spcPct val="100000"/>
              </a:lnSpc>
              <a:spcBef>
                <a:spcPts val="0"/>
              </a:spcBef>
              <a:spcAft>
                <a:spcPts val="0"/>
              </a:spcAft>
              <a:buSzPts val="1200"/>
              <a:buChar char="○"/>
            </a:pPr>
            <a:r>
              <a:rPr lang="en" sz="1200" dirty="0">
                <a:highlight>
                  <a:srgbClr val="FFFF00"/>
                </a:highlight>
              </a:rPr>
              <a:t>Until all the tasks have </a:t>
            </a:r>
            <a:r>
              <a:rPr lang="en" sz="1200" b="1" i="1" dirty="0">
                <a:solidFill>
                  <a:srgbClr val="FF0000"/>
                </a:solidFill>
                <a:highlight>
                  <a:srgbClr val="FFFF00"/>
                </a:highlight>
              </a:rPr>
              <a:t>completed</a:t>
            </a:r>
            <a:endParaRPr sz="1200" b="1" i="1" dirty="0">
              <a:solidFill>
                <a:srgbClr val="FF0000"/>
              </a:solidFill>
              <a:highlight>
                <a:srgbClr val="FFFF00"/>
              </a:highlight>
            </a:endParaRPr>
          </a:p>
          <a:p>
            <a:pPr marL="914400" lvl="1" indent="-304800" algn="l" rtl="0">
              <a:lnSpc>
                <a:spcPct val="100000"/>
              </a:lnSpc>
              <a:spcBef>
                <a:spcPts val="0"/>
              </a:spcBef>
              <a:spcAft>
                <a:spcPts val="0"/>
              </a:spcAft>
              <a:buSzPts val="1200"/>
              <a:buChar char="○"/>
            </a:pPr>
            <a:r>
              <a:rPr lang="en" sz="1200" dirty="0">
                <a:highlight>
                  <a:srgbClr val="FFFF00"/>
                </a:highlight>
              </a:rPr>
              <a:t>The </a:t>
            </a:r>
            <a:r>
              <a:rPr lang="en" sz="1200" b="1" i="1" dirty="0">
                <a:solidFill>
                  <a:srgbClr val="FF0000"/>
                </a:solidFill>
                <a:highlight>
                  <a:srgbClr val="FFFF00"/>
                </a:highlight>
              </a:rPr>
              <a:t>timeout </a:t>
            </a:r>
            <a:r>
              <a:rPr lang="en" sz="1200" dirty="0">
                <a:highlight>
                  <a:srgbClr val="FFFF00"/>
                </a:highlight>
              </a:rPr>
              <a:t>is reached</a:t>
            </a:r>
            <a:endParaRPr sz="1200" dirty="0">
              <a:highlight>
                <a:srgbClr val="FFFF00"/>
              </a:highlight>
            </a:endParaRPr>
          </a:p>
          <a:p>
            <a:pPr marL="914400" lvl="0" indent="0" algn="l" rtl="0">
              <a:lnSpc>
                <a:spcPct val="100000"/>
              </a:lnSpc>
              <a:spcBef>
                <a:spcPts val="0"/>
              </a:spcBef>
              <a:spcAft>
                <a:spcPts val="0"/>
              </a:spcAft>
              <a:buNone/>
            </a:pPr>
            <a:endParaRPr sz="1200" dirty="0"/>
          </a:p>
          <a:p>
            <a:pPr marL="457200" lvl="0" indent="-304800" algn="l" rtl="0">
              <a:lnSpc>
                <a:spcPct val="100000"/>
              </a:lnSpc>
              <a:spcBef>
                <a:spcPts val="0"/>
              </a:spcBef>
              <a:spcAft>
                <a:spcPts val="0"/>
              </a:spcAft>
              <a:buSzPts val="1200"/>
              <a:buChar char="●"/>
            </a:pPr>
            <a:r>
              <a:rPr lang="en" sz="1200" dirty="0"/>
              <a:t>While awaiting termination the thread enters the WAITING state. In this state the thread </a:t>
            </a:r>
            <a:r>
              <a:rPr lang="en" sz="1200" b="1" i="1" dirty="0">
                <a:solidFill>
                  <a:srgbClr val="FF0000"/>
                </a:solidFill>
              </a:rPr>
              <a:t>will not</a:t>
            </a:r>
            <a:r>
              <a:rPr lang="en" sz="1200" dirty="0"/>
              <a:t> be scheduled to run on the CPU.</a:t>
            </a:r>
            <a:endParaRPr sz="1200" dirty="0"/>
          </a:p>
          <a:p>
            <a:pPr marL="457200" lvl="0" indent="0" algn="l" rtl="0">
              <a:lnSpc>
                <a:spcPct val="100000"/>
              </a:lnSpc>
              <a:spcBef>
                <a:spcPts val="0"/>
              </a:spcBef>
              <a:spcAft>
                <a:spcPts val="0"/>
              </a:spcAft>
              <a:buNone/>
            </a:pPr>
            <a:endParaRPr sz="1200" dirty="0"/>
          </a:p>
          <a:p>
            <a:pPr marL="457200" lvl="0" indent="-304800" algn="l" rtl="0">
              <a:lnSpc>
                <a:spcPct val="100000"/>
              </a:lnSpc>
              <a:spcBef>
                <a:spcPts val="0"/>
              </a:spcBef>
              <a:spcAft>
                <a:spcPts val="0"/>
              </a:spcAft>
              <a:buSzPts val="1200"/>
              <a:buChar char="●"/>
            </a:pPr>
            <a:r>
              <a:rPr lang="en" sz="1200" dirty="0"/>
              <a:t>When a thread </a:t>
            </a:r>
            <a:r>
              <a:rPr lang="en" sz="1200" b="1" i="1" dirty="0">
                <a:solidFill>
                  <a:srgbClr val="FF0000"/>
                </a:solidFill>
              </a:rPr>
              <a:t>leaves the waiting state</a:t>
            </a:r>
            <a:r>
              <a:rPr lang="en" sz="1200" dirty="0"/>
              <a:t> it </a:t>
            </a:r>
            <a:r>
              <a:rPr lang="en" sz="1200" b="1" dirty="0"/>
              <a:t>does not</a:t>
            </a:r>
            <a:r>
              <a:rPr lang="en" sz="1200" dirty="0"/>
              <a:t> immediately start executing. Instead, it is </a:t>
            </a:r>
            <a:r>
              <a:rPr lang="en" sz="1200" b="1" i="1" dirty="0">
                <a:solidFill>
                  <a:srgbClr val="FF0000"/>
                </a:solidFill>
              </a:rPr>
              <a:t>scheduled for execution</a:t>
            </a:r>
            <a:r>
              <a:rPr lang="en" sz="1200" dirty="0"/>
              <a:t> at some point of time in the future by the Java scheduler.</a:t>
            </a:r>
            <a:endParaRPr sz="1200" dirty="0"/>
          </a:p>
          <a:p>
            <a:pPr marL="457200" lvl="0" indent="-304800" algn="l" rtl="0">
              <a:lnSpc>
                <a:spcPct val="100000"/>
              </a:lnSpc>
              <a:spcBef>
                <a:spcPts val="1000"/>
              </a:spcBef>
              <a:spcAft>
                <a:spcPts val="0"/>
              </a:spcAft>
              <a:buSzPts val="1200"/>
              <a:buChar char="●"/>
            </a:pPr>
            <a:r>
              <a:rPr lang="en" sz="1200" dirty="0"/>
              <a:t>Anytime a thread is waiting, it could generate the </a:t>
            </a:r>
            <a:r>
              <a:rPr lang="en" sz="1200" dirty="0">
                <a:solidFill>
                  <a:srgbClr val="FF0000"/>
                </a:solidFill>
                <a:latin typeface="Courier New"/>
                <a:ea typeface="Courier New"/>
                <a:cs typeface="Courier New"/>
                <a:sym typeface="Courier New"/>
              </a:rPr>
              <a:t>InterruptedException</a:t>
            </a:r>
            <a:r>
              <a:rPr lang="en" sz="1200" dirty="0"/>
              <a:t> checked exception.</a:t>
            </a:r>
            <a:endParaRPr sz="1200" dirty="0"/>
          </a:p>
          <a:p>
            <a:pPr marL="457200" lvl="0" indent="-304800" algn="l" rtl="0">
              <a:lnSpc>
                <a:spcPct val="100000"/>
              </a:lnSpc>
              <a:spcBef>
                <a:spcPts val="1000"/>
              </a:spcBef>
              <a:spcAft>
                <a:spcPts val="0"/>
              </a:spcAft>
              <a:buSzPts val="1200"/>
              <a:buChar char="●"/>
            </a:pPr>
            <a:r>
              <a:rPr lang="en" sz="1200" dirty="0"/>
              <a:t>We'll learn about other events that will cause a thread to wait later in this unit.</a:t>
            </a:r>
            <a:endParaRPr sz="1200" dirty="0"/>
          </a:p>
        </p:txBody>
      </p:sp>
      <p:sp>
        <p:nvSpPr>
          <p:cNvPr id="602" name="Google Shape;602;p61"/>
          <p:cNvSpPr txBox="1">
            <a:spLocks noGrp="1"/>
          </p:cNvSpPr>
          <p:nvPr>
            <p:ph type="body" idx="3"/>
          </p:nvPr>
        </p:nvSpPr>
        <p:spPr>
          <a:xfrm>
            <a:off x="5192225" y="4089650"/>
            <a:ext cx="3706500" cy="9234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highlight>
                  <a:srgbClr val="FFFF00"/>
                </a:highlight>
              </a:rPr>
              <a:t>A </a:t>
            </a:r>
            <a:r>
              <a:rPr lang="en" b="1" i="1" dirty="0">
                <a:solidFill>
                  <a:srgbClr val="FF0000"/>
                </a:solidFill>
                <a:highlight>
                  <a:srgbClr val="FFFF00"/>
                </a:highlight>
              </a:rPr>
              <a:t>thread</a:t>
            </a:r>
            <a:r>
              <a:rPr lang="en" dirty="0">
                <a:solidFill>
                  <a:srgbClr val="FF0000"/>
                </a:solidFill>
                <a:highlight>
                  <a:srgbClr val="FFFF00"/>
                </a:highlight>
              </a:rPr>
              <a:t> </a:t>
            </a:r>
            <a:r>
              <a:rPr lang="en" dirty="0">
                <a:highlight>
                  <a:srgbClr val="FFFF00"/>
                </a:highlight>
              </a:rPr>
              <a:t>may exist in </a:t>
            </a:r>
            <a:r>
              <a:rPr lang="en" b="1" i="1" dirty="0">
                <a:solidFill>
                  <a:srgbClr val="FF0000"/>
                </a:solidFill>
                <a:highlight>
                  <a:srgbClr val="FFFF00"/>
                </a:highlight>
              </a:rPr>
              <a:t>exactly one</a:t>
            </a:r>
            <a:r>
              <a:rPr lang="en" dirty="0">
                <a:highlight>
                  <a:srgbClr val="FFFF00"/>
                </a:highlight>
              </a:rPr>
              <a:t> of several possible states at any given time. A thread that calls </a:t>
            </a:r>
            <a:r>
              <a:rPr lang="en" dirty="0">
                <a:highlight>
                  <a:srgbClr val="FFFF00"/>
                </a:highlight>
                <a:latin typeface="Courier New"/>
                <a:ea typeface="Courier New"/>
                <a:cs typeface="Courier New"/>
                <a:sym typeface="Courier New"/>
              </a:rPr>
              <a:t>ExecutorService.awaitTermination</a:t>
            </a:r>
            <a:r>
              <a:rPr lang="en" dirty="0">
                <a:highlight>
                  <a:srgbClr val="FFFF00"/>
                </a:highlight>
              </a:rPr>
              <a:t> is in the </a:t>
            </a:r>
            <a:r>
              <a:rPr lang="en" b="1" i="1" dirty="0">
                <a:solidFill>
                  <a:srgbClr val="FF0000"/>
                </a:solidFill>
                <a:highlight>
                  <a:srgbClr val="FFFF00"/>
                </a:highlight>
              </a:rPr>
              <a:t>waiting</a:t>
            </a:r>
            <a:r>
              <a:rPr lang="en" dirty="0">
                <a:solidFill>
                  <a:srgbClr val="FF0000"/>
                </a:solidFill>
                <a:highlight>
                  <a:srgbClr val="FFFF00"/>
                </a:highlight>
              </a:rPr>
              <a:t> </a:t>
            </a:r>
            <a:r>
              <a:rPr lang="en" dirty="0">
                <a:highlight>
                  <a:srgbClr val="FFFF00"/>
                </a:highlight>
              </a:rPr>
              <a:t>state.</a:t>
            </a:r>
            <a:endParaRPr dirty="0">
              <a:highlight>
                <a:srgbClr val="FFFF00"/>
              </a:highlight>
            </a:endParaRPr>
          </a:p>
        </p:txBody>
      </p:sp>
      <p:grpSp>
        <p:nvGrpSpPr>
          <p:cNvPr id="603" name="Google Shape;603;p61"/>
          <p:cNvGrpSpPr/>
          <p:nvPr/>
        </p:nvGrpSpPr>
        <p:grpSpPr>
          <a:xfrm>
            <a:off x="7110814" y="966713"/>
            <a:ext cx="1486500" cy="2952988"/>
            <a:chOff x="6958414" y="1195313"/>
            <a:chExt cx="1486500" cy="2952988"/>
          </a:xfrm>
        </p:grpSpPr>
        <p:sp>
          <p:nvSpPr>
            <p:cNvPr id="604" name="Google Shape;604;p61"/>
            <p:cNvSpPr/>
            <p:nvPr/>
          </p:nvSpPr>
          <p:spPr>
            <a:xfrm>
              <a:off x="6958414" y="1969300"/>
              <a:ext cx="1486500" cy="1411200"/>
            </a:xfrm>
            <a:prstGeom prst="roundRect">
              <a:avLst>
                <a:gd name="adj" fmla="val 9698"/>
              </a:avLst>
            </a:prstGeom>
            <a:solidFill>
              <a:srgbClr val="38761D"/>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61"/>
            <p:cNvSpPr/>
            <p:nvPr/>
          </p:nvSpPr>
          <p:spPr>
            <a:xfrm>
              <a:off x="7286250" y="1195313"/>
              <a:ext cx="8319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NEW</a:t>
              </a:r>
              <a:endParaRPr>
                <a:solidFill>
                  <a:srgbClr val="FFFFFF"/>
                </a:solidFill>
              </a:endParaRPr>
            </a:p>
          </p:txBody>
        </p:sp>
        <p:sp>
          <p:nvSpPr>
            <p:cNvPr id="606" name="Google Shape;606;p61"/>
            <p:cNvSpPr/>
            <p:nvPr/>
          </p:nvSpPr>
          <p:spPr>
            <a:xfrm>
              <a:off x="7029750" y="2049450"/>
              <a:ext cx="13449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RUNNABLE</a:t>
              </a:r>
              <a:endParaRPr>
                <a:solidFill>
                  <a:srgbClr val="FFFFFF"/>
                </a:solidFill>
              </a:endParaRPr>
            </a:p>
          </p:txBody>
        </p:sp>
        <p:sp>
          <p:nvSpPr>
            <p:cNvPr id="607" name="Google Shape;607;p61"/>
            <p:cNvSpPr/>
            <p:nvPr/>
          </p:nvSpPr>
          <p:spPr>
            <a:xfrm>
              <a:off x="7029750" y="2903575"/>
              <a:ext cx="13449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i="1">
                  <a:solidFill>
                    <a:srgbClr val="FFFFFF"/>
                  </a:solidFill>
                </a:rPr>
                <a:t>RUNNING</a:t>
              </a:r>
              <a:endParaRPr i="1">
                <a:solidFill>
                  <a:srgbClr val="FFFFFF"/>
                </a:solidFill>
              </a:endParaRPr>
            </a:p>
          </p:txBody>
        </p:sp>
        <p:sp>
          <p:nvSpPr>
            <p:cNvPr id="608" name="Google Shape;608;p61"/>
            <p:cNvSpPr/>
            <p:nvPr/>
          </p:nvSpPr>
          <p:spPr>
            <a:xfrm>
              <a:off x="7057607" y="3757700"/>
              <a:ext cx="13020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a:solidFill>
                    <a:srgbClr val="FFFFFF"/>
                  </a:solidFill>
                </a:rPr>
                <a:t>DEAD</a:t>
              </a:r>
              <a:endParaRPr sz="1300">
                <a:solidFill>
                  <a:srgbClr val="FFFFFF"/>
                </a:solidFill>
              </a:endParaRPr>
            </a:p>
          </p:txBody>
        </p:sp>
        <p:cxnSp>
          <p:nvCxnSpPr>
            <p:cNvPr id="609" name="Google Shape;609;p61"/>
            <p:cNvCxnSpPr>
              <a:stCxn id="605" idx="2"/>
              <a:endCxn id="606" idx="0"/>
            </p:cNvCxnSpPr>
            <p:nvPr/>
          </p:nvCxnSpPr>
          <p:spPr>
            <a:xfrm>
              <a:off x="7702200" y="1585913"/>
              <a:ext cx="0" cy="463500"/>
            </a:xfrm>
            <a:prstGeom prst="straightConnector1">
              <a:avLst/>
            </a:prstGeom>
            <a:noFill/>
            <a:ln w="9525" cap="flat" cmpd="sng">
              <a:solidFill>
                <a:srgbClr val="FFFFFF"/>
              </a:solidFill>
              <a:prstDash val="solid"/>
              <a:round/>
              <a:headEnd type="none" w="med" len="med"/>
              <a:tailEnd type="triangle" w="med" len="med"/>
            </a:ln>
          </p:spPr>
        </p:cxnSp>
        <p:cxnSp>
          <p:nvCxnSpPr>
            <p:cNvPr id="610" name="Google Shape;610;p61"/>
            <p:cNvCxnSpPr>
              <a:stCxn id="607" idx="2"/>
              <a:endCxn id="608" idx="0"/>
            </p:cNvCxnSpPr>
            <p:nvPr/>
          </p:nvCxnSpPr>
          <p:spPr>
            <a:xfrm>
              <a:off x="7702200" y="3294175"/>
              <a:ext cx="6300" cy="463500"/>
            </a:xfrm>
            <a:prstGeom prst="straightConnector1">
              <a:avLst/>
            </a:prstGeom>
            <a:noFill/>
            <a:ln w="9525" cap="flat" cmpd="sng">
              <a:solidFill>
                <a:srgbClr val="FFFFFF"/>
              </a:solidFill>
              <a:prstDash val="solid"/>
              <a:round/>
              <a:headEnd type="none" w="med" len="med"/>
              <a:tailEnd type="triangle" w="med" len="med"/>
            </a:ln>
          </p:spPr>
        </p:cxnSp>
        <p:cxnSp>
          <p:nvCxnSpPr>
            <p:cNvPr id="611" name="Google Shape;611;p61"/>
            <p:cNvCxnSpPr/>
            <p:nvPr/>
          </p:nvCxnSpPr>
          <p:spPr>
            <a:xfrm>
              <a:off x="7333050" y="2445150"/>
              <a:ext cx="0" cy="470100"/>
            </a:xfrm>
            <a:prstGeom prst="straightConnector1">
              <a:avLst/>
            </a:prstGeom>
            <a:noFill/>
            <a:ln w="9525" cap="flat" cmpd="sng">
              <a:solidFill>
                <a:srgbClr val="FFFFFF"/>
              </a:solidFill>
              <a:prstDash val="solid"/>
              <a:round/>
              <a:headEnd type="none" w="med" len="med"/>
              <a:tailEnd type="triangle" w="med" len="med"/>
            </a:ln>
          </p:spPr>
        </p:cxnSp>
        <p:cxnSp>
          <p:nvCxnSpPr>
            <p:cNvPr id="612" name="Google Shape;612;p61"/>
            <p:cNvCxnSpPr/>
            <p:nvPr/>
          </p:nvCxnSpPr>
          <p:spPr>
            <a:xfrm rot="10800000">
              <a:off x="8094075" y="2445275"/>
              <a:ext cx="0" cy="470100"/>
            </a:xfrm>
            <a:prstGeom prst="straightConnector1">
              <a:avLst/>
            </a:prstGeom>
            <a:noFill/>
            <a:ln w="9525" cap="flat" cmpd="sng">
              <a:solidFill>
                <a:srgbClr val="FFFFFF"/>
              </a:solidFill>
              <a:prstDash val="solid"/>
              <a:round/>
              <a:headEnd type="none" w="med" len="med"/>
              <a:tailEnd type="triangle" w="med" len="med"/>
            </a:ln>
          </p:spPr>
        </p:cxnSp>
      </p:grpSp>
      <p:sp>
        <p:nvSpPr>
          <p:cNvPr id="613" name="Google Shape;613;p61"/>
          <p:cNvSpPr/>
          <p:nvPr/>
        </p:nvSpPr>
        <p:spPr>
          <a:xfrm>
            <a:off x="5347625" y="2284375"/>
            <a:ext cx="13449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WAITING</a:t>
            </a:r>
            <a:endParaRPr>
              <a:solidFill>
                <a:srgbClr val="FFFFFF"/>
              </a:solidFill>
            </a:endParaRPr>
          </a:p>
        </p:txBody>
      </p:sp>
      <p:cxnSp>
        <p:nvCxnSpPr>
          <p:cNvPr id="614" name="Google Shape;614;p61"/>
          <p:cNvCxnSpPr>
            <a:stCxn id="607" idx="1"/>
            <a:endCxn id="613" idx="2"/>
          </p:cNvCxnSpPr>
          <p:nvPr/>
        </p:nvCxnSpPr>
        <p:spPr>
          <a:xfrm rot="10800000">
            <a:off x="6019950" y="2674975"/>
            <a:ext cx="1162200" cy="195300"/>
          </a:xfrm>
          <a:prstGeom prst="curvedConnector2">
            <a:avLst/>
          </a:prstGeom>
          <a:noFill/>
          <a:ln w="9525" cap="flat" cmpd="sng">
            <a:solidFill>
              <a:srgbClr val="FFFFFF"/>
            </a:solidFill>
            <a:prstDash val="solid"/>
            <a:round/>
            <a:headEnd type="none" w="med" len="med"/>
            <a:tailEnd type="triangle" w="med" len="med"/>
          </a:ln>
        </p:spPr>
      </p:cxnSp>
      <p:cxnSp>
        <p:nvCxnSpPr>
          <p:cNvPr id="615" name="Google Shape;615;p61"/>
          <p:cNvCxnSpPr>
            <a:stCxn id="613" idx="0"/>
            <a:endCxn id="606" idx="1"/>
          </p:cNvCxnSpPr>
          <p:nvPr/>
        </p:nvCxnSpPr>
        <p:spPr>
          <a:xfrm rot="-5400000">
            <a:off x="6467075" y="1569175"/>
            <a:ext cx="268200" cy="1162200"/>
          </a:xfrm>
          <a:prstGeom prst="curvedConnector2">
            <a:avLst/>
          </a:prstGeom>
          <a:noFill/>
          <a:ln w="9525" cap="flat" cmpd="sng">
            <a:solidFill>
              <a:srgbClr val="FFFFFF"/>
            </a:solidFill>
            <a:prstDash val="solid"/>
            <a:round/>
            <a:headEnd type="none" w="med" len="med"/>
            <a:tailEnd type="triangle" w="med" len="med"/>
          </a:ln>
        </p:spPr>
      </p:cxnSp>
      <p:sp>
        <p:nvSpPr>
          <p:cNvPr id="616" name="Google Shape;616;p61"/>
          <p:cNvSpPr txBox="1"/>
          <p:nvPr/>
        </p:nvSpPr>
        <p:spPr>
          <a:xfrm>
            <a:off x="5451175" y="2853125"/>
            <a:ext cx="1635300" cy="721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a:solidFill>
                  <a:srgbClr val="FFFFFF"/>
                </a:solidFill>
                <a:latin typeface="Consolas"/>
                <a:ea typeface="Consolas"/>
                <a:cs typeface="Consolas"/>
                <a:sym typeface="Consolas"/>
              </a:rPr>
              <a:t>awaitTermination</a:t>
            </a:r>
            <a:endParaRPr sz="1100">
              <a:solidFill>
                <a:srgbClr val="FFFFFF"/>
              </a:solidFill>
              <a:latin typeface="Consolas"/>
              <a:ea typeface="Consolas"/>
              <a:cs typeface="Consolas"/>
              <a:sym typeface="Consolas"/>
            </a:endParaRPr>
          </a:p>
        </p:txBody>
      </p:sp>
      <p:sp>
        <p:nvSpPr>
          <p:cNvPr id="617" name="Google Shape;617;p61"/>
          <p:cNvSpPr txBox="1"/>
          <p:nvPr/>
        </p:nvSpPr>
        <p:spPr>
          <a:xfrm>
            <a:off x="5905921" y="1464308"/>
            <a:ext cx="1073100" cy="532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event occurs</a:t>
            </a:r>
            <a:endParaRPr sz="1100">
              <a:solidFill>
                <a:srgbClr val="FFFFFF"/>
              </a:solidFill>
            </a:endParaRPr>
          </a:p>
          <a:p>
            <a:pPr marL="0" lvl="0" indent="0" algn="ctr" rtl="0">
              <a:spcBef>
                <a:spcPts val="0"/>
              </a:spcBef>
              <a:spcAft>
                <a:spcPts val="0"/>
              </a:spcAft>
              <a:buNone/>
            </a:pPr>
            <a:r>
              <a:rPr lang="en" sz="1100" i="1">
                <a:solidFill>
                  <a:srgbClr val="FFFFFF"/>
                </a:solidFill>
              </a:rPr>
              <a:t>or</a:t>
            </a:r>
            <a:endParaRPr sz="1100">
              <a:solidFill>
                <a:srgbClr val="FFFFFF"/>
              </a:solidFill>
            </a:endParaRPr>
          </a:p>
          <a:p>
            <a:pPr marL="0" lvl="0" indent="0" algn="ctr" rtl="0">
              <a:spcBef>
                <a:spcPts val="0"/>
              </a:spcBef>
              <a:spcAft>
                <a:spcPts val="0"/>
              </a:spcAft>
              <a:buNone/>
            </a:pPr>
            <a:r>
              <a:rPr lang="en" sz="1100">
                <a:solidFill>
                  <a:srgbClr val="FFFFFF"/>
                </a:solidFill>
              </a:rPr>
              <a:t>interruption</a:t>
            </a:r>
            <a:endParaRPr sz="1100">
              <a:solidFill>
                <a:srgbClr val="FFFFFF"/>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0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0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0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01">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601">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01">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602"/>
                                        </p:tgtEl>
                                        <p:attrNameLst>
                                          <p:attrName>style.visibility</p:attrName>
                                        </p:attrNameLst>
                                      </p:cBhvr>
                                      <p:to>
                                        <p:strVal val="visible"/>
                                      </p:to>
                                    </p:set>
                                    <p:animEffect transition="in" filter="fade">
                                      <p:cBhvr>
                                        <p:cTn id="51" dur="1000"/>
                                        <p:tgtEl>
                                          <p:spTgt spid="6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21"/>
        <p:cNvGrpSpPr/>
        <p:nvPr/>
      </p:nvGrpSpPr>
      <p:grpSpPr>
        <a:xfrm>
          <a:off x="0" y="0"/>
          <a:ext cx="0" cy="0"/>
          <a:chOff x="0" y="0"/>
          <a:chExt cx="0" cy="0"/>
        </a:xfrm>
      </p:grpSpPr>
      <p:sp>
        <p:nvSpPr>
          <p:cNvPr id="622" name="Google Shape;622;p62"/>
          <p:cNvSpPr txBox="1">
            <a:spLocks noGrp="1"/>
          </p:cNvSpPr>
          <p:nvPr>
            <p:ph type="title"/>
          </p:nvPr>
        </p:nvSpPr>
        <p:spPr>
          <a:xfrm>
            <a:off x="5037600" y="500925"/>
            <a:ext cx="4031700" cy="638100"/>
          </a:xfrm>
          <a:prstGeom prst="rect">
            <a:avLst/>
          </a:prstGeom>
          <a:noFill/>
          <a:ln>
            <a:noFill/>
          </a:ln>
        </p:spPr>
        <p:txBody>
          <a:bodyPr spcFirstLastPara="1" wrap="square" lIns="68575" tIns="34275" rIns="68575" bIns="34275" anchor="ctr" anchorCtr="0">
            <a:normAutofit/>
          </a:bodyPr>
          <a:lstStyle/>
          <a:p>
            <a:pPr marL="0" lvl="0" indent="0" algn="l" rtl="0">
              <a:lnSpc>
                <a:spcPct val="90000"/>
              </a:lnSpc>
              <a:spcBef>
                <a:spcPts val="0"/>
              </a:spcBef>
              <a:spcAft>
                <a:spcPts val="0"/>
              </a:spcAft>
              <a:buClr>
                <a:schemeClr val="dk2"/>
              </a:buClr>
              <a:buSzPts val="2970"/>
              <a:buFont typeface="Calibri"/>
              <a:buNone/>
            </a:pPr>
            <a:r>
              <a:rPr lang="en" sz="2420">
                <a:latin typeface="Courier New"/>
                <a:ea typeface="Courier New"/>
                <a:cs typeface="Courier New"/>
                <a:sym typeface="Courier New"/>
              </a:rPr>
              <a:t>InterruptedException</a:t>
            </a:r>
            <a:endParaRPr sz="2420">
              <a:latin typeface="Courier New"/>
              <a:ea typeface="Courier New"/>
              <a:cs typeface="Courier New"/>
              <a:sym typeface="Courier New"/>
            </a:endParaRPr>
          </a:p>
        </p:txBody>
      </p:sp>
      <p:sp>
        <p:nvSpPr>
          <p:cNvPr id="623" name="Google Shape;623;p62"/>
          <p:cNvSpPr txBox="1">
            <a:spLocks noGrp="1"/>
          </p:cNvSpPr>
          <p:nvPr>
            <p:ph type="body" idx="1"/>
          </p:nvPr>
        </p:nvSpPr>
        <p:spPr>
          <a:xfrm>
            <a:off x="341400" y="196125"/>
            <a:ext cx="4230900" cy="4655700"/>
          </a:xfrm>
          <a:prstGeom prst="rect">
            <a:avLst/>
          </a:prstGeom>
          <a:noFill/>
          <a:ln>
            <a:noFill/>
          </a:ln>
        </p:spPr>
        <p:txBody>
          <a:bodyPr spcFirstLastPara="1" wrap="square" lIns="68575" tIns="34275" rIns="68575" bIns="34275" anchor="t" anchorCtr="0">
            <a:noAutofit/>
          </a:bodyPr>
          <a:lstStyle/>
          <a:p>
            <a:pPr marL="457200" lvl="0" indent="-304800" algn="l" rtl="0">
              <a:lnSpc>
                <a:spcPct val="115000"/>
              </a:lnSpc>
              <a:spcBef>
                <a:spcPts val="0"/>
              </a:spcBef>
              <a:spcAft>
                <a:spcPts val="0"/>
              </a:spcAft>
              <a:buSzPts val="1200"/>
              <a:buChar char="●"/>
            </a:pPr>
            <a:r>
              <a:rPr lang="en" sz="1200" dirty="0"/>
              <a:t>The full signature for </a:t>
            </a:r>
            <a:r>
              <a:rPr lang="en" sz="1200" dirty="0">
                <a:latin typeface="Courier New"/>
                <a:ea typeface="Courier New"/>
                <a:cs typeface="Courier New"/>
                <a:sym typeface="Courier New"/>
              </a:rPr>
              <a:t>awaitTermination</a:t>
            </a:r>
            <a:r>
              <a:rPr lang="en" sz="1200" dirty="0"/>
              <a:t> is</a:t>
            </a:r>
            <a:endParaRPr sz="1200" dirty="0"/>
          </a:p>
          <a:p>
            <a:pPr marL="0" lvl="0" indent="457200" algn="l" rtl="0">
              <a:lnSpc>
                <a:spcPct val="115000"/>
              </a:lnSpc>
              <a:spcBef>
                <a:spcPts val="1000"/>
              </a:spcBef>
              <a:spcAft>
                <a:spcPts val="0"/>
              </a:spcAft>
              <a:buNone/>
            </a:pPr>
            <a:r>
              <a:rPr lang="en" sz="1200" dirty="0">
                <a:solidFill>
                  <a:srgbClr val="FF0000"/>
                </a:solidFill>
                <a:latin typeface="Courier New"/>
                <a:ea typeface="Courier New"/>
                <a:cs typeface="Courier New"/>
                <a:sym typeface="Courier New"/>
              </a:rPr>
              <a:t>public boolean awaitTermination </a:t>
            </a:r>
            <a:endParaRPr sz="1200" dirty="0">
              <a:solidFill>
                <a:srgbClr val="FF0000"/>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n" sz="1200" dirty="0">
                <a:solidFill>
                  <a:srgbClr val="FF0000"/>
                </a:solidFill>
                <a:latin typeface="Courier New"/>
                <a:ea typeface="Courier New"/>
                <a:cs typeface="Courier New"/>
                <a:sym typeface="Courier New"/>
              </a:rPr>
              <a:t>     	(long timeout, TimeUnit unit) </a:t>
            </a:r>
            <a:endParaRPr sz="1200" dirty="0">
              <a:solidFill>
                <a:srgbClr val="FF0000"/>
              </a:solidFill>
              <a:latin typeface="Courier New"/>
              <a:ea typeface="Courier New"/>
              <a:cs typeface="Courier New"/>
              <a:sym typeface="Courier New"/>
            </a:endParaRPr>
          </a:p>
          <a:p>
            <a:pPr marL="0" lvl="0" indent="457200" algn="l" rtl="0">
              <a:lnSpc>
                <a:spcPct val="115000"/>
              </a:lnSpc>
              <a:spcBef>
                <a:spcPts val="0"/>
              </a:spcBef>
              <a:spcAft>
                <a:spcPts val="0"/>
              </a:spcAft>
              <a:buNone/>
            </a:pPr>
            <a:r>
              <a:rPr lang="en" sz="1200" dirty="0">
                <a:solidFill>
                  <a:srgbClr val="FF0000"/>
                </a:solidFill>
                <a:latin typeface="Courier New"/>
                <a:ea typeface="Courier New"/>
                <a:cs typeface="Courier New"/>
                <a:sym typeface="Courier New"/>
              </a:rPr>
              <a:t>     throws </a:t>
            </a:r>
            <a:r>
              <a:rPr lang="en" sz="1200" dirty="0">
                <a:solidFill>
                  <a:srgbClr val="FF0000"/>
                </a:solidFill>
                <a:highlight>
                  <a:srgbClr val="FFFF00"/>
                </a:highlight>
                <a:latin typeface="Courier New"/>
                <a:ea typeface="Courier New"/>
                <a:cs typeface="Courier New"/>
                <a:sym typeface="Courier New"/>
              </a:rPr>
              <a:t>InterruptedException</a:t>
            </a:r>
            <a:r>
              <a:rPr lang="en" sz="1200" dirty="0">
                <a:highlight>
                  <a:srgbClr val="FFFF00"/>
                </a:highlight>
                <a:latin typeface="Courier New"/>
                <a:ea typeface="Courier New"/>
                <a:cs typeface="Courier New"/>
                <a:sym typeface="Courier New"/>
              </a:rPr>
              <a:t> </a:t>
            </a:r>
            <a:endParaRPr sz="1200" dirty="0">
              <a:highlight>
                <a:srgbClr val="FFFF00"/>
              </a:highlight>
              <a:latin typeface="Courier New"/>
              <a:ea typeface="Courier New"/>
              <a:cs typeface="Courier New"/>
              <a:sym typeface="Courier New"/>
            </a:endParaRPr>
          </a:p>
          <a:p>
            <a:pPr marL="457200" lvl="0" indent="-304800" algn="l" rtl="0">
              <a:lnSpc>
                <a:spcPct val="115000"/>
              </a:lnSpc>
              <a:spcBef>
                <a:spcPts val="1000"/>
              </a:spcBef>
              <a:spcAft>
                <a:spcPts val="0"/>
              </a:spcAft>
              <a:buSzPts val="1200"/>
              <a:buChar char="●"/>
            </a:pPr>
            <a:r>
              <a:rPr lang="en" sz="1200" dirty="0"/>
              <a:t>The </a:t>
            </a:r>
            <a:r>
              <a:rPr lang="en" sz="1200" b="1" i="1" dirty="0">
                <a:solidFill>
                  <a:srgbClr val="FF0000"/>
                </a:solidFill>
              </a:rPr>
              <a:t>calling</a:t>
            </a:r>
            <a:r>
              <a:rPr lang="en" sz="1200" dirty="0">
                <a:solidFill>
                  <a:srgbClr val="FF0000"/>
                </a:solidFill>
              </a:rPr>
              <a:t> </a:t>
            </a:r>
            <a:r>
              <a:rPr lang="en" sz="1200" dirty="0"/>
              <a:t>thread is </a:t>
            </a:r>
            <a:r>
              <a:rPr lang="en" sz="1200" b="1" i="1" dirty="0">
                <a:solidFill>
                  <a:srgbClr val="FF0000"/>
                </a:solidFill>
              </a:rPr>
              <a:t>always</a:t>
            </a:r>
            <a:r>
              <a:rPr lang="en" sz="1200" dirty="0">
                <a:solidFill>
                  <a:srgbClr val="FF0000"/>
                </a:solidFill>
              </a:rPr>
              <a:t> </a:t>
            </a:r>
            <a:r>
              <a:rPr lang="en" sz="1200" dirty="0"/>
              <a:t>the one that awaits - </a:t>
            </a:r>
            <a:r>
              <a:rPr lang="en" sz="1200" i="1" dirty="0"/>
              <a:t>one thread cannot tell another thread to wait!</a:t>
            </a:r>
            <a:endParaRPr sz="1200" dirty="0"/>
          </a:p>
          <a:p>
            <a:pPr marL="457200" lvl="0" indent="-304800" algn="l" rtl="0">
              <a:lnSpc>
                <a:spcPct val="115000"/>
              </a:lnSpc>
              <a:spcBef>
                <a:spcPts val="1000"/>
              </a:spcBef>
              <a:spcAft>
                <a:spcPts val="0"/>
              </a:spcAft>
              <a:buSzPts val="1200"/>
              <a:buChar char="●"/>
            </a:pPr>
            <a:r>
              <a:rPr lang="en" sz="1200" dirty="0"/>
              <a:t>The exception occurs if a sleeping thread is ever </a:t>
            </a:r>
            <a:r>
              <a:rPr lang="en" sz="1200" b="1" i="1" dirty="0">
                <a:solidFill>
                  <a:srgbClr val="FF0000"/>
                </a:solidFill>
              </a:rPr>
              <a:t>interrupted</a:t>
            </a:r>
            <a:endParaRPr sz="1200" b="1" i="1" dirty="0">
              <a:solidFill>
                <a:srgbClr val="FF0000"/>
              </a:solidFill>
            </a:endParaRPr>
          </a:p>
          <a:p>
            <a:pPr marL="914400" lvl="1" indent="-298450" algn="l" rtl="0">
              <a:lnSpc>
                <a:spcPct val="115000"/>
              </a:lnSpc>
              <a:spcBef>
                <a:spcPts val="0"/>
              </a:spcBef>
              <a:spcAft>
                <a:spcPts val="0"/>
              </a:spcAft>
              <a:buClr>
                <a:srgbClr val="666666"/>
              </a:buClr>
              <a:buSzPts val="1100"/>
              <a:buChar char="○"/>
            </a:pPr>
            <a:r>
              <a:rPr lang="en" dirty="0">
                <a:solidFill>
                  <a:srgbClr val="666666"/>
                </a:solidFill>
                <a:highlight>
                  <a:srgbClr val="FFFF00"/>
                </a:highlight>
              </a:rPr>
              <a:t>A thread is only interrupted if </a:t>
            </a:r>
            <a:r>
              <a:rPr lang="en" dirty="0">
                <a:solidFill>
                  <a:srgbClr val="FF0000"/>
                </a:solidFill>
                <a:highlight>
                  <a:srgbClr val="FFFF00"/>
                </a:highlight>
                <a:latin typeface="Courier New"/>
                <a:ea typeface="Courier New"/>
                <a:cs typeface="Courier New"/>
                <a:sym typeface="Courier New"/>
              </a:rPr>
              <a:t>Thread.interrupt</a:t>
            </a:r>
            <a:r>
              <a:rPr lang="en" dirty="0">
                <a:solidFill>
                  <a:srgbClr val="666666"/>
                </a:solidFill>
                <a:highlight>
                  <a:srgbClr val="FFFF00"/>
                </a:highlight>
              </a:rPr>
              <a:t> is called on it while it is waiting.</a:t>
            </a:r>
            <a:endParaRPr dirty="0">
              <a:solidFill>
                <a:srgbClr val="666666"/>
              </a:solidFill>
              <a:highlight>
                <a:srgbClr val="FFFF00"/>
              </a:highlight>
            </a:endParaRPr>
          </a:p>
          <a:p>
            <a:pPr marL="914400" lvl="1" indent="-298450" algn="l" rtl="0">
              <a:lnSpc>
                <a:spcPct val="115000"/>
              </a:lnSpc>
              <a:spcBef>
                <a:spcPts val="0"/>
              </a:spcBef>
              <a:spcAft>
                <a:spcPts val="0"/>
              </a:spcAft>
              <a:buClr>
                <a:srgbClr val="666666"/>
              </a:buClr>
              <a:buSzPts val="1100"/>
              <a:buChar char="○"/>
            </a:pPr>
            <a:r>
              <a:rPr lang="en" dirty="0">
                <a:solidFill>
                  <a:srgbClr val="666666"/>
                </a:solidFill>
                <a:highlight>
                  <a:srgbClr val="FFFF00"/>
                </a:highlight>
              </a:rPr>
              <a:t>Normal exceptions will cause the thread to terminate.</a:t>
            </a:r>
            <a:endParaRPr dirty="0">
              <a:solidFill>
                <a:srgbClr val="666666"/>
              </a:solidFill>
              <a:highlight>
                <a:srgbClr val="FFFF00"/>
              </a:highlight>
            </a:endParaRPr>
          </a:p>
          <a:p>
            <a:pPr marL="457200" lvl="0" indent="-304800" algn="l" rtl="0">
              <a:lnSpc>
                <a:spcPct val="115000"/>
              </a:lnSpc>
              <a:spcBef>
                <a:spcPts val="1000"/>
              </a:spcBef>
              <a:spcAft>
                <a:spcPts val="0"/>
              </a:spcAft>
              <a:buSzPts val="1200"/>
              <a:buChar char="●"/>
            </a:pPr>
            <a:r>
              <a:rPr lang="en" sz="1200" dirty="0">
                <a:highlight>
                  <a:srgbClr val="FFFF00"/>
                </a:highlight>
              </a:rPr>
              <a:t>It is a </a:t>
            </a:r>
            <a:r>
              <a:rPr lang="en" sz="1200" b="1" i="1" dirty="0">
                <a:solidFill>
                  <a:srgbClr val="FF0000"/>
                </a:solidFill>
                <a:highlight>
                  <a:srgbClr val="FFFF00"/>
                </a:highlight>
                <a:latin typeface="Arial"/>
                <a:ea typeface="Arial"/>
                <a:cs typeface="Arial"/>
                <a:sym typeface="Arial"/>
              </a:rPr>
              <a:t>checked</a:t>
            </a:r>
            <a:r>
              <a:rPr lang="en" sz="1200" b="1" i="1" dirty="0">
                <a:solidFill>
                  <a:srgbClr val="FF0000"/>
                </a:solidFill>
                <a:highlight>
                  <a:srgbClr val="FFFF00"/>
                </a:highlight>
              </a:rPr>
              <a:t> </a:t>
            </a:r>
            <a:r>
              <a:rPr lang="en" sz="1200" dirty="0">
                <a:highlight>
                  <a:srgbClr val="FFFF00"/>
                </a:highlight>
              </a:rPr>
              <a:t>exception, which means it must be handled in order to compile</a:t>
            </a:r>
            <a:endParaRPr sz="1200" dirty="0">
              <a:highlight>
                <a:srgbClr val="FFFF00"/>
              </a:highlight>
            </a:endParaRPr>
          </a:p>
          <a:p>
            <a:pPr marL="457200" lvl="0" indent="-304800" algn="l" rtl="0">
              <a:lnSpc>
                <a:spcPct val="115000"/>
              </a:lnSpc>
              <a:spcBef>
                <a:spcPts val="1000"/>
              </a:spcBef>
              <a:spcAft>
                <a:spcPts val="0"/>
              </a:spcAft>
              <a:buSzPts val="1200"/>
              <a:buChar char="●"/>
            </a:pPr>
            <a:r>
              <a:rPr lang="en" sz="1200" i="1" dirty="0">
                <a:highlight>
                  <a:srgbClr val="FFFF00"/>
                </a:highlight>
              </a:rPr>
              <a:t>(Refresher)</a:t>
            </a:r>
            <a:r>
              <a:rPr lang="en" sz="1200" dirty="0">
                <a:highlight>
                  <a:srgbClr val="FFFF00"/>
                </a:highlight>
              </a:rPr>
              <a:t> The two ways to handle an exception are:</a:t>
            </a:r>
            <a:endParaRPr sz="1200" dirty="0">
              <a:highlight>
                <a:srgbClr val="FFFF00"/>
              </a:highlight>
            </a:endParaRPr>
          </a:p>
          <a:p>
            <a:pPr marL="914400" lvl="1" indent="-304800" algn="l" rtl="0">
              <a:lnSpc>
                <a:spcPct val="90000"/>
              </a:lnSpc>
              <a:spcBef>
                <a:spcPts val="0"/>
              </a:spcBef>
              <a:spcAft>
                <a:spcPts val="0"/>
              </a:spcAft>
              <a:buSzPts val="1200"/>
              <a:buChar char="○"/>
            </a:pPr>
            <a:r>
              <a:rPr lang="en" sz="1200" b="1" i="1" dirty="0">
                <a:solidFill>
                  <a:srgbClr val="FF0000"/>
                </a:solidFill>
                <a:highlight>
                  <a:srgbClr val="FFFF00"/>
                </a:highlight>
              </a:rPr>
              <a:t>Try-Catch</a:t>
            </a:r>
            <a:r>
              <a:rPr lang="en" sz="1200" dirty="0">
                <a:highlight>
                  <a:srgbClr val="FFFF00"/>
                </a:highlight>
              </a:rPr>
              <a:t> block</a:t>
            </a:r>
            <a:endParaRPr sz="1200" dirty="0">
              <a:highlight>
                <a:srgbClr val="FFFF00"/>
              </a:highlight>
            </a:endParaRPr>
          </a:p>
          <a:p>
            <a:pPr marL="914400" lvl="1" indent="-304800" algn="l" rtl="0">
              <a:lnSpc>
                <a:spcPct val="115000"/>
              </a:lnSpc>
              <a:spcBef>
                <a:spcPts val="800"/>
              </a:spcBef>
              <a:spcAft>
                <a:spcPts val="0"/>
              </a:spcAft>
              <a:buSzPts val="1200"/>
              <a:buChar char="○"/>
            </a:pPr>
            <a:r>
              <a:rPr lang="en" sz="1200" dirty="0">
                <a:highlight>
                  <a:srgbClr val="FFFF00"/>
                </a:highlight>
              </a:rPr>
              <a:t>Method is marked with </a:t>
            </a:r>
            <a:r>
              <a:rPr lang="en" sz="1200" b="1" i="1" dirty="0">
                <a:solidFill>
                  <a:srgbClr val="FF0000"/>
                </a:solidFill>
                <a:highlight>
                  <a:srgbClr val="FFFF00"/>
                </a:highlight>
              </a:rPr>
              <a:t>throws exception</a:t>
            </a:r>
            <a:endParaRPr sz="1200" b="1" i="1" dirty="0">
              <a:solidFill>
                <a:srgbClr val="FF0000"/>
              </a:solidFill>
              <a:highlight>
                <a:srgbClr val="FFFF00"/>
              </a:highlight>
            </a:endParaRPr>
          </a:p>
        </p:txBody>
      </p:sp>
      <p:sp>
        <p:nvSpPr>
          <p:cNvPr id="624" name="Google Shape;624;p62"/>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68575" tIns="34275" rIns="68575" bIns="34275" anchor="ctr" anchorCtr="0">
            <a:noAutofit/>
          </a:bodyPr>
          <a:lstStyle/>
          <a:p>
            <a:pPr marL="0" lvl="0" indent="0" algn="l" rtl="0">
              <a:lnSpc>
                <a:spcPct val="115000"/>
              </a:lnSpc>
              <a:spcBef>
                <a:spcPts val="0"/>
              </a:spcBef>
              <a:spcAft>
                <a:spcPts val="0"/>
              </a:spcAft>
              <a:buClr>
                <a:schemeClr val="dk2"/>
              </a:buClr>
              <a:buSzPts val="2300"/>
              <a:buNone/>
            </a:pPr>
            <a:r>
              <a:rPr lang="en"/>
              <a:t>You will have to handle the checked </a:t>
            </a:r>
            <a:r>
              <a:rPr lang="en">
                <a:latin typeface="Courier New"/>
                <a:ea typeface="Courier New"/>
                <a:cs typeface="Courier New"/>
                <a:sym typeface="Courier New"/>
              </a:rPr>
              <a:t>InterruptedException</a:t>
            </a:r>
            <a:r>
              <a:rPr lang="en"/>
              <a:t>. Unlike many other exceptions you will often </a:t>
            </a:r>
            <a:r>
              <a:rPr lang="en" b="1" i="1">
                <a:solidFill>
                  <a:srgbClr val="FF0000"/>
                </a:solidFill>
              </a:rPr>
              <a:t>ignore</a:t>
            </a:r>
            <a:r>
              <a:rPr lang="en"/>
              <a:t> this one. </a:t>
            </a:r>
            <a:endParaRPr/>
          </a:p>
        </p:txBody>
      </p:sp>
      <p:sp>
        <p:nvSpPr>
          <p:cNvPr id="625" name="Google Shape;625;p62"/>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31</a:t>
            </a:fld>
            <a:endParaRPr/>
          </a:p>
        </p:txBody>
      </p:sp>
      <p:sp>
        <p:nvSpPr>
          <p:cNvPr id="626" name="Google Shape;626;p62"/>
          <p:cNvSpPr txBox="1"/>
          <p:nvPr/>
        </p:nvSpPr>
        <p:spPr>
          <a:xfrm>
            <a:off x="5264725" y="1928238"/>
            <a:ext cx="3633900" cy="1372200"/>
          </a:xfrm>
          <a:prstGeom prst="rect">
            <a:avLst/>
          </a:prstGeom>
          <a:solidFill>
            <a:srgbClr val="FFFFFF"/>
          </a:solidFill>
          <a:ln w="19050" cap="flat" cmpd="sng">
            <a:solidFill>
              <a:schemeClr val="accent1"/>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200">
                <a:solidFill>
                  <a:srgbClr val="0000FF"/>
                </a:solidFill>
                <a:latin typeface="Consolas"/>
                <a:ea typeface="Consolas"/>
                <a:cs typeface="Consolas"/>
                <a:sym typeface="Consolas"/>
              </a:rPr>
              <a:t>  try</a:t>
            </a:r>
            <a:r>
              <a:rPr lang="en" sz="1200">
                <a:latin typeface="Consolas"/>
                <a:ea typeface="Consolas"/>
                <a:cs typeface="Consolas"/>
                <a:sym typeface="Consolas"/>
              </a:rPr>
              <a:t> {</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service</a:t>
            </a:r>
            <a:r>
              <a:rPr lang="en" sz="1200">
                <a:solidFill>
                  <a:srgbClr val="3B3B3B"/>
                </a:solidFill>
                <a:highlight>
                  <a:srgbClr val="FFFFFF"/>
                </a:highlight>
                <a:latin typeface="Consolas"/>
                <a:ea typeface="Consolas"/>
                <a:cs typeface="Consolas"/>
                <a:sym typeface="Consolas"/>
              </a:rPr>
              <a:t>.</a:t>
            </a:r>
            <a:r>
              <a:rPr lang="en" sz="1200">
                <a:solidFill>
                  <a:srgbClr val="795E26"/>
                </a:solidFill>
                <a:highlight>
                  <a:srgbClr val="FFFFFF"/>
                </a:highlight>
                <a:latin typeface="Consolas"/>
                <a:ea typeface="Consolas"/>
                <a:cs typeface="Consolas"/>
                <a:sym typeface="Consolas"/>
              </a:rPr>
              <a:t>awaitTermination</a:t>
            </a:r>
            <a:r>
              <a:rPr lang="en" sz="1200">
                <a:solidFill>
                  <a:srgbClr val="3B3B3B"/>
                </a:solidFill>
                <a:highlight>
                  <a:srgbClr val="FFFFFF"/>
                </a:highlight>
                <a:latin typeface="Consolas"/>
                <a:ea typeface="Consolas"/>
                <a:cs typeface="Consolas"/>
                <a:sym typeface="Consolas"/>
              </a:rPr>
              <a:t>(</a:t>
            </a:r>
            <a:r>
              <a:rPr lang="en" sz="1200">
                <a:solidFill>
                  <a:srgbClr val="098658"/>
                </a:solidFill>
                <a:highlight>
                  <a:srgbClr val="FFFFFF"/>
                </a:highlight>
                <a:latin typeface="Consolas"/>
                <a:ea typeface="Consolas"/>
                <a:cs typeface="Consolas"/>
                <a:sym typeface="Consolas"/>
              </a:rPr>
              <a:t>1</a:t>
            </a:r>
            <a:r>
              <a:rPr lang="en" sz="1200">
                <a:solidFill>
                  <a:srgbClr val="3B3B3B"/>
                </a:solidFill>
                <a:highlight>
                  <a:srgbClr val="FFFFFF"/>
                </a:highlight>
                <a:latin typeface="Consolas"/>
                <a:ea typeface="Consolas"/>
                <a:cs typeface="Consolas"/>
                <a:sym typeface="Consolas"/>
              </a:rPr>
              <a:t>,</a:t>
            </a:r>
            <a:r>
              <a:rPr lang="en" sz="1200">
                <a:solidFill>
                  <a:srgbClr val="0070C1"/>
                </a:solidFill>
                <a:highlight>
                  <a:srgbClr val="FFFFFF"/>
                </a:highlight>
                <a:latin typeface="Consolas"/>
                <a:ea typeface="Consolas"/>
                <a:cs typeface="Consolas"/>
                <a:sym typeface="Consolas"/>
              </a:rPr>
              <a:t>SECONDS</a:t>
            </a:r>
            <a:r>
              <a:rPr lang="en" sz="1200">
                <a:solidFill>
                  <a:srgbClr val="3B3B3B"/>
                </a:solidFill>
                <a:highlight>
                  <a:srgbClr val="FFFFFF"/>
                </a:highlight>
                <a:latin typeface="Consolas"/>
                <a:ea typeface="Consolas"/>
                <a:cs typeface="Consolas"/>
                <a:sym typeface="Consolas"/>
              </a:rPr>
              <a:t>)</a:t>
            </a:r>
            <a:r>
              <a:rPr lang="en" sz="1200">
                <a:latin typeface="Consolas"/>
                <a:ea typeface="Consolas"/>
                <a:cs typeface="Consolas"/>
                <a:sym typeface="Consolas"/>
              </a:rPr>
              <a:t>;</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latin typeface="Consolas"/>
                <a:ea typeface="Consolas"/>
                <a:cs typeface="Consolas"/>
                <a:sym typeface="Consolas"/>
              </a:rPr>
              <a:t>  } </a:t>
            </a:r>
            <a:r>
              <a:rPr lang="en" sz="1200">
                <a:solidFill>
                  <a:srgbClr val="0000FF"/>
                </a:solidFill>
                <a:latin typeface="Consolas"/>
                <a:ea typeface="Consolas"/>
                <a:cs typeface="Consolas"/>
                <a:sym typeface="Consolas"/>
              </a:rPr>
              <a:t>catch</a:t>
            </a:r>
            <a:r>
              <a:rPr lang="en" sz="1200">
                <a:latin typeface="Consolas"/>
                <a:ea typeface="Consolas"/>
                <a:cs typeface="Consolas"/>
                <a:sym typeface="Consolas"/>
              </a:rPr>
              <a:t>(</a:t>
            </a:r>
            <a:r>
              <a:rPr lang="en" sz="1200">
                <a:solidFill>
                  <a:srgbClr val="0000FF"/>
                </a:solidFill>
                <a:latin typeface="Consolas"/>
                <a:ea typeface="Consolas"/>
                <a:cs typeface="Consolas"/>
                <a:sym typeface="Consolas"/>
              </a:rPr>
              <a:t>InterruptedException</a:t>
            </a:r>
            <a:r>
              <a:rPr lang="en" sz="1200">
                <a:latin typeface="Consolas"/>
                <a:ea typeface="Consolas"/>
                <a:cs typeface="Consolas"/>
                <a:sym typeface="Consolas"/>
              </a:rPr>
              <a:t> e) {</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latin typeface="Consolas"/>
                <a:ea typeface="Consolas"/>
                <a:cs typeface="Consolas"/>
                <a:sym typeface="Consolas"/>
              </a:rPr>
              <a:t>      System.out.println(</a:t>
            </a:r>
            <a:r>
              <a:rPr lang="en" sz="1200">
                <a:solidFill>
                  <a:srgbClr val="A31515"/>
                </a:solidFill>
                <a:latin typeface="Consolas"/>
                <a:ea typeface="Consolas"/>
                <a:cs typeface="Consolas"/>
                <a:sym typeface="Consolas"/>
              </a:rPr>
              <a:t>"Interrupted!"</a:t>
            </a:r>
            <a:r>
              <a:rPr lang="en" sz="1200">
                <a:latin typeface="Consolas"/>
                <a:ea typeface="Consolas"/>
                <a:cs typeface="Consolas"/>
                <a:sym typeface="Consolas"/>
              </a:rPr>
              <a:t>);</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latin typeface="Consolas"/>
                <a:ea typeface="Consolas"/>
                <a:cs typeface="Consolas"/>
                <a:sym typeface="Consolas"/>
              </a:rPr>
              <a:t>  }</a:t>
            </a:r>
            <a:endParaRPr sz="1200">
              <a:latin typeface="Consolas"/>
              <a:ea typeface="Consolas"/>
              <a:cs typeface="Consolas"/>
              <a:sym typeface="Consolas"/>
            </a:endParaRPr>
          </a:p>
        </p:txBody>
      </p:sp>
      <p:sp>
        <p:nvSpPr>
          <p:cNvPr id="627" name="Google Shape;627;p62"/>
          <p:cNvSpPr/>
          <p:nvPr/>
        </p:nvSpPr>
        <p:spPr>
          <a:xfrm>
            <a:off x="7012950" y="1259575"/>
            <a:ext cx="1886100" cy="549900"/>
          </a:xfrm>
          <a:prstGeom prst="rect">
            <a:avLst/>
          </a:prstGeom>
          <a:solidFill>
            <a:srgbClr val="FFF2CC"/>
          </a:solidFill>
          <a:ln w="19050" cap="flat" cmpd="sng">
            <a:solidFill>
              <a:srgbClr val="FF0000"/>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l" rtl="0">
              <a:spcBef>
                <a:spcPts val="0"/>
              </a:spcBef>
              <a:spcAft>
                <a:spcPts val="0"/>
              </a:spcAft>
              <a:buNone/>
            </a:pPr>
            <a:r>
              <a:rPr lang="en" sz="1000">
                <a:solidFill>
                  <a:srgbClr val="31394D"/>
                </a:solidFill>
              </a:rPr>
              <a:t>When calling </a:t>
            </a:r>
            <a:r>
              <a:rPr lang="en" sz="1000">
                <a:solidFill>
                  <a:srgbClr val="31394D"/>
                </a:solidFill>
                <a:latin typeface="Courier New"/>
                <a:ea typeface="Courier New"/>
                <a:cs typeface="Courier New"/>
                <a:sym typeface="Courier New"/>
              </a:rPr>
              <a:t>awaitTermination</a:t>
            </a:r>
            <a:endParaRPr sz="1000">
              <a:latin typeface="Courier New"/>
              <a:ea typeface="Courier New"/>
              <a:cs typeface="Courier New"/>
              <a:sym typeface="Courier New"/>
            </a:endParaRPr>
          </a:p>
        </p:txBody>
      </p:sp>
      <p:sp>
        <p:nvSpPr>
          <p:cNvPr id="628" name="Google Shape;628;p62"/>
          <p:cNvSpPr/>
          <p:nvPr/>
        </p:nvSpPr>
        <p:spPr>
          <a:xfrm>
            <a:off x="6424350" y="2235625"/>
            <a:ext cx="2278200" cy="256200"/>
          </a:xfrm>
          <a:prstGeom prst="rect">
            <a:avLst/>
          </a:prstGeom>
          <a:noFill/>
          <a:ln w="19050" cap="flat" cmpd="sng">
            <a:solidFill>
              <a:srgbClr val="FF0000"/>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rgbClr val="FFFFFF"/>
              </a:solidFill>
              <a:latin typeface="Calibri"/>
              <a:ea typeface="Calibri"/>
              <a:cs typeface="Calibri"/>
              <a:sym typeface="Calibri"/>
            </a:endParaRPr>
          </a:p>
        </p:txBody>
      </p:sp>
      <p:cxnSp>
        <p:nvCxnSpPr>
          <p:cNvPr id="629" name="Google Shape;629;p62"/>
          <p:cNvCxnSpPr>
            <a:stCxn id="627" idx="2"/>
            <a:endCxn id="628" idx="0"/>
          </p:cNvCxnSpPr>
          <p:nvPr/>
        </p:nvCxnSpPr>
        <p:spPr>
          <a:xfrm rot="5400000">
            <a:off x="7546650" y="1826425"/>
            <a:ext cx="426300" cy="392400"/>
          </a:xfrm>
          <a:prstGeom prst="bentConnector3">
            <a:avLst>
              <a:gd name="adj1" fmla="val 49982"/>
            </a:avLst>
          </a:prstGeom>
          <a:noFill/>
          <a:ln w="19050" cap="flat" cmpd="sng">
            <a:solidFill>
              <a:srgbClr val="FF0000"/>
            </a:solidFill>
            <a:prstDash val="solid"/>
            <a:miter lim="800000"/>
            <a:headEnd type="none" w="sm" len="sm"/>
            <a:tailEnd type="triangle" w="sm" len="sm"/>
          </a:ln>
        </p:spPr>
      </p:cxnSp>
      <p:sp>
        <p:nvSpPr>
          <p:cNvPr id="630" name="Google Shape;630;p62"/>
          <p:cNvSpPr/>
          <p:nvPr/>
        </p:nvSpPr>
        <p:spPr>
          <a:xfrm>
            <a:off x="5984375" y="3420100"/>
            <a:ext cx="1971600" cy="417300"/>
          </a:xfrm>
          <a:prstGeom prst="rect">
            <a:avLst/>
          </a:prstGeom>
          <a:solidFill>
            <a:srgbClr val="FFF2CC"/>
          </a:solidFill>
          <a:ln w="19050" cap="flat" cmpd="sng">
            <a:solidFill>
              <a:srgbClr val="FF0000"/>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l" rtl="0">
              <a:spcBef>
                <a:spcPts val="0"/>
              </a:spcBef>
              <a:spcAft>
                <a:spcPts val="0"/>
              </a:spcAft>
              <a:buNone/>
            </a:pPr>
            <a:r>
              <a:rPr lang="en" sz="1000">
                <a:solidFill>
                  <a:srgbClr val="31394D"/>
                </a:solidFill>
              </a:rPr>
              <a:t>Catch the checked exception</a:t>
            </a:r>
            <a:endParaRPr sz="1000">
              <a:latin typeface="Courier New"/>
              <a:ea typeface="Courier New"/>
              <a:cs typeface="Courier New"/>
              <a:sym typeface="Courier New"/>
            </a:endParaRPr>
          </a:p>
        </p:txBody>
      </p:sp>
      <p:sp>
        <p:nvSpPr>
          <p:cNvPr id="631" name="Google Shape;631;p62"/>
          <p:cNvSpPr/>
          <p:nvPr/>
        </p:nvSpPr>
        <p:spPr>
          <a:xfrm>
            <a:off x="6192278" y="2500639"/>
            <a:ext cx="1863300" cy="229500"/>
          </a:xfrm>
          <a:prstGeom prst="rect">
            <a:avLst/>
          </a:prstGeom>
          <a:noFill/>
          <a:ln w="19050" cap="flat" cmpd="sng">
            <a:solidFill>
              <a:srgbClr val="FF0000"/>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rgbClr val="FFFFFF"/>
              </a:solidFill>
              <a:latin typeface="Calibri"/>
              <a:ea typeface="Calibri"/>
              <a:cs typeface="Calibri"/>
              <a:sym typeface="Calibri"/>
            </a:endParaRPr>
          </a:p>
        </p:txBody>
      </p:sp>
      <p:cxnSp>
        <p:nvCxnSpPr>
          <p:cNvPr id="632" name="Google Shape;632;p62"/>
          <p:cNvCxnSpPr>
            <a:stCxn id="630" idx="3"/>
            <a:endCxn id="631" idx="3"/>
          </p:cNvCxnSpPr>
          <p:nvPr/>
        </p:nvCxnSpPr>
        <p:spPr>
          <a:xfrm rot="10800000" flipH="1">
            <a:off x="7955975" y="2615350"/>
            <a:ext cx="99600" cy="1013400"/>
          </a:xfrm>
          <a:prstGeom prst="bentConnector3">
            <a:avLst>
              <a:gd name="adj1" fmla="val 977786"/>
            </a:avLst>
          </a:prstGeom>
          <a:noFill/>
          <a:ln w="19050" cap="flat" cmpd="sng">
            <a:solidFill>
              <a:srgbClr val="FF0000"/>
            </a:solidFill>
            <a:prstDash val="solid"/>
            <a:miter lim="800000"/>
            <a:headEnd type="none" w="sm" len="sm"/>
            <a:tailEnd type="triangle" w="sm" len="sm"/>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4"/>
                                        </p:tgtEl>
                                        <p:attrNameLst>
                                          <p:attrName>style.visibility</p:attrName>
                                        </p:attrNameLst>
                                      </p:cBhvr>
                                      <p:to>
                                        <p:strVal val="visible"/>
                                      </p:to>
                                    </p:set>
                                    <p:animEffect transition="in" filter="fade">
                                      <p:cBhvr>
                                        <p:cTn id="7" dur="1000"/>
                                        <p:tgtEl>
                                          <p:spTgt spid="6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27"/>
                                        </p:tgtEl>
                                        <p:attrNameLst>
                                          <p:attrName>style.visibility</p:attrName>
                                        </p:attrNameLst>
                                      </p:cBhvr>
                                      <p:to>
                                        <p:strVal val="visible"/>
                                      </p:to>
                                    </p:set>
                                    <p:animEffect transition="in" filter="fade">
                                      <p:cBhvr>
                                        <p:cTn id="12" dur="1000"/>
                                        <p:tgtEl>
                                          <p:spTgt spid="627"/>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629"/>
                                        </p:tgtEl>
                                        <p:attrNameLst>
                                          <p:attrName>style.visibility</p:attrName>
                                        </p:attrNameLst>
                                      </p:cBhvr>
                                      <p:to>
                                        <p:strVal val="visible"/>
                                      </p:to>
                                    </p:set>
                                    <p:animEffect transition="in" filter="fade">
                                      <p:cBhvr>
                                        <p:cTn id="16" dur="1000"/>
                                        <p:tgtEl>
                                          <p:spTgt spid="629"/>
                                        </p:tgtEl>
                                      </p:cBhvr>
                                    </p:animEffect>
                                  </p:childTnLst>
                                </p:cTn>
                              </p:par>
                            </p:childTnLst>
                          </p:cTn>
                        </p:par>
                        <p:par>
                          <p:cTn id="17" fill="hold">
                            <p:stCondLst>
                              <p:cond delay="2000"/>
                            </p:stCondLst>
                            <p:childTnLst>
                              <p:par>
                                <p:cTn id="18" presetID="10" presetClass="entr" presetSubtype="0" fill="hold" nodeType="afterEffect">
                                  <p:stCondLst>
                                    <p:cond delay="0"/>
                                  </p:stCondLst>
                                  <p:childTnLst>
                                    <p:set>
                                      <p:cBhvr>
                                        <p:cTn id="19" dur="1" fill="hold">
                                          <p:stCondLst>
                                            <p:cond delay="0"/>
                                          </p:stCondLst>
                                        </p:cTn>
                                        <p:tgtEl>
                                          <p:spTgt spid="628"/>
                                        </p:tgtEl>
                                        <p:attrNameLst>
                                          <p:attrName>style.visibility</p:attrName>
                                        </p:attrNameLst>
                                      </p:cBhvr>
                                      <p:to>
                                        <p:strVal val="visible"/>
                                      </p:to>
                                    </p:set>
                                    <p:animEffect transition="in" filter="fade">
                                      <p:cBhvr>
                                        <p:cTn id="20" dur="1000"/>
                                        <p:tgtEl>
                                          <p:spTgt spid="62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630"/>
                                        </p:tgtEl>
                                        <p:attrNameLst>
                                          <p:attrName>style.visibility</p:attrName>
                                        </p:attrNameLst>
                                      </p:cBhvr>
                                      <p:to>
                                        <p:strVal val="visible"/>
                                      </p:to>
                                    </p:set>
                                    <p:animEffect transition="in" filter="fade">
                                      <p:cBhvr>
                                        <p:cTn id="25" dur="1000"/>
                                        <p:tgtEl>
                                          <p:spTgt spid="630"/>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632"/>
                                        </p:tgtEl>
                                        <p:attrNameLst>
                                          <p:attrName>style.visibility</p:attrName>
                                        </p:attrNameLst>
                                      </p:cBhvr>
                                      <p:to>
                                        <p:strVal val="visible"/>
                                      </p:to>
                                    </p:set>
                                    <p:animEffect transition="in" filter="fade">
                                      <p:cBhvr>
                                        <p:cTn id="29" dur="1100"/>
                                        <p:tgtEl>
                                          <p:spTgt spid="632"/>
                                        </p:tgtEl>
                                      </p:cBhvr>
                                    </p:animEffect>
                                  </p:childTnLst>
                                </p:cTn>
                              </p:par>
                            </p:childTnLst>
                          </p:cTn>
                        </p:par>
                        <p:par>
                          <p:cTn id="30" fill="hold">
                            <p:stCondLst>
                              <p:cond delay="2100"/>
                            </p:stCondLst>
                            <p:childTnLst>
                              <p:par>
                                <p:cTn id="31" presetID="10" presetClass="entr" presetSubtype="0" fill="hold" nodeType="afterEffect">
                                  <p:stCondLst>
                                    <p:cond delay="0"/>
                                  </p:stCondLst>
                                  <p:childTnLst>
                                    <p:set>
                                      <p:cBhvr>
                                        <p:cTn id="32" dur="1" fill="hold">
                                          <p:stCondLst>
                                            <p:cond delay="0"/>
                                          </p:stCondLst>
                                        </p:cTn>
                                        <p:tgtEl>
                                          <p:spTgt spid="631"/>
                                        </p:tgtEl>
                                        <p:attrNameLst>
                                          <p:attrName>style.visibility</p:attrName>
                                        </p:attrNameLst>
                                      </p:cBhvr>
                                      <p:to>
                                        <p:strVal val="visible"/>
                                      </p:to>
                                    </p:set>
                                    <p:animEffect transition="in" filter="fade">
                                      <p:cBhvr>
                                        <p:cTn id="33" dur="1000"/>
                                        <p:tgtEl>
                                          <p:spTgt spid="6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36"/>
        <p:cNvGrpSpPr/>
        <p:nvPr/>
      </p:nvGrpSpPr>
      <p:grpSpPr>
        <a:xfrm>
          <a:off x="0" y="0"/>
          <a:ext cx="0" cy="0"/>
          <a:chOff x="0" y="0"/>
          <a:chExt cx="0" cy="0"/>
        </a:xfrm>
      </p:grpSpPr>
      <p:sp>
        <p:nvSpPr>
          <p:cNvPr id="637" name="Google Shape;637;p6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32</a:t>
            </a:fld>
            <a:endParaRPr/>
          </a:p>
        </p:txBody>
      </p:sp>
      <p:sp>
        <p:nvSpPr>
          <p:cNvPr id="638" name="Google Shape;638;p6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Fix Issue</a:t>
            </a:r>
            <a:endParaRPr/>
          </a:p>
        </p:txBody>
      </p:sp>
      <p:sp>
        <p:nvSpPr>
          <p:cNvPr id="639" name="Google Shape;639;p63"/>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Now that we understand what causes an InterruptedException, let's protect against it and get or race back on track. </a:t>
            </a:r>
            <a:r>
              <a:rPr lang="en" sz="1400"/>
              <a:t>(</a:t>
            </a:r>
            <a:r>
              <a:rPr lang="en" sz="1400" i="1"/>
              <a:t>See what I did there</a:t>
            </a:r>
            <a:r>
              <a:rPr lang="en" sz="1400"/>
              <a:t>)</a:t>
            </a:r>
            <a:endParaRPr sz="1400"/>
          </a:p>
        </p:txBody>
      </p:sp>
      <p:sp>
        <p:nvSpPr>
          <p:cNvPr id="640" name="Google Shape;640;p63"/>
          <p:cNvSpPr txBox="1">
            <a:spLocks noGrp="1"/>
          </p:cNvSpPr>
          <p:nvPr>
            <p:ph type="body" idx="4"/>
          </p:nvPr>
        </p:nvSpPr>
        <p:spPr>
          <a:xfrm>
            <a:off x="141600" y="3348744"/>
            <a:ext cx="36339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InterruptedException is one of the few checked exceptions that you can ignore.</a:t>
            </a:r>
            <a:endParaRPr/>
          </a:p>
        </p:txBody>
      </p:sp>
      <p:sp>
        <p:nvSpPr>
          <p:cNvPr id="641" name="Google Shape;641;p63"/>
          <p:cNvSpPr txBox="1">
            <a:spLocks noGrp="1"/>
          </p:cNvSpPr>
          <p:nvPr>
            <p:ph type="body" idx="2"/>
          </p:nvPr>
        </p:nvSpPr>
        <p:spPr>
          <a:xfrm>
            <a:off x="3883675" y="1814950"/>
            <a:ext cx="5057400" cy="2830232"/>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Update your race file to handle the </a:t>
            </a:r>
            <a:r>
              <a:rPr lang="en" dirty="0">
                <a:latin typeface="Courier New"/>
                <a:ea typeface="Courier New"/>
                <a:cs typeface="Courier New"/>
                <a:sym typeface="Courier New"/>
              </a:rPr>
              <a:t>InterruptedExecption</a:t>
            </a:r>
            <a:r>
              <a:rPr lang="en" dirty="0"/>
              <a:t> case.</a:t>
            </a:r>
            <a:endParaRPr dirty="0"/>
          </a:p>
          <a:p>
            <a:pPr marL="457200" lvl="0" indent="-311150" algn="l" rtl="0">
              <a:spcBef>
                <a:spcPts val="1000"/>
              </a:spcBef>
              <a:spcAft>
                <a:spcPts val="0"/>
              </a:spcAft>
              <a:buSzPts val="1300"/>
              <a:buChar char="●"/>
            </a:pPr>
            <a:r>
              <a:rPr lang="en" dirty="0"/>
              <a:t>Since interrupting exceptions has to be explicitly called by the user application, they are safe to ignore.</a:t>
            </a:r>
            <a:endParaRPr dirty="0"/>
          </a:p>
          <a:p>
            <a:pPr marL="914400" lvl="1" indent="-298450" algn="l" rtl="0">
              <a:spcBef>
                <a:spcPts val="0"/>
              </a:spcBef>
              <a:spcAft>
                <a:spcPts val="0"/>
              </a:spcAft>
              <a:buSzPts val="1100"/>
              <a:buChar char="○"/>
            </a:pPr>
            <a:r>
              <a:rPr lang="en" dirty="0"/>
              <a:t>Unless you are calling </a:t>
            </a:r>
            <a:r>
              <a:rPr lang="en" dirty="0">
                <a:highlight>
                  <a:srgbClr val="FFFF00"/>
                </a:highlight>
                <a:latin typeface="Courier New"/>
                <a:ea typeface="Courier New"/>
                <a:cs typeface="Courier New"/>
                <a:sym typeface="Courier New"/>
              </a:rPr>
              <a:t>Thread.interrupt()</a:t>
            </a:r>
            <a:r>
              <a:rPr lang="en" dirty="0">
                <a:highlight>
                  <a:srgbClr val="FFFF00"/>
                </a:highlight>
              </a:rPr>
              <a:t>, </a:t>
            </a:r>
            <a:r>
              <a:rPr lang="en" dirty="0"/>
              <a:t>in which case you'd need to handle it.</a:t>
            </a:r>
            <a:endParaRPr dirty="0"/>
          </a:p>
          <a:p>
            <a:pPr marL="914400" lvl="1" indent="-298450" algn="l" rtl="0">
              <a:spcBef>
                <a:spcPts val="0"/>
              </a:spcBef>
              <a:spcAft>
                <a:spcPts val="0"/>
              </a:spcAft>
              <a:buSzPts val="1100"/>
              <a:buChar char="○"/>
            </a:pPr>
            <a:r>
              <a:rPr lang="en" dirty="0"/>
              <a:t>Or you call </a:t>
            </a:r>
            <a:r>
              <a:rPr lang="en" dirty="0">
                <a:latin typeface="Courier New"/>
                <a:ea typeface="Courier New"/>
                <a:cs typeface="Courier New"/>
                <a:sym typeface="Courier New"/>
              </a:rPr>
              <a:t>ExecutorService.shutdownNow()</a:t>
            </a:r>
            <a:r>
              <a:rPr lang="en" dirty="0"/>
              <a:t>, which you shouldn't be for our code.</a:t>
            </a:r>
            <a:endParaRPr dirty="0"/>
          </a:p>
          <a:p>
            <a:pPr marL="457200" lvl="0" indent="-311150" algn="l" rtl="0">
              <a:spcBef>
                <a:spcPts val="1000"/>
              </a:spcBef>
              <a:spcAft>
                <a:spcPts val="0"/>
              </a:spcAft>
              <a:buSzPts val="1300"/>
              <a:buChar char="●"/>
            </a:pPr>
            <a:r>
              <a:rPr lang="en" dirty="0"/>
              <a:t>Run your race and see that the finish times all print out correctly. Verify the winner was the first one to print the final lap message.</a:t>
            </a:r>
            <a:endParaRPr dirty="0"/>
          </a:p>
        </p:txBody>
      </p:sp>
      <p:sp>
        <p:nvSpPr>
          <p:cNvPr id="642" name="Google Shape;642;p6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8.12</a:t>
            </a:r>
            <a:endParaRPr/>
          </a:p>
        </p:txBody>
      </p:sp>
      <p:sp>
        <p:nvSpPr>
          <p:cNvPr id="643" name="Google Shape;643;p63"/>
          <p:cNvSpPr txBox="1"/>
          <p:nvPr/>
        </p:nvSpPr>
        <p:spPr>
          <a:xfrm>
            <a:off x="141600" y="1814938"/>
            <a:ext cx="3633900" cy="1372200"/>
          </a:xfrm>
          <a:prstGeom prst="rect">
            <a:avLst/>
          </a:prstGeom>
          <a:solidFill>
            <a:srgbClr val="FFFFFF"/>
          </a:solidFill>
          <a:ln w="19050" cap="flat" cmpd="sng">
            <a:solidFill>
              <a:schemeClr val="accent1"/>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200">
                <a:solidFill>
                  <a:srgbClr val="0000FF"/>
                </a:solidFill>
                <a:latin typeface="Consolas"/>
                <a:ea typeface="Consolas"/>
                <a:cs typeface="Consolas"/>
                <a:sym typeface="Consolas"/>
              </a:rPr>
              <a:t>  try</a:t>
            </a:r>
            <a:r>
              <a:rPr lang="en" sz="1200">
                <a:latin typeface="Consolas"/>
                <a:ea typeface="Consolas"/>
                <a:cs typeface="Consolas"/>
                <a:sym typeface="Consolas"/>
              </a:rPr>
              <a:t> {</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service</a:t>
            </a:r>
            <a:r>
              <a:rPr lang="en" sz="1200">
                <a:solidFill>
                  <a:srgbClr val="3B3B3B"/>
                </a:solidFill>
                <a:highlight>
                  <a:srgbClr val="FFFFFF"/>
                </a:highlight>
                <a:latin typeface="Consolas"/>
                <a:ea typeface="Consolas"/>
                <a:cs typeface="Consolas"/>
                <a:sym typeface="Consolas"/>
              </a:rPr>
              <a:t>.</a:t>
            </a:r>
            <a:r>
              <a:rPr lang="en" sz="1200">
                <a:solidFill>
                  <a:srgbClr val="795E26"/>
                </a:solidFill>
                <a:highlight>
                  <a:srgbClr val="FFFFFF"/>
                </a:highlight>
                <a:latin typeface="Consolas"/>
                <a:ea typeface="Consolas"/>
                <a:cs typeface="Consolas"/>
                <a:sym typeface="Consolas"/>
              </a:rPr>
              <a:t>awaitTermination</a:t>
            </a:r>
            <a:r>
              <a:rPr lang="en" sz="1200">
                <a:solidFill>
                  <a:srgbClr val="3B3B3B"/>
                </a:solidFill>
                <a:highlight>
                  <a:srgbClr val="FFFFFF"/>
                </a:highlight>
                <a:latin typeface="Consolas"/>
                <a:ea typeface="Consolas"/>
                <a:cs typeface="Consolas"/>
                <a:sym typeface="Consolas"/>
              </a:rPr>
              <a:t>(</a:t>
            </a:r>
            <a:r>
              <a:rPr lang="en" sz="1200">
                <a:solidFill>
                  <a:srgbClr val="098658"/>
                </a:solidFill>
                <a:highlight>
                  <a:srgbClr val="FFFFFF"/>
                </a:highlight>
                <a:latin typeface="Consolas"/>
                <a:ea typeface="Consolas"/>
                <a:cs typeface="Consolas"/>
                <a:sym typeface="Consolas"/>
              </a:rPr>
              <a:t>1</a:t>
            </a:r>
            <a:r>
              <a:rPr lang="en" sz="1200">
                <a:solidFill>
                  <a:srgbClr val="3B3B3B"/>
                </a:solidFill>
                <a:highlight>
                  <a:srgbClr val="FFFFFF"/>
                </a:highlight>
                <a:latin typeface="Consolas"/>
                <a:ea typeface="Consolas"/>
                <a:cs typeface="Consolas"/>
                <a:sym typeface="Consolas"/>
              </a:rPr>
              <a:t>,</a:t>
            </a:r>
            <a:r>
              <a:rPr lang="en" sz="1200">
                <a:solidFill>
                  <a:srgbClr val="0070C1"/>
                </a:solidFill>
                <a:highlight>
                  <a:srgbClr val="FFFFFF"/>
                </a:highlight>
                <a:latin typeface="Consolas"/>
                <a:ea typeface="Consolas"/>
                <a:cs typeface="Consolas"/>
                <a:sym typeface="Consolas"/>
              </a:rPr>
              <a:t>SECONDS</a:t>
            </a:r>
            <a:r>
              <a:rPr lang="en" sz="1200">
                <a:solidFill>
                  <a:srgbClr val="3B3B3B"/>
                </a:solidFill>
                <a:highlight>
                  <a:srgbClr val="FFFFFF"/>
                </a:highlight>
                <a:latin typeface="Consolas"/>
                <a:ea typeface="Consolas"/>
                <a:cs typeface="Consolas"/>
                <a:sym typeface="Consolas"/>
              </a:rPr>
              <a:t>)</a:t>
            </a:r>
            <a:r>
              <a:rPr lang="en" sz="1200">
                <a:latin typeface="Consolas"/>
                <a:ea typeface="Consolas"/>
                <a:cs typeface="Consolas"/>
                <a:sym typeface="Consolas"/>
              </a:rPr>
              <a:t>;</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latin typeface="Consolas"/>
                <a:ea typeface="Consolas"/>
                <a:cs typeface="Consolas"/>
                <a:sym typeface="Consolas"/>
              </a:rPr>
              <a:t>  } </a:t>
            </a:r>
            <a:r>
              <a:rPr lang="en" sz="1200">
                <a:solidFill>
                  <a:srgbClr val="0000FF"/>
                </a:solidFill>
                <a:latin typeface="Consolas"/>
                <a:ea typeface="Consolas"/>
                <a:cs typeface="Consolas"/>
                <a:sym typeface="Consolas"/>
              </a:rPr>
              <a:t>catch</a:t>
            </a:r>
            <a:r>
              <a:rPr lang="en" sz="1200">
                <a:latin typeface="Consolas"/>
                <a:ea typeface="Consolas"/>
                <a:cs typeface="Consolas"/>
                <a:sym typeface="Consolas"/>
              </a:rPr>
              <a:t>(</a:t>
            </a:r>
            <a:r>
              <a:rPr lang="en" sz="1200">
                <a:solidFill>
                  <a:srgbClr val="0000FF"/>
                </a:solidFill>
                <a:latin typeface="Consolas"/>
                <a:ea typeface="Consolas"/>
                <a:cs typeface="Consolas"/>
                <a:sym typeface="Consolas"/>
              </a:rPr>
              <a:t>InterruptedException</a:t>
            </a:r>
            <a:r>
              <a:rPr lang="en" sz="1200">
                <a:latin typeface="Consolas"/>
                <a:ea typeface="Consolas"/>
                <a:cs typeface="Consolas"/>
                <a:sym typeface="Consolas"/>
              </a:rPr>
              <a:t> e) {</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latin typeface="Consolas"/>
                <a:ea typeface="Consolas"/>
                <a:cs typeface="Consolas"/>
                <a:sym typeface="Consolas"/>
              </a:rPr>
              <a:t>      System.out.println(</a:t>
            </a:r>
            <a:r>
              <a:rPr lang="en" sz="1200">
                <a:solidFill>
                  <a:srgbClr val="A31515"/>
                </a:solidFill>
                <a:latin typeface="Consolas"/>
                <a:ea typeface="Consolas"/>
                <a:cs typeface="Consolas"/>
                <a:sym typeface="Consolas"/>
              </a:rPr>
              <a:t>"Interrupted!"</a:t>
            </a:r>
            <a:r>
              <a:rPr lang="en" sz="1200">
                <a:latin typeface="Consolas"/>
                <a:ea typeface="Consolas"/>
                <a:cs typeface="Consolas"/>
                <a:sym typeface="Consolas"/>
              </a:rPr>
              <a:t>);</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latin typeface="Consolas"/>
                <a:ea typeface="Consolas"/>
                <a:cs typeface="Consolas"/>
                <a:sym typeface="Consolas"/>
              </a:rPr>
              <a:t>  }</a:t>
            </a:r>
            <a:endParaRPr sz="1200">
              <a:latin typeface="Consolas"/>
              <a:ea typeface="Consolas"/>
              <a:cs typeface="Consolas"/>
              <a:sym typeface="Consolas"/>
            </a:endParaRPr>
          </a:p>
        </p:txBody>
      </p:sp>
      <p:sp>
        <p:nvSpPr>
          <p:cNvPr id="644" name="Google Shape;644;p63"/>
          <p:cNvSpPr txBox="1"/>
          <p:nvPr/>
        </p:nvSpPr>
        <p:spPr>
          <a:xfrm>
            <a:off x="141600" y="4044388"/>
            <a:ext cx="3633900" cy="870600"/>
          </a:xfrm>
          <a:prstGeom prst="rect">
            <a:avLst/>
          </a:prstGeom>
          <a:solidFill>
            <a:srgbClr val="FFFFFF"/>
          </a:solidFill>
          <a:ln w="19050" cap="flat" cmpd="sng">
            <a:solidFill>
              <a:schemeClr val="accent1"/>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200">
                <a:solidFill>
                  <a:srgbClr val="0000FF"/>
                </a:solidFill>
                <a:latin typeface="Consolas"/>
                <a:ea typeface="Consolas"/>
                <a:cs typeface="Consolas"/>
                <a:sym typeface="Consolas"/>
              </a:rPr>
              <a:t>  try</a:t>
            </a:r>
            <a:r>
              <a:rPr lang="en" sz="1200">
                <a:latin typeface="Consolas"/>
                <a:ea typeface="Consolas"/>
                <a:cs typeface="Consolas"/>
                <a:sym typeface="Consolas"/>
              </a:rPr>
              <a:t> {</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service</a:t>
            </a:r>
            <a:r>
              <a:rPr lang="en" sz="1200">
                <a:solidFill>
                  <a:srgbClr val="3B3B3B"/>
                </a:solidFill>
                <a:highlight>
                  <a:srgbClr val="FFFFFF"/>
                </a:highlight>
                <a:latin typeface="Consolas"/>
                <a:ea typeface="Consolas"/>
                <a:cs typeface="Consolas"/>
                <a:sym typeface="Consolas"/>
              </a:rPr>
              <a:t>.</a:t>
            </a:r>
            <a:r>
              <a:rPr lang="en" sz="1200">
                <a:solidFill>
                  <a:srgbClr val="795E26"/>
                </a:solidFill>
                <a:highlight>
                  <a:srgbClr val="FFFFFF"/>
                </a:highlight>
                <a:latin typeface="Consolas"/>
                <a:ea typeface="Consolas"/>
                <a:cs typeface="Consolas"/>
                <a:sym typeface="Consolas"/>
              </a:rPr>
              <a:t>awaitTermination</a:t>
            </a:r>
            <a:r>
              <a:rPr lang="en" sz="1200">
                <a:solidFill>
                  <a:srgbClr val="3B3B3B"/>
                </a:solidFill>
                <a:highlight>
                  <a:srgbClr val="FFFFFF"/>
                </a:highlight>
                <a:latin typeface="Consolas"/>
                <a:ea typeface="Consolas"/>
                <a:cs typeface="Consolas"/>
                <a:sym typeface="Consolas"/>
              </a:rPr>
              <a:t>(</a:t>
            </a:r>
            <a:r>
              <a:rPr lang="en" sz="1200">
                <a:solidFill>
                  <a:srgbClr val="098658"/>
                </a:solidFill>
                <a:highlight>
                  <a:srgbClr val="FFFFFF"/>
                </a:highlight>
                <a:latin typeface="Consolas"/>
                <a:ea typeface="Consolas"/>
                <a:cs typeface="Consolas"/>
                <a:sym typeface="Consolas"/>
              </a:rPr>
              <a:t>1</a:t>
            </a:r>
            <a:r>
              <a:rPr lang="en" sz="1200">
                <a:solidFill>
                  <a:srgbClr val="3B3B3B"/>
                </a:solidFill>
                <a:highlight>
                  <a:srgbClr val="FFFFFF"/>
                </a:highlight>
                <a:latin typeface="Consolas"/>
                <a:ea typeface="Consolas"/>
                <a:cs typeface="Consolas"/>
                <a:sym typeface="Consolas"/>
              </a:rPr>
              <a:t>,</a:t>
            </a:r>
            <a:r>
              <a:rPr lang="en" sz="1200">
                <a:solidFill>
                  <a:srgbClr val="0070C1"/>
                </a:solidFill>
                <a:highlight>
                  <a:srgbClr val="FFFFFF"/>
                </a:highlight>
                <a:latin typeface="Consolas"/>
                <a:ea typeface="Consolas"/>
                <a:cs typeface="Consolas"/>
                <a:sym typeface="Consolas"/>
              </a:rPr>
              <a:t>SECONDS</a:t>
            </a:r>
            <a:r>
              <a:rPr lang="en" sz="1200">
                <a:solidFill>
                  <a:srgbClr val="3B3B3B"/>
                </a:solidFill>
                <a:highlight>
                  <a:srgbClr val="FFFFFF"/>
                </a:highlight>
                <a:latin typeface="Consolas"/>
                <a:ea typeface="Consolas"/>
                <a:cs typeface="Consolas"/>
                <a:sym typeface="Consolas"/>
              </a:rPr>
              <a:t>)</a:t>
            </a:r>
            <a:r>
              <a:rPr lang="en" sz="1200">
                <a:latin typeface="Consolas"/>
                <a:ea typeface="Consolas"/>
                <a:cs typeface="Consolas"/>
                <a:sym typeface="Consolas"/>
              </a:rPr>
              <a:t>;</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latin typeface="Consolas"/>
                <a:ea typeface="Consolas"/>
                <a:cs typeface="Consolas"/>
                <a:sym typeface="Consolas"/>
              </a:rPr>
              <a:t>  } </a:t>
            </a:r>
            <a:r>
              <a:rPr lang="en" sz="1200">
                <a:solidFill>
                  <a:srgbClr val="0000FF"/>
                </a:solidFill>
                <a:latin typeface="Consolas"/>
                <a:ea typeface="Consolas"/>
                <a:cs typeface="Consolas"/>
                <a:sym typeface="Consolas"/>
              </a:rPr>
              <a:t>catch</a:t>
            </a:r>
            <a:r>
              <a:rPr lang="en" sz="1200">
                <a:latin typeface="Consolas"/>
                <a:ea typeface="Consolas"/>
                <a:cs typeface="Consolas"/>
                <a:sym typeface="Consolas"/>
              </a:rPr>
              <a:t>(</a:t>
            </a:r>
            <a:r>
              <a:rPr lang="en" sz="1200">
                <a:solidFill>
                  <a:srgbClr val="0000FF"/>
                </a:solidFill>
                <a:latin typeface="Consolas"/>
                <a:ea typeface="Consolas"/>
                <a:cs typeface="Consolas"/>
                <a:sym typeface="Consolas"/>
              </a:rPr>
              <a:t>InterruptedException</a:t>
            </a:r>
            <a:r>
              <a:rPr lang="en" sz="1200">
                <a:latin typeface="Consolas"/>
                <a:ea typeface="Consolas"/>
                <a:cs typeface="Consolas"/>
                <a:sym typeface="Consolas"/>
              </a:rPr>
              <a:t> e) {}</a:t>
            </a:r>
            <a:endParaRPr sz="1200">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48"/>
        <p:cNvGrpSpPr/>
        <p:nvPr/>
      </p:nvGrpSpPr>
      <p:grpSpPr>
        <a:xfrm>
          <a:off x="0" y="0"/>
          <a:ext cx="0" cy="0"/>
          <a:chOff x="0" y="0"/>
          <a:chExt cx="0" cy="0"/>
        </a:xfrm>
      </p:grpSpPr>
      <p:sp>
        <p:nvSpPr>
          <p:cNvPr id="649" name="Google Shape;649;p64"/>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If you look at the output from your various races closely, you may notice some level of "unfairness". Let's see if we can find some examples.</a:t>
            </a:r>
            <a:endParaRPr dirty="0"/>
          </a:p>
        </p:txBody>
      </p:sp>
      <p:sp>
        <p:nvSpPr>
          <p:cNvPr id="650" name="Google Shape;650;p6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33</a:t>
            </a:fld>
            <a:endParaRPr/>
          </a:p>
        </p:txBody>
      </p:sp>
      <p:sp>
        <p:nvSpPr>
          <p:cNvPr id="651" name="Google Shape;651;p64"/>
          <p:cNvSpPr txBox="1">
            <a:spLocks noGrp="1"/>
          </p:cNvSpPr>
          <p:nvPr>
            <p:ph type="body" idx="2"/>
          </p:nvPr>
        </p:nvSpPr>
        <p:spPr>
          <a:xfrm>
            <a:off x="3165300" y="1506050"/>
            <a:ext cx="5775900" cy="2989506"/>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In LotsORacers, try running a short race with only a few laps. For example, </a:t>
            </a:r>
            <a:r>
              <a:rPr lang="en" b="1" i="1" dirty="0">
                <a:solidFill>
                  <a:srgbClr val="FF0000"/>
                </a:solidFill>
              </a:rPr>
              <a:t>3 racers</a:t>
            </a:r>
            <a:r>
              <a:rPr lang="en" dirty="0"/>
              <a:t> with </a:t>
            </a:r>
            <a:r>
              <a:rPr lang="en" b="1" i="1" dirty="0">
                <a:solidFill>
                  <a:srgbClr val="FF0000"/>
                </a:solidFill>
              </a:rPr>
              <a:t>3 laps</a:t>
            </a:r>
            <a:r>
              <a:rPr lang="en" dirty="0"/>
              <a:t>.</a:t>
            </a:r>
            <a:endParaRPr dirty="0"/>
          </a:p>
          <a:p>
            <a:pPr marL="914400" lvl="1" indent="-298450" algn="l" rtl="0">
              <a:spcBef>
                <a:spcPts val="0"/>
              </a:spcBef>
              <a:spcAft>
                <a:spcPts val="0"/>
              </a:spcAft>
              <a:buSzPts val="1100"/>
              <a:buChar char="○"/>
            </a:pPr>
            <a:r>
              <a:rPr lang="en" dirty="0">
                <a:highlight>
                  <a:srgbClr val="FFFF00"/>
                </a:highlight>
              </a:rPr>
              <a:t>How does the order in which the racers started impact the winner?</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You may need to run the race several times to start to see a pattern</a:t>
            </a:r>
            <a:endParaRPr dirty="0">
              <a:highlight>
                <a:srgbClr val="FFFF00"/>
              </a:highlight>
            </a:endParaRPr>
          </a:p>
          <a:p>
            <a:pPr marL="457200" lvl="0" indent="-311150" algn="l" rtl="0">
              <a:spcBef>
                <a:spcPts val="1000"/>
              </a:spcBef>
              <a:spcAft>
                <a:spcPts val="0"/>
              </a:spcAft>
              <a:buSzPts val="1300"/>
              <a:buChar char="●"/>
            </a:pPr>
            <a:r>
              <a:rPr lang="en" dirty="0"/>
              <a:t>Now try running a big race. Say </a:t>
            </a:r>
            <a:r>
              <a:rPr lang="en" b="1" i="1" dirty="0">
                <a:solidFill>
                  <a:srgbClr val="FF0000"/>
                </a:solidFill>
              </a:rPr>
              <a:t>1000 racers for 10 laps</a:t>
            </a:r>
            <a:r>
              <a:rPr lang="en" dirty="0"/>
              <a:t>. Make sure you have </a:t>
            </a:r>
            <a:r>
              <a:rPr lang="en" b="1" i="1" dirty="0">
                <a:solidFill>
                  <a:srgbClr val="FF0000"/>
                </a:solidFill>
              </a:rPr>
              <a:t>debug enabled</a:t>
            </a:r>
            <a:r>
              <a:rPr lang="en" dirty="0"/>
              <a:t> so you can see the output.</a:t>
            </a:r>
            <a:endParaRPr dirty="0"/>
          </a:p>
          <a:p>
            <a:pPr marL="914400" lvl="1" indent="-298450" algn="l" rtl="0">
              <a:spcBef>
                <a:spcPts val="0"/>
              </a:spcBef>
              <a:spcAft>
                <a:spcPts val="0"/>
              </a:spcAft>
              <a:buSzPts val="1100"/>
              <a:buChar char="○"/>
            </a:pPr>
            <a:r>
              <a:rPr lang="en" dirty="0"/>
              <a:t>On average, can you make any assertions about the order in which a task is submitted and the order in which it finishes?</a:t>
            </a:r>
            <a:endParaRPr dirty="0"/>
          </a:p>
          <a:p>
            <a:pPr marL="914400" lvl="1" indent="-298450" algn="l" rtl="0">
              <a:spcBef>
                <a:spcPts val="0"/>
              </a:spcBef>
              <a:spcAft>
                <a:spcPts val="0"/>
              </a:spcAft>
              <a:buSzPts val="1100"/>
              <a:buChar char="○"/>
            </a:pPr>
            <a:r>
              <a:rPr lang="en" dirty="0"/>
              <a:t>It may be easier to see if you </a:t>
            </a:r>
            <a:r>
              <a:rPr lang="en" b="1" dirty="0"/>
              <a:t>redirect your output</a:t>
            </a:r>
            <a:r>
              <a:rPr lang="en" dirty="0"/>
              <a:t> to a file (preferably in the </a:t>
            </a:r>
            <a:r>
              <a:rPr lang="en" dirty="0">
                <a:latin typeface="Courier New"/>
                <a:ea typeface="Courier New"/>
                <a:cs typeface="Courier New"/>
                <a:sym typeface="Courier New"/>
              </a:rPr>
              <a:t>target</a:t>
            </a:r>
            <a:r>
              <a:rPr lang="en" dirty="0"/>
              <a:t> directory)</a:t>
            </a:r>
            <a:endParaRPr dirty="0"/>
          </a:p>
          <a:p>
            <a:pPr marL="457200" lvl="0" indent="-311150" algn="l" rtl="0">
              <a:spcBef>
                <a:spcPts val="1000"/>
              </a:spcBef>
              <a:spcAft>
                <a:spcPts val="0"/>
              </a:spcAft>
              <a:buSzPts val="1300"/>
              <a:buChar char="●"/>
            </a:pPr>
            <a:r>
              <a:rPr lang="en" b="1" i="1" dirty="0">
                <a:solidFill>
                  <a:srgbClr val="FF0000"/>
                </a:solidFill>
              </a:rPr>
              <a:t>Why</a:t>
            </a:r>
            <a:r>
              <a:rPr lang="en" dirty="0"/>
              <a:t> do you think this is happening?</a:t>
            </a:r>
            <a:endParaRPr dirty="0"/>
          </a:p>
          <a:p>
            <a:pPr marL="457200" lvl="0" indent="-311150" algn="l" rtl="0">
              <a:spcBef>
                <a:spcPts val="0"/>
              </a:spcBef>
              <a:spcAft>
                <a:spcPts val="0"/>
              </a:spcAft>
              <a:buSzPts val="1300"/>
              <a:buChar char="●"/>
            </a:pPr>
            <a:r>
              <a:rPr lang="en" dirty="0"/>
              <a:t>Write your answer as a </a:t>
            </a:r>
            <a:r>
              <a:rPr lang="en" b="1" i="1" dirty="0">
                <a:solidFill>
                  <a:srgbClr val="FF0000"/>
                </a:solidFill>
              </a:rPr>
              <a:t>comment</a:t>
            </a:r>
            <a:r>
              <a:rPr lang="en" dirty="0"/>
              <a:t> in the last file you tested.</a:t>
            </a:r>
            <a:endParaRPr dirty="0"/>
          </a:p>
        </p:txBody>
      </p:sp>
      <p:sp>
        <p:nvSpPr>
          <p:cNvPr id="652" name="Google Shape;652;p6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Unsportspersonlike Conduct</a:t>
            </a:r>
            <a:endParaRPr/>
          </a:p>
        </p:txBody>
      </p:sp>
      <p:sp>
        <p:nvSpPr>
          <p:cNvPr id="653" name="Google Shape;653;p6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8.13</a:t>
            </a:r>
            <a:endParaRPr/>
          </a:p>
        </p:txBody>
      </p:sp>
      <p:sp>
        <p:nvSpPr>
          <p:cNvPr id="654" name="Google Shape;654;p64"/>
          <p:cNvSpPr txBox="1">
            <a:spLocks noGrp="1"/>
          </p:cNvSpPr>
          <p:nvPr>
            <p:ph type="body" idx="4"/>
          </p:nvPr>
        </p:nvSpPr>
        <p:spPr>
          <a:xfrm>
            <a:off x="141600" y="4285299"/>
            <a:ext cx="30237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We want our race to be fair no matter which position you started in.</a:t>
            </a:r>
            <a:endParaRPr/>
          </a:p>
        </p:txBody>
      </p:sp>
      <p:pic>
        <p:nvPicPr>
          <p:cNvPr id="655" name="Google Shape;655;p64"/>
          <p:cNvPicPr preferRelativeResize="0"/>
          <p:nvPr/>
        </p:nvPicPr>
        <p:blipFill rotWithShape="1">
          <a:blip r:embed="rId3">
            <a:alphaModFix/>
          </a:blip>
          <a:srcRect l="16638" r="19124"/>
          <a:stretch/>
        </p:blipFill>
        <p:spPr>
          <a:xfrm>
            <a:off x="141600" y="1534575"/>
            <a:ext cx="3001808" cy="2622325"/>
          </a:xfrm>
          <a:prstGeom prst="rect">
            <a:avLst/>
          </a:prstGeom>
          <a:noFill/>
          <a:ln w="19050" cap="flat" cmpd="sng">
            <a:solidFill>
              <a:schemeClr val="dk1"/>
            </a:solidFill>
            <a:prstDash val="solid"/>
            <a:round/>
            <a:headEnd type="none" w="sm" len="sm"/>
            <a:tailEnd type="none" w="sm" len="sm"/>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65"/>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p>
            <a:pPr marL="457200" lvl="0" indent="-311150" algn="l" rtl="0">
              <a:spcBef>
                <a:spcPts val="0"/>
              </a:spcBef>
              <a:spcAft>
                <a:spcPts val="0"/>
              </a:spcAft>
              <a:buSzPts val="1300"/>
              <a:buChar char="●"/>
            </a:pPr>
            <a:r>
              <a:rPr lang="en" dirty="0">
                <a:highlight>
                  <a:srgbClr val="FFFF00"/>
                </a:highlight>
              </a:rPr>
              <a:t>Creation and starting takes time, so the later you start the race the later you finish</a:t>
            </a:r>
            <a:r>
              <a:rPr lang="en" dirty="0"/>
              <a:t>, in general.</a:t>
            </a:r>
            <a:endParaRPr dirty="0"/>
          </a:p>
          <a:p>
            <a:pPr marL="914400" lvl="1" indent="-298450" algn="l" rtl="0">
              <a:spcBef>
                <a:spcPts val="0"/>
              </a:spcBef>
              <a:spcAft>
                <a:spcPts val="0"/>
              </a:spcAft>
              <a:buSzPts val="1100"/>
              <a:buChar char="○"/>
            </a:pPr>
            <a:r>
              <a:rPr lang="en" dirty="0"/>
              <a:t>Because of the way the scheduler works, this isn't uniform but trends are apparent.</a:t>
            </a:r>
            <a:endParaRPr dirty="0"/>
          </a:p>
          <a:p>
            <a:pPr marL="457200" lvl="0" indent="-311150" algn="l" rtl="0">
              <a:spcBef>
                <a:spcPts val="1000"/>
              </a:spcBef>
              <a:spcAft>
                <a:spcPts val="0"/>
              </a:spcAft>
              <a:buSzPts val="1300"/>
              <a:buChar char="●"/>
            </a:pPr>
            <a:r>
              <a:rPr lang="en" dirty="0">
                <a:highlight>
                  <a:srgbClr val="FFFF00"/>
                </a:highlight>
              </a:rPr>
              <a:t>To stop this we need some way to ensure all of our threads are started </a:t>
            </a:r>
            <a:r>
              <a:rPr lang="en" dirty="0"/>
              <a:t>but they don't actually start racing until told to.</a:t>
            </a:r>
            <a:endParaRPr dirty="0"/>
          </a:p>
          <a:p>
            <a:pPr marL="914400" lvl="1" indent="-298450" algn="l" rtl="0">
              <a:spcBef>
                <a:spcPts val="0"/>
              </a:spcBef>
              <a:spcAft>
                <a:spcPts val="0"/>
              </a:spcAft>
              <a:buSzPts val="1100"/>
              <a:buChar char="○"/>
            </a:pPr>
            <a:r>
              <a:rPr lang="en" dirty="0"/>
              <a:t>Think of it like the </a:t>
            </a:r>
            <a:r>
              <a:rPr lang="en" dirty="0">
                <a:highlight>
                  <a:srgbClr val="FFFF00"/>
                </a:highlight>
              </a:rPr>
              <a:t>starting pistol</a:t>
            </a:r>
            <a:r>
              <a:rPr lang="en" dirty="0"/>
              <a:t> for a foot race.</a:t>
            </a:r>
            <a:endParaRPr dirty="0"/>
          </a:p>
          <a:p>
            <a:pPr marL="457200" lvl="0" indent="-311150" algn="l" rtl="0">
              <a:spcBef>
                <a:spcPts val="1000"/>
              </a:spcBef>
              <a:spcAft>
                <a:spcPts val="0"/>
              </a:spcAft>
              <a:buSzPts val="1300"/>
              <a:buChar char="●"/>
            </a:pPr>
            <a:r>
              <a:rPr lang="en" dirty="0">
                <a:highlight>
                  <a:srgbClr val="FFFF00"/>
                </a:highlight>
              </a:rPr>
              <a:t>This is known as </a:t>
            </a:r>
            <a:r>
              <a:rPr lang="en" b="1" i="1" dirty="0">
                <a:solidFill>
                  <a:srgbClr val="FF0000"/>
                </a:solidFill>
                <a:highlight>
                  <a:srgbClr val="FFFF00"/>
                </a:highlight>
              </a:rPr>
              <a:t>thread synchronization</a:t>
            </a:r>
            <a:r>
              <a:rPr lang="en" dirty="0">
                <a:highlight>
                  <a:srgbClr val="FFFF00"/>
                </a:highlight>
              </a:rPr>
              <a:t>.</a:t>
            </a:r>
            <a:endParaRPr dirty="0">
              <a:highlight>
                <a:srgbClr val="FFFF00"/>
              </a:highlight>
            </a:endParaRPr>
          </a:p>
          <a:p>
            <a:pPr marL="457200" lvl="0" indent="-311150" algn="l" rtl="0">
              <a:spcBef>
                <a:spcPts val="1000"/>
              </a:spcBef>
              <a:spcAft>
                <a:spcPts val="0"/>
              </a:spcAft>
              <a:buSzPts val="1300"/>
              <a:buChar char="●"/>
            </a:pPr>
            <a:r>
              <a:rPr lang="en" b="1" dirty="0">
                <a:highlight>
                  <a:srgbClr val="FFFF00"/>
                </a:highlight>
                <a:latin typeface="Courier New"/>
                <a:ea typeface="Courier New"/>
                <a:cs typeface="Courier New"/>
                <a:sym typeface="Courier New"/>
              </a:rPr>
              <a:t>CountDownLatch</a:t>
            </a:r>
            <a:r>
              <a:rPr lang="en" dirty="0"/>
              <a:t> is one of Java's thread synchronizers.</a:t>
            </a:r>
            <a:endParaRPr dirty="0"/>
          </a:p>
          <a:p>
            <a:pPr marL="457200" lvl="0" indent="-311150" algn="l" rtl="0">
              <a:spcBef>
                <a:spcPts val="1000"/>
              </a:spcBef>
              <a:spcAft>
                <a:spcPts val="0"/>
              </a:spcAft>
              <a:buSzPts val="1300"/>
              <a:buChar char="●"/>
            </a:pPr>
            <a:r>
              <a:rPr lang="en" dirty="0"/>
              <a:t>Upon construction you specify a </a:t>
            </a:r>
            <a:r>
              <a:rPr lang="en" b="1" i="1" dirty="0">
                <a:solidFill>
                  <a:srgbClr val="FF0000"/>
                </a:solidFill>
              </a:rPr>
              <a:t>starting</a:t>
            </a:r>
            <a:r>
              <a:rPr lang="en" dirty="0"/>
              <a:t> latch </a:t>
            </a:r>
            <a:r>
              <a:rPr lang="en" b="1" i="1" dirty="0">
                <a:solidFill>
                  <a:srgbClr val="FF0000"/>
                </a:solidFill>
              </a:rPr>
              <a:t>count</a:t>
            </a:r>
            <a:r>
              <a:rPr lang="en" dirty="0"/>
              <a:t>.</a:t>
            </a:r>
            <a:endParaRPr dirty="0"/>
          </a:p>
          <a:p>
            <a:pPr marL="457200" lvl="0" indent="-311150" algn="l" rtl="0">
              <a:spcBef>
                <a:spcPts val="1000"/>
              </a:spcBef>
              <a:spcAft>
                <a:spcPts val="0"/>
              </a:spcAft>
              <a:buSzPts val="1300"/>
              <a:buChar char="●"/>
            </a:pPr>
            <a:r>
              <a:rPr lang="en" dirty="0"/>
              <a:t>Participating threads</a:t>
            </a:r>
            <a:r>
              <a:rPr lang="en" dirty="0">
                <a:highlight>
                  <a:srgbClr val="FFFF00"/>
                </a:highlight>
              </a:rPr>
              <a:t> </a:t>
            </a:r>
            <a:r>
              <a:rPr lang="en" b="1" i="1" dirty="0">
                <a:solidFill>
                  <a:srgbClr val="FF0000"/>
                </a:solidFill>
                <a:highlight>
                  <a:srgbClr val="FFFF00"/>
                </a:highlight>
              </a:rPr>
              <a:t>wait until</a:t>
            </a:r>
            <a:r>
              <a:rPr lang="en" dirty="0">
                <a:highlight>
                  <a:srgbClr val="FFFF00"/>
                </a:highlight>
              </a:rPr>
              <a:t> the latch </a:t>
            </a:r>
            <a:r>
              <a:rPr lang="en" b="1" i="1" dirty="0">
                <a:solidFill>
                  <a:srgbClr val="FF0000"/>
                </a:solidFill>
                <a:highlight>
                  <a:srgbClr val="FFFF00"/>
                </a:highlight>
              </a:rPr>
              <a:t>count reaches 0</a:t>
            </a:r>
            <a:r>
              <a:rPr lang="en" dirty="0"/>
              <a:t>, then they start running again. </a:t>
            </a:r>
            <a:endParaRPr dirty="0"/>
          </a:p>
        </p:txBody>
      </p:sp>
      <p:sp>
        <p:nvSpPr>
          <p:cNvPr id="661" name="Google Shape;661;p6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34</a:t>
            </a:fld>
            <a:endParaRPr/>
          </a:p>
        </p:txBody>
      </p:sp>
      <p:sp>
        <p:nvSpPr>
          <p:cNvPr id="662" name="Google Shape;662;p65"/>
          <p:cNvSpPr txBox="1">
            <a:spLocks noGrp="1"/>
          </p:cNvSpPr>
          <p:nvPr>
            <p:ph type="title"/>
          </p:nvPr>
        </p:nvSpPr>
        <p:spPr>
          <a:xfrm>
            <a:off x="311725" y="5009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Synchronization</a:t>
            </a:r>
            <a:endParaRPr/>
          </a:p>
        </p:txBody>
      </p:sp>
      <p:sp>
        <p:nvSpPr>
          <p:cNvPr id="663" name="Google Shape;663;p65"/>
          <p:cNvSpPr txBox="1">
            <a:spLocks noGrp="1"/>
          </p:cNvSpPr>
          <p:nvPr>
            <p:ph type="body" idx="2"/>
          </p:nvPr>
        </p:nvSpPr>
        <p:spPr>
          <a:xfrm>
            <a:off x="315425" y="1286175"/>
            <a:ext cx="3706500" cy="2697300"/>
          </a:xfrm>
          <a:prstGeom prst="rect">
            <a:avLst/>
          </a:prstGeom>
          <a:solidFill>
            <a:schemeClr val="lt1"/>
          </a:solidFill>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050" dirty="0">
                <a:solidFill>
                  <a:srgbClr val="267F99"/>
                </a:solidFill>
                <a:highlight>
                  <a:srgbClr val="FFFFFF"/>
                </a:highlight>
                <a:latin typeface="Consolas"/>
                <a:ea typeface="Consolas"/>
                <a:cs typeface="Consolas"/>
                <a:sym typeface="Consolas"/>
              </a:rPr>
              <a:t>CountDownLatch</a:t>
            </a:r>
            <a:r>
              <a:rPr lang="en" sz="1050" dirty="0">
                <a:solidFill>
                  <a:srgbClr val="3B3B3B"/>
                </a:solidFill>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gate</a:t>
            </a:r>
            <a:r>
              <a:rPr lang="en" sz="1050" dirty="0">
                <a:solidFill>
                  <a:srgbClr val="3B3B3B"/>
                </a:solidFill>
                <a:highlight>
                  <a:srgbClr val="FFFFFF"/>
                </a:highlight>
                <a:latin typeface="Consolas"/>
                <a:ea typeface="Consolas"/>
                <a:cs typeface="Consolas"/>
                <a:sym typeface="Consolas"/>
              </a:rPr>
              <a:t> </a:t>
            </a:r>
            <a:r>
              <a:rPr lang="en" sz="1050" dirty="0">
                <a:solidFill>
                  <a:srgbClr val="000000"/>
                </a:solidFill>
                <a:highlight>
                  <a:srgbClr val="FFFFFF"/>
                </a:highlight>
                <a:latin typeface="Consolas"/>
                <a:ea typeface="Consolas"/>
                <a:cs typeface="Consolas"/>
                <a:sym typeface="Consolas"/>
              </a:rPr>
              <a:t>=</a:t>
            </a:r>
            <a:r>
              <a:rPr lang="en" sz="1050" dirty="0">
                <a:solidFill>
                  <a:srgbClr val="3B3B3B"/>
                </a:solidFill>
                <a:highlight>
                  <a:srgbClr val="FFFFFF"/>
                </a:highlight>
                <a:latin typeface="Consolas"/>
                <a:ea typeface="Consolas"/>
                <a:cs typeface="Consolas"/>
                <a:sym typeface="Consolas"/>
              </a:rPr>
              <a:t> </a:t>
            </a:r>
            <a:r>
              <a:rPr lang="en" sz="1050" dirty="0">
                <a:solidFill>
                  <a:srgbClr val="AF00DB"/>
                </a:solidFill>
                <a:highlight>
                  <a:srgbClr val="FFFFFF"/>
                </a:highlight>
                <a:latin typeface="Consolas"/>
                <a:ea typeface="Consolas"/>
                <a:cs typeface="Consolas"/>
                <a:sym typeface="Consolas"/>
              </a:rPr>
              <a:t>new</a:t>
            </a:r>
            <a:r>
              <a:rPr lang="en" sz="1050" dirty="0">
                <a:solidFill>
                  <a:srgbClr val="3B3B3B"/>
                </a:solidFill>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CountDownLatch</a:t>
            </a:r>
            <a:r>
              <a:rPr lang="en" sz="1050" dirty="0">
                <a:solidFill>
                  <a:srgbClr val="3B3B3B"/>
                </a:solidFill>
                <a:highlight>
                  <a:srgbClr val="FFFFFF"/>
                </a:highlight>
                <a:latin typeface="Consolas"/>
                <a:ea typeface="Consolas"/>
                <a:cs typeface="Consolas"/>
                <a:sym typeface="Consolas"/>
              </a:rPr>
              <a:t>(</a:t>
            </a:r>
            <a:r>
              <a:rPr lang="en" sz="1050" dirty="0">
                <a:solidFill>
                  <a:srgbClr val="098658"/>
                </a:solidFill>
                <a:highlight>
                  <a:srgbClr val="FFFFFF"/>
                </a:highlight>
                <a:latin typeface="Consolas"/>
                <a:ea typeface="Consolas"/>
                <a:cs typeface="Consolas"/>
                <a:sym typeface="Consolas"/>
              </a:rPr>
              <a:t>1</a:t>
            </a:r>
            <a:r>
              <a:rPr lang="en" sz="1050" dirty="0">
                <a:solidFill>
                  <a:srgbClr val="3B3B3B"/>
                </a:solidFill>
                <a:highlight>
                  <a:srgbClr val="FFFFFF"/>
                </a:highlight>
                <a:latin typeface="Consolas"/>
                <a:ea typeface="Consolas"/>
                <a:cs typeface="Consolas"/>
                <a:sym typeface="Consolas"/>
              </a:rPr>
              <a:t>);</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AF00DB"/>
                </a:solidFill>
                <a:highlight>
                  <a:srgbClr val="FFFFFF"/>
                </a:highlight>
                <a:latin typeface="Consolas"/>
                <a:ea typeface="Consolas"/>
                <a:cs typeface="Consolas"/>
                <a:sym typeface="Consolas"/>
              </a:rPr>
              <a:t>for</a:t>
            </a:r>
            <a:r>
              <a:rPr lang="en" sz="1050" dirty="0">
                <a:solidFill>
                  <a:srgbClr val="3B3B3B"/>
                </a:solidFill>
                <a:highlight>
                  <a:srgbClr val="FFFFFF"/>
                </a:highlight>
                <a:latin typeface="Consolas"/>
                <a:ea typeface="Consolas"/>
                <a:cs typeface="Consolas"/>
                <a:sym typeface="Consolas"/>
              </a:rPr>
              <a:t> (</a:t>
            </a:r>
            <a:r>
              <a:rPr lang="en" sz="1050" dirty="0">
                <a:solidFill>
                  <a:srgbClr val="267F99"/>
                </a:solidFill>
                <a:highlight>
                  <a:srgbClr val="FFFFFF"/>
                </a:highlight>
                <a:latin typeface="Consolas"/>
                <a:ea typeface="Consolas"/>
                <a:cs typeface="Consolas"/>
                <a:sym typeface="Consolas"/>
              </a:rPr>
              <a:t>int</a:t>
            </a:r>
            <a:r>
              <a:rPr lang="en" sz="1050" dirty="0">
                <a:solidFill>
                  <a:srgbClr val="3B3B3B"/>
                </a:solidFill>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i</a:t>
            </a:r>
            <a:r>
              <a:rPr lang="en" sz="1050" dirty="0">
                <a:solidFill>
                  <a:srgbClr val="3B3B3B"/>
                </a:solidFill>
                <a:highlight>
                  <a:srgbClr val="FFFFFF"/>
                </a:highlight>
                <a:latin typeface="Consolas"/>
                <a:ea typeface="Consolas"/>
                <a:cs typeface="Consolas"/>
                <a:sym typeface="Consolas"/>
              </a:rPr>
              <a:t> </a:t>
            </a:r>
            <a:r>
              <a:rPr lang="en" sz="1050" dirty="0">
                <a:solidFill>
                  <a:srgbClr val="000000"/>
                </a:solidFill>
                <a:highlight>
                  <a:srgbClr val="FFFFFF"/>
                </a:highlight>
                <a:latin typeface="Consolas"/>
                <a:ea typeface="Consolas"/>
                <a:cs typeface="Consolas"/>
                <a:sym typeface="Consolas"/>
              </a:rPr>
              <a:t>=</a:t>
            </a:r>
            <a:r>
              <a:rPr lang="en" sz="1050" dirty="0">
                <a:solidFill>
                  <a:srgbClr val="3B3B3B"/>
                </a:solidFill>
                <a:highlight>
                  <a:srgbClr val="FFFFFF"/>
                </a:highlight>
                <a:latin typeface="Consolas"/>
                <a:ea typeface="Consolas"/>
                <a:cs typeface="Consolas"/>
                <a:sym typeface="Consolas"/>
              </a:rPr>
              <a:t> </a:t>
            </a:r>
            <a:r>
              <a:rPr lang="en" sz="1050" dirty="0">
                <a:solidFill>
                  <a:srgbClr val="098658"/>
                </a:solidFill>
                <a:highlight>
                  <a:srgbClr val="FFFFFF"/>
                </a:highlight>
                <a:latin typeface="Consolas"/>
                <a:ea typeface="Consolas"/>
                <a:cs typeface="Consolas"/>
                <a:sym typeface="Consolas"/>
              </a:rPr>
              <a:t>0</a:t>
            </a:r>
            <a:r>
              <a:rPr lang="en" sz="1050" dirty="0">
                <a:solidFill>
                  <a:srgbClr val="3B3B3B"/>
                </a:solidFill>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i</a:t>
            </a:r>
            <a:r>
              <a:rPr lang="en" sz="1050" dirty="0">
                <a:solidFill>
                  <a:srgbClr val="3B3B3B"/>
                </a:solidFill>
                <a:highlight>
                  <a:srgbClr val="FFFFFF"/>
                </a:highlight>
                <a:latin typeface="Consolas"/>
                <a:ea typeface="Consolas"/>
                <a:cs typeface="Consolas"/>
                <a:sym typeface="Consolas"/>
              </a:rPr>
              <a:t> </a:t>
            </a:r>
            <a:r>
              <a:rPr lang="en" sz="1050" dirty="0">
                <a:solidFill>
                  <a:srgbClr val="000000"/>
                </a:solidFill>
                <a:highlight>
                  <a:srgbClr val="FFFFFF"/>
                </a:highlight>
                <a:latin typeface="Consolas"/>
                <a:ea typeface="Consolas"/>
                <a:cs typeface="Consolas"/>
                <a:sym typeface="Consolas"/>
              </a:rPr>
              <a:t>&lt;</a:t>
            </a:r>
            <a:r>
              <a:rPr lang="en" sz="1050" dirty="0">
                <a:solidFill>
                  <a:srgbClr val="3B3B3B"/>
                </a:solidFill>
                <a:highlight>
                  <a:srgbClr val="FFFFFF"/>
                </a:highlight>
                <a:latin typeface="Consolas"/>
                <a:ea typeface="Consolas"/>
                <a:cs typeface="Consolas"/>
                <a:sym typeface="Consolas"/>
              </a:rPr>
              <a:t> </a:t>
            </a:r>
            <a:r>
              <a:rPr lang="en" sz="1050" dirty="0">
                <a:solidFill>
                  <a:srgbClr val="098658"/>
                </a:solidFill>
                <a:highlight>
                  <a:srgbClr val="FFFFFF"/>
                </a:highlight>
                <a:latin typeface="Consolas"/>
                <a:ea typeface="Consolas"/>
                <a:cs typeface="Consolas"/>
                <a:sym typeface="Consolas"/>
              </a:rPr>
              <a:t>3</a:t>
            </a:r>
            <a:r>
              <a:rPr lang="en" sz="1050" dirty="0">
                <a:solidFill>
                  <a:srgbClr val="3B3B3B"/>
                </a:solidFill>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i</a:t>
            </a:r>
            <a:r>
              <a:rPr lang="en" sz="1050" dirty="0">
                <a:solidFill>
                  <a:srgbClr val="000000"/>
                </a:solidFill>
                <a:highlight>
                  <a:srgbClr val="FFFFFF"/>
                </a:highlight>
                <a:latin typeface="Consolas"/>
                <a:ea typeface="Consolas"/>
                <a:cs typeface="Consolas"/>
                <a:sym typeface="Consolas"/>
              </a:rPr>
              <a:t>++</a:t>
            </a:r>
            <a:r>
              <a:rPr lang="en" sz="1050" dirty="0">
                <a:solidFill>
                  <a:srgbClr val="3B3B3B"/>
                </a:solidFill>
                <a:highlight>
                  <a:srgbClr val="FFFFFF"/>
                </a:highlight>
                <a:latin typeface="Consolas"/>
                <a:ea typeface="Consolas"/>
                <a:cs typeface="Consolas"/>
                <a:sym typeface="Consolas"/>
              </a:rPr>
              <a:t>) {</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3B3B3B"/>
                </a:solidFill>
                <a:highlight>
                  <a:srgbClr val="FFFFFF"/>
                </a:highlight>
                <a:latin typeface="Consolas"/>
                <a:ea typeface="Consolas"/>
                <a:cs typeface="Consolas"/>
                <a:sym typeface="Consolas"/>
              </a:rPr>
              <a:t>   </a:t>
            </a:r>
            <a:r>
              <a:rPr lang="en" sz="1050" dirty="0">
                <a:solidFill>
                  <a:srgbClr val="267F99"/>
                </a:solidFill>
                <a:highlight>
                  <a:srgbClr val="FFFFFF"/>
                </a:highlight>
                <a:latin typeface="Consolas"/>
                <a:ea typeface="Consolas"/>
                <a:cs typeface="Consolas"/>
                <a:sym typeface="Consolas"/>
              </a:rPr>
              <a:t>int</a:t>
            </a:r>
            <a:r>
              <a:rPr lang="en" sz="1050" dirty="0">
                <a:solidFill>
                  <a:srgbClr val="3B3B3B"/>
                </a:solidFill>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id</a:t>
            </a:r>
            <a:r>
              <a:rPr lang="en" sz="1050" dirty="0">
                <a:solidFill>
                  <a:srgbClr val="3B3B3B"/>
                </a:solidFill>
                <a:highlight>
                  <a:srgbClr val="FFFFFF"/>
                </a:highlight>
                <a:latin typeface="Consolas"/>
                <a:ea typeface="Consolas"/>
                <a:cs typeface="Consolas"/>
                <a:sym typeface="Consolas"/>
              </a:rPr>
              <a:t> </a:t>
            </a:r>
            <a:r>
              <a:rPr lang="en" sz="1050" dirty="0">
                <a:solidFill>
                  <a:srgbClr val="000000"/>
                </a:solidFill>
                <a:highlight>
                  <a:srgbClr val="FFFFFF"/>
                </a:highlight>
                <a:latin typeface="Consolas"/>
                <a:ea typeface="Consolas"/>
                <a:cs typeface="Consolas"/>
                <a:sym typeface="Consolas"/>
              </a:rPr>
              <a:t>=</a:t>
            </a:r>
            <a:r>
              <a:rPr lang="en" sz="1050" dirty="0">
                <a:solidFill>
                  <a:srgbClr val="3B3B3B"/>
                </a:solidFill>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i</a:t>
            </a:r>
            <a:r>
              <a:rPr lang="en" sz="1050" dirty="0">
                <a:solidFill>
                  <a:srgbClr val="3B3B3B"/>
                </a:solidFill>
                <a:highlight>
                  <a:srgbClr val="FFFFFF"/>
                </a:highlight>
                <a:latin typeface="Consolas"/>
                <a:ea typeface="Consolas"/>
                <a:cs typeface="Consolas"/>
                <a:sym typeface="Consolas"/>
              </a:rPr>
              <a:t> </a:t>
            </a:r>
            <a:r>
              <a:rPr lang="en" sz="1050" dirty="0">
                <a:solidFill>
                  <a:srgbClr val="000000"/>
                </a:solidFill>
                <a:highlight>
                  <a:srgbClr val="FFFFFF"/>
                </a:highlight>
                <a:latin typeface="Consolas"/>
                <a:ea typeface="Consolas"/>
                <a:cs typeface="Consolas"/>
                <a:sym typeface="Consolas"/>
              </a:rPr>
              <a:t>+</a:t>
            </a:r>
            <a:r>
              <a:rPr lang="en" sz="1050" dirty="0">
                <a:solidFill>
                  <a:srgbClr val="3B3B3B"/>
                </a:solidFill>
                <a:highlight>
                  <a:srgbClr val="FFFFFF"/>
                </a:highlight>
                <a:latin typeface="Consolas"/>
                <a:ea typeface="Consolas"/>
                <a:cs typeface="Consolas"/>
                <a:sym typeface="Consolas"/>
              </a:rPr>
              <a:t> </a:t>
            </a:r>
            <a:r>
              <a:rPr lang="en" sz="1050" dirty="0">
                <a:solidFill>
                  <a:srgbClr val="098658"/>
                </a:solidFill>
                <a:highlight>
                  <a:srgbClr val="FFFFFF"/>
                </a:highlight>
                <a:latin typeface="Consolas"/>
                <a:ea typeface="Consolas"/>
                <a:cs typeface="Consolas"/>
                <a:sym typeface="Consolas"/>
              </a:rPr>
              <a:t>1</a:t>
            </a:r>
            <a:r>
              <a:rPr lang="en" sz="1050" dirty="0">
                <a:solidFill>
                  <a:srgbClr val="3B3B3B"/>
                </a:solidFill>
                <a:highlight>
                  <a:srgbClr val="FFFFFF"/>
                </a:highlight>
                <a:latin typeface="Consolas"/>
                <a:ea typeface="Consolas"/>
                <a:cs typeface="Consolas"/>
                <a:sym typeface="Consolas"/>
              </a:rPr>
              <a:t>;</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3B3B3B"/>
                </a:solidFill>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executor</a:t>
            </a:r>
            <a:r>
              <a:rPr lang="en" sz="1050" dirty="0">
                <a:solidFill>
                  <a:srgbClr val="3B3B3B"/>
                </a:solidFill>
                <a:highlight>
                  <a:srgbClr val="FFFFFF"/>
                </a:highlight>
                <a:latin typeface="Consolas"/>
                <a:ea typeface="Consolas"/>
                <a:cs typeface="Consolas"/>
                <a:sym typeface="Consolas"/>
              </a:rPr>
              <a:t>.</a:t>
            </a:r>
            <a:r>
              <a:rPr lang="en" sz="1050" dirty="0">
                <a:solidFill>
                  <a:srgbClr val="795E26"/>
                </a:solidFill>
                <a:highlight>
                  <a:srgbClr val="FFFFFF"/>
                </a:highlight>
                <a:latin typeface="Consolas"/>
                <a:ea typeface="Consolas"/>
                <a:cs typeface="Consolas"/>
                <a:sym typeface="Consolas"/>
              </a:rPr>
              <a:t>submit</a:t>
            </a:r>
            <a:r>
              <a:rPr lang="en" sz="1050" dirty="0">
                <a:solidFill>
                  <a:srgbClr val="3B3B3B"/>
                </a:solidFill>
                <a:highlight>
                  <a:srgbClr val="FFFFFF"/>
                </a:highlight>
                <a:latin typeface="Consolas"/>
                <a:ea typeface="Consolas"/>
                <a:cs typeface="Consolas"/>
                <a:sym typeface="Consolas"/>
              </a:rPr>
              <a:t> ( () </a:t>
            </a:r>
            <a:r>
              <a:rPr lang="en" sz="1050" dirty="0">
                <a:solidFill>
                  <a:srgbClr val="0000FF"/>
                </a:solidFill>
                <a:highlight>
                  <a:srgbClr val="FFFFFF"/>
                </a:highlight>
                <a:latin typeface="Consolas"/>
                <a:ea typeface="Consolas"/>
                <a:cs typeface="Consolas"/>
                <a:sym typeface="Consolas"/>
              </a:rPr>
              <a:t>-&gt;</a:t>
            </a:r>
            <a:r>
              <a:rPr lang="en" sz="1050" dirty="0">
                <a:solidFill>
                  <a:srgbClr val="3B3B3B"/>
                </a:solidFill>
                <a:highlight>
                  <a:srgbClr val="FFFFFF"/>
                </a:highlight>
                <a:latin typeface="Consolas"/>
                <a:ea typeface="Consolas"/>
                <a:cs typeface="Consolas"/>
                <a:sym typeface="Consolas"/>
              </a:rPr>
              <a:t> {</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3B3B3B"/>
                </a:solidFill>
                <a:highlight>
                  <a:srgbClr val="FFFFFF"/>
                </a:highlight>
                <a:latin typeface="Consolas"/>
                <a:ea typeface="Consolas"/>
                <a:cs typeface="Consolas"/>
                <a:sym typeface="Consolas"/>
              </a:rPr>
              <a:t>   </a:t>
            </a:r>
            <a:r>
              <a:rPr lang="en" sz="1050" dirty="0">
                <a:solidFill>
                  <a:srgbClr val="267F99"/>
                </a:solidFill>
                <a:highlight>
                  <a:srgbClr val="FFFFFF"/>
                </a:highlight>
                <a:latin typeface="Consolas"/>
                <a:ea typeface="Consolas"/>
                <a:cs typeface="Consolas"/>
                <a:sym typeface="Consolas"/>
              </a:rPr>
              <a:t>System</a:t>
            </a:r>
            <a:r>
              <a:rPr lang="en" sz="1050" dirty="0">
                <a:solidFill>
                  <a:srgbClr val="3B3B3B"/>
                </a:solidFill>
                <a:highlight>
                  <a:srgbClr val="FFFFFF"/>
                </a:highlight>
                <a:latin typeface="Consolas"/>
                <a:ea typeface="Consolas"/>
                <a:cs typeface="Consolas"/>
                <a:sym typeface="Consolas"/>
              </a:rPr>
              <a:t>.</a:t>
            </a:r>
            <a:r>
              <a:rPr lang="en" sz="1050" dirty="0">
                <a:solidFill>
                  <a:srgbClr val="0070C1"/>
                </a:solidFill>
                <a:highlight>
                  <a:srgbClr val="FFFFFF"/>
                </a:highlight>
                <a:latin typeface="Consolas"/>
                <a:ea typeface="Consolas"/>
                <a:cs typeface="Consolas"/>
                <a:sym typeface="Consolas"/>
              </a:rPr>
              <a:t>out</a:t>
            </a:r>
            <a:r>
              <a:rPr lang="en" sz="1050" dirty="0">
                <a:solidFill>
                  <a:srgbClr val="3B3B3B"/>
                </a:solidFill>
                <a:highlight>
                  <a:srgbClr val="FFFFFF"/>
                </a:highlight>
                <a:latin typeface="Consolas"/>
                <a:ea typeface="Consolas"/>
                <a:cs typeface="Consolas"/>
                <a:sym typeface="Consolas"/>
              </a:rPr>
              <a:t>.</a:t>
            </a:r>
            <a:r>
              <a:rPr lang="en" sz="1050" dirty="0">
                <a:solidFill>
                  <a:srgbClr val="795E26"/>
                </a:solidFill>
                <a:highlight>
                  <a:srgbClr val="FFFFFF"/>
                </a:highlight>
                <a:latin typeface="Consolas"/>
                <a:ea typeface="Consolas"/>
                <a:cs typeface="Consolas"/>
                <a:sym typeface="Consolas"/>
              </a:rPr>
              <a:t>println</a:t>
            </a:r>
            <a:r>
              <a:rPr lang="en" sz="1050" dirty="0">
                <a:solidFill>
                  <a:srgbClr val="3B3B3B"/>
                </a:solidFill>
                <a:highlight>
                  <a:srgbClr val="FFFFFF"/>
                </a:highlight>
                <a:latin typeface="Consolas"/>
                <a:ea typeface="Consolas"/>
                <a:cs typeface="Consolas"/>
                <a:sym typeface="Consolas"/>
              </a:rPr>
              <a:t>(</a:t>
            </a:r>
            <a:r>
              <a:rPr lang="en" sz="1050" dirty="0">
                <a:solidFill>
                  <a:srgbClr val="A31515"/>
                </a:solidFill>
                <a:highlight>
                  <a:srgbClr val="FFFFFF"/>
                </a:highlight>
                <a:latin typeface="Consolas"/>
                <a:ea typeface="Consolas"/>
                <a:cs typeface="Consolas"/>
                <a:sym typeface="Consolas"/>
              </a:rPr>
              <a:t>"Goat "</a:t>
            </a:r>
            <a:r>
              <a:rPr lang="en" sz="1050" dirty="0">
                <a:solidFill>
                  <a:srgbClr val="3B3B3B"/>
                </a:solidFill>
                <a:highlight>
                  <a:srgbClr val="FFFFFF"/>
                </a:highlight>
                <a:latin typeface="Consolas"/>
                <a:ea typeface="Consolas"/>
                <a:cs typeface="Consolas"/>
                <a:sym typeface="Consolas"/>
              </a:rPr>
              <a:t> </a:t>
            </a:r>
            <a:r>
              <a:rPr lang="en" sz="1050" dirty="0">
                <a:solidFill>
                  <a:srgbClr val="000000"/>
                </a:solidFill>
                <a:highlight>
                  <a:srgbClr val="FFFFFF"/>
                </a:highlight>
                <a:latin typeface="Consolas"/>
                <a:ea typeface="Consolas"/>
                <a:cs typeface="Consolas"/>
                <a:sym typeface="Consolas"/>
              </a:rPr>
              <a:t>+</a:t>
            </a:r>
            <a:r>
              <a:rPr lang="en" sz="1050" dirty="0">
                <a:solidFill>
                  <a:srgbClr val="3B3B3B"/>
                </a:solidFill>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id</a:t>
            </a:r>
            <a:r>
              <a:rPr lang="en" sz="1050" dirty="0">
                <a:solidFill>
                  <a:srgbClr val="3B3B3B"/>
                </a:solidFill>
                <a:highlight>
                  <a:srgbClr val="FFFFFF"/>
                </a:highlight>
                <a:latin typeface="Consolas"/>
                <a:ea typeface="Consolas"/>
                <a:cs typeface="Consolas"/>
                <a:sym typeface="Consolas"/>
              </a:rPr>
              <a:t> </a:t>
            </a:r>
            <a:r>
              <a:rPr lang="en" sz="1050" dirty="0">
                <a:solidFill>
                  <a:srgbClr val="000000"/>
                </a:solidFill>
                <a:highlight>
                  <a:srgbClr val="FFFFFF"/>
                </a:highlight>
                <a:latin typeface="Consolas"/>
                <a:ea typeface="Consolas"/>
                <a:cs typeface="Consolas"/>
                <a:sym typeface="Consolas"/>
              </a:rPr>
              <a:t>+</a:t>
            </a:r>
            <a:r>
              <a:rPr lang="en" sz="1050" dirty="0">
                <a:solidFill>
                  <a:srgbClr val="3B3B3B"/>
                </a:solidFill>
                <a:highlight>
                  <a:srgbClr val="FFFFFF"/>
                </a:highlight>
                <a:latin typeface="Consolas"/>
                <a:ea typeface="Consolas"/>
                <a:cs typeface="Consolas"/>
                <a:sym typeface="Consolas"/>
              </a:rPr>
              <a:t> </a:t>
            </a:r>
            <a:r>
              <a:rPr lang="en" sz="1050" dirty="0">
                <a:solidFill>
                  <a:srgbClr val="A31515"/>
                </a:solidFill>
                <a:highlight>
                  <a:srgbClr val="FFFFFF"/>
                </a:highlight>
                <a:latin typeface="Consolas"/>
                <a:ea typeface="Consolas"/>
                <a:cs typeface="Consolas"/>
                <a:sym typeface="Consolas"/>
              </a:rPr>
              <a:t>" waits."</a:t>
            </a:r>
            <a:r>
              <a:rPr lang="en" sz="1050" dirty="0">
                <a:solidFill>
                  <a:srgbClr val="3B3B3B"/>
                </a:solidFill>
                <a:highlight>
                  <a:srgbClr val="FFFFFF"/>
                </a:highlight>
                <a:latin typeface="Consolas"/>
                <a:ea typeface="Consolas"/>
                <a:cs typeface="Consolas"/>
                <a:sym typeface="Consolas"/>
              </a:rPr>
              <a:t>);</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3B3B3B"/>
                </a:solidFill>
                <a:highlight>
                  <a:srgbClr val="FFFFFF"/>
                </a:highlight>
                <a:latin typeface="Consolas"/>
                <a:ea typeface="Consolas"/>
                <a:cs typeface="Consolas"/>
                <a:sym typeface="Consolas"/>
              </a:rPr>
              <a:t>   </a:t>
            </a:r>
            <a:r>
              <a:rPr lang="en" sz="1050" dirty="0">
                <a:solidFill>
                  <a:srgbClr val="AF00DB"/>
                </a:solidFill>
                <a:highlight>
                  <a:srgbClr val="FFFFFF"/>
                </a:highlight>
                <a:latin typeface="Consolas"/>
                <a:ea typeface="Consolas"/>
                <a:cs typeface="Consolas"/>
                <a:sym typeface="Consolas"/>
              </a:rPr>
              <a:t>try</a:t>
            </a:r>
            <a:r>
              <a:rPr lang="en" sz="1050" dirty="0">
                <a:solidFill>
                  <a:srgbClr val="3B3B3B"/>
                </a:solidFill>
                <a:highlight>
                  <a:srgbClr val="FFFFFF"/>
                </a:highlight>
                <a:latin typeface="Consolas"/>
                <a:ea typeface="Consolas"/>
                <a:cs typeface="Consolas"/>
                <a:sym typeface="Consolas"/>
              </a:rPr>
              <a:t> { </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1080"/>
                </a:solidFill>
                <a:highlight>
                  <a:srgbClr val="FFFFFF"/>
                </a:highlight>
                <a:latin typeface="Consolas"/>
                <a:ea typeface="Consolas"/>
                <a:cs typeface="Consolas"/>
                <a:sym typeface="Consolas"/>
              </a:rPr>
              <a:t>      gate</a:t>
            </a:r>
            <a:r>
              <a:rPr lang="en" sz="1050" dirty="0">
                <a:solidFill>
                  <a:srgbClr val="3B3B3B"/>
                </a:solidFill>
                <a:highlight>
                  <a:srgbClr val="FFFFFF"/>
                </a:highlight>
                <a:latin typeface="Consolas"/>
                <a:ea typeface="Consolas"/>
                <a:cs typeface="Consolas"/>
                <a:sym typeface="Consolas"/>
              </a:rPr>
              <a:t>.</a:t>
            </a:r>
            <a:r>
              <a:rPr lang="en" sz="1050" dirty="0">
                <a:solidFill>
                  <a:srgbClr val="795E26"/>
                </a:solidFill>
                <a:highlight>
                  <a:srgbClr val="FFFFFF"/>
                </a:highlight>
                <a:latin typeface="Consolas"/>
                <a:ea typeface="Consolas"/>
                <a:cs typeface="Consolas"/>
                <a:sym typeface="Consolas"/>
              </a:rPr>
              <a:t>await</a:t>
            </a:r>
            <a:r>
              <a:rPr lang="en" sz="1050" dirty="0">
                <a:solidFill>
                  <a:srgbClr val="3B3B3B"/>
                </a:solidFill>
                <a:highlight>
                  <a:srgbClr val="FFFFFF"/>
                </a:highlight>
                <a:latin typeface="Consolas"/>
                <a:ea typeface="Consolas"/>
                <a:cs typeface="Consolas"/>
                <a:sym typeface="Consolas"/>
              </a:rPr>
              <a:t>(); </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3B3B3B"/>
                </a:solidFill>
                <a:highlight>
                  <a:srgbClr val="FFFFFF"/>
                </a:highlight>
                <a:latin typeface="Consolas"/>
                <a:ea typeface="Consolas"/>
                <a:cs typeface="Consolas"/>
                <a:sym typeface="Consolas"/>
              </a:rPr>
              <a:t>   }</a:t>
            </a:r>
            <a:r>
              <a:rPr lang="en" sz="1050" dirty="0">
                <a:solidFill>
                  <a:srgbClr val="AF00DB"/>
                </a:solidFill>
                <a:highlight>
                  <a:srgbClr val="FFFFFF"/>
                </a:highlight>
                <a:latin typeface="Consolas"/>
                <a:ea typeface="Consolas"/>
                <a:cs typeface="Consolas"/>
                <a:sym typeface="Consolas"/>
              </a:rPr>
              <a:t>catch</a:t>
            </a:r>
            <a:r>
              <a:rPr lang="en" sz="1050" dirty="0">
                <a:solidFill>
                  <a:srgbClr val="3B3B3B"/>
                </a:solidFill>
                <a:highlight>
                  <a:srgbClr val="FFFFFF"/>
                </a:highlight>
                <a:latin typeface="Consolas"/>
                <a:ea typeface="Consolas"/>
                <a:cs typeface="Consolas"/>
                <a:sym typeface="Consolas"/>
              </a:rPr>
              <a:t> (</a:t>
            </a:r>
            <a:r>
              <a:rPr lang="en" sz="1050" dirty="0">
                <a:solidFill>
                  <a:srgbClr val="267F99"/>
                </a:solidFill>
                <a:highlight>
                  <a:srgbClr val="FFFFFF"/>
                </a:highlight>
                <a:latin typeface="Consolas"/>
                <a:ea typeface="Consolas"/>
                <a:cs typeface="Consolas"/>
                <a:sym typeface="Consolas"/>
              </a:rPr>
              <a:t>InterruptedException</a:t>
            </a:r>
            <a:r>
              <a:rPr lang="en" sz="1050" dirty="0">
                <a:solidFill>
                  <a:srgbClr val="3B3B3B"/>
                </a:solidFill>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e</a:t>
            </a:r>
            <a:r>
              <a:rPr lang="en" sz="1050" dirty="0">
                <a:solidFill>
                  <a:srgbClr val="3B3B3B"/>
                </a:solidFill>
                <a:highlight>
                  <a:srgbClr val="FFFFFF"/>
                </a:highlight>
                <a:latin typeface="Consolas"/>
                <a:ea typeface="Consolas"/>
                <a:cs typeface="Consolas"/>
                <a:sym typeface="Consolas"/>
              </a:rPr>
              <a:t>) {}</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3B3B3B"/>
                </a:solidFill>
                <a:highlight>
                  <a:srgbClr val="FFFFFF"/>
                </a:highlight>
                <a:latin typeface="Consolas"/>
                <a:ea typeface="Consolas"/>
                <a:cs typeface="Consolas"/>
                <a:sym typeface="Consolas"/>
              </a:rPr>
              <a:t>   </a:t>
            </a:r>
            <a:r>
              <a:rPr lang="en" sz="1050" dirty="0">
                <a:solidFill>
                  <a:srgbClr val="267F99"/>
                </a:solidFill>
                <a:highlight>
                  <a:srgbClr val="FFFFFF"/>
                </a:highlight>
                <a:latin typeface="Consolas"/>
                <a:ea typeface="Consolas"/>
                <a:cs typeface="Consolas"/>
                <a:sym typeface="Consolas"/>
              </a:rPr>
              <a:t>System</a:t>
            </a:r>
            <a:r>
              <a:rPr lang="en" sz="1050" dirty="0">
                <a:solidFill>
                  <a:srgbClr val="3B3B3B"/>
                </a:solidFill>
                <a:highlight>
                  <a:srgbClr val="FFFFFF"/>
                </a:highlight>
                <a:latin typeface="Consolas"/>
                <a:ea typeface="Consolas"/>
                <a:cs typeface="Consolas"/>
                <a:sym typeface="Consolas"/>
              </a:rPr>
              <a:t>.</a:t>
            </a:r>
            <a:r>
              <a:rPr lang="en" sz="1050" dirty="0">
                <a:solidFill>
                  <a:srgbClr val="0070C1"/>
                </a:solidFill>
                <a:highlight>
                  <a:srgbClr val="FFFFFF"/>
                </a:highlight>
                <a:latin typeface="Consolas"/>
                <a:ea typeface="Consolas"/>
                <a:cs typeface="Consolas"/>
                <a:sym typeface="Consolas"/>
              </a:rPr>
              <a:t>out</a:t>
            </a:r>
            <a:r>
              <a:rPr lang="en" sz="1050" dirty="0">
                <a:solidFill>
                  <a:srgbClr val="3B3B3B"/>
                </a:solidFill>
                <a:highlight>
                  <a:srgbClr val="FFFFFF"/>
                </a:highlight>
                <a:latin typeface="Consolas"/>
                <a:ea typeface="Consolas"/>
                <a:cs typeface="Consolas"/>
                <a:sym typeface="Consolas"/>
              </a:rPr>
              <a:t>.</a:t>
            </a:r>
            <a:r>
              <a:rPr lang="en" sz="1050" dirty="0">
                <a:solidFill>
                  <a:srgbClr val="795E26"/>
                </a:solidFill>
                <a:highlight>
                  <a:srgbClr val="FFFFFF"/>
                </a:highlight>
                <a:latin typeface="Consolas"/>
                <a:ea typeface="Consolas"/>
                <a:cs typeface="Consolas"/>
                <a:sym typeface="Consolas"/>
              </a:rPr>
              <a:t>println</a:t>
            </a:r>
            <a:r>
              <a:rPr lang="en" sz="1050" dirty="0">
                <a:solidFill>
                  <a:srgbClr val="3B3B3B"/>
                </a:solidFill>
                <a:highlight>
                  <a:srgbClr val="FFFFFF"/>
                </a:highlight>
                <a:latin typeface="Consolas"/>
                <a:ea typeface="Consolas"/>
                <a:cs typeface="Consolas"/>
                <a:sym typeface="Consolas"/>
              </a:rPr>
              <a:t>(</a:t>
            </a:r>
            <a:r>
              <a:rPr lang="en" sz="1050" dirty="0">
                <a:solidFill>
                  <a:srgbClr val="A31515"/>
                </a:solidFill>
                <a:highlight>
                  <a:srgbClr val="FFFFFF"/>
                </a:highlight>
                <a:latin typeface="Consolas"/>
                <a:ea typeface="Consolas"/>
                <a:cs typeface="Consolas"/>
                <a:sym typeface="Consolas"/>
              </a:rPr>
              <a:t>"Goat "</a:t>
            </a:r>
            <a:r>
              <a:rPr lang="en" sz="1050" dirty="0">
                <a:solidFill>
                  <a:srgbClr val="3B3B3B"/>
                </a:solidFill>
                <a:highlight>
                  <a:srgbClr val="FFFFFF"/>
                </a:highlight>
                <a:latin typeface="Consolas"/>
                <a:ea typeface="Consolas"/>
                <a:cs typeface="Consolas"/>
                <a:sym typeface="Consolas"/>
              </a:rPr>
              <a:t> </a:t>
            </a:r>
            <a:r>
              <a:rPr lang="en" sz="1050" dirty="0">
                <a:solidFill>
                  <a:srgbClr val="000000"/>
                </a:solidFill>
                <a:highlight>
                  <a:srgbClr val="FFFFFF"/>
                </a:highlight>
                <a:latin typeface="Consolas"/>
                <a:ea typeface="Consolas"/>
                <a:cs typeface="Consolas"/>
                <a:sym typeface="Consolas"/>
              </a:rPr>
              <a:t>+</a:t>
            </a:r>
            <a:r>
              <a:rPr lang="en" sz="1050" dirty="0">
                <a:solidFill>
                  <a:srgbClr val="3B3B3B"/>
                </a:solidFill>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id</a:t>
            </a:r>
            <a:r>
              <a:rPr lang="en" sz="1050" dirty="0">
                <a:solidFill>
                  <a:srgbClr val="3B3B3B"/>
                </a:solidFill>
                <a:highlight>
                  <a:srgbClr val="FFFFFF"/>
                </a:highlight>
                <a:latin typeface="Consolas"/>
                <a:ea typeface="Consolas"/>
                <a:cs typeface="Consolas"/>
                <a:sym typeface="Consolas"/>
              </a:rPr>
              <a:t> </a:t>
            </a:r>
            <a:r>
              <a:rPr lang="en" sz="1050" dirty="0">
                <a:solidFill>
                  <a:srgbClr val="000000"/>
                </a:solidFill>
                <a:highlight>
                  <a:srgbClr val="FFFFFF"/>
                </a:highlight>
                <a:latin typeface="Consolas"/>
                <a:ea typeface="Consolas"/>
                <a:cs typeface="Consolas"/>
                <a:sym typeface="Consolas"/>
              </a:rPr>
              <a:t>+</a:t>
            </a:r>
            <a:r>
              <a:rPr lang="en" sz="1050" dirty="0">
                <a:solidFill>
                  <a:srgbClr val="3B3B3B"/>
                </a:solidFill>
                <a:highlight>
                  <a:srgbClr val="FFFFFF"/>
                </a:highlight>
                <a:latin typeface="Consolas"/>
                <a:ea typeface="Consolas"/>
                <a:cs typeface="Consolas"/>
                <a:sym typeface="Consolas"/>
              </a:rPr>
              <a:t> </a:t>
            </a:r>
            <a:r>
              <a:rPr lang="en" sz="1050" dirty="0">
                <a:solidFill>
                  <a:srgbClr val="A31515"/>
                </a:solidFill>
                <a:highlight>
                  <a:srgbClr val="FFFFFF"/>
                </a:highlight>
                <a:latin typeface="Consolas"/>
                <a:ea typeface="Consolas"/>
                <a:cs typeface="Consolas"/>
                <a:sym typeface="Consolas"/>
              </a:rPr>
              <a:t>" left."</a:t>
            </a:r>
            <a:r>
              <a:rPr lang="en" sz="1050" dirty="0">
                <a:solidFill>
                  <a:srgbClr val="3B3B3B"/>
                </a:solidFill>
                <a:highlight>
                  <a:srgbClr val="FFFFFF"/>
                </a:highlight>
                <a:latin typeface="Consolas"/>
                <a:ea typeface="Consolas"/>
                <a:cs typeface="Consolas"/>
                <a:sym typeface="Consolas"/>
              </a:rPr>
              <a:t>);</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3B3B3B"/>
                </a:solidFill>
                <a:highlight>
                  <a:srgbClr val="FFFFFF"/>
                </a:highlight>
                <a:latin typeface="Consolas"/>
                <a:ea typeface="Consolas"/>
                <a:cs typeface="Consolas"/>
                <a:sym typeface="Consolas"/>
              </a:rPr>
              <a:t>   });</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3B3B3B"/>
                </a:solidFill>
                <a:highlight>
                  <a:srgbClr val="FFFFFF"/>
                </a:highlight>
                <a:latin typeface="Consolas"/>
                <a:ea typeface="Consolas"/>
                <a:cs typeface="Consolas"/>
                <a:sym typeface="Consolas"/>
              </a:rPr>
              <a:t>}</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267F99"/>
                </a:solidFill>
                <a:highlight>
                  <a:srgbClr val="FFFFFF"/>
                </a:highlight>
                <a:latin typeface="Consolas"/>
                <a:ea typeface="Consolas"/>
                <a:cs typeface="Consolas"/>
                <a:sym typeface="Consolas"/>
              </a:rPr>
              <a:t>System</a:t>
            </a:r>
            <a:r>
              <a:rPr lang="en" sz="1050" dirty="0">
                <a:solidFill>
                  <a:srgbClr val="3B3B3B"/>
                </a:solidFill>
                <a:highlight>
                  <a:srgbClr val="FFFFFF"/>
                </a:highlight>
                <a:latin typeface="Consolas"/>
                <a:ea typeface="Consolas"/>
                <a:cs typeface="Consolas"/>
                <a:sym typeface="Consolas"/>
              </a:rPr>
              <a:t>.</a:t>
            </a:r>
            <a:r>
              <a:rPr lang="en" sz="1050" dirty="0">
                <a:solidFill>
                  <a:srgbClr val="0070C1"/>
                </a:solidFill>
                <a:highlight>
                  <a:srgbClr val="FFFFFF"/>
                </a:highlight>
                <a:latin typeface="Consolas"/>
                <a:ea typeface="Consolas"/>
                <a:cs typeface="Consolas"/>
                <a:sym typeface="Consolas"/>
              </a:rPr>
              <a:t>out</a:t>
            </a:r>
            <a:r>
              <a:rPr lang="en" sz="1050" dirty="0">
                <a:solidFill>
                  <a:srgbClr val="3B3B3B"/>
                </a:solidFill>
                <a:highlight>
                  <a:srgbClr val="FFFFFF"/>
                </a:highlight>
                <a:latin typeface="Consolas"/>
                <a:ea typeface="Consolas"/>
                <a:cs typeface="Consolas"/>
                <a:sym typeface="Consolas"/>
              </a:rPr>
              <a:t>.</a:t>
            </a:r>
            <a:r>
              <a:rPr lang="en" sz="1050" dirty="0">
                <a:solidFill>
                  <a:srgbClr val="795E26"/>
                </a:solidFill>
                <a:highlight>
                  <a:srgbClr val="FFFFFF"/>
                </a:highlight>
                <a:latin typeface="Consolas"/>
                <a:ea typeface="Consolas"/>
                <a:cs typeface="Consolas"/>
                <a:sym typeface="Consolas"/>
              </a:rPr>
              <a:t>println</a:t>
            </a:r>
            <a:r>
              <a:rPr lang="en" sz="1050" dirty="0">
                <a:solidFill>
                  <a:srgbClr val="3B3B3B"/>
                </a:solidFill>
                <a:highlight>
                  <a:srgbClr val="FFFFFF"/>
                </a:highlight>
                <a:latin typeface="Consolas"/>
                <a:ea typeface="Consolas"/>
                <a:cs typeface="Consolas"/>
                <a:sym typeface="Consolas"/>
              </a:rPr>
              <a:t>(</a:t>
            </a:r>
            <a:r>
              <a:rPr lang="en" sz="1050" dirty="0">
                <a:solidFill>
                  <a:srgbClr val="A31515"/>
                </a:solidFill>
                <a:highlight>
                  <a:srgbClr val="FFFFFF"/>
                </a:highlight>
                <a:latin typeface="Consolas"/>
                <a:ea typeface="Consolas"/>
                <a:cs typeface="Consolas"/>
                <a:sym typeface="Consolas"/>
              </a:rPr>
              <a:t>"Opening the gate..."</a:t>
            </a:r>
            <a:r>
              <a:rPr lang="en" sz="1050" dirty="0">
                <a:solidFill>
                  <a:srgbClr val="3B3B3B"/>
                </a:solidFill>
                <a:highlight>
                  <a:srgbClr val="FFFFFF"/>
                </a:highlight>
                <a:latin typeface="Consolas"/>
                <a:ea typeface="Consolas"/>
                <a:cs typeface="Consolas"/>
                <a:sym typeface="Consolas"/>
              </a:rPr>
              <a:t>);</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1080"/>
                </a:solidFill>
                <a:highlight>
                  <a:srgbClr val="FFFFFF"/>
                </a:highlight>
                <a:latin typeface="Consolas"/>
                <a:ea typeface="Consolas"/>
                <a:cs typeface="Consolas"/>
                <a:sym typeface="Consolas"/>
              </a:rPr>
              <a:t>gate</a:t>
            </a:r>
            <a:r>
              <a:rPr lang="en" sz="1050" dirty="0">
                <a:solidFill>
                  <a:srgbClr val="3B3B3B"/>
                </a:solidFill>
                <a:highlight>
                  <a:srgbClr val="FFFFFF"/>
                </a:highlight>
                <a:latin typeface="Consolas"/>
                <a:ea typeface="Consolas"/>
                <a:cs typeface="Consolas"/>
                <a:sym typeface="Consolas"/>
              </a:rPr>
              <a:t>.</a:t>
            </a:r>
            <a:r>
              <a:rPr lang="en" sz="1050" dirty="0">
                <a:solidFill>
                  <a:srgbClr val="795E26"/>
                </a:solidFill>
                <a:highlight>
                  <a:srgbClr val="FFFFFF"/>
                </a:highlight>
                <a:latin typeface="Consolas"/>
                <a:ea typeface="Consolas"/>
                <a:cs typeface="Consolas"/>
                <a:sym typeface="Consolas"/>
              </a:rPr>
              <a:t>countDown</a:t>
            </a:r>
            <a:r>
              <a:rPr lang="en" sz="1050" dirty="0">
                <a:solidFill>
                  <a:srgbClr val="3B3B3B"/>
                </a:solidFill>
                <a:highlight>
                  <a:srgbClr val="FFFFFF"/>
                </a:highlight>
                <a:latin typeface="Consolas"/>
                <a:ea typeface="Consolas"/>
                <a:cs typeface="Consolas"/>
                <a:sym typeface="Consolas"/>
              </a:rPr>
              <a:t>();</a:t>
            </a:r>
            <a:endParaRPr sz="1050" dirty="0">
              <a:solidFill>
                <a:srgbClr val="008000"/>
              </a:solidFill>
              <a:highlight>
                <a:srgbClr val="FFFFFF"/>
              </a:highlight>
              <a:latin typeface="Consolas"/>
              <a:ea typeface="Consolas"/>
              <a:cs typeface="Consolas"/>
              <a:sym typeface="Consolas"/>
            </a:endParaRPr>
          </a:p>
          <a:p>
            <a:pPr marL="0" lvl="0" indent="0" algn="l" rtl="0">
              <a:lnSpc>
                <a:spcPct val="100000"/>
              </a:lnSpc>
              <a:spcBef>
                <a:spcPts val="0"/>
              </a:spcBef>
              <a:spcAft>
                <a:spcPts val="1600"/>
              </a:spcAft>
              <a:buNone/>
            </a:pPr>
            <a:endParaRPr dirty="0"/>
          </a:p>
        </p:txBody>
      </p:sp>
      <p:sp>
        <p:nvSpPr>
          <p:cNvPr id="664" name="Google Shape;664;p65"/>
          <p:cNvSpPr txBox="1">
            <a:spLocks noGrp="1"/>
          </p:cNvSpPr>
          <p:nvPr>
            <p:ph type="body" idx="3"/>
          </p:nvPr>
        </p:nvSpPr>
        <p:spPr>
          <a:xfrm>
            <a:off x="315425" y="4089650"/>
            <a:ext cx="3706500" cy="808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This example uses a count of 1 but the </a:t>
            </a:r>
            <a:r>
              <a:rPr lang="en" b="1" i="1" dirty="0">
                <a:solidFill>
                  <a:srgbClr val="FF0000"/>
                </a:solidFill>
              </a:rPr>
              <a:t>CountDownLatch </a:t>
            </a:r>
            <a:r>
              <a:rPr lang="en" dirty="0"/>
              <a:t>can start with any count.</a:t>
            </a:r>
            <a:endParaRPr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8"/>
        <p:cNvGrpSpPr/>
        <p:nvPr/>
      </p:nvGrpSpPr>
      <p:grpSpPr>
        <a:xfrm>
          <a:off x="0" y="0"/>
          <a:ext cx="0" cy="0"/>
          <a:chOff x="0" y="0"/>
          <a:chExt cx="0" cy="0"/>
        </a:xfrm>
      </p:grpSpPr>
      <p:sp>
        <p:nvSpPr>
          <p:cNvPr id="669" name="Google Shape;669;p66"/>
          <p:cNvSpPr/>
          <p:nvPr/>
        </p:nvSpPr>
        <p:spPr>
          <a:xfrm rot="10800000">
            <a:off x="5635950" y="1474175"/>
            <a:ext cx="3385200" cy="2839500"/>
          </a:xfrm>
          <a:prstGeom prst="rtTriangle">
            <a:avLst/>
          </a:prstGeom>
          <a:solidFill>
            <a:srgbClr val="6AA84F"/>
          </a:solidFill>
          <a:ln w="9525"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670" name="Google Shape;670;p66"/>
          <p:cNvSpPr txBox="1">
            <a:spLocks noGrp="1"/>
          </p:cNvSpPr>
          <p:nvPr>
            <p:ph type="body" idx="4294967295"/>
          </p:nvPr>
        </p:nvSpPr>
        <p:spPr>
          <a:xfrm>
            <a:off x="6528500" y="1426950"/>
            <a:ext cx="2551500" cy="896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rgbClr val="000000"/>
                </a:solidFill>
                <a:latin typeface="Arial"/>
                <a:ea typeface="Arial"/>
                <a:cs typeface="Arial"/>
                <a:sym typeface="Arial"/>
              </a:rPr>
              <a:t>Imagine the </a:t>
            </a:r>
            <a:r>
              <a:rPr lang="en" b="1" i="1">
                <a:solidFill>
                  <a:srgbClr val="FF0000"/>
                </a:solidFill>
                <a:latin typeface="Arial"/>
                <a:ea typeface="Arial"/>
                <a:cs typeface="Arial"/>
                <a:sym typeface="Arial"/>
              </a:rPr>
              <a:t>CountDownLatch </a:t>
            </a:r>
            <a:r>
              <a:rPr lang="en">
                <a:solidFill>
                  <a:srgbClr val="000000"/>
                </a:solidFill>
                <a:latin typeface="Arial"/>
                <a:ea typeface="Arial"/>
                <a:cs typeface="Arial"/>
                <a:sym typeface="Arial"/>
              </a:rPr>
              <a:t>as a troll guarding the pass to a green meadow. </a:t>
            </a:r>
            <a:endParaRPr>
              <a:solidFill>
                <a:srgbClr val="000000"/>
              </a:solidFill>
              <a:latin typeface="Arial"/>
              <a:ea typeface="Arial"/>
              <a:cs typeface="Arial"/>
              <a:sym typeface="Arial"/>
            </a:endParaRPr>
          </a:p>
        </p:txBody>
      </p:sp>
      <p:sp>
        <p:nvSpPr>
          <p:cNvPr id="671" name="Google Shape;671;p6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Story Time (or how </a:t>
            </a:r>
            <a:r>
              <a:rPr lang="en">
                <a:latin typeface="Courier New"/>
                <a:ea typeface="Courier New"/>
                <a:cs typeface="Courier New"/>
                <a:sym typeface="Courier New"/>
              </a:rPr>
              <a:t>CountDownLatch</a:t>
            </a:r>
            <a:r>
              <a:rPr lang="en"/>
              <a:t> works)</a:t>
            </a:r>
            <a:endParaRPr/>
          </a:p>
        </p:txBody>
      </p:sp>
      <p:sp>
        <p:nvSpPr>
          <p:cNvPr id="672" name="Google Shape;672;p6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35</a:t>
            </a:fld>
            <a:endParaRPr/>
          </a:p>
        </p:txBody>
      </p:sp>
      <p:grpSp>
        <p:nvGrpSpPr>
          <p:cNvPr id="673" name="Google Shape;673;p66"/>
          <p:cNvGrpSpPr/>
          <p:nvPr/>
        </p:nvGrpSpPr>
        <p:grpSpPr>
          <a:xfrm>
            <a:off x="3420088" y="1507775"/>
            <a:ext cx="2303825" cy="1971200"/>
            <a:chOff x="3386250" y="1770500"/>
            <a:chExt cx="2303825" cy="1971200"/>
          </a:xfrm>
        </p:grpSpPr>
        <p:cxnSp>
          <p:nvCxnSpPr>
            <p:cNvPr id="674" name="Google Shape;674;p66"/>
            <p:cNvCxnSpPr/>
            <p:nvPr/>
          </p:nvCxnSpPr>
          <p:spPr>
            <a:xfrm>
              <a:off x="3659075" y="1770500"/>
              <a:ext cx="2031000" cy="1364400"/>
            </a:xfrm>
            <a:prstGeom prst="straightConnector1">
              <a:avLst/>
            </a:prstGeom>
            <a:noFill/>
            <a:ln w="152400" cap="flat" cmpd="sng">
              <a:solidFill>
                <a:srgbClr val="795E26"/>
              </a:solidFill>
              <a:prstDash val="solid"/>
              <a:round/>
              <a:headEnd type="none" w="med" len="med"/>
              <a:tailEnd type="none" w="med" len="med"/>
            </a:ln>
          </p:spPr>
        </p:cxnSp>
        <p:cxnSp>
          <p:nvCxnSpPr>
            <p:cNvPr id="675" name="Google Shape;675;p66"/>
            <p:cNvCxnSpPr/>
            <p:nvPr/>
          </p:nvCxnSpPr>
          <p:spPr>
            <a:xfrm>
              <a:off x="3386250" y="2336375"/>
              <a:ext cx="1930800" cy="1250700"/>
            </a:xfrm>
            <a:prstGeom prst="straightConnector1">
              <a:avLst/>
            </a:prstGeom>
            <a:noFill/>
            <a:ln w="152400" cap="flat" cmpd="sng">
              <a:solidFill>
                <a:srgbClr val="795E26"/>
              </a:solidFill>
              <a:prstDash val="solid"/>
              <a:round/>
              <a:headEnd type="none" w="med" len="med"/>
              <a:tailEnd type="none" w="med" len="med"/>
            </a:ln>
          </p:spPr>
        </p:cxnSp>
        <p:cxnSp>
          <p:nvCxnSpPr>
            <p:cNvPr id="676" name="Google Shape;676;p66"/>
            <p:cNvCxnSpPr/>
            <p:nvPr/>
          </p:nvCxnSpPr>
          <p:spPr>
            <a:xfrm flipH="1">
              <a:off x="4063150" y="2386900"/>
              <a:ext cx="525600" cy="818400"/>
            </a:xfrm>
            <a:prstGeom prst="straightConnector1">
              <a:avLst/>
            </a:prstGeom>
            <a:noFill/>
            <a:ln w="152400" cap="flat" cmpd="sng">
              <a:solidFill>
                <a:srgbClr val="795E26"/>
              </a:solidFill>
              <a:prstDash val="solid"/>
              <a:round/>
              <a:headEnd type="none" w="med" len="med"/>
              <a:tailEnd type="none" w="med" len="med"/>
            </a:ln>
          </p:spPr>
        </p:cxnSp>
        <p:cxnSp>
          <p:nvCxnSpPr>
            <p:cNvPr id="677" name="Google Shape;677;p66"/>
            <p:cNvCxnSpPr/>
            <p:nvPr/>
          </p:nvCxnSpPr>
          <p:spPr>
            <a:xfrm flipH="1">
              <a:off x="4892575" y="2923300"/>
              <a:ext cx="525600" cy="818400"/>
            </a:xfrm>
            <a:prstGeom prst="straightConnector1">
              <a:avLst/>
            </a:prstGeom>
            <a:noFill/>
            <a:ln w="152400" cap="flat" cmpd="sng">
              <a:solidFill>
                <a:srgbClr val="795E26"/>
              </a:solidFill>
              <a:prstDash val="solid"/>
              <a:round/>
              <a:headEnd type="none" w="med" len="med"/>
              <a:tailEnd type="none" w="med" len="med"/>
            </a:ln>
          </p:spPr>
        </p:cxnSp>
      </p:grpSp>
      <p:pic>
        <p:nvPicPr>
          <p:cNvPr id="678" name="Google Shape;678;p66"/>
          <p:cNvPicPr preferRelativeResize="0"/>
          <p:nvPr/>
        </p:nvPicPr>
        <p:blipFill>
          <a:blip r:embed="rId3">
            <a:alphaModFix/>
          </a:blip>
          <a:stretch>
            <a:fillRect/>
          </a:stretch>
        </p:blipFill>
        <p:spPr>
          <a:xfrm>
            <a:off x="4450725" y="1426938"/>
            <a:ext cx="2397175" cy="2638626"/>
          </a:xfrm>
          <a:prstGeom prst="rect">
            <a:avLst/>
          </a:prstGeom>
          <a:noFill/>
          <a:ln>
            <a:noFill/>
          </a:ln>
        </p:spPr>
      </p:pic>
      <p:grpSp>
        <p:nvGrpSpPr>
          <p:cNvPr id="679" name="Google Shape;679;p66"/>
          <p:cNvGrpSpPr/>
          <p:nvPr/>
        </p:nvGrpSpPr>
        <p:grpSpPr>
          <a:xfrm rot="3781804" flipH="1">
            <a:off x="6428110" y="3019319"/>
            <a:ext cx="2303709" cy="1971101"/>
            <a:chOff x="3386250" y="1770500"/>
            <a:chExt cx="2303825" cy="1971200"/>
          </a:xfrm>
        </p:grpSpPr>
        <p:cxnSp>
          <p:nvCxnSpPr>
            <p:cNvPr id="680" name="Google Shape;680;p66"/>
            <p:cNvCxnSpPr/>
            <p:nvPr/>
          </p:nvCxnSpPr>
          <p:spPr>
            <a:xfrm>
              <a:off x="3659075" y="1770500"/>
              <a:ext cx="2031000" cy="1364400"/>
            </a:xfrm>
            <a:prstGeom prst="straightConnector1">
              <a:avLst/>
            </a:prstGeom>
            <a:noFill/>
            <a:ln w="152400" cap="flat" cmpd="sng">
              <a:solidFill>
                <a:srgbClr val="795E26"/>
              </a:solidFill>
              <a:prstDash val="solid"/>
              <a:round/>
              <a:headEnd type="none" w="med" len="med"/>
              <a:tailEnd type="none" w="med" len="med"/>
            </a:ln>
          </p:spPr>
        </p:cxnSp>
        <p:cxnSp>
          <p:nvCxnSpPr>
            <p:cNvPr id="681" name="Google Shape;681;p66"/>
            <p:cNvCxnSpPr/>
            <p:nvPr/>
          </p:nvCxnSpPr>
          <p:spPr>
            <a:xfrm>
              <a:off x="3386250" y="2336375"/>
              <a:ext cx="1930800" cy="1250700"/>
            </a:xfrm>
            <a:prstGeom prst="straightConnector1">
              <a:avLst/>
            </a:prstGeom>
            <a:noFill/>
            <a:ln w="152400" cap="flat" cmpd="sng">
              <a:solidFill>
                <a:srgbClr val="795E26"/>
              </a:solidFill>
              <a:prstDash val="solid"/>
              <a:round/>
              <a:headEnd type="none" w="med" len="med"/>
              <a:tailEnd type="none" w="med" len="med"/>
            </a:ln>
          </p:spPr>
        </p:cxnSp>
        <p:cxnSp>
          <p:nvCxnSpPr>
            <p:cNvPr id="682" name="Google Shape;682;p66"/>
            <p:cNvCxnSpPr/>
            <p:nvPr/>
          </p:nvCxnSpPr>
          <p:spPr>
            <a:xfrm flipH="1">
              <a:off x="4063150" y="2386900"/>
              <a:ext cx="525600" cy="818400"/>
            </a:xfrm>
            <a:prstGeom prst="straightConnector1">
              <a:avLst/>
            </a:prstGeom>
            <a:noFill/>
            <a:ln w="152400" cap="flat" cmpd="sng">
              <a:solidFill>
                <a:srgbClr val="795E26"/>
              </a:solidFill>
              <a:prstDash val="solid"/>
              <a:round/>
              <a:headEnd type="none" w="med" len="med"/>
              <a:tailEnd type="none" w="med" len="med"/>
            </a:ln>
          </p:spPr>
        </p:cxnSp>
        <p:cxnSp>
          <p:nvCxnSpPr>
            <p:cNvPr id="683" name="Google Shape;683;p66"/>
            <p:cNvCxnSpPr/>
            <p:nvPr/>
          </p:nvCxnSpPr>
          <p:spPr>
            <a:xfrm flipH="1">
              <a:off x="4892575" y="2923300"/>
              <a:ext cx="525600" cy="818400"/>
            </a:xfrm>
            <a:prstGeom prst="straightConnector1">
              <a:avLst/>
            </a:prstGeom>
            <a:noFill/>
            <a:ln w="152400" cap="flat" cmpd="sng">
              <a:solidFill>
                <a:srgbClr val="795E26"/>
              </a:solidFill>
              <a:prstDash val="solid"/>
              <a:round/>
              <a:headEnd type="none" w="med" len="med"/>
              <a:tailEnd type="none" w="med" len="med"/>
            </a:ln>
          </p:spPr>
        </p:cxnSp>
      </p:grpSp>
      <p:sp>
        <p:nvSpPr>
          <p:cNvPr id="684" name="Google Shape;684;p66"/>
          <p:cNvSpPr txBox="1"/>
          <p:nvPr/>
        </p:nvSpPr>
        <p:spPr>
          <a:xfrm>
            <a:off x="4517513" y="3963300"/>
            <a:ext cx="2081700" cy="48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rgbClr val="674EA7"/>
                </a:solidFill>
                <a:latin typeface="Merriweather"/>
                <a:ea typeface="Merriweather"/>
                <a:cs typeface="Merriweather"/>
                <a:sym typeface="Merriweather"/>
              </a:rPr>
              <a:t>CountDownLatch (5)</a:t>
            </a:r>
            <a:endParaRPr b="1">
              <a:solidFill>
                <a:srgbClr val="674EA7"/>
              </a:solidFill>
              <a:latin typeface="Merriweather"/>
              <a:ea typeface="Merriweather"/>
              <a:cs typeface="Merriweather"/>
              <a:sym typeface="Merriweather"/>
            </a:endParaRPr>
          </a:p>
        </p:txBody>
      </p:sp>
      <p:sp>
        <p:nvSpPr>
          <p:cNvPr id="685" name="Google Shape;685;p66"/>
          <p:cNvSpPr txBox="1">
            <a:spLocks noGrp="1"/>
          </p:cNvSpPr>
          <p:nvPr>
            <p:ph type="body" idx="4294967295"/>
          </p:nvPr>
        </p:nvSpPr>
        <p:spPr>
          <a:xfrm>
            <a:off x="4559225" y="4367900"/>
            <a:ext cx="1998300" cy="393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rgbClr val="000000"/>
                </a:solidFill>
                <a:latin typeface="Arial"/>
                <a:ea typeface="Arial"/>
                <a:cs typeface="Arial"/>
                <a:sym typeface="Arial"/>
              </a:rPr>
              <a:t>With a strength of </a:t>
            </a:r>
            <a:r>
              <a:rPr lang="en" b="1" i="1">
                <a:solidFill>
                  <a:srgbClr val="FF0000"/>
                </a:solidFill>
                <a:latin typeface="Arial"/>
                <a:ea typeface="Arial"/>
                <a:cs typeface="Arial"/>
                <a:sym typeface="Arial"/>
              </a:rPr>
              <a:t>5</a:t>
            </a:r>
            <a:endParaRPr b="1" i="1">
              <a:solidFill>
                <a:srgbClr val="FF0000"/>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89"/>
        <p:cNvGrpSpPr/>
        <p:nvPr/>
      </p:nvGrpSpPr>
      <p:grpSpPr>
        <a:xfrm>
          <a:off x="0" y="0"/>
          <a:ext cx="0" cy="0"/>
          <a:chOff x="0" y="0"/>
          <a:chExt cx="0" cy="0"/>
        </a:xfrm>
      </p:grpSpPr>
      <p:sp>
        <p:nvSpPr>
          <p:cNvPr id="690" name="Google Shape;690;p67"/>
          <p:cNvSpPr/>
          <p:nvPr/>
        </p:nvSpPr>
        <p:spPr>
          <a:xfrm rot="10800000">
            <a:off x="5635950" y="1474175"/>
            <a:ext cx="3385200" cy="2839500"/>
          </a:xfrm>
          <a:prstGeom prst="rtTriangle">
            <a:avLst/>
          </a:prstGeom>
          <a:solidFill>
            <a:srgbClr val="6AA84F"/>
          </a:solidFill>
          <a:ln w="9525"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691" name="Google Shape;691;p67"/>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Story Time (or how </a:t>
            </a:r>
            <a:r>
              <a:rPr lang="en">
                <a:latin typeface="Courier New"/>
                <a:ea typeface="Courier New"/>
                <a:cs typeface="Courier New"/>
                <a:sym typeface="Courier New"/>
              </a:rPr>
              <a:t>CountDownLatch</a:t>
            </a:r>
            <a:r>
              <a:rPr lang="en"/>
              <a:t> works)</a:t>
            </a:r>
            <a:endParaRPr/>
          </a:p>
        </p:txBody>
      </p:sp>
      <p:sp>
        <p:nvSpPr>
          <p:cNvPr id="692" name="Google Shape;692;p6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36</a:t>
            </a:fld>
            <a:endParaRPr/>
          </a:p>
        </p:txBody>
      </p:sp>
      <p:pic>
        <p:nvPicPr>
          <p:cNvPr id="693" name="Google Shape;693;p67"/>
          <p:cNvPicPr preferRelativeResize="0"/>
          <p:nvPr/>
        </p:nvPicPr>
        <p:blipFill>
          <a:blip r:embed="rId3">
            <a:alphaModFix/>
          </a:blip>
          <a:stretch>
            <a:fillRect/>
          </a:stretch>
        </p:blipFill>
        <p:spPr>
          <a:xfrm flipH="1">
            <a:off x="1738147" y="2783150"/>
            <a:ext cx="1438877" cy="1423898"/>
          </a:xfrm>
          <a:prstGeom prst="rect">
            <a:avLst/>
          </a:prstGeom>
          <a:noFill/>
          <a:ln>
            <a:noFill/>
          </a:ln>
        </p:spPr>
      </p:pic>
      <p:grpSp>
        <p:nvGrpSpPr>
          <p:cNvPr id="694" name="Google Shape;694;p67"/>
          <p:cNvGrpSpPr/>
          <p:nvPr/>
        </p:nvGrpSpPr>
        <p:grpSpPr>
          <a:xfrm>
            <a:off x="3420088" y="1507775"/>
            <a:ext cx="2303825" cy="1971200"/>
            <a:chOff x="3386250" y="1770500"/>
            <a:chExt cx="2303825" cy="1971200"/>
          </a:xfrm>
        </p:grpSpPr>
        <p:cxnSp>
          <p:nvCxnSpPr>
            <p:cNvPr id="695" name="Google Shape;695;p67"/>
            <p:cNvCxnSpPr/>
            <p:nvPr/>
          </p:nvCxnSpPr>
          <p:spPr>
            <a:xfrm>
              <a:off x="3659075" y="1770500"/>
              <a:ext cx="2031000" cy="1364400"/>
            </a:xfrm>
            <a:prstGeom prst="straightConnector1">
              <a:avLst/>
            </a:prstGeom>
            <a:noFill/>
            <a:ln w="152400" cap="flat" cmpd="sng">
              <a:solidFill>
                <a:srgbClr val="795E26"/>
              </a:solidFill>
              <a:prstDash val="solid"/>
              <a:round/>
              <a:headEnd type="none" w="med" len="med"/>
              <a:tailEnd type="none" w="med" len="med"/>
            </a:ln>
          </p:spPr>
        </p:cxnSp>
        <p:cxnSp>
          <p:nvCxnSpPr>
            <p:cNvPr id="696" name="Google Shape;696;p67"/>
            <p:cNvCxnSpPr/>
            <p:nvPr/>
          </p:nvCxnSpPr>
          <p:spPr>
            <a:xfrm>
              <a:off x="3386250" y="2336375"/>
              <a:ext cx="1930800" cy="1250700"/>
            </a:xfrm>
            <a:prstGeom prst="straightConnector1">
              <a:avLst/>
            </a:prstGeom>
            <a:noFill/>
            <a:ln w="152400" cap="flat" cmpd="sng">
              <a:solidFill>
                <a:srgbClr val="795E26"/>
              </a:solidFill>
              <a:prstDash val="solid"/>
              <a:round/>
              <a:headEnd type="none" w="med" len="med"/>
              <a:tailEnd type="none" w="med" len="med"/>
            </a:ln>
          </p:spPr>
        </p:cxnSp>
        <p:cxnSp>
          <p:nvCxnSpPr>
            <p:cNvPr id="697" name="Google Shape;697;p67"/>
            <p:cNvCxnSpPr/>
            <p:nvPr/>
          </p:nvCxnSpPr>
          <p:spPr>
            <a:xfrm flipH="1">
              <a:off x="4063150" y="2386900"/>
              <a:ext cx="525600" cy="818400"/>
            </a:xfrm>
            <a:prstGeom prst="straightConnector1">
              <a:avLst/>
            </a:prstGeom>
            <a:noFill/>
            <a:ln w="152400" cap="flat" cmpd="sng">
              <a:solidFill>
                <a:srgbClr val="795E26"/>
              </a:solidFill>
              <a:prstDash val="solid"/>
              <a:round/>
              <a:headEnd type="none" w="med" len="med"/>
              <a:tailEnd type="none" w="med" len="med"/>
            </a:ln>
          </p:spPr>
        </p:cxnSp>
        <p:cxnSp>
          <p:nvCxnSpPr>
            <p:cNvPr id="698" name="Google Shape;698;p67"/>
            <p:cNvCxnSpPr/>
            <p:nvPr/>
          </p:nvCxnSpPr>
          <p:spPr>
            <a:xfrm flipH="1">
              <a:off x="4892575" y="2923300"/>
              <a:ext cx="525600" cy="818400"/>
            </a:xfrm>
            <a:prstGeom prst="straightConnector1">
              <a:avLst/>
            </a:prstGeom>
            <a:noFill/>
            <a:ln w="152400" cap="flat" cmpd="sng">
              <a:solidFill>
                <a:srgbClr val="795E26"/>
              </a:solidFill>
              <a:prstDash val="solid"/>
              <a:round/>
              <a:headEnd type="none" w="med" len="med"/>
              <a:tailEnd type="none" w="med" len="med"/>
            </a:ln>
          </p:spPr>
        </p:cxnSp>
      </p:grpSp>
      <p:pic>
        <p:nvPicPr>
          <p:cNvPr id="699" name="Google Shape;699;p67"/>
          <p:cNvPicPr preferRelativeResize="0"/>
          <p:nvPr/>
        </p:nvPicPr>
        <p:blipFill>
          <a:blip r:embed="rId4">
            <a:alphaModFix/>
          </a:blip>
          <a:stretch>
            <a:fillRect/>
          </a:stretch>
        </p:blipFill>
        <p:spPr>
          <a:xfrm>
            <a:off x="4450725" y="1426938"/>
            <a:ext cx="2397175" cy="2638626"/>
          </a:xfrm>
          <a:prstGeom prst="rect">
            <a:avLst/>
          </a:prstGeom>
          <a:noFill/>
          <a:ln>
            <a:noFill/>
          </a:ln>
        </p:spPr>
      </p:pic>
      <p:grpSp>
        <p:nvGrpSpPr>
          <p:cNvPr id="700" name="Google Shape;700;p67"/>
          <p:cNvGrpSpPr/>
          <p:nvPr/>
        </p:nvGrpSpPr>
        <p:grpSpPr>
          <a:xfrm rot="3781804" flipH="1">
            <a:off x="6428110" y="3019319"/>
            <a:ext cx="2303709" cy="1971101"/>
            <a:chOff x="3386250" y="1770500"/>
            <a:chExt cx="2303825" cy="1971200"/>
          </a:xfrm>
        </p:grpSpPr>
        <p:cxnSp>
          <p:nvCxnSpPr>
            <p:cNvPr id="701" name="Google Shape;701;p67"/>
            <p:cNvCxnSpPr/>
            <p:nvPr/>
          </p:nvCxnSpPr>
          <p:spPr>
            <a:xfrm>
              <a:off x="3659075" y="1770500"/>
              <a:ext cx="2031000" cy="1364400"/>
            </a:xfrm>
            <a:prstGeom prst="straightConnector1">
              <a:avLst/>
            </a:prstGeom>
            <a:noFill/>
            <a:ln w="152400" cap="flat" cmpd="sng">
              <a:solidFill>
                <a:srgbClr val="795E26"/>
              </a:solidFill>
              <a:prstDash val="solid"/>
              <a:round/>
              <a:headEnd type="none" w="med" len="med"/>
              <a:tailEnd type="none" w="med" len="med"/>
            </a:ln>
          </p:spPr>
        </p:cxnSp>
        <p:cxnSp>
          <p:nvCxnSpPr>
            <p:cNvPr id="702" name="Google Shape;702;p67"/>
            <p:cNvCxnSpPr/>
            <p:nvPr/>
          </p:nvCxnSpPr>
          <p:spPr>
            <a:xfrm>
              <a:off x="3386250" y="2336375"/>
              <a:ext cx="1930800" cy="1250700"/>
            </a:xfrm>
            <a:prstGeom prst="straightConnector1">
              <a:avLst/>
            </a:prstGeom>
            <a:noFill/>
            <a:ln w="152400" cap="flat" cmpd="sng">
              <a:solidFill>
                <a:srgbClr val="795E26"/>
              </a:solidFill>
              <a:prstDash val="solid"/>
              <a:round/>
              <a:headEnd type="none" w="med" len="med"/>
              <a:tailEnd type="none" w="med" len="med"/>
            </a:ln>
          </p:spPr>
        </p:cxnSp>
        <p:cxnSp>
          <p:nvCxnSpPr>
            <p:cNvPr id="703" name="Google Shape;703;p67"/>
            <p:cNvCxnSpPr/>
            <p:nvPr/>
          </p:nvCxnSpPr>
          <p:spPr>
            <a:xfrm flipH="1">
              <a:off x="4063150" y="2386900"/>
              <a:ext cx="525600" cy="818400"/>
            </a:xfrm>
            <a:prstGeom prst="straightConnector1">
              <a:avLst/>
            </a:prstGeom>
            <a:noFill/>
            <a:ln w="152400" cap="flat" cmpd="sng">
              <a:solidFill>
                <a:srgbClr val="795E26"/>
              </a:solidFill>
              <a:prstDash val="solid"/>
              <a:round/>
              <a:headEnd type="none" w="med" len="med"/>
              <a:tailEnd type="none" w="med" len="med"/>
            </a:ln>
          </p:spPr>
        </p:cxnSp>
        <p:cxnSp>
          <p:nvCxnSpPr>
            <p:cNvPr id="704" name="Google Shape;704;p67"/>
            <p:cNvCxnSpPr/>
            <p:nvPr/>
          </p:nvCxnSpPr>
          <p:spPr>
            <a:xfrm flipH="1">
              <a:off x="4892575" y="2923300"/>
              <a:ext cx="525600" cy="818400"/>
            </a:xfrm>
            <a:prstGeom prst="straightConnector1">
              <a:avLst/>
            </a:prstGeom>
            <a:noFill/>
            <a:ln w="152400" cap="flat" cmpd="sng">
              <a:solidFill>
                <a:srgbClr val="795E26"/>
              </a:solidFill>
              <a:prstDash val="solid"/>
              <a:round/>
              <a:headEnd type="none" w="med" len="med"/>
              <a:tailEnd type="none" w="med" len="med"/>
            </a:ln>
          </p:spPr>
        </p:cxnSp>
      </p:grpSp>
      <p:sp>
        <p:nvSpPr>
          <p:cNvPr id="705" name="Google Shape;705;p67"/>
          <p:cNvSpPr txBox="1"/>
          <p:nvPr/>
        </p:nvSpPr>
        <p:spPr>
          <a:xfrm>
            <a:off x="4517513" y="3963300"/>
            <a:ext cx="2081700" cy="48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rgbClr val="674EA7"/>
                </a:solidFill>
                <a:latin typeface="Merriweather"/>
                <a:ea typeface="Merriweather"/>
                <a:cs typeface="Merriweather"/>
                <a:sym typeface="Merriweather"/>
              </a:rPr>
              <a:t>CountdownLatch (5)</a:t>
            </a:r>
            <a:endParaRPr b="1">
              <a:solidFill>
                <a:srgbClr val="674EA7"/>
              </a:solidFill>
              <a:latin typeface="Merriweather"/>
              <a:ea typeface="Merriweather"/>
              <a:cs typeface="Merriweather"/>
              <a:sym typeface="Merriweather"/>
            </a:endParaRPr>
          </a:p>
        </p:txBody>
      </p:sp>
      <p:sp>
        <p:nvSpPr>
          <p:cNvPr id="706" name="Google Shape;706;p67"/>
          <p:cNvSpPr/>
          <p:nvPr/>
        </p:nvSpPr>
        <p:spPr>
          <a:xfrm>
            <a:off x="2315100" y="2265650"/>
            <a:ext cx="1344000" cy="623700"/>
          </a:xfrm>
          <a:prstGeom prst="wedgeEllipseCallout">
            <a:avLst>
              <a:gd name="adj1" fmla="val -20833"/>
              <a:gd name="adj2" fmla="val 62500"/>
            </a:avLst>
          </a:prstGeom>
          <a:noFill/>
          <a:ln w="19050" cap="flat" cmpd="sng">
            <a:solidFill>
              <a:srgbClr val="795E2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aveat"/>
                <a:ea typeface="Caveat"/>
                <a:cs typeface="Caveat"/>
                <a:sym typeface="Caveat"/>
              </a:rPr>
              <a:t>Can I pass?</a:t>
            </a:r>
            <a:endParaRPr>
              <a:solidFill>
                <a:schemeClr val="dk1"/>
              </a:solidFill>
              <a:latin typeface="Caveat"/>
              <a:ea typeface="Caveat"/>
              <a:cs typeface="Caveat"/>
              <a:sym typeface="Caveat"/>
            </a:endParaRPr>
          </a:p>
        </p:txBody>
      </p:sp>
      <p:sp>
        <p:nvSpPr>
          <p:cNvPr id="707" name="Google Shape;707;p67"/>
          <p:cNvSpPr/>
          <p:nvPr/>
        </p:nvSpPr>
        <p:spPr>
          <a:xfrm>
            <a:off x="6267025" y="1255950"/>
            <a:ext cx="1090500" cy="676200"/>
          </a:xfrm>
          <a:prstGeom prst="wedgeEllipseCallout">
            <a:avLst>
              <a:gd name="adj1" fmla="val -68106"/>
              <a:gd name="adj2" fmla="val 35738"/>
            </a:avLst>
          </a:prstGeom>
          <a:solidFill>
            <a:schemeClr val="lt1"/>
          </a:solidFill>
          <a:ln w="19050" cap="flat" cmpd="sng">
            <a:solidFill>
              <a:srgbClr val="674EA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351C75"/>
                </a:solidFill>
                <a:latin typeface="Impact"/>
                <a:ea typeface="Impact"/>
                <a:cs typeface="Impact"/>
                <a:sym typeface="Impact"/>
              </a:rPr>
              <a:t>NO!</a:t>
            </a:r>
            <a:endParaRPr sz="1900">
              <a:solidFill>
                <a:srgbClr val="351C75"/>
              </a:solidFill>
              <a:latin typeface="Impact"/>
              <a:ea typeface="Impact"/>
              <a:cs typeface="Impact"/>
              <a:sym typeface="Impact"/>
            </a:endParaRPr>
          </a:p>
        </p:txBody>
      </p:sp>
      <p:sp>
        <p:nvSpPr>
          <p:cNvPr id="708" name="Google Shape;708;p67"/>
          <p:cNvSpPr txBox="1">
            <a:spLocks noGrp="1"/>
          </p:cNvSpPr>
          <p:nvPr>
            <p:ph type="body" idx="4294967295"/>
          </p:nvPr>
        </p:nvSpPr>
        <p:spPr>
          <a:xfrm>
            <a:off x="1249300" y="4207050"/>
            <a:ext cx="2170800" cy="393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rgbClr val="000000"/>
                </a:solidFill>
                <a:latin typeface="Arial"/>
                <a:ea typeface="Arial"/>
                <a:cs typeface="Arial"/>
                <a:sym typeface="Arial"/>
              </a:rPr>
              <a:t>Goats have a strength of </a:t>
            </a:r>
            <a:r>
              <a:rPr lang="en" b="1" i="1">
                <a:solidFill>
                  <a:srgbClr val="FF0000"/>
                </a:solidFill>
                <a:latin typeface="Arial"/>
                <a:ea typeface="Arial"/>
                <a:cs typeface="Arial"/>
                <a:sym typeface="Arial"/>
              </a:rPr>
              <a:t>1</a:t>
            </a:r>
            <a:endParaRPr b="1" i="1">
              <a:solidFill>
                <a:srgbClr val="FF0000"/>
              </a:solidFill>
              <a:latin typeface="Arial"/>
              <a:ea typeface="Arial"/>
              <a:cs typeface="Arial"/>
              <a:sym typeface="Arial"/>
            </a:endParaRPr>
          </a:p>
        </p:txBody>
      </p:sp>
      <p:sp>
        <p:nvSpPr>
          <p:cNvPr id="709" name="Google Shape;709;p67"/>
          <p:cNvSpPr txBox="1">
            <a:spLocks noGrp="1"/>
          </p:cNvSpPr>
          <p:nvPr>
            <p:ph type="body" idx="4294967295"/>
          </p:nvPr>
        </p:nvSpPr>
        <p:spPr>
          <a:xfrm>
            <a:off x="199200" y="1426957"/>
            <a:ext cx="2917200" cy="623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rgbClr val="000000"/>
                </a:solidFill>
                <a:latin typeface="Arial"/>
                <a:ea typeface="Arial"/>
                <a:cs typeface="Arial"/>
                <a:sym typeface="Arial"/>
              </a:rPr>
              <a:t>Goats trying to get to the meadow need to get past the troll.</a:t>
            </a:r>
            <a:endParaRPr b="1" i="1">
              <a:solidFill>
                <a:srgbClr val="FF0000"/>
              </a:solidFill>
              <a:latin typeface="Arial"/>
              <a:ea typeface="Arial"/>
              <a:cs typeface="Arial"/>
              <a:sym typeface="Arial"/>
            </a:endParaRPr>
          </a:p>
        </p:txBody>
      </p:sp>
    </p:spTree>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13"/>
        <p:cNvGrpSpPr/>
        <p:nvPr/>
      </p:nvGrpSpPr>
      <p:grpSpPr>
        <a:xfrm>
          <a:off x="0" y="0"/>
          <a:ext cx="0" cy="0"/>
          <a:chOff x="0" y="0"/>
          <a:chExt cx="0" cy="0"/>
        </a:xfrm>
      </p:grpSpPr>
      <p:sp>
        <p:nvSpPr>
          <p:cNvPr id="714" name="Google Shape;714;p68"/>
          <p:cNvSpPr/>
          <p:nvPr/>
        </p:nvSpPr>
        <p:spPr>
          <a:xfrm rot="10800000">
            <a:off x="5635950" y="1474175"/>
            <a:ext cx="3385200" cy="2839500"/>
          </a:xfrm>
          <a:prstGeom prst="rtTriangle">
            <a:avLst/>
          </a:prstGeom>
          <a:solidFill>
            <a:srgbClr val="6AA84F"/>
          </a:solidFill>
          <a:ln w="9525"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715" name="Google Shape;715;p68"/>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Story Time (or how </a:t>
            </a:r>
            <a:r>
              <a:rPr lang="en">
                <a:latin typeface="Courier New"/>
                <a:ea typeface="Courier New"/>
                <a:cs typeface="Courier New"/>
                <a:sym typeface="Courier New"/>
              </a:rPr>
              <a:t>CountDownLatch</a:t>
            </a:r>
            <a:r>
              <a:rPr lang="en"/>
              <a:t> works)</a:t>
            </a:r>
            <a:endParaRPr/>
          </a:p>
        </p:txBody>
      </p:sp>
      <p:sp>
        <p:nvSpPr>
          <p:cNvPr id="716" name="Google Shape;716;p6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37</a:t>
            </a:fld>
            <a:endParaRPr/>
          </a:p>
        </p:txBody>
      </p:sp>
      <p:pic>
        <p:nvPicPr>
          <p:cNvPr id="717" name="Google Shape;717;p68"/>
          <p:cNvPicPr preferRelativeResize="0"/>
          <p:nvPr/>
        </p:nvPicPr>
        <p:blipFill>
          <a:blip r:embed="rId3">
            <a:alphaModFix/>
          </a:blip>
          <a:stretch>
            <a:fillRect/>
          </a:stretch>
        </p:blipFill>
        <p:spPr>
          <a:xfrm flipH="1">
            <a:off x="1738147" y="2783150"/>
            <a:ext cx="1438877" cy="1423898"/>
          </a:xfrm>
          <a:prstGeom prst="rect">
            <a:avLst/>
          </a:prstGeom>
          <a:noFill/>
          <a:ln>
            <a:noFill/>
          </a:ln>
        </p:spPr>
      </p:pic>
      <p:grpSp>
        <p:nvGrpSpPr>
          <p:cNvPr id="718" name="Google Shape;718;p68"/>
          <p:cNvGrpSpPr/>
          <p:nvPr/>
        </p:nvGrpSpPr>
        <p:grpSpPr>
          <a:xfrm>
            <a:off x="3420088" y="1507775"/>
            <a:ext cx="2303825" cy="1971200"/>
            <a:chOff x="3386250" y="1770500"/>
            <a:chExt cx="2303825" cy="1971200"/>
          </a:xfrm>
        </p:grpSpPr>
        <p:cxnSp>
          <p:nvCxnSpPr>
            <p:cNvPr id="719" name="Google Shape;719;p68"/>
            <p:cNvCxnSpPr/>
            <p:nvPr/>
          </p:nvCxnSpPr>
          <p:spPr>
            <a:xfrm>
              <a:off x="3659075" y="1770500"/>
              <a:ext cx="2031000" cy="1364400"/>
            </a:xfrm>
            <a:prstGeom prst="straightConnector1">
              <a:avLst/>
            </a:prstGeom>
            <a:noFill/>
            <a:ln w="152400" cap="flat" cmpd="sng">
              <a:solidFill>
                <a:srgbClr val="795E26"/>
              </a:solidFill>
              <a:prstDash val="solid"/>
              <a:round/>
              <a:headEnd type="none" w="med" len="med"/>
              <a:tailEnd type="none" w="med" len="med"/>
            </a:ln>
          </p:spPr>
        </p:cxnSp>
        <p:cxnSp>
          <p:nvCxnSpPr>
            <p:cNvPr id="720" name="Google Shape;720;p68"/>
            <p:cNvCxnSpPr/>
            <p:nvPr/>
          </p:nvCxnSpPr>
          <p:spPr>
            <a:xfrm>
              <a:off x="3386250" y="2336375"/>
              <a:ext cx="1930800" cy="1250700"/>
            </a:xfrm>
            <a:prstGeom prst="straightConnector1">
              <a:avLst/>
            </a:prstGeom>
            <a:noFill/>
            <a:ln w="152400" cap="flat" cmpd="sng">
              <a:solidFill>
                <a:srgbClr val="795E26"/>
              </a:solidFill>
              <a:prstDash val="solid"/>
              <a:round/>
              <a:headEnd type="none" w="med" len="med"/>
              <a:tailEnd type="none" w="med" len="med"/>
            </a:ln>
          </p:spPr>
        </p:cxnSp>
        <p:cxnSp>
          <p:nvCxnSpPr>
            <p:cNvPr id="721" name="Google Shape;721;p68"/>
            <p:cNvCxnSpPr/>
            <p:nvPr/>
          </p:nvCxnSpPr>
          <p:spPr>
            <a:xfrm flipH="1">
              <a:off x="4063150" y="2386900"/>
              <a:ext cx="525600" cy="818400"/>
            </a:xfrm>
            <a:prstGeom prst="straightConnector1">
              <a:avLst/>
            </a:prstGeom>
            <a:noFill/>
            <a:ln w="152400" cap="flat" cmpd="sng">
              <a:solidFill>
                <a:srgbClr val="795E26"/>
              </a:solidFill>
              <a:prstDash val="solid"/>
              <a:round/>
              <a:headEnd type="none" w="med" len="med"/>
              <a:tailEnd type="none" w="med" len="med"/>
            </a:ln>
          </p:spPr>
        </p:cxnSp>
        <p:cxnSp>
          <p:nvCxnSpPr>
            <p:cNvPr id="722" name="Google Shape;722;p68"/>
            <p:cNvCxnSpPr/>
            <p:nvPr/>
          </p:nvCxnSpPr>
          <p:spPr>
            <a:xfrm flipH="1">
              <a:off x="4892575" y="2923300"/>
              <a:ext cx="525600" cy="818400"/>
            </a:xfrm>
            <a:prstGeom prst="straightConnector1">
              <a:avLst/>
            </a:prstGeom>
            <a:noFill/>
            <a:ln w="152400" cap="flat" cmpd="sng">
              <a:solidFill>
                <a:srgbClr val="795E26"/>
              </a:solidFill>
              <a:prstDash val="solid"/>
              <a:round/>
              <a:headEnd type="none" w="med" len="med"/>
              <a:tailEnd type="none" w="med" len="med"/>
            </a:ln>
          </p:spPr>
        </p:cxnSp>
      </p:grpSp>
      <p:grpSp>
        <p:nvGrpSpPr>
          <p:cNvPr id="723" name="Google Shape;723;p68"/>
          <p:cNvGrpSpPr/>
          <p:nvPr/>
        </p:nvGrpSpPr>
        <p:grpSpPr>
          <a:xfrm rot="3781804" flipH="1">
            <a:off x="6428110" y="3019319"/>
            <a:ext cx="2303709" cy="1971101"/>
            <a:chOff x="3386250" y="1770500"/>
            <a:chExt cx="2303825" cy="1971200"/>
          </a:xfrm>
        </p:grpSpPr>
        <p:cxnSp>
          <p:nvCxnSpPr>
            <p:cNvPr id="724" name="Google Shape;724;p68"/>
            <p:cNvCxnSpPr/>
            <p:nvPr/>
          </p:nvCxnSpPr>
          <p:spPr>
            <a:xfrm>
              <a:off x="3659075" y="1770500"/>
              <a:ext cx="2031000" cy="1364400"/>
            </a:xfrm>
            <a:prstGeom prst="straightConnector1">
              <a:avLst/>
            </a:prstGeom>
            <a:noFill/>
            <a:ln w="152400" cap="flat" cmpd="sng">
              <a:solidFill>
                <a:srgbClr val="795E26"/>
              </a:solidFill>
              <a:prstDash val="solid"/>
              <a:round/>
              <a:headEnd type="none" w="med" len="med"/>
              <a:tailEnd type="none" w="med" len="med"/>
            </a:ln>
          </p:spPr>
        </p:cxnSp>
        <p:cxnSp>
          <p:nvCxnSpPr>
            <p:cNvPr id="725" name="Google Shape;725;p68"/>
            <p:cNvCxnSpPr/>
            <p:nvPr/>
          </p:nvCxnSpPr>
          <p:spPr>
            <a:xfrm>
              <a:off x="3386250" y="2336375"/>
              <a:ext cx="1930800" cy="1250700"/>
            </a:xfrm>
            <a:prstGeom prst="straightConnector1">
              <a:avLst/>
            </a:prstGeom>
            <a:noFill/>
            <a:ln w="152400" cap="flat" cmpd="sng">
              <a:solidFill>
                <a:srgbClr val="795E26"/>
              </a:solidFill>
              <a:prstDash val="solid"/>
              <a:round/>
              <a:headEnd type="none" w="med" len="med"/>
              <a:tailEnd type="none" w="med" len="med"/>
            </a:ln>
          </p:spPr>
        </p:cxnSp>
        <p:cxnSp>
          <p:nvCxnSpPr>
            <p:cNvPr id="726" name="Google Shape;726;p68"/>
            <p:cNvCxnSpPr/>
            <p:nvPr/>
          </p:nvCxnSpPr>
          <p:spPr>
            <a:xfrm flipH="1">
              <a:off x="4063150" y="2386900"/>
              <a:ext cx="525600" cy="818400"/>
            </a:xfrm>
            <a:prstGeom prst="straightConnector1">
              <a:avLst/>
            </a:prstGeom>
            <a:noFill/>
            <a:ln w="152400" cap="flat" cmpd="sng">
              <a:solidFill>
                <a:srgbClr val="795E26"/>
              </a:solidFill>
              <a:prstDash val="solid"/>
              <a:round/>
              <a:headEnd type="none" w="med" len="med"/>
              <a:tailEnd type="none" w="med" len="med"/>
            </a:ln>
          </p:spPr>
        </p:cxnSp>
        <p:cxnSp>
          <p:nvCxnSpPr>
            <p:cNvPr id="727" name="Google Shape;727;p68"/>
            <p:cNvCxnSpPr/>
            <p:nvPr/>
          </p:nvCxnSpPr>
          <p:spPr>
            <a:xfrm flipH="1">
              <a:off x="4892575" y="2923300"/>
              <a:ext cx="525600" cy="818400"/>
            </a:xfrm>
            <a:prstGeom prst="straightConnector1">
              <a:avLst/>
            </a:prstGeom>
            <a:noFill/>
            <a:ln w="152400" cap="flat" cmpd="sng">
              <a:solidFill>
                <a:srgbClr val="795E26"/>
              </a:solidFill>
              <a:prstDash val="solid"/>
              <a:round/>
              <a:headEnd type="none" w="med" len="med"/>
              <a:tailEnd type="none" w="med" len="med"/>
            </a:ln>
          </p:spPr>
        </p:cxnSp>
      </p:grpSp>
      <p:sp>
        <p:nvSpPr>
          <p:cNvPr id="728" name="Google Shape;728;p68"/>
          <p:cNvSpPr txBox="1"/>
          <p:nvPr/>
        </p:nvSpPr>
        <p:spPr>
          <a:xfrm>
            <a:off x="4517513" y="3963300"/>
            <a:ext cx="2081700" cy="48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674EA7"/>
                </a:solidFill>
                <a:latin typeface="Merriweather"/>
                <a:ea typeface="Merriweather"/>
                <a:cs typeface="Merriweather"/>
                <a:sym typeface="Merriweather"/>
              </a:rPr>
              <a:t>CountDown()</a:t>
            </a:r>
            <a:endParaRPr b="1">
              <a:solidFill>
                <a:srgbClr val="674EA7"/>
              </a:solidFill>
              <a:latin typeface="Merriweather"/>
              <a:ea typeface="Merriweather"/>
              <a:cs typeface="Merriweather"/>
              <a:sym typeface="Merriweather"/>
            </a:endParaRPr>
          </a:p>
        </p:txBody>
      </p:sp>
      <p:sp>
        <p:nvSpPr>
          <p:cNvPr id="729" name="Google Shape;729;p68"/>
          <p:cNvSpPr/>
          <p:nvPr/>
        </p:nvSpPr>
        <p:spPr>
          <a:xfrm>
            <a:off x="2315100" y="2265650"/>
            <a:ext cx="1344000" cy="623700"/>
          </a:xfrm>
          <a:prstGeom prst="wedgeEllipseCallout">
            <a:avLst>
              <a:gd name="adj1" fmla="val -20833"/>
              <a:gd name="adj2" fmla="val 62500"/>
            </a:avLst>
          </a:prstGeom>
          <a:noFill/>
          <a:ln w="19050" cap="flat" cmpd="sng">
            <a:solidFill>
              <a:srgbClr val="795E2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aveat"/>
                <a:ea typeface="Caveat"/>
                <a:cs typeface="Caveat"/>
                <a:sym typeface="Caveat"/>
              </a:rPr>
              <a:t>waiting zzz…</a:t>
            </a:r>
            <a:endParaRPr>
              <a:solidFill>
                <a:schemeClr val="dk1"/>
              </a:solidFill>
              <a:latin typeface="Caveat"/>
              <a:ea typeface="Caveat"/>
              <a:cs typeface="Caveat"/>
              <a:sym typeface="Caveat"/>
            </a:endParaRPr>
          </a:p>
        </p:txBody>
      </p:sp>
      <p:sp>
        <p:nvSpPr>
          <p:cNvPr id="730" name="Google Shape;730;p68"/>
          <p:cNvSpPr txBox="1">
            <a:spLocks noGrp="1"/>
          </p:cNvSpPr>
          <p:nvPr>
            <p:ph type="body" idx="4294967295"/>
          </p:nvPr>
        </p:nvSpPr>
        <p:spPr>
          <a:xfrm>
            <a:off x="199200" y="1426957"/>
            <a:ext cx="2917200" cy="623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rgbClr val="000000"/>
                </a:solidFill>
                <a:latin typeface="Arial"/>
                <a:ea typeface="Arial"/>
                <a:cs typeface="Arial"/>
                <a:sym typeface="Arial"/>
              </a:rPr>
              <a:t>One goat isn't strong enough, so it will have to wait for more goats.</a:t>
            </a:r>
            <a:endParaRPr b="1" i="1">
              <a:solidFill>
                <a:srgbClr val="FF0000"/>
              </a:solidFill>
              <a:latin typeface="Arial"/>
              <a:ea typeface="Arial"/>
              <a:cs typeface="Arial"/>
              <a:sym typeface="Arial"/>
            </a:endParaRPr>
          </a:p>
        </p:txBody>
      </p:sp>
      <p:sp>
        <p:nvSpPr>
          <p:cNvPr id="731" name="Google Shape;731;p68"/>
          <p:cNvSpPr txBox="1"/>
          <p:nvPr/>
        </p:nvSpPr>
        <p:spPr>
          <a:xfrm>
            <a:off x="1586025" y="4139075"/>
            <a:ext cx="1477500" cy="48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674EA7"/>
                </a:solidFill>
                <a:latin typeface="Merriweather"/>
                <a:ea typeface="Merriweather"/>
                <a:cs typeface="Merriweather"/>
                <a:sym typeface="Merriweather"/>
              </a:rPr>
              <a:t>await()</a:t>
            </a:r>
            <a:endParaRPr b="1">
              <a:solidFill>
                <a:srgbClr val="674EA7"/>
              </a:solidFill>
              <a:latin typeface="Merriweather"/>
              <a:ea typeface="Merriweather"/>
              <a:cs typeface="Merriweather"/>
              <a:sym typeface="Merriweather"/>
            </a:endParaRPr>
          </a:p>
        </p:txBody>
      </p:sp>
      <p:sp>
        <p:nvSpPr>
          <p:cNvPr id="732" name="Google Shape;732;p68"/>
          <p:cNvSpPr/>
          <p:nvPr/>
        </p:nvSpPr>
        <p:spPr>
          <a:xfrm>
            <a:off x="6267025" y="1255950"/>
            <a:ext cx="1090500" cy="676200"/>
          </a:xfrm>
          <a:prstGeom prst="wedgeEllipseCallout">
            <a:avLst>
              <a:gd name="adj1" fmla="val -68106"/>
              <a:gd name="adj2" fmla="val 35738"/>
            </a:avLst>
          </a:prstGeom>
          <a:solidFill>
            <a:schemeClr val="lt1"/>
          </a:solidFill>
          <a:ln w="19050" cap="flat" cmpd="sng">
            <a:solidFill>
              <a:srgbClr val="674EA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351C75"/>
                </a:solidFill>
                <a:latin typeface="Impact"/>
                <a:ea typeface="Impact"/>
                <a:cs typeface="Impact"/>
                <a:sym typeface="Impact"/>
              </a:rPr>
              <a:t>4</a:t>
            </a:r>
            <a:endParaRPr sz="1900">
              <a:solidFill>
                <a:srgbClr val="351C75"/>
              </a:solidFill>
              <a:latin typeface="Impact"/>
              <a:ea typeface="Impact"/>
              <a:cs typeface="Impact"/>
              <a:sym typeface="Impact"/>
            </a:endParaRPr>
          </a:p>
        </p:txBody>
      </p:sp>
      <p:sp>
        <p:nvSpPr>
          <p:cNvPr id="733" name="Google Shape;733;p68"/>
          <p:cNvSpPr txBox="1">
            <a:spLocks noGrp="1"/>
          </p:cNvSpPr>
          <p:nvPr>
            <p:ph type="body" idx="4294967295"/>
          </p:nvPr>
        </p:nvSpPr>
        <p:spPr>
          <a:xfrm>
            <a:off x="6671325" y="2181525"/>
            <a:ext cx="2397300" cy="623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rgbClr val="000000"/>
                </a:solidFill>
                <a:latin typeface="Arial"/>
                <a:ea typeface="Arial"/>
                <a:cs typeface="Arial"/>
                <a:sym typeface="Arial"/>
              </a:rPr>
              <a:t>Each time a goat shows up the troll </a:t>
            </a:r>
            <a:r>
              <a:rPr lang="en" b="1" i="1">
                <a:solidFill>
                  <a:srgbClr val="FF0000"/>
                </a:solidFill>
                <a:latin typeface="Arial"/>
                <a:ea typeface="Arial"/>
                <a:cs typeface="Arial"/>
                <a:sym typeface="Arial"/>
              </a:rPr>
              <a:t>counts down</a:t>
            </a:r>
            <a:r>
              <a:rPr lang="en">
                <a:solidFill>
                  <a:srgbClr val="000000"/>
                </a:solidFill>
                <a:latin typeface="Arial"/>
                <a:ea typeface="Arial"/>
                <a:cs typeface="Arial"/>
                <a:sym typeface="Arial"/>
              </a:rPr>
              <a:t>.</a:t>
            </a:r>
            <a:endParaRPr b="1" i="1">
              <a:solidFill>
                <a:srgbClr val="FF0000"/>
              </a:solidFill>
              <a:latin typeface="Arial"/>
              <a:ea typeface="Arial"/>
              <a:cs typeface="Arial"/>
              <a:sym typeface="Arial"/>
            </a:endParaRPr>
          </a:p>
        </p:txBody>
      </p:sp>
      <p:pic>
        <p:nvPicPr>
          <p:cNvPr id="734" name="Google Shape;734;p68"/>
          <p:cNvPicPr preferRelativeResize="0"/>
          <p:nvPr/>
        </p:nvPicPr>
        <p:blipFill>
          <a:blip r:embed="rId4">
            <a:alphaModFix/>
          </a:blip>
          <a:stretch>
            <a:fillRect/>
          </a:stretch>
        </p:blipFill>
        <p:spPr>
          <a:xfrm>
            <a:off x="4450725" y="1426938"/>
            <a:ext cx="2397175" cy="2638626"/>
          </a:xfrm>
          <a:prstGeom prst="rect">
            <a:avLst/>
          </a:prstGeom>
          <a:noFill/>
          <a:ln>
            <a:noFill/>
          </a:ln>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3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38"/>
        <p:cNvGrpSpPr/>
        <p:nvPr/>
      </p:nvGrpSpPr>
      <p:grpSpPr>
        <a:xfrm>
          <a:off x="0" y="0"/>
          <a:ext cx="0" cy="0"/>
          <a:chOff x="0" y="0"/>
          <a:chExt cx="0" cy="0"/>
        </a:xfrm>
      </p:grpSpPr>
      <p:sp>
        <p:nvSpPr>
          <p:cNvPr id="739" name="Google Shape;739;p69"/>
          <p:cNvSpPr/>
          <p:nvPr/>
        </p:nvSpPr>
        <p:spPr>
          <a:xfrm rot="10800000">
            <a:off x="5635950" y="1474175"/>
            <a:ext cx="3385200" cy="2839500"/>
          </a:xfrm>
          <a:prstGeom prst="rtTriangle">
            <a:avLst/>
          </a:prstGeom>
          <a:solidFill>
            <a:srgbClr val="6AA84F"/>
          </a:solidFill>
          <a:ln w="9525"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740" name="Google Shape;740;p69"/>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Story Time (or how </a:t>
            </a:r>
            <a:r>
              <a:rPr lang="en">
                <a:latin typeface="Courier New"/>
                <a:ea typeface="Courier New"/>
                <a:cs typeface="Courier New"/>
                <a:sym typeface="Courier New"/>
              </a:rPr>
              <a:t>CountDownLatch</a:t>
            </a:r>
            <a:r>
              <a:rPr lang="en"/>
              <a:t> works)</a:t>
            </a:r>
            <a:endParaRPr/>
          </a:p>
        </p:txBody>
      </p:sp>
      <p:sp>
        <p:nvSpPr>
          <p:cNvPr id="741" name="Google Shape;741;p6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38</a:t>
            </a:fld>
            <a:endParaRPr/>
          </a:p>
        </p:txBody>
      </p:sp>
      <p:grpSp>
        <p:nvGrpSpPr>
          <p:cNvPr id="742" name="Google Shape;742;p69"/>
          <p:cNvGrpSpPr/>
          <p:nvPr/>
        </p:nvGrpSpPr>
        <p:grpSpPr>
          <a:xfrm>
            <a:off x="3420088" y="1507775"/>
            <a:ext cx="2303825" cy="1971200"/>
            <a:chOff x="3386250" y="1770500"/>
            <a:chExt cx="2303825" cy="1971200"/>
          </a:xfrm>
        </p:grpSpPr>
        <p:cxnSp>
          <p:nvCxnSpPr>
            <p:cNvPr id="743" name="Google Shape;743;p69"/>
            <p:cNvCxnSpPr/>
            <p:nvPr/>
          </p:nvCxnSpPr>
          <p:spPr>
            <a:xfrm>
              <a:off x="3659075" y="1770500"/>
              <a:ext cx="2031000" cy="1364400"/>
            </a:xfrm>
            <a:prstGeom prst="straightConnector1">
              <a:avLst/>
            </a:prstGeom>
            <a:noFill/>
            <a:ln w="152400" cap="flat" cmpd="sng">
              <a:solidFill>
                <a:srgbClr val="795E26"/>
              </a:solidFill>
              <a:prstDash val="solid"/>
              <a:round/>
              <a:headEnd type="none" w="med" len="med"/>
              <a:tailEnd type="none" w="med" len="med"/>
            </a:ln>
          </p:spPr>
        </p:cxnSp>
        <p:cxnSp>
          <p:nvCxnSpPr>
            <p:cNvPr id="744" name="Google Shape;744;p69"/>
            <p:cNvCxnSpPr/>
            <p:nvPr/>
          </p:nvCxnSpPr>
          <p:spPr>
            <a:xfrm>
              <a:off x="3386250" y="2336375"/>
              <a:ext cx="1930800" cy="1250700"/>
            </a:xfrm>
            <a:prstGeom prst="straightConnector1">
              <a:avLst/>
            </a:prstGeom>
            <a:noFill/>
            <a:ln w="152400" cap="flat" cmpd="sng">
              <a:solidFill>
                <a:srgbClr val="795E26"/>
              </a:solidFill>
              <a:prstDash val="solid"/>
              <a:round/>
              <a:headEnd type="none" w="med" len="med"/>
              <a:tailEnd type="none" w="med" len="med"/>
            </a:ln>
          </p:spPr>
        </p:cxnSp>
        <p:cxnSp>
          <p:nvCxnSpPr>
            <p:cNvPr id="745" name="Google Shape;745;p69"/>
            <p:cNvCxnSpPr/>
            <p:nvPr/>
          </p:nvCxnSpPr>
          <p:spPr>
            <a:xfrm flipH="1">
              <a:off x="4063150" y="2386900"/>
              <a:ext cx="525600" cy="818400"/>
            </a:xfrm>
            <a:prstGeom prst="straightConnector1">
              <a:avLst/>
            </a:prstGeom>
            <a:noFill/>
            <a:ln w="152400" cap="flat" cmpd="sng">
              <a:solidFill>
                <a:srgbClr val="795E26"/>
              </a:solidFill>
              <a:prstDash val="solid"/>
              <a:round/>
              <a:headEnd type="none" w="med" len="med"/>
              <a:tailEnd type="none" w="med" len="med"/>
            </a:ln>
          </p:spPr>
        </p:cxnSp>
        <p:cxnSp>
          <p:nvCxnSpPr>
            <p:cNvPr id="746" name="Google Shape;746;p69"/>
            <p:cNvCxnSpPr/>
            <p:nvPr/>
          </p:nvCxnSpPr>
          <p:spPr>
            <a:xfrm flipH="1">
              <a:off x="4892575" y="2923300"/>
              <a:ext cx="525600" cy="818400"/>
            </a:xfrm>
            <a:prstGeom prst="straightConnector1">
              <a:avLst/>
            </a:prstGeom>
            <a:noFill/>
            <a:ln w="152400" cap="flat" cmpd="sng">
              <a:solidFill>
                <a:srgbClr val="795E26"/>
              </a:solidFill>
              <a:prstDash val="solid"/>
              <a:round/>
              <a:headEnd type="none" w="med" len="med"/>
              <a:tailEnd type="none" w="med" len="med"/>
            </a:ln>
          </p:spPr>
        </p:cxnSp>
      </p:grpSp>
      <p:pic>
        <p:nvPicPr>
          <p:cNvPr id="747" name="Google Shape;747;p69"/>
          <p:cNvPicPr preferRelativeResize="0"/>
          <p:nvPr/>
        </p:nvPicPr>
        <p:blipFill>
          <a:blip r:embed="rId3">
            <a:alphaModFix/>
          </a:blip>
          <a:stretch>
            <a:fillRect/>
          </a:stretch>
        </p:blipFill>
        <p:spPr>
          <a:xfrm>
            <a:off x="4450725" y="1426938"/>
            <a:ext cx="2397175" cy="2638626"/>
          </a:xfrm>
          <a:prstGeom prst="rect">
            <a:avLst/>
          </a:prstGeom>
          <a:noFill/>
          <a:ln>
            <a:noFill/>
          </a:ln>
        </p:spPr>
      </p:pic>
      <p:grpSp>
        <p:nvGrpSpPr>
          <p:cNvPr id="748" name="Google Shape;748;p69"/>
          <p:cNvGrpSpPr/>
          <p:nvPr/>
        </p:nvGrpSpPr>
        <p:grpSpPr>
          <a:xfrm rot="3781804" flipH="1">
            <a:off x="6428110" y="3019319"/>
            <a:ext cx="2303709" cy="1971101"/>
            <a:chOff x="3386250" y="1770500"/>
            <a:chExt cx="2303825" cy="1971200"/>
          </a:xfrm>
        </p:grpSpPr>
        <p:cxnSp>
          <p:nvCxnSpPr>
            <p:cNvPr id="749" name="Google Shape;749;p69"/>
            <p:cNvCxnSpPr/>
            <p:nvPr/>
          </p:nvCxnSpPr>
          <p:spPr>
            <a:xfrm>
              <a:off x="3659075" y="1770500"/>
              <a:ext cx="2031000" cy="1364400"/>
            </a:xfrm>
            <a:prstGeom prst="straightConnector1">
              <a:avLst/>
            </a:prstGeom>
            <a:noFill/>
            <a:ln w="152400" cap="flat" cmpd="sng">
              <a:solidFill>
                <a:srgbClr val="795E26"/>
              </a:solidFill>
              <a:prstDash val="solid"/>
              <a:round/>
              <a:headEnd type="none" w="med" len="med"/>
              <a:tailEnd type="none" w="med" len="med"/>
            </a:ln>
          </p:spPr>
        </p:cxnSp>
        <p:cxnSp>
          <p:nvCxnSpPr>
            <p:cNvPr id="750" name="Google Shape;750;p69"/>
            <p:cNvCxnSpPr/>
            <p:nvPr/>
          </p:nvCxnSpPr>
          <p:spPr>
            <a:xfrm>
              <a:off x="3386250" y="2336375"/>
              <a:ext cx="1930800" cy="1250700"/>
            </a:xfrm>
            <a:prstGeom prst="straightConnector1">
              <a:avLst/>
            </a:prstGeom>
            <a:noFill/>
            <a:ln w="152400" cap="flat" cmpd="sng">
              <a:solidFill>
                <a:srgbClr val="795E26"/>
              </a:solidFill>
              <a:prstDash val="solid"/>
              <a:round/>
              <a:headEnd type="none" w="med" len="med"/>
              <a:tailEnd type="none" w="med" len="med"/>
            </a:ln>
          </p:spPr>
        </p:cxnSp>
        <p:cxnSp>
          <p:nvCxnSpPr>
            <p:cNvPr id="751" name="Google Shape;751;p69"/>
            <p:cNvCxnSpPr/>
            <p:nvPr/>
          </p:nvCxnSpPr>
          <p:spPr>
            <a:xfrm flipH="1">
              <a:off x="4063150" y="2386900"/>
              <a:ext cx="525600" cy="818400"/>
            </a:xfrm>
            <a:prstGeom prst="straightConnector1">
              <a:avLst/>
            </a:prstGeom>
            <a:noFill/>
            <a:ln w="152400" cap="flat" cmpd="sng">
              <a:solidFill>
                <a:srgbClr val="795E26"/>
              </a:solidFill>
              <a:prstDash val="solid"/>
              <a:round/>
              <a:headEnd type="none" w="med" len="med"/>
              <a:tailEnd type="none" w="med" len="med"/>
            </a:ln>
          </p:spPr>
        </p:cxnSp>
        <p:cxnSp>
          <p:nvCxnSpPr>
            <p:cNvPr id="752" name="Google Shape;752;p69"/>
            <p:cNvCxnSpPr/>
            <p:nvPr/>
          </p:nvCxnSpPr>
          <p:spPr>
            <a:xfrm flipH="1">
              <a:off x="4892575" y="2923300"/>
              <a:ext cx="525600" cy="818400"/>
            </a:xfrm>
            <a:prstGeom prst="straightConnector1">
              <a:avLst/>
            </a:prstGeom>
            <a:noFill/>
            <a:ln w="152400" cap="flat" cmpd="sng">
              <a:solidFill>
                <a:srgbClr val="795E26"/>
              </a:solidFill>
              <a:prstDash val="solid"/>
              <a:round/>
              <a:headEnd type="none" w="med" len="med"/>
              <a:tailEnd type="none" w="med" len="med"/>
            </a:ln>
          </p:spPr>
        </p:cxnSp>
      </p:grpSp>
      <p:sp>
        <p:nvSpPr>
          <p:cNvPr id="753" name="Google Shape;753;p69"/>
          <p:cNvSpPr txBox="1"/>
          <p:nvPr/>
        </p:nvSpPr>
        <p:spPr>
          <a:xfrm>
            <a:off x="4517513" y="3963300"/>
            <a:ext cx="2081700" cy="48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674EA7"/>
                </a:solidFill>
                <a:latin typeface="Merriweather"/>
                <a:ea typeface="Merriweather"/>
                <a:cs typeface="Merriweather"/>
                <a:sym typeface="Merriweather"/>
              </a:rPr>
              <a:t>CountDown()</a:t>
            </a:r>
            <a:endParaRPr b="1">
              <a:solidFill>
                <a:srgbClr val="674EA7"/>
              </a:solidFill>
              <a:latin typeface="Merriweather"/>
              <a:ea typeface="Merriweather"/>
              <a:cs typeface="Merriweather"/>
              <a:sym typeface="Merriweather"/>
            </a:endParaRPr>
          </a:p>
        </p:txBody>
      </p:sp>
      <p:grpSp>
        <p:nvGrpSpPr>
          <p:cNvPr id="754" name="Google Shape;754;p69"/>
          <p:cNvGrpSpPr/>
          <p:nvPr/>
        </p:nvGrpSpPr>
        <p:grpSpPr>
          <a:xfrm>
            <a:off x="1738147" y="2265650"/>
            <a:ext cx="1920953" cy="1941398"/>
            <a:chOff x="1738147" y="2265650"/>
            <a:chExt cx="1920953" cy="1941398"/>
          </a:xfrm>
        </p:grpSpPr>
        <p:pic>
          <p:nvPicPr>
            <p:cNvPr id="755" name="Google Shape;755;p69"/>
            <p:cNvPicPr preferRelativeResize="0"/>
            <p:nvPr/>
          </p:nvPicPr>
          <p:blipFill>
            <a:blip r:embed="rId4">
              <a:alphaModFix/>
            </a:blip>
            <a:stretch>
              <a:fillRect/>
            </a:stretch>
          </p:blipFill>
          <p:spPr>
            <a:xfrm flipH="1">
              <a:off x="1738147" y="2783150"/>
              <a:ext cx="1438877" cy="1423898"/>
            </a:xfrm>
            <a:prstGeom prst="rect">
              <a:avLst/>
            </a:prstGeom>
            <a:noFill/>
            <a:ln>
              <a:noFill/>
            </a:ln>
          </p:spPr>
        </p:pic>
        <p:sp>
          <p:nvSpPr>
            <p:cNvPr id="756" name="Google Shape;756;p69"/>
            <p:cNvSpPr/>
            <p:nvPr/>
          </p:nvSpPr>
          <p:spPr>
            <a:xfrm>
              <a:off x="2315100" y="2265650"/>
              <a:ext cx="1344000" cy="623700"/>
            </a:xfrm>
            <a:prstGeom prst="wedgeEllipseCallout">
              <a:avLst>
                <a:gd name="adj1" fmla="val -20833"/>
                <a:gd name="adj2" fmla="val 62500"/>
              </a:avLst>
            </a:prstGeom>
            <a:noFill/>
            <a:ln w="19050" cap="flat" cmpd="sng">
              <a:solidFill>
                <a:srgbClr val="795E2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aveat"/>
                  <a:ea typeface="Caveat"/>
                  <a:cs typeface="Caveat"/>
                  <a:sym typeface="Caveat"/>
                </a:rPr>
                <a:t>waiting zzz…</a:t>
              </a:r>
              <a:endParaRPr>
                <a:solidFill>
                  <a:schemeClr val="dk1"/>
                </a:solidFill>
                <a:latin typeface="Caveat"/>
                <a:ea typeface="Caveat"/>
                <a:cs typeface="Caveat"/>
                <a:sym typeface="Caveat"/>
              </a:endParaRPr>
            </a:p>
          </p:txBody>
        </p:sp>
      </p:grpSp>
      <p:pic>
        <p:nvPicPr>
          <p:cNvPr id="757" name="Google Shape;757;p69"/>
          <p:cNvPicPr preferRelativeResize="0"/>
          <p:nvPr/>
        </p:nvPicPr>
        <p:blipFill>
          <a:blip r:embed="rId5">
            <a:alphaModFix/>
          </a:blip>
          <a:stretch>
            <a:fillRect/>
          </a:stretch>
        </p:blipFill>
        <p:spPr>
          <a:xfrm flipH="1">
            <a:off x="422897" y="2118550"/>
            <a:ext cx="1438877" cy="1423898"/>
          </a:xfrm>
          <a:prstGeom prst="rect">
            <a:avLst/>
          </a:prstGeom>
          <a:noFill/>
          <a:ln>
            <a:noFill/>
          </a:ln>
        </p:spPr>
      </p:pic>
      <p:sp>
        <p:nvSpPr>
          <p:cNvPr id="758" name="Google Shape;758;p69"/>
          <p:cNvSpPr/>
          <p:nvPr/>
        </p:nvSpPr>
        <p:spPr>
          <a:xfrm>
            <a:off x="999850" y="1601050"/>
            <a:ext cx="1344000" cy="623700"/>
          </a:xfrm>
          <a:prstGeom prst="wedgeEllipseCallout">
            <a:avLst>
              <a:gd name="adj1" fmla="val -20833"/>
              <a:gd name="adj2" fmla="val 62500"/>
            </a:avLst>
          </a:prstGeom>
          <a:noFill/>
          <a:ln w="19050" cap="flat" cmpd="sng">
            <a:solidFill>
              <a:srgbClr val="795E2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aveat"/>
                <a:ea typeface="Caveat"/>
                <a:cs typeface="Caveat"/>
                <a:sym typeface="Caveat"/>
              </a:rPr>
              <a:t>waiting zzz…</a:t>
            </a:r>
            <a:endParaRPr>
              <a:solidFill>
                <a:schemeClr val="dk1"/>
              </a:solidFill>
              <a:latin typeface="Caveat"/>
              <a:ea typeface="Caveat"/>
              <a:cs typeface="Caveat"/>
              <a:sym typeface="Caveat"/>
            </a:endParaRPr>
          </a:p>
        </p:txBody>
      </p:sp>
      <p:sp>
        <p:nvSpPr>
          <p:cNvPr id="759" name="Google Shape;759;p69"/>
          <p:cNvSpPr txBox="1"/>
          <p:nvPr/>
        </p:nvSpPr>
        <p:spPr>
          <a:xfrm>
            <a:off x="260650" y="3429100"/>
            <a:ext cx="1477500" cy="48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674EA7"/>
                </a:solidFill>
                <a:latin typeface="Merriweather"/>
                <a:ea typeface="Merriweather"/>
                <a:cs typeface="Merriweather"/>
                <a:sym typeface="Merriweather"/>
              </a:rPr>
              <a:t>await()</a:t>
            </a:r>
            <a:endParaRPr b="1">
              <a:solidFill>
                <a:srgbClr val="674EA7"/>
              </a:solidFill>
              <a:latin typeface="Merriweather"/>
              <a:ea typeface="Merriweather"/>
              <a:cs typeface="Merriweather"/>
              <a:sym typeface="Merriweather"/>
            </a:endParaRPr>
          </a:p>
        </p:txBody>
      </p:sp>
      <p:sp>
        <p:nvSpPr>
          <p:cNvPr id="760" name="Google Shape;760;p69"/>
          <p:cNvSpPr/>
          <p:nvPr/>
        </p:nvSpPr>
        <p:spPr>
          <a:xfrm>
            <a:off x="6267025" y="1255950"/>
            <a:ext cx="1090500" cy="676200"/>
          </a:xfrm>
          <a:prstGeom prst="wedgeEllipseCallout">
            <a:avLst>
              <a:gd name="adj1" fmla="val -68106"/>
              <a:gd name="adj2" fmla="val 35738"/>
            </a:avLst>
          </a:prstGeom>
          <a:solidFill>
            <a:schemeClr val="lt1"/>
          </a:solidFill>
          <a:ln w="19050" cap="flat" cmpd="sng">
            <a:solidFill>
              <a:srgbClr val="674EA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351C75"/>
                </a:solidFill>
                <a:latin typeface="Impact"/>
                <a:ea typeface="Impact"/>
                <a:cs typeface="Impact"/>
                <a:sym typeface="Impact"/>
              </a:rPr>
              <a:t>3</a:t>
            </a:r>
            <a:endParaRPr sz="1900">
              <a:solidFill>
                <a:srgbClr val="351C75"/>
              </a:solidFill>
              <a:latin typeface="Impact"/>
              <a:ea typeface="Impact"/>
              <a:cs typeface="Impact"/>
              <a:sym typeface="Impact"/>
            </a:endParaRP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5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5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64"/>
        <p:cNvGrpSpPr/>
        <p:nvPr/>
      </p:nvGrpSpPr>
      <p:grpSpPr>
        <a:xfrm>
          <a:off x="0" y="0"/>
          <a:ext cx="0" cy="0"/>
          <a:chOff x="0" y="0"/>
          <a:chExt cx="0" cy="0"/>
        </a:xfrm>
      </p:grpSpPr>
      <p:sp>
        <p:nvSpPr>
          <p:cNvPr id="765" name="Google Shape;765;p70"/>
          <p:cNvSpPr/>
          <p:nvPr/>
        </p:nvSpPr>
        <p:spPr>
          <a:xfrm rot="10800000">
            <a:off x="5635950" y="1474175"/>
            <a:ext cx="3385200" cy="2839500"/>
          </a:xfrm>
          <a:prstGeom prst="rtTriangle">
            <a:avLst/>
          </a:prstGeom>
          <a:solidFill>
            <a:srgbClr val="6AA84F"/>
          </a:solidFill>
          <a:ln w="9525"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766" name="Google Shape;766;p7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Story Time (or how </a:t>
            </a:r>
            <a:r>
              <a:rPr lang="en">
                <a:latin typeface="Courier New"/>
                <a:ea typeface="Courier New"/>
                <a:cs typeface="Courier New"/>
                <a:sym typeface="Courier New"/>
              </a:rPr>
              <a:t>CountDownLatch</a:t>
            </a:r>
            <a:r>
              <a:rPr lang="en"/>
              <a:t> works)</a:t>
            </a:r>
            <a:endParaRPr/>
          </a:p>
        </p:txBody>
      </p:sp>
      <p:sp>
        <p:nvSpPr>
          <p:cNvPr id="767" name="Google Shape;767;p7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39</a:t>
            </a:fld>
            <a:endParaRPr/>
          </a:p>
        </p:txBody>
      </p:sp>
      <p:grpSp>
        <p:nvGrpSpPr>
          <p:cNvPr id="768" name="Google Shape;768;p70"/>
          <p:cNvGrpSpPr/>
          <p:nvPr/>
        </p:nvGrpSpPr>
        <p:grpSpPr>
          <a:xfrm>
            <a:off x="3420088" y="1507775"/>
            <a:ext cx="2303825" cy="1971200"/>
            <a:chOff x="3386250" y="1770500"/>
            <a:chExt cx="2303825" cy="1971200"/>
          </a:xfrm>
        </p:grpSpPr>
        <p:cxnSp>
          <p:nvCxnSpPr>
            <p:cNvPr id="769" name="Google Shape;769;p70"/>
            <p:cNvCxnSpPr/>
            <p:nvPr/>
          </p:nvCxnSpPr>
          <p:spPr>
            <a:xfrm>
              <a:off x="3659075" y="1770500"/>
              <a:ext cx="2031000" cy="1364400"/>
            </a:xfrm>
            <a:prstGeom prst="straightConnector1">
              <a:avLst/>
            </a:prstGeom>
            <a:noFill/>
            <a:ln w="152400" cap="flat" cmpd="sng">
              <a:solidFill>
                <a:srgbClr val="795E26"/>
              </a:solidFill>
              <a:prstDash val="solid"/>
              <a:round/>
              <a:headEnd type="none" w="med" len="med"/>
              <a:tailEnd type="none" w="med" len="med"/>
            </a:ln>
          </p:spPr>
        </p:cxnSp>
        <p:cxnSp>
          <p:nvCxnSpPr>
            <p:cNvPr id="770" name="Google Shape;770;p70"/>
            <p:cNvCxnSpPr/>
            <p:nvPr/>
          </p:nvCxnSpPr>
          <p:spPr>
            <a:xfrm>
              <a:off x="3386250" y="2336375"/>
              <a:ext cx="1930800" cy="1250700"/>
            </a:xfrm>
            <a:prstGeom prst="straightConnector1">
              <a:avLst/>
            </a:prstGeom>
            <a:noFill/>
            <a:ln w="152400" cap="flat" cmpd="sng">
              <a:solidFill>
                <a:srgbClr val="795E26"/>
              </a:solidFill>
              <a:prstDash val="solid"/>
              <a:round/>
              <a:headEnd type="none" w="med" len="med"/>
              <a:tailEnd type="none" w="med" len="med"/>
            </a:ln>
          </p:spPr>
        </p:cxnSp>
        <p:cxnSp>
          <p:nvCxnSpPr>
            <p:cNvPr id="771" name="Google Shape;771;p70"/>
            <p:cNvCxnSpPr/>
            <p:nvPr/>
          </p:nvCxnSpPr>
          <p:spPr>
            <a:xfrm flipH="1">
              <a:off x="4063150" y="2386900"/>
              <a:ext cx="525600" cy="818400"/>
            </a:xfrm>
            <a:prstGeom prst="straightConnector1">
              <a:avLst/>
            </a:prstGeom>
            <a:noFill/>
            <a:ln w="152400" cap="flat" cmpd="sng">
              <a:solidFill>
                <a:srgbClr val="795E26"/>
              </a:solidFill>
              <a:prstDash val="solid"/>
              <a:round/>
              <a:headEnd type="none" w="med" len="med"/>
              <a:tailEnd type="none" w="med" len="med"/>
            </a:ln>
          </p:spPr>
        </p:cxnSp>
        <p:cxnSp>
          <p:nvCxnSpPr>
            <p:cNvPr id="772" name="Google Shape;772;p70"/>
            <p:cNvCxnSpPr/>
            <p:nvPr/>
          </p:nvCxnSpPr>
          <p:spPr>
            <a:xfrm flipH="1">
              <a:off x="4892575" y="2923300"/>
              <a:ext cx="525600" cy="818400"/>
            </a:xfrm>
            <a:prstGeom prst="straightConnector1">
              <a:avLst/>
            </a:prstGeom>
            <a:noFill/>
            <a:ln w="152400" cap="flat" cmpd="sng">
              <a:solidFill>
                <a:srgbClr val="795E26"/>
              </a:solidFill>
              <a:prstDash val="solid"/>
              <a:round/>
              <a:headEnd type="none" w="med" len="med"/>
              <a:tailEnd type="none" w="med" len="med"/>
            </a:ln>
          </p:spPr>
        </p:cxnSp>
      </p:grpSp>
      <p:pic>
        <p:nvPicPr>
          <p:cNvPr id="773" name="Google Shape;773;p70"/>
          <p:cNvPicPr preferRelativeResize="0"/>
          <p:nvPr/>
        </p:nvPicPr>
        <p:blipFill>
          <a:blip r:embed="rId3">
            <a:alphaModFix/>
          </a:blip>
          <a:stretch>
            <a:fillRect/>
          </a:stretch>
        </p:blipFill>
        <p:spPr>
          <a:xfrm>
            <a:off x="4450725" y="1426938"/>
            <a:ext cx="2397175" cy="2638626"/>
          </a:xfrm>
          <a:prstGeom prst="rect">
            <a:avLst/>
          </a:prstGeom>
          <a:noFill/>
          <a:ln>
            <a:noFill/>
          </a:ln>
        </p:spPr>
      </p:pic>
      <p:grpSp>
        <p:nvGrpSpPr>
          <p:cNvPr id="774" name="Google Shape;774;p70"/>
          <p:cNvGrpSpPr/>
          <p:nvPr/>
        </p:nvGrpSpPr>
        <p:grpSpPr>
          <a:xfrm rot="3781804" flipH="1">
            <a:off x="6428110" y="3019319"/>
            <a:ext cx="2303709" cy="1971101"/>
            <a:chOff x="3386250" y="1770500"/>
            <a:chExt cx="2303825" cy="1971200"/>
          </a:xfrm>
        </p:grpSpPr>
        <p:cxnSp>
          <p:nvCxnSpPr>
            <p:cNvPr id="775" name="Google Shape;775;p70"/>
            <p:cNvCxnSpPr/>
            <p:nvPr/>
          </p:nvCxnSpPr>
          <p:spPr>
            <a:xfrm>
              <a:off x="3659075" y="1770500"/>
              <a:ext cx="2031000" cy="1364400"/>
            </a:xfrm>
            <a:prstGeom prst="straightConnector1">
              <a:avLst/>
            </a:prstGeom>
            <a:noFill/>
            <a:ln w="152400" cap="flat" cmpd="sng">
              <a:solidFill>
                <a:srgbClr val="795E26"/>
              </a:solidFill>
              <a:prstDash val="solid"/>
              <a:round/>
              <a:headEnd type="none" w="med" len="med"/>
              <a:tailEnd type="none" w="med" len="med"/>
            </a:ln>
          </p:spPr>
        </p:cxnSp>
        <p:cxnSp>
          <p:nvCxnSpPr>
            <p:cNvPr id="776" name="Google Shape;776;p70"/>
            <p:cNvCxnSpPr/>
            <p:nvPr/>
          </p:nvCxnSpPr>
          <p:spPr>
            <a:xfrm>
              <a:off x="3386250" y="2336375"/>
              <a:ext cx="1930800" cy="1250700"/>
            </a:xfrm>
            <a:prstGeom prst="straightConnector1">
              <a:avLst/>
            </a:prstGeom>
            <a:noFill/>
            <a:ln w="152400" cap="flat" cmpd="sng">
              <a:solidFill>
                <a:srgbClr val="795E26"/>
              </a:solidFill>
              <a:prstDash val="solid"/>
              <a:round/>
              <a:headEnd type="none" w="med" len="med"/>
              <a:tailEnd type="none" w="med" len="med"/>
            </a:ln>
          </p:spPr>
        </p:cxnSp>
        <p:cxnSp>
          <p:nvCxnSpPr>
            <p:cNvPr id="777" name="Google Shape;777;p70"/>
            <p:cNvCxnSpPr/>
            <p:nvPr/>
          </p:nvCxnSpPr>
          <p:spPr>
            <a:xfrm flipH="1">
              <a:off x="4063150" y="2386900"/>
              <a:ext cx="525600" cy="818400"/>
            </a:xfrm>
            <a:prstGeom prst="straightConnector1">
              <a:avLst/>
            </a:prstGeom>
            <a:noFill/>
            <a:ln w="152400" cap="flat" cmpd="sng">
              <a:solidFill>
                <a:srgbClr val="795E26"/>
              </a:solidFill>
              <a:prstDash val="solid"/>
              <a:round/>
              <a:headEnd type="none" w="med" len="med"/>
              <a:tailEnd type="none" w="med" len="med"/>
            </a:ln>
          </p:spPr>
        </p:cxnSp>
        <p:cxnSp>
          <p:nvCxnSpPr>
            <p:cNvPr id="778" name="Google Shape;778;p70"/>
            <p:cNvCxnSpPr/>
            <p:nvPr/>
          </p:nvCxnSpPr>
          <p:spPr>
            <a:xfrm flipH="1">
              <a:off x="4892575" y="2923300"/>
              <a:ext cx="525600" cy="818400"/>
            </a:xfrm>
            <a:prstGeom prst="straightConnector1">
              <a:avLst/>
            </a:prstGeom>
            <a:noFill/>
            <a:ln w="152400" cap="flat" cmpd="sng">
              <a:solidFill>
                <a:srgbClr val="795E26"/>
              </a:solidFill>
              <a:prstDash val="solid"/>
              <a:round/>
              <a:headEnd type="none" w="med" len="med"/>
              <a:tailEnd type="none" w="med" len="med"/>
            </a:ln>
          </p:spPr>
        </p:cxnSp>
      </p:grpSp>
      <p:sp>
        <p:nvSpPr>
          <p:cNvPr id="779" name="Google Shape;779;p70"/>
          <p:cNvSpPr txBox="1"/>
          <p:nvPr/>
        </p:nvSpPr>
        <p:spPr>
          <a:xfrm>
            <a:off x="4517513" y="3963300"/>
            <a:ext cx="2081700" cy="48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674EA7"/>
                </a:solidFill>
                <a:latin typeface="Merriweather"/>
                <a:ea typeface="Merriweather"/>
                <a:cs typeface="Merriweather"/>
                <a:sym typeface="Merriweather"/>
              </a:rPr>
              <a:t>CountDown()</a:t>
            </a:r>
            <a:endParaRPr b="1">
              <a:solidFill>
                <a:srgbClr val="674EA7"/>
              </a:solidFill>
              <a:latin typeface="Merriweather"/>
              <a:ea typeface="Merriweather"/>
              <a:cs typeface="Merriweather"/>
              <a:sym typeface="Merriweather"/>
            </a:endParaRPr>
          </a:p>
        </p:txBody>
      </p:sp>
      <p:pic>
        <p:nvPicPr>
          <p:cNvPr id="780" name="Google Shape;780;p70"/>
          <p:cNvPicPr preferRelativeResize="0"/>
          <p:nvPr/>
        </p:nvPicPr>
        <p:blipFill>
          <a:blip r:embed="rId4">
            <a:alphaModFix/>
          </a:blip>
          <a:stretch>
            <a:fillRect/>
          </a:stretch>
        </p:blipFill>
        <p:spPr>
          <a:xfrm flipH="1">
            <a:off x="1738147" y="2783150"/>
            <a:ext cx="1438877" cy="1423898"/>
          </a:xfrm>
          <a:prstGeom prst="rect">
            <a:avLst/>
          </a:prstGeom>
          <a:noFill/>
          <a:ln>
            <a:noFill/>
          </a:ln>
        </p:spPr>
      </p:pic>
      <p:sp>
        <p:nvSpPr>
          <p:cNvPr id="781" name="Google Shape;781;p70"/>
          <p:cNvSpPr/>
          <p:nvPr/>
        </p:nvSpPr>
        <p:spPr>
          <a:xfrm>
            <a:off x="2315100" y="2265650"/>
            <a:ext cx="1344000" cy="623700"/>
          </a:xfrm>
          <a:prstGeom prst="wedgeEllipseCallout">
            <a:avLst>
              <a:gd name="adj1" fmla="val -20833"/>
              <a:gd name="adj2" fmla="val 62500"/>
            </a:avLst>
          </a:prstGeom>
          <a:noFill/>
          <a:ln w="19050" cap="flat" cmpd="sng">
            <a:solidFill>
              <a:srgbClr val="795E2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aveat"/>
                <a:ea typeface="Caveat"/>
                <a:cs typeface="Caveat"/>
                <a:sym typeface="Caveat"/>
              </a:rPr>
              <a:t>waiting zzz…</a:t>
            </a:r>
            <a:endParaRPr>
              <a:solidFill>
                <a:schemeClr val="dk1"/>
              </a:solidFill>
              <a:latin typeface="Caveat"/>
              <a:ea typeface="Caveat"/>
              <a:cs typeface="Caveat"/>
              <a:sym typeface="Caveat"/>
            </a:endParaRPr>
          </a:p>
        </p:txBody>
      </p:sp>
      <p:pic>
        <p:nvPicPr>
          <p:cNvPr id="782" name="Google Shape;782;p70"/>
          <p:cNvPicPr preferRelativeResize="0"/>
          <p:nvPr/>
        </p:nvPicPr>
        <p:blipFill>
          <a:blip r:embed="rId5">
            <a:alphaModFix/>
          </a:blip>
          <a:stretch>
            <a:fillRect/>
          </a:stretch>
        </p:blipFill>
        <p:spPr>
          <a:xfrm flipH="1">
            <a:off x="422897" y="2118550"/>
            <a:ext cx="1438877" cy="1423898"/>
          </a:xfrm>
          <a:prstGeom prst="rect">
            <a:avLst/>
          </a:prstGeom>
          <a:noFill/>
          <a:ln>
            <a:noFill/>
          </a:ln>
        </p:spPr>
      </p:pic>
      <p:sp>
        <p:nvSpPr>
          <p:cNvPr id="783" name="Google Shape;783;p70"/>
          <p:cNvSpPr/>
          <p:nvPr/>
        </p:nvSpPr>
        <p:spPr>
          <a:xfrm>
            <a:off x="999850" y="1601050"/>
            <a:ext cx="1344000" cy="623700"/>
          </a:xfrm>
          <a:prstGeom prst="wedgeEllipseCallout">
            <a:avLst>
              <a:gd name="adj1" fmla="val -20833"/>
              <a:gd name="adj2" fmla="val 62500"/>
            </a:avLst>
          </a:prstGeom>
          <a:noFill/>
          <a:ln w="19050" cap="flat" cmpd="sng">
            <a:solidFill>
              <a:srgbClr val="795E2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aveat"/>
                <a:ea typeface="Caveat"/>
                <a:cs typeface="Caveat"/>
                <a:sym typeface="Caveat"/>
              </a:rPr>
              <a:t>waiting zzz…</a:t>
            </a:r>
            <a:endParaRPr>
              <a:solidFill>
                <a:schemeClr val="dk1"/>
              </a:solidFill>
              <a:latin typeface="Caveat"/>
              <a:ea typeface="Caveat"/>
              <a:cs typeface="Caveat"/>
              <a:sym typeface="Caveat"/>
            </a:endParaRPr>
          </a:p>
        </p:txBody>
      </p:sp>
      <p:pic>
        <p:nvPicPr>
          <p:cNvPr id="784" name="Google Shape;784;p70"/>
          <p:cNvPicPr preferRelativeResize="0"/>
          <p:nvPr/>
        </p:nvPicPr>
        <p:blipFill>
          <a:blip r:embed="rId6">
            <a:alphaModFix/>
          </a:blip>
          <a:stretch>
            <a:fillRect/>
          </a:stretch>
        </p:blipFill>
        <p:spPr>
          <a:xfrm flipH="1">
            <a:off x="382447" y="3451656"/>
            <a:ext cx="1438877" cy="1423898"/>
          </a:xfrm>
          <a:prstGeom prst="rect">
            <a:avLst/>
          </a:prstGeom>
          <a:noFill/>
          <a:ln>
            <a:noFill/>
          </a:ln>
        </p:spPr>
      </p:pic>
      <p:sp>
        <p:nvSpPr>
          <p:cNvPr id="785" name="Google Shape;785;p70"/>
          <p:cNvSpPr/>
          <p:nvPr/>
        </p:nvSpPr>
        <p:spPr>
          <a:xfrm>
            <a:off x="959400" y="2934156"/>
            <a:ext cx="1344000" cy="623700"/>
          </a:xfrm>
          <a:prstGeom prst="wedgeEllipseCallout">
            <a:avLst>
              <a:gd name="adj1" fmla="val -20833"/>
              <a:gd name="adj2" fmla="val 62500"/>
            </a:avLst>
          </a:prstGeom>
          <a:noFill/>
          <a:ln w="19050" cap="flat" cmpd="sng">
            <a:solidFill>
              <a:srgbClr val="795E2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aveat"/>
                <a:ea typeface="Caveat"/>
                <a:cs typeface="Caveat"/>
                <a:sym typeface="Caveat"/>
              </a:rPr>
              <a:t>waiting zzz…</a:t>
            </a:r>
            <a:endParaRPr>
              <a:solidFill>
                <a:schemeClr val="dk1"/>
              </a:solidFill>
              <a:latin typeface="Caveat"/>
              <a:ea typeface="Caveat"/>
              <a:cs typeface="Caveat"/>
              <a:sym typeface="Caveat"/>
            </a:endParaRPr>
          </a:p>
        </p:txBody>
      </p:sp>
      <p:sp>
        <p:nvSpPr>
          <p:cNvPr id="786" name="Google Shape;786;p70"/>
          <p:cNvSpPr txBox="1"/>
          <p:nvPr/>
        </p:nvSpPr>
        <p:spPr>
          <a:xfrm>
            <a:off x="188750" y="4791175"/>
            <a:ext cx="1477500" cy="48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674EA7"/>
                </a:solidFill>
                <a:latin typeface="Merriweather"/>
                <a:ea typeface="Merriweather"/>
                <a:cs typeface="Merriweather"/>
                <a:sym typeface="Merriweather"/>
              </a:rPr>
              <a:t>await()</a:t>
            </a:r>
            <a:endParaRPr b="1">
              <a:solidFill>
                <a:srgbClr val="674EA7"/>
              </a:solidFill>
              <a:latin typeface="Merriweather"/>
              <a:ea typeface="Merriweather"/>
              <a:cs typeface="Merriweather"/>
              <a:sym typeface="Merriweather"/>
            </a:endParaRPr>
          </a:p>
        </p:txBody>
      </p:sp>
      <p:sp>
        <p:nvSpPr>
          <p:cNvPr id="787" name="Google Shape;787;p70"/>
          <p:cNvSpPr/>
          <p:nvPr/>
        </p:nvSpPr>
        <p:spPr>
          <a:xfrm>
            <a:off x="6267025" y="1255950"/>
            <a:ext cx="1090500" cy="676200"/>
          </a:xfrm>
          <a:prstGeom prst="wedgeEllipseCallout">
            <a:avLst>
              <a:gd name="adj1" fmla="val -68106"/>
              <a:gd name="adj2" fmla="val 35738"/>
            </a:avLst>
          </a:prstGeom>
          <a:solidFill>
            <a:schemeClr val="lt1"/>
          </a:solidFill>
          <a:ln w="19050" cap="flat" cmpd="sng">
            <a:solidFill>
              <a:srgbClr val="674EA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351C75"/>
                </a:solidFill>
                <a:latin typeface="Impact"/>
                <a:ea typeface="Impact"/>
                <a:cs typeface="Impact"/>
                <a:sym typeface="Impact"/>
              </a:rPr>
              <a:t>2</a:t>
            </a:r>
            <a:endParaRPr sz="1900">
              <a:solidFill>
                <a:srgbClr val="351C75"/>
              </a:solidFill>
              <a:latin typeface="Impact"/>
              <a:ea typeface="Impact"/>
              <a:cs typeface="Impact"/>
              <a:sym typeface="Impact"/>
            </a:endParaRP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8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7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8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91"/>
        <p:cNvGrpSpPr/>
        <p:nvPr/>
      </p:nvGrpSpPr>
      <p:grpSpPr>
        <a:xfrm>
          <a:off x="0" y="0"/>
          <a:ext cx="0" cy="0"/>
          <a:chOff x="0" y="0"/>
          <a:chExt cx="0" cy="0"/>
        </a:xfrm>
      </p:grpSpPr>
      <p:grpSp>
        <p:nvGrpSpPr>
          <p:cNvPr id="792" name="Google Shape;792;p71"/>
          <p:cNvGrpSpPr/>
          <p:nvPr/>
        </p:nvGrpSpPr>
        <p:grpSpPr>
          <a:xfrm rot="3781804" flipH="1">
            <a:off x="6428110" y="3019319"/>
            <a:ext cx="2303709" cy="1971101"/>
            <a:chOff x="3386250" y="1770500"/>
            <a:chExt cx="2303825" cy="1971200"/>
          </a:xfrm>
        </p:grpSpPr>
        <p:cxnSp>
          <p:nvCxnSpPr>
            <p:cNvPr id="793" name="Google Shape;793;p71"/>
            <p:cNvCxnSpPr/>
            <p:nvPr/>
          </p:nvCxnSpPr>
          <p:spPr>
            <a:xfrm>
              <a:off x="3659075" y="1770500"/>
              <a:ext cx="2031000" cy="1364400"/>
            </a:xfrm>
            <a:prstGeom prst="straightConnector1">
              <a:avLst/>
            </a:prstGeom>
            <a:noFill/>
            <a:ln w="152400" cap="flat" cmpd="sng">
              <a:solidFill>
                <a:srgbClr val="795E26"/>
              </a:solidFill>
              <a:prstDash val="solid"/>
              <a:round/>
              <a:headEnd type="none" w="med" len="med"/>
              <a:tailEnd type="none" w="med" len="med"/>
            </a:ln>
          </p:spPr>
        </p:cxnSp>
        <p:cxnSp>
          <p:nvCxnSpPr>
            <p:cNvPr id="794" name="Google Shape;794;p71"/>
            <p:cNvCxnSpPr/>
            <p:nvPr/>
          </p:nvCxnSpPr>
          <p:spPr>
            <a:xfrm>
              <a:off x="3386250" y="2336375"/>
              <a:ext cx="1930800" cy="1250700"/>
            </a:xfrm>
            <a:prstGeom prst="straightConnector1">
              <a:avLst/>
            </a:prstGeom>
            <a:noFill/>
            <a:ln w="152400" cap="flat" cmpd="sng">
              <a:solidFill>
                <a:srgbClr val="795E26"/>
              </a:solidFill>
              <a:prstDash val="solid"/>
              <a:round/>
              <a:headEnd type="none" w="med" len="med"/>
              <a:tailEnd type="none" w="med" len="med"/>
            </a:ln>
          </p:spPr>
        </p:cxnSp>
        <p:cxnSp>
          <p:nvCxnSpPr>
            <p:cNvPr id="795" name="Google Shape;795;p71"/>
            <p:cNvCxnSpPr/>
            <p:nvPr/>
          </p:nvCxnSpPr>
          <p:spPr>
            <a:xfrm flipH="1">
              <a:off x="4063150" y="2386900"/>
              <a:ext cx="525600" cy="818400"/>
            </a:xfrm>
            <a:prstGeom prst="straightConnector1">
              <a:avLst/>
            </a:prstGeom>
            <a:noFill/>
            <a:ln w="152400" cap="flat" cmpd="sng">
              <a:solidFill>
                <a:srgbClr val="795E26"/>
              </a:solidFill>
              <a:prstDash val="solid"/>
              <a:round/>
              <a:headEnd type="none" w="med" len="med"/>
              <a:tailEnd type="none" w="med" len="med"/>
            </a:ln>
          </p:spPr>
        </p:cxnSp>
        <p:cxnSp>
          <p:nvCxnSpPr>
            <p:cNvPr id="796" name="Google Shape;796;p71"/>
            <p:cNvCxnSpPr/>
            <p:nvPr/>
          </p:nvCxnSpPr>
          <p:spPr>
            <a:xfrm flipH="1">
              <a:off x="4892575" y="2923300"/>
              <a:ext cx="525600" cy="818400"/>
            </a:xfrm>
            <a:prstGeom prst="straightConnector1">
              <a:avLst/>
            </a:prstGeom>
            <a:noFill/>
            <a:ln w="152400" cap="flat" cmpd="sng">
              <a:solidFill>
                <a:srgbClr val="795E26"/>
              </a:solidFill>
              <a:prstDash val="solid"/>
              <a:round/>
              <a:headEnd type="none" w="med" len="med"/>
              <a:tailEnd type="none" w="med" len="med"/>
            </a:ln>
          </p:spPr>
        </p:cxnSp>
      </p:grpSp>
      <p:sp>
        <p:nvSpPr>
          <p:cNvPr id="797" name="Google Shape;797;p71"/>
          <p:cNvSpPr/>
          <p:nvPr/>
        </p:nvSpPr>
        <p:spPr>
          <a:xfrm rot="10800000">
            <a:off x="5635950" y="1474175"/>
            <a:ext cx="3385200" cy="2839500"/>
          </a:xfrm>
          <a:prstGeom prst="rtTriangle">
            <a:avLst/>
          </a:prstGeom>
          <a:solidFill>
            <a:srgbClr val="6AA84F"/>
          </a:solidFill>
          <a:ln w="9525"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pic>
        <p:nvPicPr>
          <p:cNvPr id="798" name="Google Shape;798;p71"/>
          <p:cNvPicPr preferRelativeResize="0"/>
          <p:nvPr/>
        </p:nvPicPr>
        <p:blipFill>
          <a:blip r:embed="rId3">
            <a:alphaModFix/>
          </a:blip>
          <a:stretch>
            <a:fillRect/>
          </a:stretch>
        </p:blipFill>
        <p:spPr>
          <a:xfrm flipH="1">
            <a:off x="1136872" y="1339750"/>
            <a:ext cx="1438877" cy="1423898"/>
          </a:xfrm>
          <a:prstGeom prst="rect">
            <a:avLst/>
          </a:prstGeom>
          <a:noFill/>
          <a:ln>
            <a:noFill/>
          </a:ln>
        </p:spPr>
      </p:pic>
      <p:sp>
        <p:nvSpPr>
          <p:cNvPr id="799" name="Google Shape;799;p71"/>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Story Time (or how </a:t>
            </a:r>
            <a:r>
              <a:rPr lang="en">
                <a:latin typeface="Courier New"/>
                <a:ea typeface="Courier New"/>
                <a:cs typeface="Courier New"/>
                <a:sym typeface="Courier New"/>
              </a:rPr>
              <a:t>CountDownLatch</a:t>
            </a:r>
            <a:r>
              <a:rPr lang="en"/>
              <a:t> works)</a:t>
            </a:r>
            <a:endParaRPr/>
          </a:p>
        </p:txBody>
      </p:sp>
      <p:sp>
        <p:nvSpPr>
          <p:cNvPr id="800" name="Google Shape;800;p7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40</a:t>
            </a:fld>
            <a:endParaRPr/>
          </a:p>
        </p:txBody>
      </p:sp>
      <p:grpSp>
        <p:nvGrpSpPr>
          <p:cNvPr id="801" name="Google Shape;801;p71"/>
          <p:cNvGrpSpPr/>
          <p:nvPr/>
        </p:nvGrpSpPr>
        <p:grpSpPr>
          <a:xfrm>
            <a:off x="3420088" y="1507775"/>
            <a:ext cx="2303825" cy="1971200"/>
            <a:chOff x="3386250" y="1770500"/>
            <a:chExt cx="2303825" cy="1971200"/>
          </a:xfrm>
        </p:grpSpPr>
        <p:cxnSp>
          <p:nvCxnSpPr>
            <p:cNvPr id="802" name="Google Shape;802;p71"/>
            <p:cNvCxnSpPr/>
            <p:nvPr/>
          </p:nvCxnSpPr>
          <p:spPr>
            <a:xfrm>
              <a:off x="3659075" y="1770500"/>
              <a:ext cx="2031000" cy="1364400"/>
            </a:xfrm>
            <a:prstGeom prst="straightConnector1">
              <a:avLst/>
            </a:prstGeom>
            <a:noFill/>
            <a:ln w="152400" cap="flat" cmpd="sng">
              <a:solidFill>
                <a:srgbClr val="795E26"/>
              </a:solidFill>
              <a:prstDash val="solid"/>
              <a:round/>
              <a:headEnd type="none" w="med" len="med"/>
              <a:tailEnd type="none" w="med" len="med"/>
            </a:ln>
          </p:spPr>
        </p:cxnSp>
        <p:cxnSp>
          <p:nvCxnSpPr>
            <p:cNvPr id="803" name="Google Shape;803;p71"/>
            <p:cNvCxnSpPr/>
            <p:nvPr/>
          </p:nvCxnSpPr>
          <p:spPr>
            <a:xfrm>
              <a:off x="3386250" y="2336375"/>
              <a:ext cx="1930800" cy="1250700"/>
            </a:xfrm>
            <a:prstGeom prst="straightConnector1">
              <a:avLst/>
            </a:prstGeom>
            <a:noFill/>
            <a:ln w="152400" cap="flat" cmpd="sng">
              <a:solidFill>
                <a:srgbClr val="795E26"/>
              </a:solidFill>
              <a:prstDash val="solid"/>
              <a:round/>
              <a:headEnd type="none" w="med" len="med"/>
              <a:tailEnd type="none" w="med" len="med"/>
            </a:ln>
          </p:spPr>
        </p:cxnSp>
        <p:cxnSp>
          <p:nvCxnSpPr>
            <p:cNvPr id="804" name="Google Shape;804;p71"/>
            <p:cNvCxnSpPr/>
            <p:nvPr/>
          </p:nvCxnSpPr>
          <p:spPr>
            <a:xfrm flipH="1">
              <a:off x="4063150" y="2386900"/>
              <a:ext cx="525600" cy="818400"/>
            </a:xfrm>
            <a:prstGeom prst="straightConnector1">
              <a:avLst/>
            </a:prstGeom>
            <a:noFill/>
            <a:ln w="152400" cap="flat" cmpd="sng">
              <a:solidFill>
                <a:srgbClr val="795E26"/>
              </a:solidFill>
              <a:prstDash val="solid"/>
              <a:round/>
              <a:headEnd type="none" w="med" len="med"/>
              <a:tailEnd type="none" w="med" len="med"/>
            </a:ln>
          </p:spPr>
        </p:cxnSp>
        <p:cxnSp>
          <p:nvCxnSpPr>
            <p:cNvPr id="805" name="Google Shape;805;p71"/>
            <p:cNvCxnSpPr/>
            <p:nvPr/>
          </p:nvCxnSpPr>
          <p:spPr>
            <a:xfrm flipH="1">
              <a:off x="4892575" y="2923300"/>
              <a:ext cx="525600" cy="818400"/>
            </a:xfrm>
            <a:prstGeom prst="straightConnector1">
              <a:avLst/>
            </a:prstGeom>
            <a:noFill/>
            <a:ln w="152400" cap="flat" cmpd="sng">
              <a:solidFill>
                <a:srgbClr val="795E26"/>
              </a:solidFill>
              <a:prstDash val="solid"/>
              <a:round/>
              <a:headEnd type="none" w="med" len="med"/>
              <a:tailEnd type="none" w="med" len="med"/>
            </a:ln>
          </p:spPr>
        </p:cxnSp>
      </p:grpSp>
      <p:pic>
        <p:nvPicPr>
          <p:cNvPr id="806" name="Google Shape;806;p71"/>
          <p:cNvPicPr preferRelativeResize="0"/>
          <p:nvPr/>
        </p:nvPicPr>
        <p:blipFill>
          <a:blip r:embed="rId4">
            <a:alphaModFix/>
          </a:blip>
          <a:stretch>
            <a:fillRect/>
          </a:stretch>
        </p:blipFill>
        <p:spPr>
          <a:xfrm>
            <a:off x="4450725" y="1426938"/>
            <a:ext cx="2397175" cy="2638626"/>
          </a:xfrm>
          <a:prstGeom prst="rect">
            <a:avLst/>
          </a:prstGeom>
          <a:noFill/>
          <a:ln>
            <a:noFill/>
          </a:ln>
        </p:spPr>
      </p:pic>
      <p:pic>
        <p:nvPicPr>
          <p:cNvPr id="807" name="Google Shape;807;p71"/>
          <p:cNvPicPr preferRelativeResize="0"/>
          <p:nvPr/>
        </p:nvPicPr>
        <p:blipFill>
          <a:blip r:embed="rId5">
            <a:alphaModFix/>
          </a:blip>
          <a:stretch>
            <a:fillRect/>
          </a:stretch>
        </p:blipFill>
        <p:spPr>
          <a:xfrm flipH="1">
            <a:off x="1738147" y="2783150"/>
            <a:ext cx="1438877" cy="1423898"/>
          </a:xfrm>
          <a:prstGeom prst="rect">
            <a:avLst/>
          </a:prstGeom>
          <a:noFill/>
          <a:ln>
            <a:noFill/>
          </a:ln>
        </p:spPr>
      </p:pic>
      <p:pic>
        <p:nvPicPr>
          <p:cNvPr id="808" name="Google Shape;808;p71"/>
          <p:cNvPicPr preferRelativeResize="0"/>
          <p:nvPr/>
        </p:nvPicPr>
        <p:blipFill>
          <a:blip r:embed="rId6">
            <a:alphaModFix/>
          </a:blip>
          <a:stretch>
            <a:fillRect/>
          </a:stretch>
        </p:blipFill>
        <p:spPr>
          <a:xfrm flipH="1">
            <a:off x="382447" y="3632925"/>
            <a:ext cx="1438877" cy="1423898"/>
          </a:xfrm>
          <a:prstGeom prst="rect">
            <a:avLst/>
          </a:prstGeom>
          <a:noFill/>
          <a:ln>
            <a:noFill/>
          </a:ln>
        </p:spPr>
      </p:pic>
      <p:pic>
        <p:nvPicPr>
          <p:cNvPr id="809" name="Google Shape;809;p71"/>
          <p:cNvPicPr preferRelativeResize="0"/>
          <p:nvPr/>
        </p:nvPicPr>
        <p:blipFill>
          <a:blip r:embed="rId7">
            <a:alphaModFix/>
          </a:blip>
          <a:stretch>
            <a:fillRect/>
          </a:stretch>
        </p:blipFill>
        <p:spPr>
          <a:xfrm flipH="1">
            <a:off x="2193397" y="3493900"/>
            <a:ext cx="1438877" cy="1423898"/>
          </a:xfrm>
          <a:prstGeom prst="rect">
            <a:avLst/>
          </a:prstGeom>
          <a:noFill/>
          <a:ln>
            <a:noFill/>
          </a:ln>
        </p:spPr>
      </p:pic>
      <p:sp>
        <p:nvSpPr>
          <p:cNvPr id="810" name="Google Shape;810;p71"/>
          <p:cNvSpPr txBox="1"/>
          <p:nvPr/>
        </p:nvSpPr>
        <p:spPr>
          <a:xfrm>
            <a:off x="2064113" y="4798725"/>
            <a:ext cx="1477500" cy="48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674EA7"/>
                </a:solidFill>
                <a:latin typeface="Merriweather"/>
                <a:ea typeface="Merriweather"/>
                <a:cs typeface="Merriweather"/>
                <a:sym typeface="Merriweather"/>
              </a:rPr>
              <a:t>await()</a:t>
            </a:r>
            <a:endParaRPr b="1">
              <a:solidFill>
                <a:srgbClr val="674EA7"/>
              </a:solidFill>
              <a:latin typeface="Merriweather"/>
              <a:ea typeface="Merriweather"/>
              <a:cs typeface="Merriweather"/>
              <a:sym typeface="Merriweather"/>
            </a:endParaRPr>
          </a:p>
        </p:txBody>
      </p:sp>
      <p:sp>
        <p:nvSpPr>
          <p:cNvPr id="811" name="Google Shape;811;p71"/>
          <p:cNvSpPr txBox="1"/>
          <p:nvPr/>
        </p:nvSpPr>
        <p:spPr>
          <a:xfrm>
            <a:off x="1051119" y="2595503"/>
            <a:ext cx="1477500" cy="48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674EA7"/>
                </a:solidFill>
                <a:latin typeface="Merriweather"/>
                <a:ea typeface="Merriweather"/>
                <a:cs typeface="Merriweather"/>
                <a:sym typeface="Merriweather"/>
              </a:rPr>
              <a:t>await()</a:t>
            </a:r>
            <a:endParaRPr b="1">
              <a:solidFill>
                <a:srgbClr val="674EA7"/>
              </a:solidFill>
              <a:latin typeface="Merriweather"/>
              <a:ea typeface="Merriweather"/>
              <a:cs typeface="Merriweather"/>
              <a:sym typeface="Merriweather"/>
            </a:endParaRPr>
          </a:p>
        </p:txBody>
      </p:sp>
      <p:pic>
        <p:nvPicPr>
          <p:cNvPr id="812" name="Google Shape;812;p71"/>
          <p:cNvPicPr preferRelativeResize="0"/>
          <p:nvPr/>
        </p:nvPicPr>
        <p:blipFill>
          <a:blip r:embed="rId8">
            <a:alphaModFix/>
          </a:blip>
          <a:stretch>
            <a:fillRect/>
          </a:stretch>
        </p:blipFill>
        <p:spPr>
          <a:xfrm flipH="1">
            <a:off x="422897" y="2118550"/>
            <a:ext cx="1438877" cy="1423898"/>
          </a:xfrm>
          <a:prstGeom prst="rect">
            <a:avLst/>
          </a:prstGeom>
          <a:noFill/>
          <a:ln>
            <a:noFill/>
          </a:ln>
        </p:spPr>
      </p:pic>
      <p:sp>
        <p:nvSpPr>
          <p:cNvPr id="813" name="Google Shape;813;p71"/>
          <p:cNvSpPr/>
          <p:nvPr/>
        </p:nvSpPr>
        <p:spPr>
          <a:xfrm>
            <a:off x="2315100" y="2265650"/>
            <a:ext cx="1344000" cy="623700"/>
          </a:xfrm>
          <a:prstGeom prst="wedgeEllipseCallout">
            <a:avLst>
              <a:gd name="adj1" fmla="val -20833"/>
              <a:gd name="adj2" fmla="val 62500"/>
            </a:avLst>
          </a:prstGeom>
          <a:noFill/>
          <a:ln w="19050" cap="flat" cmpd="sng">
            <a:solidFill>
              <a:srgbClr val="795E2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aveat"/>
                <a:ea typeface="Caveat"/>
                <a:cs typeface="Caveat"/>
                <a:sym typeface="Caveat"/>
              </a:rPr>
              <a:t>waiting zzz…</a:t>
            </a:r>
            <a:endParaRPr>
              <a:solidFill>
                <a:schemeClr val="dk1"/>
              </a:solidFill>
              <a:latin typeface="Caveat"/>
              <a:ea typeface="Caveat"/>
              <a:cs typeface="Caveat"/>
              <a:sym typeface="Caveat"/>
            </a:endParaRPr>
          </a:p>
        </p:txBody>
      </p:sp>
      <p:sp>
        <p:nvSpPr>
          <p:cNvPr id="814" name="Google Shape;814;p71"/>
          <p:cNvSpPr/>
          <p:nvPr/>
        </p:nvSpPr>
        <p:spPr>
          <a:xfrm>
            <a:off x="999850" y="1601050"/>
            <a:ext cx="1344000" cy="623700"/>
          </a:xfrm>
          <a:prstGeom prst="wedgeEllipseCallout">
            <a:avLst>
              <a:gd name="adj1" fmla="val -20833"/>
              <a:gd name="adj2" fmla="val 62500"/>
            </a:avLst>
          </a:prstGeom>
          <a:noFill/>
          <a:ln w="19050" cap="flat" cmpd="sng">
            <a:solidFill>
              <a:srgbClr val="795E2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aveat"/>
                <a:ea typeface="Caveat"/>
                <a:cs typeface="Caveat"/>
                <a:sym typeface="Caveat"/>
              </a:rPr>
              <a:t>waiting zzz…</a:t>
            </a:r>
            <a:endParaRPr>
              <a:solidFill>
                <a:schemeClr val="dk1"/>
              </a:solidFill>
              <a:latin typeface="Caveat"/>
              <a:ea typeface="Caveat"/>
              <a:cs typeface="Caveat"/>
              <a:sym typeface="Caveat"/>
            </a:endParaRPr>
          </a:p>
        </p:txBody>
      </p:sp>
      <p:sp>
        <p:nvSpPr>
          <p:cNvPr id="815" name="Google Shape;815;p71"/>
          <p:cNvSpPr/>
          <p:nvPr/>
        </p:nvSpPr>
        <p:spPr>
          <a:xfrm>
            <a:off x="959400" y="2934156"/>
            <a:ext cx="1344000" cy="623700"/>
          </a:xfrm>
          <a:prstGeom prst="wedgeEllipseCallout">
            <a:avLst>
              <a:gd name="adj1" fmla="val -20833"/>
              <a:gd name="adj2" fmla="val 62500"/>
            </a:avLst>
          </a:prstGeom>
          <a:noFill/>
          <a:ln w="19050" cap="flat" cmpd="sng">
            <a:solidFill>
              <a:srgbClr val="795E2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aveat"/>
                <a:ea typeface="Caveat"/>
                <a:cs typeface="Caveat"/>
                <a:sym typeface="Caveat"/>
              </a:rPr>
              <a:t>waiting zzz…</a:t>
            </a:r>
            <a:endParaRPr>
              <a:solidFill>
                <a:schemeClr val="dk1"/>
              </a:solidFill>
              <a:latin typeface="Caveat"/>
              <a:ea typeface="Caveat"/>
              <a:cs typeface="Caveat"/>
              <a:sym typeface="Caveat"/>
            </a:endParaRPr>
          </a:p>
        </p:txBody>
      </p:sp>
      <p:sp>
        <p:nvSpPr>
          <p:cNvPr id="816" name="Google Shape;816;p71"/>
          <p:cNvSpPr/>
          <p:nvPr/>
        </p:nvSpPr>
        <p:spPr>
          <a:xfrm>
            <a:off x="2884200" y="3080600"/>
            <a:ext cx="1344000" cy="623700"/>
          </a:xfrm>
          <a:prstGeom prst="wedgeEllipseCallout">
            <a:avLst>
              <a:gd name="adj1" fmla="val -20833"/>
              <a:gd name="adj2" fmla="val 62500"/>
            </a:avLst>
          </a:prstGeom>
          <a:noFill/>
          <a:ln w="19050" cap="flat" cmpd="sng">
            <a:solidFill>
              <a:srgbClr val="795E2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aveat"/>
                <a:ea typeface="Caveat"/>
                <a:cs typeface="Caveat"/>
                <a:sym typeface="Caveat"/>
              </a:rPr>
              <a:t>waiting zzz…</a:t>
            </a:r>
            <a:endParaRPr>
              <a:solidFill>
                <a:schemeClr val="dk1"/>
              </a:solidFill>
              <a:latin typeface="Caveat"/>
              <a:ea typeface="Caveat"/>
              <a:cs typeface="Caveat"/>
              <a:sym typeface="Caveat"/>
            </a:endParaRPr>
          </a:p>
        </p:txBody>
      </p:sp>
      <p:sp>
        <p:nvSpPr>
          <p:cNvPr id="817" name="Google Shape;817;p71"/>
          <p:cNvSpPr/>
          <p:nvPr/>
        </p:nvSpPr>
        <p:spPr>
          <a:xfrm>
            <a:off x="2130875" y="1288875"/>
            <a:ext cx="1344000" cy="623700"/>
          </a:xfrm>
          <a:prstGeom prst="wedgeEllipseCallout">
            <a:avLst>
              <a:gd name="adj1" fmla="val -33516"/>
              <a:gd name="adj2" fmla="val 53964"/>
            </a:avLst>
          </a:prstGeom>
          <a:noFill/>
          <a:ln w="19050" cap="flat" cmpd="sng">
            <a:solidFill>
              <a:srgbClr val="795E2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aveat"/>
                <a:ea typeface="Caveat"/>
                <a:cs typeface="Caveat"/>
                <a:sym typeface="Caveat"/>
              </a:rPr>
              <a:t>waiting zzz…</a:t>
            </a:r>
            <a:endParaRPr>
              <a:solidFill>
                <a:schemeClr val="dk1"/>
              </a:solidFill>
              <a:latin typeface="Caveat"/>
              <a:ea typeface="Caveat"/>
              <a:cs typeface="Caveat"/>
              <a:sym typeface="Caveat"/>
            </a:endParaRPr>
          </a:p>
        </p:txBody>
      </p:sp>
      <p:sp>
        <p:nvSpPr>
          <p:cNvPr id="818" name="Google Shape;818;p71"/>
          <p:cNvSpPr/>
          <p:nvPr/>
        </p:nvSpPr>
        <p:spPr>
          <a:xfrm>
            <a:off x="6267025" y="1255950"/>
            <a:ext cx="1090500" cy="676200"/>
          </a:xfrm>
          <a:prstGeom prst="wedgeEllipseCallout">
            <a:avLst>
              <a:gd name="adj1" fmla="val -68106"/>
              <a:gd name="adj2" fmla="val 35738"/>
            </a:avLst>
          </a:prstGeom>
          <a:solidFill>
            <a:schemeClr val="lt1"/>
          </a:solidFill>
          <a:ln w="19050" cap="flat" cmpd="sng">
            <a:solidFill>
              <a:srgbClr val="674EA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351C75"/>
                </a:solidFill>
                <a:latin typeface="Impact"/>
                <a:ea typeface="Impact"/>
                <a:cs typeface="Impact"/>
                <a:sym typeface="Impact"/>
              </a:rPr>
              <a:t>1</a:t>
            </a:r>
            <a:endParaRPr sz="1900">
              <a:solidFill>
                <a:srgbClr val="351C75"/>
              </a:solidFill>
              <a:latin typeface="Impact"/>
              <a:ea typeface="Impact"/>
              <a:cs typeface="Impact"/>
              <a:sym typeface="Impact"/>
            </a:endParaRPr>
          </a:p>
        </p:txBody>
      </p:sp>
      <p:sp>
        <p:nvSpPr>
          <p:cNvPr id="819" name="Google Shape;819;p71"/>
          <p:cNvSpPr/>
          <p:nvPr/>
        </p:nvSpPr>
        <p:spPr>
          <a:xfrm>
            <a:off x="6502525" y="1793550"/>
            <a:ext cx="1090500" cy="676200"/>
          </a:xfrm>
          <a:prstGeom prst="wedgeEllipseCallout">
            <a:avLst>
              <a:gd name="adj1" fmla="val -83755"/>
              <a:gd name="adj2" fmla="val -26619"/>
            </a:avLst>
          </a:prstGeom>
          <a:solidFill>
            <a:schemeClr val="lt1"/>
          </a:solidFill>
          <a:ln w="19050" cap="flat" cmpd="sng">
            <a:solidFill>
              <a:srgbClr val="674EA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351C75"/>
                </a:solidFill>
                <a:latin typeface="Impact"/>
                <a:ea typeface="Impact"/>
                <a:cs typeface="Impact"/>
                <a:sym typeface="Impact"/>
              </a:rPr>
              <a:t>0</a:t>
            </a:r>
            <a:endParaRPr sz="1900">
              <a:solidFill>
                <a:srgbClr val="351C75"/>
              </a:solidFill>
              <a:latin typeface="Impact"/>
              <a:ea typeface="Impact"/>
              <a:cs typeface="Impact"/>
              <a:sym typeface="Impact"/>
            </a:endParaRPr>
          </a:p>
        </p:txBody>
      </p:sp>
      <p:sp>
        <p:nvSpPr>
          <p:cNvPr id="820" name="Google Shape;820;p71"/>
          <p:cNvSpPr txBox="1"/>
          <p:nvPr/>
        </p:nvSpPr>
        <p:spPr>
          <a:xfrm>
            <a:off x="4517513" y="3963300"/>
            <a:ext cx="2081700" cy="48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674EA7"/>
                </a:solidFill>
                <a:latin typeface="Merriweather"/>
                <a:ea typeface="Merriweather"/>
                <a:cs typeface="Merriweather"/>
                <a:sym typeface="Merriweather"/>
              </a:rPr>
              <a:t>CountDown()</a:t>
            </a:r>
            <a:endParaRPr b="1">
              <a:solidFill>
                <a:srgbClr val="674EA7"/>
              </a:solidFill>
              <a:latin typeface="Merriweather"/>
              <a:ea typeface="Merriweather"/>
              <a:cs typeface="Merriweather"/>
              <a:sym typeface="Merriweather"/>
            </a:endParaRPr>
          </a:p>
        </p:txBody>
      </p:sp>
      <p:sp>
        <p:nvSpPr>
          <p:cNvPr id="821" name="Google Shape;821;p71"/>
          <p:cNvSpPr txBox="1"/>
          <p:nvPr/>
        </p:nvSpPr>
        <p:spPr>
          <a:xfrm>
            <a:off x="4517525" y="4207050"/>
            <a:ext cx="2081700" cy="48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674EA7"/>
                </a:solidFill>
                <a:latin typeface="Merriweather"/>
                <a:ea typeface="Merriweather"/>
                <a:cs typeface="Merriweather"/>
                <a:sym typeface="Merriweather"/>
              </a:rPr>
              <a:t>CountDown()</a:t>
            </a:r>
            <a:endParaRPr b="1">
              <a:solidFill>
                <a:srgbClr val="674EA7"/>
              </a:solidFill>
              <a:latin typeface="Merriweather"/>
              <a:ea typeface="Merriweather"/>
              <a:cs typeface="Merriweather"/>
              <a:sym typeface="Merriweather"/>
            </a:endParaRP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1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25"/>
        <p:cNvGrpSpPr/>
        <p:nvPr/>
      </p:nvGrpSpPr>
      <p:grpSpPr>
        <a:xfrm>
          <a:off x="0" y="0"/>
          <a:ext cx="0" cy="0"/>
          <a:chOff x="0" y="0"/>
          <a:chExt cx="0" cy="0"/>
        </a:xfrm>
      </p:grpSpPr>
      <p:grpSp>
        <p:nvGrpSpPr>
          <p:cNvPr id="826" name="Google Shape;826;p72"/>
          <p:cNvGrpSpPr/>
          <p:nvPr/>
        </p:nvGrpSpPr>
        <p:grpSpPr>
          <a:xfrm rot="3781804" flipH="1">
            <a:off x="6428110" y="3019319"/>
            <a:ext cx="2303709" cy="1971101"/>
            <a:chOff x="3386250" y="1770500"/>
            <a:chExt cx="2303825" cy="1971200"/>
          </a:xfrm>
        </p:grpSpPr>
        <p:cxnSp>
          <p:nvCxnSpPr>
            <p:cNvPr id="827" name="Google Shape;827;p72"/>
            <p:cNvCxnSpPr/>
            <p:nvPr/>
          </p:nvCxnSpPr>
          <p:spPr>
            <a:xfrm>
              <a:off x="3659075" y="1770500"/>
              <a:ext cx="2031000" cy="1364400"/>
            </a:xfrm>
            <a:prstGeom prst="straightConnector1">
              <a:avLst/>
            </a:prstGeom>
            <a:noFill/>
            <a:ln w="152400" cap="flat" cmpd="sng">
              <a:solidFill>
                <a:srgbClr val="795E26"/>
              </a:solidFill>
              <a:prstDash val="solid"/>
              <a:round/>
              <a:headEnd type="none" w="med" len="med"/>
              <a:tailEnd type="none" w="med" len="med"/>
            </a:ln>
          </p:spPr>
        </p:cxnSp>
        <p:cxnSp>
          <p:nvCxnSpPr>
            <p:cNvPr id="828" name="Google Shape;828;p72"/>
            <p:cNvCxnSpPr/>
            <p:nvPr/>
          </p:nvCxnSpPr>
          <p:spPr>
            <a:xfrm>
              <a:off x="3386250" y="2336375"/>
              <a:ext cx="1930800" cy="1250700"/>
            </a:xfrm>
            <a:prstGeom prst="straightConnector1">
              <a:avLst/>
            </a:prstGeom>
            <a:noFill/>
            <a:ln w="152400" cap="flat" cmpd="sng">
              <a:solidFill>
                <a:srgbClr val="795E26"/>
              </a:solidFill>
              <a:prstDash val="solid"/>
              <a:round/>
              <a:headEnd type="none" w="med" len="med"/>
              <a:tailEnd type="none" w="med" len="med"/>
            </a:ln>
          </p:spPr>
        </p:cxnSp>
        <p:cxnSp>
          <p:nvCxnSpPr>
            <p:cNvPr id="829" name="Google Shape;829;p72"/>
            <p:cNvCxnSpPr/>
            <p:nvPr/>
          </p:nvCxnSpPr>
          <p:spPr>
            <a:xfrm flipH="1">
              <a:off x="4063150" y="2386900"/>
              <a:ext cx="525600" cy="818400"/>
            </a:xfrm>
            <a:prstGeom prst="straightConnector1">
              <a:avLst/>
            </a:prstGeom>
            <a:noFill/>
            <a:ln w="152400" cap="flat" cmpd="sng">
              <a:solidFill>
                <a:srgbClr val="795E26"/>
              </a:solidFill>
              <a:prstDash val="solid"/>
              <a:round/>
              <a:headEnd type="none" w="med" len="med"/>
              <a:tailEnd type="none" w="med" len="med"/>
            </a:ln>
          </p:spPr>
        </p:cxnSp>
        <p:cxnSp>
          <p:nvCxnSpPr>
            <p:cNvPr id="830" name="Google Shape;830;p72"/>
            <p:cNvCxnSpPr/>
            <p:nvPr/>
          </p:nvCxnSpPr>
          <p:spPr>
            <a:xfrm flipH="1">
              <a:off x="4892575" y="2923300"/>
              <a:ext cx="525600" cy="818400"/>
            </a:xfrm>
            <a:prstGeom prst="straightConnector1">
              <a:avLst/>
            </a:prstGeom>
            <a:noFill/>
            <a:ln w="152400" cap="flat" cmpd="sng">
              <a:solidFill>
                <a:srgbClr val="795E26"/>
              </a:solidFill>
              <a:prstDash val="solid"/>
              <a:round/>
              <a:headEnd type="none" w="med" len="med"/>
              <a:tailEnd type="none" w="med" len="med"/>
            </a:ln>
          </p:spPr>
        </p:cxnSp>
      </p:grpSp>
      <p:sp>
        <p:nvSpPr>
          <p:cNvPr id="831" name="Google Shape;831;p72"/>
          <p:cNvSpPr/>
          <p:nvPr/>
        </p:nvSpPr>
        <p:spPr>
          <a:xfrm rot="10800000">
            <a:off x="5635950" y="1474175"/>
            <a:ext cx="3385200" cy="2839500"/>
          </a:xfrm>
          <a:prstGeom prst="rtTriangle">
            <a:avLst/>
          </a:prstGeom>
          <a:solidFill>
            <a:srgbClr val="6AA84F"/>
          </a:solidFill>
          <a:ln w="9525"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832" name="Google Shape;832;p72"/>
          <p:cNvSpPr txBox="1">
            <a:spLocks noGrp="1"/>
          </p:cNvSpPr>
          <p:nvPr>
            <p:ph type="body" idx="4294967295"/>
          </p:nvPr>
        </p:nvSpPr>
        <p:spPr>
          <a:xfrm>
            <a:off x="6606000" y="1507775"/>
            <a:ext cx="2484300" cy="1029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rgbClr val="000000"/>
                </a:solidFill>
                <a:latin typeface="Arial"/>
                <a:ea typeface="Arial"/>
                <a:cs typeface="Arial"/>
                <a:sym typeface="Arial"/>
              </a:rPr>
              <a:t>Once the troll has counted down to 0, the troll is overpowered by the goats. </a:t>
            </a:r>
            <a:endParaRPr>
              <a:solidFill>
                <a:srgbClr val="000000"/>
              </a:solidFill>
              <a:latin typeface="Arial"/>
              <a:ea typeface="Arial"/>
              <a:cs typeface="Arial"/>
              <a:sym typeface="Arial"/>
            </a:endParaRPr>
          </a:p>
          <a:p>
            <a:pPr marL="0" lvl="0" indent="0" algn="l" rtl="0">
              <a:spcBef>
                <a:spcPts val="0"/>
              </a:spcBef>
              <a:spcAft>
                <a:spcPts val="1600"/>
              </a:spcAft>
              <a:buNone/>
            </a:pPr>
            <a:r>
              <a:rPr lang="en">
                <a:solidFill>
                  <a:srgbClr val="000000"/>
                </a:solidFill>
                <a:latin typeface="Arial"/>
                <a:ea typeface="Arial"/>
                <a:cs typeface="Arial"/>
                <a:sym typeface="Arial"/>
              </a:rPr>
              <a:t>I.E. the latch is </a:t>
            </a:r>
            <a:r>
              <a:rPr lang="en" b="1" i="1">
                <a:solidFill>
                  <a:srgbClr val="FF0000"/>
                </a:solidFill>
                <a:latin typeface="Arial"/>
                <a:ea typeface="Arial"/>
                <a:cs typeface="Arial"/>
                <a:sym typeface="Arial"/>
              </a:rPr>
              <a:t>open</a:t>
            </a:r>
            <a:endParaRPr b="1" i="1">
              <a:solidFill>
                <a:srgbClr val="FF0000"/>
              </a:solidFill>
              <a:latin typeface="Arial"/>
              <a:ea typeface="Arial"/>
              <a:cs typeface="Arial"/>
              <a:sym typeface="Arial"/>
            </a:endParaRPr>
          </a:p>
        </p:txBody>
      </p:sp>
      <p:pic>
        <p:nvPicPr>
          <p:cNvPr id="833" name="Google Shape;833;p72"/>
          <p:cNvPicPr preferRelativeResize="0"/>
          <p:nvPr/>
        </p:nvPicPr>
        <p:blipFill>
          <a:blip r:embed="rId3">
            <a:alphaModFix/>
          </a:blip>
          <a:stretch>
            <a:fillRect/>
          </a:stretch>
        </p:blipFill>
        <p:spPr>
          <a:xfrm flipH="1">
            <a:off x="1136872" y="1339750"/>
            <a:ext cx="1438877" cy="1423898"/>
          </a:xfrm>
          <a:prstGeom prst="rect">
            <a:avLst/>
          </a:prstGeom>
          <a:noFill/>
          <a:ln>
            <a:noFill/>
          </a:ln>
        </p:spPr>
      </p:pic>
      <p:sp>
        <p:nvSpPr>
          <p:cNvPr id="834" name="Google Shape;834;p7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Story Time (or how </a:t>
            </a:r>
            <a:r>
              <a:rPr lang="en">
                <a:latin typeface="Courier New"/>
                <a:ea typeface="Courier New"/>
                <a:cs typeface="Courier New"/>
                <a:sym typeface="Courier New"/>
              </a:rPr>
              <a:t>CountDownLatch</a:t>
            </a:r>
            <a:r>
              <a:rPr lang="en"/>
              <a:t> works)</a:t>
            </a:r>
            <a:endParaRPr/>
          </a:p>
        </p:txBody>
      </p:sp>
      <p:sp>
        <p:nvSpPr>
          <p:cNvPr id="835" name="Google Shape;835;p7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41</a:t>
            </a:fld>
            <a:endParaRPr/>
          </a:p>
        </p:txBody>
      </p:sp>
      <p:grpSp>
        <p:nvGrpSpPr>
          <p:cNvPr id="836" name="Google Shape;836;p72"/>
          <p:cNvGrpSpPr/>
          <p:nvPr/>
        </p:nvGrpSpPr>
        <p:grpSpPr>
          <a:xfrm>
            <a:off x="3420088" y="1507775"/>
            <a:ext cx="2303825" cy="1971200"/>
            <a:chOff x="3386250" y="1770500"/>
            <a:chExt cx="2303825" cy="1971200"/>
          </a:xfrm>
        </p:grpSpPr>
        <p:cxnSp>
          <p:nvCxnSpPr>
            <p:cNvPr id="837" name="Google Shape;837;p72"/>
            <p:cNvCxnSpPr/>
            <p:nvPr/>
          </p:nvCxnSpPr>
          <p:spPr>
            <a:xfrm>
              <a:off x="3659075" y="1770500"/>
              <a:ext cx="2031000" cy="1364400"/>
            </a:xfrm>
            <a:prstGeom prst="straightConnector1">
              <a:avLst/>
            </a:prstGeom>
            <a:noFill/>
            <a:ln w="152400" cap="flat" cmpd="sng">
              <a:solidFill>
                <a:srgbClr val="795E26"/>
              </a:solidFill>
              <a:prstDash val="solid"/>
              <a:round/>
              <a:headEnd type="none" w="med" len="med"/>
              <a:tailEnd type="none" w="med" len="med"/>
            </a:ln>
          </p:spPr>
        </p:cxnSp>
        <p:cxnSp>
          <p:nvCxnSpPr>
            <p:cNvPr id="838" name="Google Shape;838;p72"/>
            <p:cNvCxnSpPr/>
            <p:nvPr/>
          </p:nvCxnSpPr>
          <p:spPr>
            <a:xfrm>
              <a:off x="3386250" y="2336375"/>
              <a:ext cx="1930800" cy="1250700"/>
            </a:xfrm>
            <a:prstGeom prst="straightConnector1">
              <a:avLst/>
            </a:prstGeom>
            <a:noFill/>
            <a:ln w="152400" cap="flat" cmpd="sng">
              <a:solidFill>
                <a:srgbClr val="795E26"/>
              </a:solidFill>
              <a:prstDash val="solid"/>
              <a:round/>
              <a:headEnd type="none" w="med" len="med"/>
              <a:tailEnd type="none" w="med" len="med"/>
            </a:ln>
          </p:spPr>
        </p:cxnSp>
        <p:cxnSp>
          <p:nvCxnSpPr>
            <p:cNvPr id="839" name="Google Shape;839;p72"/>
            <p:cNvCxnSpPr/>
            <p:nvPr/>
          </p:nvCxnSpPr>
          <p:spPr>
            <a:xfrm flipH="1">
              <a:off x="4063150" y="2386900"/>
              <a:ext cx="525600" cy="818400"/>
            </a:xfrm>
            <a:prstGeom prst="straightConnector1">
              <a:avLst/>
            </a:prstGeom>
            <a:noFill/>
            <a:ln w="152400" cap="flat" cmpd="sng">
              <a:solidFill>
                <a:srgbClr val="795E26"/>
              </a:solidFill>
              <a:prstDash val="solid"/>
              <a:round/>
              <a:headEnd type="none" w="med" len="med"/>
              <a:tailEnd type="none" w="med" len="med"/>
            </a:ln>
          </p:spPr>
        </p:cxnSp>
        <p:cxnSp>
          <p:nvCxnSpPr>
            <p:cNvPr id="840" name="Google Shape;840;p72"/>
            <p:cNvCxnSpPr/>
            <p:nvPr/>
          </p:nvCxnSpPr>
          <p:spPr>
            <a:xfrm flipH="1">
              <a:off x="4892575" y="2923300"/>
              <a:ext cx="525600" cy="818400"/>
            </a:xfrm>
            <a:prstGeom prst="straightConnector1">
              <a:avLst/>
            </a:prstGeom>
            <a:noFill/>
            <a:ln w="152400" cap="flat" cmpd="sng">
              <a:solidFill>
                <a:srgbClr val="795E26"/>
              </a:solidFill>
              <a:prstDash val="solid"/>
              <a:round/>
              <a:headEnd type="none" w="med" len="med"/>
              <a:tailEnd type="none" w="med" len="med"/>
            </a:ln>
          </p:spPr>
        </p:cxnSp>
      </p:grpSp>
      <p:pic>
        <p:nvPicPr>
          <p:cNvPr id="841" name="Google Shape;841;p72"/>
          <p:cNvPicPr preferRelativeResize="0"/>
          <p:nvPr/>
        </p:nvPicPr>
        <p:blipFill>
          <a:blip r:embed="rId4">
            <a:alphaModFix/>
          </a:blip>
          <a:stretch>
            <a:fillRect/>
          </a:stretch>
        </p:blipFill>
        <p:spPr>
          <a:xfrm>
            <a:off x="4450725" y="1426938"/>
            <a:ext cx="2397175" cy="2638626"/>
          </a:xfrm>
          <a:prstGeom prst="rect">
            <a:avLst/>
          </a:prstGeom>
          <a:noFill/>
          <a:ln>
            <a:noFill/>
          </a:ln>
        </p:spPr>
      </p:pic>
      <p:pic>
        <p:nvPicPr>
          <p:cNvPr id="842" name="Google Shape;842;p72"/>
          <p:cNvPicPr preferRelativeResize="0"/>
          <p:nvPr/>
        </p:nvPicPr>
        <p:blipFill>
          <a:blip r:embed="rId5">
            <a:alphaModFix/>
          </a:blip>
          <a:stretch>
            <a:fillRect/>
          </a:stretch>
        </p:blipFill>
        <p:spPr>
          <a:xfrm flipH="1">
            <a:off x="1738147" y="2783150"/>
            <a:ext cx="1438877" cy="1423898"/>
          </a:xfrm>
          <a:prstGeom prst="rect">
            <a:avLst/>
          </a:prstGeom>
          <a:noFill/>
          <a:ln>
            <a:noFill/>
          </a:ln>
        </p:spPr>
      </p:pic>
      <p:pic>
        <p:nvPicPr>
          <p:cNvPr id="843" name="Google Shape;843;p72"/>
          <p:cNvPicPr preferRelativeResize="0"/>
          <p:nvPr/>
        </p:nvPicPr>
        <p:blipFill>
          <a:blip r:embed="rId6">
            <a:alphaModFix/>
          </a:blip>
          <a:stretch>
            <a:fillRect/>
          </a:stretch>
        </p:blipFill>
        <p:spPr>
          <a:xfrm flipH="1">
            <a:off x="382447" y="3632925"/>
            <a:ext cx="1438877" cy="1423898"/>
          </a:xfrm>
          <a:prstGeom prst="rect">
            <a:avLst/>
          </a:prstGeom>
          <a:noFill/>
          <a:ln>
            <a:noFill/>
          </a:ln>
        </p:spPr>
      </p:pic>
      <p:pic>
        <p:nvPicPr>
          <p:cNvPr id="844" name="Google Shape;844;p72"/>
          <p:cNvPicPr preferRelativeResize="0"/>
          <p:nvPr/>
        </p:nvPicPr>
        <p:blipFill>
          <a:blip r:embed="rId7">
            <a:alphaModFix/>
          </a:blip>
          <a:stretch>
            <a:fillRect/>
          </a:stretch>
        </p:blipFill>
        <p:spPr>
          <a:xfrm flipH="1">
            <a:off x="2193397" y="3493900"/>
            <a:ext cx="1438877" cy="1423898"/>
          </a:xfrm>
          <a:prstGeom prst="rect">
            <a:avLst/>
          </a:prstGeom>
          <a:noFill/>
          <a:ln>
            <a:noFill/>
          </a:ln>
        </p:spPr>
      </p:pic>
      <p:sp>
        <p:nvSpPr>
          <p:cNvPr id="845" name="Google Shape;845;p72"/>
          <p:cNvSpPr/>
          <p:nvPr/>
        </p:nvSpPr>
        <p:spPr>
          <a:xfrm>
            <a:off x="2717225" y="1507775"/>
            <a:ext cx="1344000" cy="623700"/>
          </a:xfrm>
          <a:prstGeom prst="wedgeEllipseCallout">
            <a:avLst>
              <a:gd name="adj1" fmla="val -55108"/>
              <a:gd name="adj2" fmla="val 102293"/>
            </a:avLst>
          </a:prstGeom>
          <a:solidFill>
            <a:schemeClr val="lt1"/>
          </a:solidFill>
          <a:ln w="19050" cap="flat" cmpd="sng">
            <a:solidFill>
              <a:srgbClr val="795E2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chemeClr val="dk1"/>
                </a:solidFill>
                <a:latin typeface="Caveat"/>
                <a:ea typeface="Caveat"/>
                <a:cs typeface="Caveat"/>
                <a:sym typeface="Caveat"/>
              </a:rPr>
              <a:t>CHARGE!!</a:t>
            </a:r>
            <a:endParaRPr b="1">
              <a:solidFill>
                <a:schemeClr val="dk1"/>
              </a:solidFill>
              <a:latin typeface="Caveat"/>
              <a:ea typeface="Caveat"/>
              <a:cs typeface="Caveat"/>
              <a:sym typeface="Caveat"/>
            </a:endParaRPr>
          </a:p>
        </p:txBody>
      </p:sp>
      <p:sp>
        <p:nvSpPr>
          <p:cNvPr id="846" name="Google Shape;846;p72"/>
          <p:cNvSpPr/>
          <p:nvPr/>
        </p:nvSpPr>
        <p:spPr>
          <a:xfrm>
            <a:off x="3437438" y="2855700"/>
            <a:ext cx="1586100" cy="1107600"/>
          </a:xfrm>
          <a:prstGeom prst="wedgeEllipseCallout">
            <a:avLst>
              <a:gd name="adj1" fmla="val 62527"/>
              <a:gd name="adj2" fmla="val -56252"/>
            </a:avLst>
          </a:prstGeom>
          <a:solidFill>
            <a:schemeClr val="lt1"/>
          </a:solidFill>
          <a:ln w="19050" cap="flat" cmpd="sng">
            <a:solidFill>
              <a:srgbClr val="674EA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351C75"/>
                </a:solidFill>
                <a:latin typeface="Impact"/>
                <a:ea typeface="Impact"/>
                <a:cs typeface="Impact"/>
                <a:sym typeface="Impact"/>
              </a:rPr>
              <a:t>Uh Oh!</a:t>
            </a:r>
            <a:endParaRPr sz="1800">
              <a:solidFill>
                <a:srgbClr val="351C75"/>
              </a:solidFill>
              <a:latin typeface="Impact"/>
              <a:ea typeface="Impact"/>
              <a:cs typeface="Impact"/>
              <a:sym typeface="Impact"/>
            </a:endParaRPr>
          </a:p>
          <a:p>
            <a:pPr marL="0" lvl="0" indent="0" algn="ctr" rtl="0">
              <a:spcBef>
                <a:spcPts val="0"/>
              </a:spcBef>
              <a:spcAft>
                <a:spcPts val="0"/>
              </a:spcAft>
              <a:buNone/>
            </a:pPr>
            <a:r>
              <a:rPr lang="en" sz="1800">
                <a:solidFill>
                  <a:srgbClr val="351C75"/>
                </a:solidFill>
                <a:latin typeface="Impact"/>
                <a:ea typeface="Impact"/>
                <a:cs typeface="Impact"/>
                <a:sym typeface="Impact"/>
              </a:rPr>
              <a:t>Too Many Goats!!</a:t>
            </a:r>
            <a:endParaRPr sz="1800">
              <a:solidFill>
                <a:srgbClr val="351C75"/>
              </a:solidFill>
              <a:latin typeface="Impact"/>
              <a:ea typeface="Impact"/>
              <a:cs typeface="Impact"/>
              <a:sym typeface="Impact"/>
            </a:endParaRPr>
          </a:p>
        </p:txBody>
      </p:sp>
      <p:pic>
        <p:nvPicPr>
          <p:cNvPr id="847" name="Google Shape;847;p72"/>
          <p:cNvPicPr preferRelativeResize="0"/>
          <p:nvPr/>
        </p:nvPicPr>
        <p:blipFill>
          <a:blip r:embed="rId8">
            <a:alphaModFix/>
          </a:blip>
          <a:stretch>
            <a:fillRect/>
          </a:stretch>
        </p:blipFill>
        <p:spPr>
          <a:xfrm flipH="1">
            <a:off x="422897" y="2118550"/>
            <a:ext cx="1438877" cy="1423898"/>
          </a:xfrm>
          <a:prstGeom prst="rect">
            <a:avLst/>
          </a:prstGeom>
          <a:noFill/>
          <a:ln>
            <a:noFill/>
          </a:ln>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51"/>
        <p:cNvGrpSpPr/>
        <p:nvPr/>
      </p:nvGrpSpPr>
      <p:grpSpPr>
        <a:xfrm>
          <a:off x="0" y="0"/>
          <a:ext cx="0" cy="0"/>
          <a:chOff x="0" y="0"/>
          <a:chExt cx="0" cy="0"/>
        </a:xfrm>
      </p:grpSpPr>
      <p:sp>
        <p:nvSpPr>
          <p:cNvPr id="852" name="Google Shape;852;p73"/>
          <p:cNvSpPr/>
          <p:nvPr/>
        </p:nvSpPr>
        <p:spPr>
          <a:xfrm rot="10800000">
            <a:off x="5635950" y="1474175"/>
            <a:ext cx="3385200" cy="2839500"/>
          </a:xfrm>
          <a:prstGeom prst="rtTriangle">
            <a:avLst/>
          </a:prstGeom>
          <a:solidFill>
            <a:srgbClr val="6AA84F"/>
          </a:solidFill>
          <a:ln w="9525"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853" name="Google Shape;853;p73"/>
          <p:cNvSpPr txBox="1">
            <a:spLocks noGrp="1"/>
          </p:cNvSpPr>
          <p:nvPr>
            <p:ph type="body" idx="4294967295"/>
          </p:nvPr>
        </p:nvSpPr>
        <p:spPr>
          <a:xfrm>
            <a:off x="425288" y="3656375"/>
            <a:ext cx="2551500" cy="896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rgbClr val="000000"/>
                </a:solidFill>
                <a:latin typeface="Arial"/>
                <a:ea typeface="Arial"/>
                <a:cs typeface="Arial"/>
                <a:sym typeface="Arial"/>
              </a:rPr>
              <a:t>Goats that show up </a:t>
            </a:r>
            <a:r>
              <a:rPr lang="en" b="1" i="1">
                <a:solidFill>
                  <a:srgbClr val="FF0000"/>
                </a:solidFill>
                <a:latin typeface="Arial"/>
                <a:ea typeface="Arial"/>
                <a:cs typeface="Arial"/>
                <a:sym typeface="Arial"/>
              </a:rPr>
              <a:t>after</a:t>
            </a:r>
            <a:r>
              <a:rPr lang="en">
                <a:solidFill>
                  <a:srgbClr val="000000"/>
                </a:solidFill>
                <a:latin typeface="Arial"/>
                <a:ea typeface="Arial"/>
                <a:cs typeface="Arial"/>
                <a:sym typeface="Arial"/>
              </a:rPr>
              <a:t> the troll is vanquished can freely </a:t>
            </a:r>
            <a:r>
              <a:rPr lang="en" b="1" i="1">
                <a:solidFill>
                  <a:srgbClr val="FF0000"/>
                </a:solidFill>
                <a:latin typeface="Arial"/>
                <a:ea typeface="Arial"/>
                <a:cs typeface="Arial"/>
                <a:sym typeface="Arial"/>
              </a:rPr>
              <a:t>pass through</a:t>
            </a:r>
            <a:r>
              <a:rPr lang="en">
                <a:solidFill>
                  <a:srgbClr val="000000"/>
                </a:solidFill>
                <a:latin typeface="Arial"/>
                <a:ea typeface="Arial"/>
                <a:cs typeface="Arial"/>
                <a:sym typeface="Arial"/>
              </a:rPr>
              <a:t> to the meadow.</a:t>
            </a:r>
            <a:endParaRPr>
              <a:solidFill>
                <a:srgbClr val="000000"/>
              </a:solidFill>
              <a:latin typeface="Arial"/>
              <a:ea typeface="Arial"/>
              <a:cs typeface="Arial"/>
              <a:sym typeface="Arial"/>
            </a:endParaRPr>
          </a:p>
        </p:txBody>
      </p:sp>
      <p:pic>
        <p:nvPicPr>
          <p:cNvPr id="854" name="Google Shape;854;p73"/>
          <p:cNvPicPr preferRelativeResize="0"/>
          <p:nvPr/>
        </p:nvPicPr>
        <p:blipFill>
          <a:blip r:embed="rId3">
            <a:alphaModFix/>
          </a:blip>
          <a:stretch>
            <a:fillRect/>
          </a:stretch>
        </p:blipFill>
        <p:spPr>
          <a:xfrm flipH="1">
            <a:off x="7942336" y="1507774"/>
            <a:ext cx="890011" cy="880745"/>
          </a:xfrm>
          <a:prstGeom prst="rect">
            <a:avLst/>
          </a:prstGeom>
          <a:noFill/>
          <a:ln>
            <a:noFill/>
          </a:ln>
        </p:spPr>
      </p:pic>
      <p:sp>
        <p:nvSpPr>
          <p:cNvPr id="855" name="Google Shape;855;p73"/>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Story Time (or how </a:t>
            </a:r>
            <a:r>
              <a:rPr lang="en">
                <a:latin typeface="Courier New"/>
                <a:ea typeface="Courier New"/>
                <a:cs typeface="Courier New"/>
                <a:sym typeface="Courier New"/>
              </a:rPr>
              <a:t>CountDownLatch</a:t>
            </a:r>
            <a:r>
              <a:rPr lang="en"/>
              <a:t> works)</a:t>
            </a:r>
            <a:endParaRPr/>
          </a:p>
        </p:txBody>
      </p:sp>
      <p:sp>
        <p:nvSpPr>
          <p:cNvPr id="856" name="Google Shape;856;p7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42</a:t>
            </a:fld>
            <a:endParaRPr/>
          </a:p>
        </p:txBody>
      </p:sp>
      <p:grpSp>
        <p:nvGrpSpPr>
          <p:cNvPr id="857" name="Google Shape;857;p73"/>
          <p:cNvGrpSpPr/>
          <p:nvPr/>
        </p:nvGrpSpPr>
        <p:grpSpPr>
          <a:xfrm>
            <a:off x="3420088" y="1507775"/>
            <a:ext cx="2303825" cy="1971200"/>
            <a:chOff x="3386250" y="1770500"/>
            <a:chExt cx="2303825" cy="1971200"/>
          </a:xfrm>
        </p:grpSpPr>
        <p:cxnSp>
          <p:nvCxnSpPr>
            <p:cNvPr id="858" name="Google Shape;858;p73"/>
            <p:cNvCxnSpPr/>
            <p:nvPr/>
          </p:nvCxnSpPr>
          <p:spPr>
            <a:xfrm>
              <a:off x="3659075" y="1770500"/>
              <a:ext cx="2031000" cy="1364400"/>
            </a:xfrm>
            <a:prstGeom prst="straightConnector1">
              <a:avLst/>
            </a:prstGeom>
            <a:noFill/>
            <a:ln w="152400" cap="flat" cmpd="sng">
              <a:solidFill>
                <a:srgbClr val="795E26"/>
              </a:solidFill>
              <a:prstDash val="solid"/>
              <a:round/>
              <a:headEnd type="none" w="med" len="med"/>
              <a:tailEnd type="none" w="med" len="med"/>
            </a:ln>
          </p:spPr>
        </p:cxnSp>
        <p:cxnSp>
          <p:nvCxnSpPr>
            <p:cNvPr id="859" name="Google Shape;859;p73"/>
            <p:cNvCxnSpPr/>
            <p:nvPr/>
          </p:nvCxnSpPr>
          <p:spPr>
            <a:xfrm>
              <a:off x="3386250" y="2336375"/>
              <a:ext cx="1930800" cy="1250700"/>
            </a:xfrm>
            <a:prstGeom prst="straightConnector1">
              <a:avLst/>
            </a:prstGeom>
            <a:noFill/>
            <a:ln w="152400" cap="flat" cmpd="sng">
              <a:solidFill>
                <a:srgbClr val="795E26"/>
              </a:solidFill>
              <a:prstDash val="solid"/>
              <a:round/>
              <a:headEnd type="none" w="med" len="med"/>
              <a:tailEnd type="none" w="med" len="med"/>
            </a:ln>
          </p:spPr>
        </p:cxnSp>
        <p:cxnSp>
          <p:nvCxnSpPr>
            <p:cNvPr id="860" name="Google Shape;860;p73"/>
            <p:cNvCxnSpPr/>
            <p:nvPr/>
          </p:nvCxnSpPr>
          <p:spPr>
            <a:xfrm flipH="1">
              <a:off x="4063150" y="2386900"/>
              <a:ext cx="525600" cy="818400"/>
            </a:xfrm>
            <a:prstGeom prst="straightConnector1">
              <a:avLst/>
            </a:prstGeom>
            <a:noFill/>
            <a:ln w="152400" cap="flat" cmpd="sng">
              <a:solidFill>
                <a:srgbClr val="795E26"/>
              </a:solidFill>
              <a:prstDash val="solid"/>
              <a:round/>
              <a:headEnd type="none" w="med" len="med"/>
              <a:tailEnd type="none" w="med" len="med"/>
            </a:ln>
          </p:spPr>
        </p:cxnSp>
        <p:cxnSp>
          <p:nvCxnSpPr>
            <p:cNvPr id="861" name="Google Shape;861;p73"/>
            <p:cNvCxnSpPr/>
            <p:nvPr/>
          </p:nvCxnSpPr>
          <p:spPr>
            <a:xfrm flipH="1">
              <a:off x="4892575" y="2923300"/>
              <a:ext cx="525600" cy="818400"/>
            </a:xfrm>
            <a:prstGeom prst="straightConnector1">
              <a:avLst/>
            </a:prstGeom>
            <a:noFill/>
            <a:ln w="152400" cap="flat" cmpd="sng">
              <a:solidFill>
                <a:srgbClr val="795E26"/>
              </a:solidFill>
              <a:prstDash val="solid"/>
              <a:round/>
              <a:headEnd type="none" w="med" len="med"/>
              <a:tailEnd type="none" w="med" len="med"/>
            </a:ln>
          </p:spPr>
        </p:cxnSp>
      </p:grpSp>
      <p:grpSp>
        <p:nvGrpSpPr>
          <p:cNvPr id="862" name="Google Shape;862;p73"/>
          <p:cNvGrpSpPr/>
          <p:nvPr/>
        </p:nvGrpSpPr>
        <p:grpSpPr>
          <a:xfrm rot="3781804" flipH="1">
            <a:off x="6428110" y="3019319"/>
            <a:ext cx="2303709" cy="1971101"/>
            <a:chOff x="3386250" y="1770500"/>
            <a:chExt cx="2303825" cy="1971200"/>
          </a:xfrm>
        </p:grpSpPr>
        <p:cxnSp>
          <p:nvCxnSpPr>
            <p:cNvPr id="863" name="Google Shape;863;p73"/>
            <p:cNvCxnSpPr/>
            <p:nvPr/>
          </p:nvCxnSpPr>
          <p:spPr>
            <a:xfrm>
              <a:off x="3659075" y="1770500"/>
              <a:ext cx="2031000" cy="1364400"/>
            </a:xfrm>
            <a:prstGeom prst="straightConnector1">
              <a:avLst/>
            </a:prstGeom>
            <a:noFill/>
            <a:ln w="152400" cap="flat" cmpd="sng">
              <a:solidFill>
                <a:srgbClr val="795E26"/>
              </a:solidFill>
              <a:prstDash val="solid"/>
              <a:round/>
              <a:headEnd type="none" w="med" len="med"/>
              <a:tailEnd type="none" w="med" len="med"/>
            </a:ln>
          </p:spPr>
        </p:cxnSp>
        <p:cxnSp>
          <p:nvCxnSpPr>
            <p:cNvPr id="864" name="Google Shape;864;p73"/>
            <p:cNvCxnSpPr/>
            <p:nvPr/>
          </p:nvCxnSpPr>
          <p:spPr>
            <a:xfrm>
              <a:off x="3386250" y="2336375"/>
              <a:ext cx="1930800" cy="1250700"/>
            </a:xfrm>
            <a:prstGeom prst="straightConnector1">
              <a:avLst/>
            </a:prstGeom>
            <a:noFill/>
            <a:ln w="152400" cap="flat" cmpd="sng">
              <a:solidFill>
                <a:srgbClr val="795E26"/>
              </a:solidFill>
              <a:prstDash val="solid"/>
              <a:round/>
              <a:headEnd type="none" w="med" len="med"/>
              <a:tailEnd type="none" w="med" len="med"/>
            </a:ln>
          </p:spPr>
        </p:cxnSp>
        <p:cxnSp>
          <p:nvCxnSpPr>
            <p:cNvPr id="865" name="Google Shape;865;p73"/>
            <p:cNvCxnSpPr/>
            <p:nvPr/>
          </p:nvCxnSpPr>
          <p:spPr>
            <a:xfrm flipH="1">
              <a:off x="4063150" y="2386900"/>
              <a:ext cx="525600" cy="818400"/>
            </a:xfrm>
            <a:prstGeom prst="straightConnector1">
              <a:avLst/>
            </a:prstGeom>
            <a:noFill/>
            <a:ln w="152400" cap="flat" cmpd="sng">
              <a:solidFill>
                <a:srgbClr val="795E26"/>
              </a:solidFill>
              <a:prstDash val="solid"/>
              <a:round/>
              <a:headEnd type="none" w="med" len="med"/>
              <a:tailEnd type="none" w="med" len="med"/>
            </a:ln>
          </p:spPr>
        </p:cxnSp>
        <p:cxnSp>
          <p:nvCxnSpPr>
            <p:cNvPr id="866" name="Google Shape;866;p73"/>
            <p:cNvCxnSpPr/>
            <p:nvPr/>
          </p:nvCxnSpPr>
          <p:spPr>
            <a:xfrm flipH="1">
              <a:off x="4892575" y="2923300"/>
              <a:ext cx="525600" cy="818400"/>
            </a:xfrm>
            <a:prstGeom prst="straightConnector1">
              <a:avLst/>
            </a:prstGeom>
            <a:noFill/>
            <a:ln w="152400" cap="flat" cmpd="sng">
              <a:solidFill>
                <a:srgbClr val="795E26"/>
              </a:solidFill>
              <a:prstDash val="solid"/>
              <a:round/>
              <a:headEnd type="none" w="med" len="med"/>
              <a:tailEnd type="none" w="med" len="med"/>
            </a:ln>
          </p:spPr>
        </p:cxnSp>
      </p:grpSp>
      <p:pic>
        <p:nvPicPr>
          <p:cNvPr id="867" name="Google Shape;867;p73"/>
          <p:cNvPicPr preferRelativeResize="0"/>
          <p:nvPr/>
        </p:nvPicPr>
        <p:blipFill>
          <a:blip r:embed="rId4">
            <a:alphaModFix/>
          </a:blip>
          <a:stretch>
            <a:fillRect/>
          </a:stretch>
        </p:blipFill>
        <p:spPr>
          <a:xfrm flipH="1">
            <a:off x="7438216" y="2053006"/>
            <a:ext cx="890011" cy="880745"/>
          </a:xfrm>
          <a:prstGeom prst="rect">
            <a:avLst/>
          </a:prstGeom>
          <a:noFill/>
          <a:ln>
            <a:noFill/>
          </a:ln>
        </p:spPr>
      </p:pic>
      <p:pic>
        <p:nvPicPr>
          <p:cNvPr id="868" name="Google Shape;868;p73"/>
          <p:cNvPicPr preferRelativeResize="0"/>
          <p:nvPr/>
        </p:nvPicPr>
        <p:blipFill>
          <a:blip r:embed="rId5">
            <a:alphaModFix/>
          </a:blip>
          <a:stretch>
            <a:fillRect/>
          </a:stretch>
        </p:blipFill>
        <p:spPr>
          <a:xfrm flipH="1">
            <a:off x="6883547" y="1250722"/>
            <a:ext cx="890011" cy="880745"/>
          </a:xfrm>
          <a:prstGeom prst="rect">
            <a:avLst/>
          </a:prstGeom>
          <a:noFill/>
          <a:ln>
            <a:noFill/>
          </a:ln>
        </p:spPr>
      </p:pic>
      <p:pic>
        <p:nvPicPr>
          <p:cNvPr id="869" name="Google Shape;869;p73"/>
          <p:cNvPicPr preferRelativeResize="0"/>
          <p:nvPr/>
        </p:nvPicPr>
        <p:blipFill>
          <a:blip r:embed="rId6">
            <a:alphaModFix/>
          </a:blip>
          <a:stretch>
            <a:fillRect/>
          </a:stretch>
        </p:blipFill>
        <p:spPr>
          <a:xfrm flipH="1">
            <a:off x="6388114" y="1731430"/>
            <a:ext cx="890011" cy="880745"/>
          </a:xfrm>
          <a:prstGeom prst="rect">
            <a:avLst/>
          </a:prstGeom>
          <a:noFill/>
          <a:ln>
            <a:noFill/>
          </a:ln>
        </p:spPr>
      </p:pic>
      <p:pic>
        <p:nvPicPr>
          <p:cNvPr id="870" name="Google Shape;870;p73"/>
          <p:cNvPicPr preferRelativeResize="0"/>
          <p:nvPr/>
        </p:nvPicPr>
        <p:blipFill>
          <a:blip r:embed="rId7">
            <a:alphaModFix/>
          </a:blip>
          <a:stretch>
            <a:fillRect/>
          </a:stretch>
        </p:blipFill>
        <p:spPr>
          <a:xfrm flipH="1">
            <a:off x="7942313" y="2571755"/>
            <a:ext cx="890011" cy="880745"/>
          </a:xfrm>
          <a:prstGeom prst="rect">
            <a:avLst/>
          </a:prstGeom>
          <a:noFill/>
          <a:ln>
            <a:noFill/>
          </a:ln>
        </p:spPr>
      </p:pic>
      <p:sp>
        <p:nvSpPr>
          <p:cNvPr id="871" name="Google Shape;871;p73"/>
          <p:cNvSpPr/>
          <p:nvPr/>
        </p:nvSpPr>
        <p:spPr>
          <a:xfrm>
            <a:off x="5723925" y="2582075"/>
            <a:ext cx="1344000" cy="623700"/>
          </a:xfrm>
          <a:prstGeom prst="wedgeEllipseCallout">
            <a:avLst>
              <a:gd name="adj1" fmla="val 73052"/>
              <a:gd name="adj2" fmla="val -27826"/>
            </a:avLst>
          </a:prstGeom>
          <a:solidFill>
            <a:schemeClr val="lt1"/>
          </a:solidFill>
          <a:ln w="19050" cap="flat" cmpd="sng">
            <a:solidFill>
              <a:srgbClr val="795E2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chemeClr val="dk1"/>
                </a:solidFill>
                <a:latin typeface="Caveat"/>
                <a:ea typeface="Caveat"/>
                <a:cs typeface="Caveat"/>
                <a:sym typeface="Caveat"/>
              </a:rPr>
              <a:t>nom nom …</a:t>
            </a:r>
            <a:endParaRPr b="1">
              <a:solidFill>
                <a:schemeClr val="dk1"/>
              </a:solidFill>
              <a:latin typeface="Caveat"/>
              <a:ea typeface="Caveat"/>
              <a:cs typeface="Caveat"/>
              <a:sym typeface="Caveat"/>
            </a:endParaRPr>
          </a:p>
        </p:txBody>
      </p:sp>
      <p:pic>
        <p:nvPicPr>
          <p:cNvPr id="872" name="Google Shape;872;p73"/>
          <p:cNvPicPr preferRelativeResize="0"/>
          <p:nvPr/>
        </p:nvPicPr>
        <p:blipFill>
          <a:blip r:embed="rId8">
            <a:alphaModFix/>
          </a:blip>
          <a:stretch>
            <a:fillRect/>
          </a:stretch>
        </p:blipFill>
        <p:spPr>
          <a:xfrm flipH="1">
            <a:off x="778147" y="2181975"/>
            <a:ext cx="1438877" cy="1423898"/>
          </a:xfrm>
          <a:prstGeom prst="rect">
            <a:avLst/>
          </a:prstGeom>
          <a:noFill/>
          <a:ln>
            <a:noFill/>
          </a:ln>
        </p:spPr>
      </p:pic>
      <p:sp>
        <p:nvSpPr>
          <p:cNvPr id="873" name="Google Shape;873;p73"/>
          <p:cNvSpPr/>
          <p:nvPr/>
        </p:nvSpPr>
        <p:spPr>
          <a:xfrm>
            <a:off x="1925225" y="1507775"/>
            <a:ext cx="1344000" cy="623700"/>
          </a:xfrm>
          <a:prstGeom prst="wedgeEllipseCallout">
            <a:avLst>
              <a:gd name="adj1" fmla="val -51066"/>
              <a:gd name="adj2" fmla="val 84472"/>
            </a:avLst>
          </a:prstGeom>
          <a:solidFill>
            <a:schemeClr val="lt1"/>
          </a:solidFill>
          <a:ln w="19050" cap="flat" cmpd="sng">
            <a:solidFill>
              <a:srgbClr val="795E2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chemeClr val="dk1"/>
                </a:solidFill>
                <a:latin typeface="Caveat"/>
                <a:ea typeface="Caveat"/>
                <a:cs typeface="Caveat"/>
                <a:sym typeface="Caveat"/>
              </a:rPr>
              <a:t>wait for me!</a:t>
            </a:r>
            <a:endParaRPr b="1">
              <a:solidFill>
                <a:schemeClr val="dk1"/>
              </a:solidFill>
              <a:latin typeface="Caveat"/>
              <a:ea typeface="Caveat"/>
              <a:cs typeface="Caveat"/>
              <a:sym typeface="Caveat"/>
            </a:endParaRPr>
          </a:p>
        </p:txBody>
      </p:sp>
      <p:sp>
        <p:nvSpPr>
          <p:cNvPr id="874" name="Google Shape;874;p73"/>
          <p:cNvSpPr txBox="1">
            <a:spLocks noGrp="1"/>
          </p:cNvSpPr>
          <p:nvPr>
            <p:ph type="body" idx="4294967295"/>
          </p:nvPr>
        </p:nvSpPr>
        <p:spPr>
          <a:xfrm>
            <a:off x="3269213" y="4041200"/>
            <a:ext cx="2551500" cy="896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rgbClr val="000000"/>
                </a:solidFill>
                <a:latin typeface="Arial"/>
                <a:ea typeface="Arial"/>
                <a:cs typeface="Arial"/>
                <a:sym typeface="Arial"/>
              </a:rPr>
              <a:t>The Troll is permanently vanquished. </a:t>
            </a:r>
            <a:r>
              <a:rPr lang="en">
                <a:solidFill>
                  <a:srgbClr val="000000"/>
                </a:solidFill>
                <a:latin typeface="Courier New"/>
                <a:ea typeface="Courier New"/>
                <a:cs typeface="Courier New"/>
                <a:sym typeface="Courier New"/>
              </a:rPr>
              <a:t>CountdownLatch</a:t>
            </a:r>
            <a:r>
              <a:rPr lang="en">
                <a:solidFill>
                  <a:srgbClr val="000000"/>
                </a:solidFill>
                <a:latin typeface="Arial"/>
                <a:ea typeface="Arial"/>
                <a:cs typeface="Arial"/>
                <a:sym typeface="Arial"/>
              </a:rPr>
              <a:t> </a:t>
            </a:r>
            <a:r>
              <a:rPr lang="en" b="1" i="1">
                <a:solidFill>
                  <a:srgbClr val="FF0000"/>
                </a:solidFill>
                <a:latin typeface="Arial"/>
                <a:ea typeface="Arial"/>
                <a:cs typeface="Arial"/>
                <a:sym typeface="Arial"/>
              </a:rPr>
              <a:t>cannot be restarted</a:t>
            </a:r>
            <a:r>
              <a:rPr lang="en">
                <a:solidFill>
                  <a:srgbClr val="000000"/>
                </a:solidFill>
                <a:latin typeface="Arial"/>
                <a:ea typeface="Arial"/>
                <a:cs typeface="Arial"/>
                <a:sym typeface="Arial"/>
              </a:rPr>
              <a:t>.</a:t>
            </a:r>
            <a:endParaRPr>
              <a:solidFill>
                <a:srgbClr val="000000"/>
              </a:solidFill>
              <a:latin typeface="Arial"/>
              <a:ea typeface="Arial"/>
              <a:cs typeface="Arial"/>
              <a:sym typeface="Arial"/>
            </a:endParaRP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5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7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7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78"/>
        <p:cNvGrpSpPr/>
        <p:nvPr/>
      </p:nvGrpSpPr>
      <p:grpSpPr>
        <a:xfrm>
          <a:off x="0" y="0"/>
          <a:ext cx="0" cy="0"/>
          <a:chOff x="0" y="0"/>
          <a:chExt cx="0" cy="0"/>
        </a:xfrm>
      </p:grpSpPr>
      <p:sp>
        <p:nvSpPr>
          <p:cNvPr id="879" name="Google Shape;879;p7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Fair Start</a:t>
            </a:r>
            <a:endParaRPr/>
          </a:p>
        </p:txBody>
      </p:sp>
      <p:sp>
        <p:nvSpPr>
          <p:cNvPr id="880" name="Google Shape;880;p7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43</a:t>
            </a:fld>
            <a:endParaRPr/>
          </a:p>
        </p:txBody>
      </p:sp>
      <p:sp>
        <p:nvSpPr>
          <p:cNvPr id="881" name="Google Shape;881;p74"/>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Now that we know about CountDownLatch, let's try using it. To ensure every racer gets a fair start have each of them wait on a latch. Once the main thread has created and started all the racers, the racers can be released to run by decrementing the latch.</a:t>
            </a:r>
            <a:endParaRPr/>
          </a:p>
        </p:txBody>
      </p:sp>
      <p:sp>
        <p:nvSpPr>
          <p:cNvPr id="882" name="Google Shape;882;p74"/>
          <p:cNvSpPr txBox="1">
            <a:spLocks noGrp="1"/>
          </p:cNvSpPr>
          <p:nvPr>
            <p:ph type="body" idx="2"/>
          </p:nvPr>
        </p:nvSpPr>
        <p:spPr>
          <a:xfrm>
            <a:off x="3345900" y="1671352"/>
            <a:ext cx="5595300" cy="34872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In your </a:t>
            </a:r>
            <a:r>
              <a:rPr lang="en" dirty="0">
                <a:latin typeface="Courier New"/>
                <a:ea typeface="Courier New"/>
                <a:cs typeface="Courier New"/>
                <a:sym typeface="Courier New"/>
              </a:rPr>
              <a:t>LotsORacers</a:t>
            </a:r>
            <a:r>
              <a:rPr lang="en" dirty="0"/>
              <a:t> class's </a:t>
            </a:r>
            <a:r>
              <a:rPr lang="en" dirty="0">
                <a:latin typeface="Courier New"/>
                <a:ea typeface="Courier New"/>
                <a:cs typeface="Courier New"/>
                <a:sym typeface="Courier New"/>
              </a:rPr>
              <a:t>main</a:t>
            </a:r>
            <a:r>
              <a:rPr lang="en" dirty="0"/>
              <a:t>, create a </a:t>
            </a:r>
            <a:r>
              <a:rPr lang="en" dirty="0">
                <a:solidFill>
                  <a:srgbClr val="FF0000"/>
                </a:solidFill>
                <a:latin typeface="Courier New"/>
                <a:ea typeface="Courier New"/>
                <a:cs typeface="Courier New"/>
                <a:sym typeface="Courier New"/>
              </a:rPr>
              <a:t>CountDownLatch</a:t>
            </a:r>
            <a:r>
              <a:rPr lang="en" dirty="0"/>
              <a:t>.</a:t>
            </a:r>
            <a:endParaRPr dirty="0"/>
          </a:p>
          <a:p>
            <a:pPr marL="914400" lvl="1" indent="-298450" algn="l" rtl="0">
              <a:spcBef>
                <a:spcPts val="0"/>
              </a:spcBef>
              <a:spcAft>
                <a:spcPts val="0"/>
              </a:spcAft>
              <a:buSzPts val="1100"/>
              <a:buChar char="○"/>
            </a:pPr>
            <a:r>
              <a:rPr lang="en" dirty="0"/>
              <a:t>What should the initial count be set to?</a:t>
            </a:r>
            <a:endParaRPr dirty="0"/>
          </a:p>
          <a:p>
            <a:pPr marL="914400" lvl="1" indent="-298450" algn="l" rtl="0">
              <a:spcBef>
                <a:spcPts val="0"/>
              </a:spcBef>
              <a:spcAft>
                <a:spcPts val="0"/>
              </a:spcAft>
              <a:buSzPts val="1100"/>
              <a:buChar char="○"/>
            </a:pPr>
            <a:r>
              <a:rPr lang="en" dirty="0"/>
              <a:t>Think about how many entities will be performing the count down and not the number waiting.</a:t>
            </a:r>
            <a:endParaRPr dirty="0"/>
          </a:p>
          <a:p>
            <a:pPr marL="457200" lvl="0" indent="-311150" algn="l" rtl="0">
              <a:spcBef>
                <a:spcPts val="0"/>
              </a:spcBef>
              <a:spcAft>
                <a:spcPts val="0"/>
              </a:spcAft>
              <a:buSzPts val="1300"/>
              <a:buChar char="●"/>
            </a:pPr>
            <a:r>
              <a:rPr lang="en" dirty="0"/>
              <a:t>For </a:t>
            </a:r>
            <a:r>
              <a:rPr lang="en" b="1" i="1" dirty="0">
                <a:solidFill>
                  <a:srgbClr val="FF0000"/>
                </a:solidFill>
              </a:rPr>
              <a:t>each racer</a:t>
            </a:r>
            <a:r>
              <a:rPr lang="en" dirty="0"/>
              <a:t>, have them </a:t>
            </a:r>
            <a:r>
              <a:rPr lang="en" b="1" i="1" dirty="0">
                <a:solidFill>
                  <a:srgbClr val="FF0000"/>
                </a:solidFill>
              </a:rPr>
              <a:t>await</a:t>
            </a:r>
            <a:r>
              <a:rPr lang="en" dirty="0"/>
              <a:t> on the </a:t>
            </a:r>
            <a:r>
              <a:rPr lang="en" dirty="0">
                <a:latin typeface="Courier New"/>
                <a:ea typeface="Courier New"/>
                <a:cs typeface="Courier New"/>
                <a:sym typeface="Courier New"/>
              </a:rPr>
              <a:t>CountDownLatch</a:t>
            </a:r>
            <a:r>
              <a:rPr lang="en" dirty="0"/>
              <a:t> before they start the race.</a:t>
            </a:r>
            <a:endParaRPr dirty="0"/>
          </a:p>
          <a:p>
            <a:pPr marL="914400" lvl="1" indent="-298450" algn="l" rtl="0">
              <a:spcBef>
                <a:spcPts val="0"/>
              </a:spcBef>
              <a:spcAft>
                <a:spcPts val="0"/>
              </a:spcAft>
              <a:buSzPts val="1100"/>
              <a:buChar char="○"/>
            </a:pPr>
            <a:r>
              <a:rPr lang="en" dirty="0"/>
              <a:t>Either pass the latch in during construction (dependency injection)</a:t>
            </a:r>
            <a:endParaRPr dirty="0"/>
          </a:p>
          <a:p>
            <a:pPr marL="914400" lvl="1" indent="-298450" algn="l" rtl="0">
              <a:spcBef>
                <a:spcPts val="0"/>
              </a:spcBef>
              <a:spcAft>
                <a:spcPts val="0"/>
              </a:spcAft>
              <a:buSzPts val="1100"/>
              <a:buChar char="○"/>
            </a:pPr>
            <a:r>
              <a:rPr lang="en" dirty="0"/>
              <a:t>Or add it into the lambda (if you are using them)</a:t>
            </a:r>
            <a:endParaRPr dirty="0"/>
          </a:p>
          <a:p>
            <a:pPr marL="457200" lvl="0" indent="-311150" algn="l" rtl="0">
              <a:spcBef>
                <a:spcPts val="0"/>
              </a:spcBef>
              <a:spcAft>
                <a:spcPts val="0"/>
              </a:spcAft>
              <a:buSzPts val="1300"/>
              <a:buChar char="●"/>
            </a:pPr>
            <a:r>
              <a:rPr lang="en" dirty="0"/>
              <a:t>Back in main, once all the racers have been started, perform a </a:t>
            </a:r>
            <a:r>
              <a:rPr lang="en" dirty="0">
                <a:solidFill>
                  <a:srgbClr val="FF0000"/>
                </a:solidFill>
                <a:latin typeface="Courier New"/>
                <a:ea typeface="Courier New"/>
                <a:cs typeface="Courier New"/>
                <a:sym typeface="Courier New"/>
              </a:rPr>
              <a:t>countDown</a:t>
            </a:r>
            <a:r>
              <a:rPr lang="en" dirty="0"/>
              <a:t> on the latch.</a:t>
            </a:r>
            <a:endParaRPr dirty="0"/>
          </a:p>
          <a:p>
            <a:pPr marL="457200" lvl="0" indent="-311150" algn="l" rtl="0">
              <a:spcBef>
                <a:spcPts val="0"/>
              </a:spcBef>
              <a:spcAft>
                <a:spcPts val="0"/>
              </a:spcAft>
              <a:buSzPts val="1300"/>
              <a:buChar char="●"/>
            </a:pPr>
            <a:r>
              <a:rPr lang="en" dirty="0"/>
              <a:t>Verify the racers are running in a </a:t>
            </a:r>
            <a:r>
              <a:rPr lang="en" b="1" i="1" dirty="0">
                <a:solidFill>
                  <a:srgbClr val="FF0000"/>
                </a:solidFill>
              </a:rPr>
              <a:t>random order</a:t>
            </a:r>
            <a:r>
              <a:rPr lang="en" dirty="0"/>
              <a:t>.</a:t>
            </a:r>
            <a:endParaRPr dirty="0"/>
          </a:p>
          <a:p>
            <a:pPr marL="914400" lvl="1" indent="-298450" algn="l" rtl="0">
              <a:spcBef>
                <a:spcPts val="0"/>
              </a:spcBef>
              <a:spcAft>
                <a:spcPts val="0"/>
              </a:spcAft>
              <a:buSzPts val="1100"/>
              <a:buChar char="○"/>
            </a:pPr>
            <a:r>
              <a:rPr lang="en" dirty="0"/>
              <a:t>Make sure debugging is turned on so you can see the racers</a:t>
            </a:r>
            <a:endParaRPr dirty="0"/>
          </a:p>
          <a:p>
            <a:pPr marL="914400" lvl="1" indent="-298450" algn="l" rtl="0">
              <a:spcBef>
                <a:spcPts val="0"/>
              </a:spcBef>
              <a:spcAft>
                <a:spcPts val="0"/>
              </a:spcAft>
              <a:buSzPts val="1100"/>
              <a:buChar char="○"/>
            </a:pPr>
            <a:r>
              <a:rPr lang="en" dirty="0"/>
              <a:t>If you are using a lot of racers, verify they</a:t>
            </a:r>
            <a:r>
              <a:rPr lang="en" b="1" dirty="0"/>
              <a:t> </a:t>
            </a:r>
            <a:r>
              <a:rPr lang="en" b="1" i="1" dirty="0">
                <a:solidFill>
                  <a:srgbClr val="FF0000"/>
                </a:solidFill>
              </a:rPr>
              <a:t>don't </a:t>
            </a:r>
            <a:r>
              <a:rPr lang="en" dirty="0"/>
              <a:t>generally follow the order in which they were created</a:t>
            </a:r>
            <a:endParaRPr dirty="0"/>
          </a:p>
          <a:p>
            <a:pPr marL="914400" lvl="1" indent="-298450" algn="l" rtl="0">
              <a:spcBef>
                <a:spcPts val="0"/>
              </a:spcBef>
              <a:spcAft>
                <a:spcPts val="0"/>
              </a:spcAft>
              <a:buSzPts val="1100"/>
              <a:buChar char="○"/>
            </a:pPr>
            <a:r>
              <a:rPr lang="en" dirty="0"/>
              <a:t>For only a few racers with low lap count (3, 3), verify the one that stars first </a:t>
            </a:r>
            <a:r>
              <a:rPr lang="en" b="1" i="1" dirty="0">
                <a:solidFill>
                  <a:srgbClr val="FF0000"/>
                </a:solidFill>
              </a:rPr>
              <a:t>isn't </a:t>
            </a:r>
            <a:r>
              <a:rPr lang="en" dirty="0"/>
              <a:t>always the one that wins.</a:t>
            </a:r>
            <a:endParaRPr dirty="0"/>
          </a:p>
        </p:txBody>
      </p:sp>
      <p:sp>
        <p:nvSpPr>
          <p:cNvPr id="883" name="Google Shape;883;p7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8.14</a:t>
            </a:r>
            <a:endParaRPr/>
          </a:p>
        </p:txBody>
      </p:sp>
      <p:sp>
        <p:nvSpPr>
          <p:cNvPr id="884" name="Google Shape;884;p74"/>
          <p:cNvSpPr txBox="1">
            <a:spLocks noGrp="1"/>
          </p:cNvSpPr>
          <p:nvPr>
            <p:ph type="body" idx="4"/>
          </p:nvPr>
        </p:nvSpPr>
        <p:spPr>
          <a:xfrm>
            <a:off x="141600" y="4110375"/>
            <a:ext cx="32043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Since await cause a thread to enter the </a:t>
            </a:r>
            <a:r>
              <a:rPr lang="en" b="1" i="1">
                <a:solidFill>
                  <a:srgbClr val="FF0000"/>
                </a:solidFill>
              </a:rPr>
              <a:t>waiting state</a:t>
            </a:r>
            <a:r>
              <a:rPr lang="en"/>
              <a:t>, it can throw an </a:t>
            </a:r>
            <a:r>
              <a:rPr lang="en">
                <a:latin typeface="Courier New"/>
                <a:ea typeface="Courier New"/>
                <a:cs typeface="Courier New"/>
                <a:sym typeface="Courier New"/>
              </a:rPr>
              <a:t>InterruptedException</a:t>
            </a:r>
            <a:r>
              <a:rPr lang="en"/>
              <a:t>.</a:t>
            </a:r>
            <a:endParaRPr/>
          </a:p>
        </p:txBody>
      </p:sp>
      <p:sp>
        <p:nvSpPr>
          <p:cNvPr id="885" name="Google Shape;885;p74"/>
          <p:cNvSpPr txBox="1">
            <a:spLocks noGrp="1"/>
          </p:cNvSpPr>
          <p:nvPr>
            <p:ph type="body" idx="4"/>
          </p:nvPr>
        </p:nvSpPr>
        <p:spPr>
          <a:xfrm>
            <a:off x="141600" y="1857750"/>
            <a:ext cx="3204300" cy="2124000"/>
          </a:xfrm>
          <a:prstGeom prst="rect">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900">
                <a:solidFill>
                  <a:srgbClr val="267F99"/>
                </a:solidFill>
                <a:highlight>
                  <a:srgbClr val="FFFFFF"/>
                </a:highlight>
                <a:latin typeface="Consolas"/>
                <a:ea typeface="Consolas"/>
                <a:cs typeface="Consolas"/>
                <a:sym typeface="Consolas"/>
              </a:rPr>
              <a:t>CountDownLatch</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gate</a:t>
            </a:r>
            <a:r>
              <a:rPr lang="en" sz="900">
                <a:solidFill>
                  <a:srgbClr val="3B3B3B"/>
                </a:solidFill>
                <a:highlight>
                  <a:srgbClr val="FFFFFF"/>
                </a:highlight>
                <a:latin typeface="Consolas"/>
                <a:ea typeface="Consolas"/>
                <a:cs typeface="Consolas"/>
                <a:sym typeface="Consolas"/>
              </a:rPr>
              <a:t> </a:t>
            </a:r>
            <a:r>
              <a:rPr lang="en" sz="900">
                <a:solidFill>
                  <a:srgbClr val="000000"/>
                </a:solidFill>
                <a:highlight>
                  <a:srgbClr val="FFFFFF"/>
                </a:highlight>
                <a:latin typeface="Consolas"/>
                <a:ea typeface="Consolas"/>
                <a:cs typeface="Consolas"/>
                <a:sym typeface="Consolas"/>
              </a:rPr>
              <a:t>=</a:t>
            </a:r>
            <a:r>
              <a:rPr lang="en" sz="900">
                <a:solidFill>
                  <a:srgbClr val="3B3B3B"/>
                </a:solidFill>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new</a:t>
            </a:r>
            <a:r>
              <a:rPr lang="en" sz="900">
                <a:solidFill>
                  <a:srgbClr val="3B3B3B"/>
                </a:solidFill>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CountDownLatch</a:t>
            </a:r>
            <a:r>
              <a:rPr lang="en" sz="900">
                <a:solidFill>
                  <a:srgbClr val="3B3B3B"/>
                </a:solidFill>
                <a:highlight>
                  <a:srgbClr val="FFFFFF"/>
                </a:highlight>
                <a:latin typeface="Consolas"/>
                <a:ea typeface="Consolas"/>
                <a:cs typeface="Consolas"/>
                <a:sym typeface="Consolas"/>
              </a:rPr>
              <a:t>(</a:t>
            </a:r>
            <a:r>
              <a:rPr lang="en" sz="900">
                <a:solidFill>
                  <a:srgbClr val="098658"/>
                </a:solidFill>
                <a:highlight>
                  <a:srgbClr val="FFFFFF"/>
                </a:highlight>
                <a:latin typeface="Consolas"/>
                <a:ea typeface="Consolas"/>
                <a:cs typeface="Consolas"/>
                <a:sym typeface="Consolas"/>
              </a:rPr>
              <a:t>1</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AF00DB"/>
                </a:solidFill>
                <a:highlight>
                  <a:srgbClr val="FFFFFF"/>
                </a:highlight>
                <a:latin typeface="Consolas"/>
                <a:ea typeface="Consolas"/>
                <a:cs typeface="Consolas"/>
                <a:sym typeface="Consolas"/>
              </a:rPr>
              <a:t>for</a:t>
            </a:r>
            <a:r>
              <a:rPr lang="en" sz="900">
                <a:solidFill>
                  <a:srgbClr val="3B3B3B"/>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int</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i</a:t>
            </a:r>
            <a:r>
              <a:rPr lang="en" sz="900">
                <a:solidFill>
                  <a:srgbClr val="3B3B3B"/>
                </a:solidFill>
                <a:highlight>
                  <a:srgbClr val="FFFFFF"/>
                </a:highlight>
                <a:latin typeface="Consolas"/>
                <a:ea typeface="Consolas"/>
                <a:cs typeface="Consolas"/>
                <a:sym typeface="Consolas"/>
              </a:rPr>
              <a:t> </a:t>
            </a:r>
            <a:r>
              <a:rPr lang="en" sz="900">
                <a:solidFill>
                  <a:srgbClr val="000000"/>
                </a:solidFill>
                <a:highlight>
                  <a:srgbClr val="FFFFFF"/>
                </a:highlight>
                <a:latin typeface="Consolas"/>
                <a:ea typeface="Consolas"/>
                <a:cs typeface="Consolas"/>
                <a:sym typeface="Consolas"/>
              </a:rPr>
              <a:t>=</a:t>
            </a:r>
            <a:r>
              <a:rPr lang="en" sz="900">
                <a:solidFill>
                  <a:srgbClr val="3B3B3B"/>
                </a:solidFill>
                <a:highlight>
                  <a:srgbClr val="FFFFFF"/>
                </a:highlight>
                <a:latin typeface="Consolas"/>
                <a:ea typeface="Consolas"/>
                <a:cs typeface="Consolas"/>
                <a:sym typeface="Consolas"/>
              </a:rPr>
              <a:t> </a:t>
            </a:r>
            <a:r>
              <a:rPr lang="en" sz="900">
                <a:solidFill>
                  <a:srgbClr val="098658"/>
                </a:solidFill>
                <a:highlight>
                  <a:srgbClr val="FFFFFF"/>
                </a:highlight>
                <a:latin typeface="Consolas"/>
                <a:ea typeface="Consolas"/>
                <a:cs typeface="Consolas"/>
                <a:sym typeface="Consolas"/>
              </a:rPr>
              <a:t>0</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i</a:t>
            </a:r>
            <a:r>
              <a:rPr lang="en" sz="900">
                <a:solidFill>
                  <a:srgbClr val="3B3B3B"/>
                </a:solidFill>
                <a:highlight>
                  <a:srgbClr val="FFFFFF"/>
                </a:highlight>
                <a:latin typeface="Consolas"/>
                <a:ea typeface="Consolas"/>
                <a:cs typeface="Consolas"/>
                <a:sym typeface="Consolas"/>
              </a:rPr>
              <a:t> </a:t>
            </a:r>
            <a:r>
              <a:rPr lang="en" sz="900">
                <a:solidFill>
                  <a:srgbClr val="000000"/>
                </a:solidFill>
                <a:highlight>
                  <a:srgbClr val="FFFFFF"/>
                </a:highlight>
                <a:latin typeface="Consolas"/>
                <a:ea typeface="Consolas"/>
                <a:cs typeface="Consolas"/>
                <a:sym typeface="Consolas"/>
              </a:rPr>
              <a:t>&lt;</a:t>
            </a:r>
            <a:r>
              <a:rPr lang="en" sz="900">
                <a:solidFill>
                  <a:srgbClr val="3B3B3B"/>
                </a:solidFill>
                <a:highlight>
                  <a:srgbClr val="FFFFFF"/>
                </a:highlight>
                <a:latin typeface="Consolas"/>
                <a:ea typeface="Consolas"/>
                <a:cs typeface="Consolas"/>
                <a:sym typeface="Consolas"/>
              </a:rPr>
              <a:t> </a:t>
            </a:r>
            <a:r>
              <a:rPr lang="en" sz="900">
                <a:solidFill>
                  <a:srgbClr val="098658"/>
                </a:solidFill>
                <a:highlight>
                  <a:srgbClr val="FFFFFF"/>
                </a:highlight>
                <a:latin typeface="Consolas"/>
                <a:ea typeface="Consolas"/>
                <a:cs typeface="Consolas"/>
                <a:sym typeface="Consolas"/>
              </a:rPr>
              <a:t>3</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i</a:t>
            </a:r>
            <a:r>
              <a:rPr lang="en" sz="900">
                <a:solidFill>
                  <a:srgbClr val="000000"/>
                </a:solidFill>
                <a:highlight>
                  <a:srgbClr val="FFFFFF"/>
                </a:highlight>
                <a:latin typeface="Consolas"/>
                <a:ea typeface="Consolas"/>
                <a:cs typeface="Consolas"/>
                <a:sym typeface="Consolas"/>
              </a:rPr>
              <a:t>++</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int</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id</a:t>
            </a:r>
            <a:r>
              <a:rPr lang="en" sz="900">
                <a:solidFill>
                  <a:srgbClr val="3B3B3B"/>
                </a:solidFill>
                <a:highlight>
                  <a:srgbClr val="FFFFFF"/>
                </a:highlight>
                <a:latin typeface="Consolas"/>
                <a:ea typeface="Consolas"/>
                <a:cs typeface="Consolas"/>
                <a:sym typeface="Consolas"/>
              </a:rPr>
              <a:t> </a:t>
            </a:r>
            <a:r>
              <a:rPr lang="en" sz="900">
                <a:solidFill>
                  <a:srgbClr val="000000"/>
                </a:solidFill>
                <a:highlight>
                  <a:srgbClr val="FFFFFF"/>
                </a:highlight>
                <a:latin typeface="Consolas"/>
                <a:ea typeface="Consolas"/>
                <a:cs typeface="Consolas"/>
                <a:sym typeface="Consolas"/>
              </a:rPr>
              <a:t>=</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i</a:t>
            </a:r>
            <a:r>
              <a:rPr lang="en" sz="900">
                <a:solidFill>
                  <a:srgbClr val="3B3B3B"/>
                </a:solidFill>
                <a:highlight>
                  <a:srgbClr val="FFFFFF"/>
                </a:highlight>
                <a:latin typeface="Consolas"/>
                <a:ea typeface="Consolas"/>
                <a:cs typeface="Consolas"/>
                <a:sym typeface="Consolas"/>
              </a:rPr>
              <a:t> </a:t>
            </a:r>
            <a:r>
              <a:rPr lang="en" sz="900">
                <a:solidFill>
                  <a:srgbClr val="000000"/>
                </a:solidFill>
                <a:highlight>
                  <a:srgbClr val="FFFFFF"/>
                </a:highlight>
                <a:latin typeface="Consolas"/>
                <a:ea typeface="Consolas"/>
                <a:cs typeface="Consolas"/>
                <a:sym typeface="Consolas"/>
              </a:rPr>
              <a:t>+</a:t>
            </a:r>
            <a:r>
              <a:rPr lang="en" sz="900">
                <a:solidFill>
                  <a:srgbClr val="3B3B3B"/>
                </a:solidFill>
                <a:highlight>
                  <a:srgbClr val="FFFFFF"/>
                </a:highlight>
                <a:latin typeface="Consolas"/>
                <a:ea typeface="Consolas"/>
                <a:cs typeface="Consolas"/>
                <a:sym typeface="Consolas"/>
              </a:rPr>
              <a:t> </a:t>
            </a:r>
            <a:r>
              <a:rPr lang="en" sz="900">
                <a:solidFill>
                  <a:srgbClr val="098658"/>
                </a:solidFill>
                <a:highlight>
                  <a:srgbClr val="FFFFFF"/>
                </a:highlight>
                <a:latin typeface="Consolas"/>
                <a:ea typeface="Consolas"/>
                <a:cs typeface="Consolas"/>
                <a:sym typeface="Consolas"/>
              </a:rPr>
              <a:t>1</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executor</a:t>
            </a:r>
            <a:r>
              <a:rPr lang="en" sz="900">
                <a:solidFill>
                  <a:srgbClr val="3B3B3B"/>
                </a:solidFill>
                <a:highlight>
                  <a:srgbClr val="FFFFFF"/>
                </a:highlight>
                <a:latin typeface="Consolas"/>
                <a:ea typeface="Consolas"/>
                <a:cs typeface="Consolas"/>
                <a:sym typeface="Consolas"/>
              </a:rPr>
              <a:t>.</a:t>
            </a:r>
            <a:r>
              <a:rPr lang="en" sz="900">
                <a:solidFill>
                  <a:srgbClr val="795E26"/>
                </a:solidFill>
                <a:highlight>
                  <a:srgbClr val="FFFFFF"/>
                </a:highlight>
                <a:latin typeface="Consolas"/>
                <a:ea typeface="Consolas"/>
                <a:cs typeface="Consolas"/>
                <a:sym typeface="Consolas"/>
              </a:rPr>
              <a:t>submit</a:t>
            </a:r>
            <a:r>
              <a:rPr lang="en" sz="900">
                <a:solidFill>
                  <a:srgbClr val="3B3B3B"/>
                </a:solidFill>
                <a:highlight>
                  <a:srgbClr val="FFFFFF"/>
                </a:highlight>
                <a:latin typeface="Consolas"/>
                <a:ea typeface="Consolas"/>
                <a:cs typeface="Consolas"/>
                <a:sym typeface="Consolas"/>
              </a:rPr>
              <a:t> ( () </a:t>
            </a:r>
            <a:r>
              <a:rPr lang="en" sz="900">
                <a:solidFill>
                  <a:srgbClr val="0000FF"/>
                </a:solidFill>
                <a:highlight>
                  <a:srgbClr val="FFFFFF"/>
                </a:highlight>
                <a:latin typeface="Consolas"/>
                <a:ea typeface="Consolas"/>
                <a:cs typeface="Consolas"/>
                <a:sym typeface="Consolas"/>
              </a:rPr>
              <a:t>-&gt;</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System</a:t>
            </a:r>
            <a:r>
              <a:rPr lang="en" sz="900">
                <a:solidFill>
                  <a:srgbClr val="3B3B3B"/>
                </a:solidFill>
                <a:highlight>
                  <a:srgbClr val="FFFFFF"/>
                </a:highlight>
                <a:latin typeface="Consolas"/>
                <a:ea typeface="Consolas"/>
                <a:cs typeface="Consolas"/>
                <a:sym typeface="Consolas"/>
              </a:rPr>
              <a:t>.</a:t>
            </a:r>
            <a:r>
              <a:rPr lang="en" sz="900">
                <a:solidFill>
                  <a:srgbClr val="0070C1"/>
                </a:solidFill>
                <a:highlight>
                  <a:srgbClr val="FFFFFF"/>
                </a:highlight>
                <a:latin typeface="Consolas"/>
                <a:ea typeface="Consolas"/>
                <a:cs typeface="Consolas"/>
                <a:sym typeface="Consolas"/>
              </a:rPr>
              <a:t>out</a:t>
            </a:r>
            <a:r>
              <a:rPr lang="en" sz="900">
                <a:solidFill>
                  <a:srgbClr val="3B3B3B"/>
                </a:solidFill>
                <a:highlight>
                  <a:srgbClr val="FFFFFF"/>
                </a:highlight>
                <a:latin typeface="Consolas"/>
                <a:ea typeface="Consolas"/>
                <a:cs typeface="Consolas"/>
                <a:sym typeface="Consolas"/>
              </a:rPr>
              <a:t>.</a:t>
            </a:r>
            <a:r>
              <a:rPr lang="en" sz="900">
                <a:solidFill>
                  <a:srgbClr val="795E26"/>
                </a:solidFill>
                <a:highlight>
                  <a:srgbClr val="FFFFFF"/>
                </a:highlight>
                <a:latin typeface="Consolas"/>
                <a:ea typeface="Consolas"/>
                <a:cs typeface="Consolas"/>
                <a:sym typeface="Consolas"/>
              </a:rPr>
              <a:t>println</a:t>
            </a:r>
            <a:r>
              <a:rPr lang="en" sz="900">
                <a:solidFill>
                  <a:srgbClr val="3B3B3B"/>
                </a:solidFill>
                <a:highlight>
                  <a:srgbClr val="FFFFFF"/>
                </a:highlight>
                <a:latin typeface="Consolas"/>
                <a:ea typeface="Consolas"/>
                <a:cs typeface="Consolas"/>
                <a:sym typeface="Consolas"/>
              </a:rPr>
              <a:t>(</a:t>
            </a:r>
            <a:r>
              <a:rPr lang="en" sz="900">
                <a:solidFill>
                  <a:srgbClr val="A31515"/>
                </a:solidFill>
                <a:highlight>
                  <a:srgbClr val="FFFFFF"/>
                </a:highlight>
                <a:latin typeface="Consolas"/>
                <a:ea typeface="Consolas"/>
                <a:cs typeface="Consolas"/>
                <a:sym typeface="Consolas"/>
              </a:rPr>
              <a:t>"Goat "</a:t>
            </a:r>
            <a:r>
              <a:rPr lang="en" sz="900">
                <a:solidFill>
                  <a:srgbClr val="3B3B3B"/>
                </a:solidFill>
                <a:highlight>
                  <a:srgbClr val="FFFFFF"/>
                </a:highlight>
                <a:latin typeface="Consolas"/>
                <a:ea typeface="Consolas"/>
                <a:cs typeface="Consolas"/>
                <a:sym typeface="Consolas"/>
              </a:rPr>
              <a:t> </a:t>
            </a:r>
            <a:r>
              <a:rPr lang="en" sz="900">
                <a:solidFill>
                  <a:srgbClr val="000000"/>
                </a:solidFill>
                <a:highlight>
                  <a:srgbClr val="FFFFFF"/>
                </a:highlight>
                <a:latin typeface="Consolas"/>
                <a:ea typeface="Consolas"/>
                <a:cs typeface="Consolas"/>
                <a:sym typeface="Consolas"/>
              </a:rPr>
              <a:t>+</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id</a:t>
            </a:r>
            <a:r>
              <a:rPr lang="en" sz="900">
                <a:solidFill>
                  <a:srgbClr val="3B3B3B"/>
                </a:solidFill>
                <a:highlight>
                  <a:srgbClr val="FFFFFF"/>
                </a:highlight>
                <a:latin typeface="Consolas"/>
                <a:ea typeface="Consolas"/>
                <a:cs typeface="Consolas"/>
                <a:sym typeface="Consolas"/>
              </a:rPr>
              <a:t> </a:t>
            </a:r>
            <a:r>
              <a:rPr lang="en" sz="900">
                <a:solidFill>
                  <a:srgbClr val="000000"/>
                </a:solidFill>
                <a:highlight>
                  <a:srgbClr val="FFFFFF"/>
                </a:highlight>
                <a:latin typeface="Consolas"/>
                <a:ea typeface="Consolas"/>
                <a:cs typeface="Consolas"/>
                <a:sym typeface="Consolas"/>
              </a:rPr>
              <a:t>+</a:t>
            </a:r>
            <a:r>
              <a:rPr lang="en" sz="900">
                <a:solidFill>
                  <a:srgbClr val="3B3B3B"/>
                </a:solidFill>
                <a:highlight>
                  <a:srgbClr val="FFFFFF"/>
                </a:highlight>
                <a:latin typeface="Consolas"/>
                <a:ea typeface="Consolas"/>
                <a:cs typeface="Consolas"/>
                <a:sym typeface="Consolas"/>
              </a:rPr>
              <a:t> </a:t>
            </a:r>
            <a:r>
              <a:rPr lang="en" sz="900">
                <a:solidFill>
                  <a:srgbClr val="A31515"/>
                </a:solidFill>
                <a:highlight>
                  <a:srgbClr val="FFFFFF"/>
                </a:highlight>
                <a:latin typeface="Consolas"/>
                <a:ea typeface="Consolas"/>
                <a:cs typeface="Consolas"/>
                <a:sym typeface="Consolas"/>
              </a:rPr>
              <a:t>" waits."</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try</a:t>
            </a:r>
            <a:r>
              <a:rPr lang="en" sz="900">
                <a:solidFill>
                  <a:srgbClr val="3B3B3B"/>
                </a:solidFill>
                <a:highlight>
                  <a:srgbClr val="FFFFFF"/>
                </a:highlight>
                <a:latin typeface="Consolas"/>
                <a:ea typeface="Consolas"/>
                <a:cs typeface="Consolas"/>
                <a:sym typeface="Consolas"/>
              </a:rPr>
              <a:t> {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1080"/>
                </a:solidFill>
                <a:highlight>
                  <a:srgbClr val="FFFFFF"/>
                </a:highlight>
                <a:latin typeface="Consolas"/>
                <a:ea typeface="Consolas"/>
                <a:cs typeface="Consolas"/>
                <a:sym typeface="Consolas"/>
              </a:rPr>
              <a:t>      gate</a:t>
            </a:r>
            <a:r>
              <a:rPr lang="en" sz="900">
                <a:solidFill>
                  <a:srgbClr val="3B3B3B"/>
                </a:solidFill>
                <a:highlight>
                  <a:srgbClr val="FFFFFF"/>
                </a:highlight>
                <a:latin typeface="Consolas"/>
                <a:ea typeface="Consolas"/>
                <a:cs typeface="Consolas"/>
                <a:sym typeface="Consolas"/>
              </a:rPr>
              <a:t>.</a:t>
            </a:r>
            <a:r>
              <a:rPr lang="en" sz="900">
                <a:solidFill>
                  <a:srgbClr val="795E26"/>
                </a:solidFill>
                <a:highlight>
                  <a:srgbClr val="FFFFFF"/>
                </a:highlight>
                <a:latin typeface="Consolas"/>
                <a:ea typeface="Consolas"/>
                <a:cs typeface="Consolas"/>
                <a:sym typeface="Consolas"/>
              </a:rPr>
              <a:t>await</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catch</a:t>
            </a:r>
            <a:r>
              <a:rPr lang="en" sz="900">
                <a:solidFill>
                  <a:srgbClr val="3B3B3B"/>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InterruptedException</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e</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System</a:t>
            </a:r>
            <a:r>
              <a:rPr lang="en" sz="900">
                <a:solidFill>
                  <a:srgbClr val="3B3B3B"/>
                </a:solidFill>
                <a:highlight>
                  <a:srgbClr val="FFFFFF"/>
                </a:highlight>
                <a:latin typeface="Consolas"/>
                <a:ea typeface="Consolas"/>
                <a:cs typeface="Consolas"/>
                <a:sym typeface="Consolas"/>
              </a:rPr>
              <a:t>.</a:t>
            </a:r>
            <a:r>
              <a:rPr lang="en" sz="900">
                <a:solidFill>
                  <a:srgbClr val="0070C1"/>
                </a:solidFill>
                <a:highlight>
                  <a:srgbClr val="FFFFFF"/>
                </a:highlight>
                <a:latin typeface="Consolas"/>
                <a:ea typeface="Consolas"/>
                <a:cs typeface="Consolas"/>
                <a:sym typeface="Consolas"/>
              </a:rPr>
              <a:t>out</a:t>
            </a:r>
            <a:r>
              <a:rPr lang="en" sz="900">
                <a:solidFill>
                  <a:srgbClr val="3B3B3B"/>
                </a:solidFill>
                <a:highlight>
                  <a:srgbClr val="FFFFFF"/>
                </a:highlight>
                <a:latin typeface="Consolas"/>
                <a:ea typeface="Consolas"/>
                <a:cs typeface="Consolas"/>
                <a:sym typeface="Consolas"/>
              </a:rPr>
              <a:t>.</a:t>
            </a:r>
            <a:r>
              <a:rPr lang="en" sz="900">
                <a:solidFill>
                  <a:srgbClr val="795E26"/>
                </a:solidFill>
                <a:highlight>
                  <a:srgbClr val="FFFFFF"/>
                </a:highlight>
                <a:latin typeface="Consolas"/>
                <a:ea typeface="Consolas"/>
                <a:cs typeface="Consolas"/>
                <a:sym typeface="Consolas"/>
              </a:rPr>
              <a:t>println</a:t>
            </a:r>
            <a:r>
              <a:rPr lang="en" sz="900">
                <a:solidFill>
                  <a:srgbClr val="3B3B3B"/>
                </a:solidFill>
                <a:highlight>
                  <a:srgbClr val="FFFFFF"/>
                </a:highlight>
                <a:latin typeface="Consolas"/>
                <a:ea typeface="Consolas"/>
                <a:cs typeface="Consolas"/>
                <a:sym typeface="Consolas"/>
              </a:rPr>
              <a:t>(</a:t>
            </a:r>
            <a:r>
              <a:rPr lang="en" sz="900">
                <a:solidFill>
                  <a:srgbClr val="A31515"/>
                </a:solidFill>
                <a:highlight>
                  <a:srgbClr val="FFFFFF"/>
                </a:highlight>
                <a:latin typeface="Consolas"/>
                <a:ea typeface="Consolas"/>
                <a:cs typeface="Consolas"/>
                <a:sym typeface="Consolas"/>
              </a:rPr>
              <a:t>"Goat "</a:t>
            </a:r>
            <a:r>
              <a:rPr lang="en" sz="900">
                <a:solidFill>
                  <a:srgbClr val="3B3B3B"/>
                </a:solidFill>
                <a:highlight>
                  <a:srgbClr val="FFFFFF"/>
                </a:highlight>
                <a:latin typeface="Consolas"/>
                <a:ea typeface="Consolas"/>
                <a:cs typeface="Consolas"/>
                <a:sym typeface="Consolas"/>
              </a:rPr>
              <a:t> </a:t>
            </a:r>
            <a:r>
              <a:rPr lang="en" sz="900">
                <a:solidFill>
                  <a:srgbClr val="000000"/>
                </a:solidFill>
                <a:highlight>
                  <a:srgbClr val="FFFFFF"/>
                </a:highlight>
                <a:latin typeface="Consolas"/>
                <a:ea typeface="Consolas"/>
                <a:cs typeface="Consolas"/>
                <a:sym typeface="Consolas"/>
              </a:rPr>
              <a:t>+</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id</a:t>
            </a:r>
            <a:r>
              <a:rPr lang="en" sz="900">
                <a:solidFill>
                  <a:srgbClr val="3B3B3B"/>
                </a:solidFill>
                <a:highlight>
                  <a:srgbClr val="FFFFFF"/>
                </a:highlight>
                <a:latin typeface="Consolas"/>
                <a:ea typeface="Consolas"/>
                <a:cs typeface="Consolas"/>
                <a:sym typeface="Consolas"/>
              </a:rPr>
              <a:t> </a:t>
            </a:r>
            <a:r>
              <a:rPr lang="en" sz="900">
                <a:solidFill>
                  <a:srgbClr val="000000"/>
                </a:solidFill>
                <a:highlight>
                  <a:srgbClr val="FFFFFF"/>
                </a:highlight>
                <a:latin typeface="Consolas"/>
                <a:ea typeface="Consolas"/>
                <a:cs typeface="Consolas"/>
                <a:sym typeface="Consolas"/>
              </a:rPr>
              <a:t>+</a:t>
            </a:r>
            <a:r>
              <a:rPr lang="en" sz="900">
                <a:solidFill>
                  <a:srgbClr val="3B3B3B"/>
                </a:solidFill>
                <a:highlight>
                  <a:srgbClr val="FFFFFF"/>
                </a:highlight>
                <a:latin typeface="Consolas"/>
                <a:ea typeface="Consolas"/>
                <a:cs typeface="Consolas"/>
                <a:sym typeface="Consolas"/>
              </a:rPr>
              <a:t> </a:t>
            </a:r>
            <a:r>
              <a:rPr lang="en" sz="900">
                <a:solidFill>
                  <a:srgbClr val="A31515"/>
                </a:solidFill>
                <a:highlight>
                  <a:srgbClr val="FFFFFF"/>
                </a:highlight>
                <a:latin typeface="Consolas"/>
                <a:ea typeface="Consolas"/>
                <a:cs typeface="Consolas"/>
                <a:sym typeface="Consolas"/>
              </a:rPr>
              <a:t>" left."</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267F99"/>
                </a:solidFill>
                <a:highlight>
                  <a:srgbClr val="FFFFFF"/>
                </a:highlight>
                <a:latin typeface="Consolas"/>
                <a:ea typeface="Consolas"/>
                <a:cs typeface="Consolas"/>
                <a:sym typeface="Consolas"/>
              </a:rPr>
              <a:t>System</a:t>
            </a:r>
            <a:r>
              <a:rPr lang="en" sz="900">
                <a:solidFill>
                  <a:srgbClr val="3B3B3B"/>
                </a:solidFill>
                <a:highlight>
                  <a:srgbClr val="FFFFFF"/>
                </a:highlight>
                <a:latin typeface="Consolas"/>
                <a:ea typeface="Consolas"/>
                <a:cs typeface="Consolas"/>
                <a:sym typeface="Consolas"/>
              </a:rPr>
              <a:t>.</a:t>
            </a:r>
            <a:r>
              <a:rPr lang="en" sz="900">
                <a:solidFill>
                  <a:srgbClr val="0070C1"/>
                </a:solidFill>
                <a:highlight>
                  <a:srgbClr val="FFFFFF"/>
                </a:highlight>
                <a:latin typeface="Consolas"/>
                <a:ea typeface="Consolas"/>
                <a:cs typeface="Consolas"/>
                <a:sym typeface="Consolas"/>
              </a:rPr>
              <a:t>out</a:t>
            </a:r>
            <a:r>
              <a:rPr lang="en" sz="900">
                <a:solidFill>
                  <a:srgbClr val="3B3B3B"/>
                </a:solidFill>
                <a:highlight>
                  <a:srgbClr val="FFFFFF"/>
                </a:highlight>
                <a:latin typeface="Consolas"/>
                <a:ea typeface="Consolas"/>
                <a:cs typeface="Consolas"/>
                <a:sym typeface="Consolas"/>
              </a:rPr>
              <a:t>.</a:t>
            </a:r>
            <a:r>
              <a:rPr lang="en" sz="900">
                <a:solidFill>
                  <a:srgbClr val="795E26"/>
                </a:solidFill>
                <a:highlight>
                  <a:srgbClr val="FFFFFF"/>
                </a:highlight>
                <a:latin typeface="Consolas"/>
                <a:ea typeface="Consolas"/>
                <a:cs typeface="Consolas"/>
                <a:sym typeface="Consolas"/>
              </a:rPr>
              <a:t>println</a:t>
            </a:r>
            <a:r>
              <a:rPr lang="en" sz="900">
                <a:solidFill>
                  <a:srgbClr val="3B3B3B"/>
                </a:solidFill>
                <a:highlight>
                  <a:srgbClr val="FFFFFF"/>
                </a:highlight>
                <a:latin typeface="Consolas"/>
                <a:ea typeface="Consolas"/>
                <a:cs typeface="Consolas"/>
                <a:sym typeface="Consolas"/>
              </a:rPr>
              <a:t>(</a:t>
            </a:r>
            <a:r>
              <a:rPr lang="en" sz="900">
                <a:solidFill>
                  <a:srgbClr val="A31515"/>
                </a:solidFill>
                <a:highlight>
                  <a:srgbClr val="FFFFFF"/>
                </a:highlight>
                <a:latin typeface="Consolas"/>
                <a:ea typeface="Consolas"/>
                <a:cs typeface="Consolas"/>
                <a:sym typeface="Consolas"/>
              </a:rPr>
              <a:t>"Opening the gate..."</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1080"/>
                </a:solidFill>
                <a:highlight>
                  <a:srgbClr val="FFFFFF"/>
                </a:highlight>
                <a:latin typeface="Consolas"/>
                <a:ea typeface="Consolas"/>
                <a:cs typeface="Consolas"/>
                <a:sym typeface="Consolas"/>
              </a:rPr>
              <a:t>gate</a:t>
            </a:r>
            <a:r>
              <a:rPr lang="en" sz="900">
                <a:solidFill>
                  <a:srgbClr val="3B3B3B"/>
                </a:solidFill>
                <a:highlight>
                  <a:srgbClr val="FFFFFF"/>
                </a:highlight>
                <a:latin typeface="Consolas"/>
                <a:ea typeface="Consolas"/>
                <a:cs typeface="Consolas"/>
                <a:sym typeface="Consolas"/>
              </a:rPr>
              <a:t>.</a:t>
            </a:r>
            <a:r>
              <a:rPr lang="en" sz="900">
                <a:solidFill>
                  <a:srgbClr val="795E26"/>
                </a:solidFill>
                <a:highlight>
                  <a:srgbClr val="FFFFFF"/>
                </a:highlight>
                <a:latin typeface="Consolas"/>
                <a:ea typeface="Consolas"/>
                <a:cs typeface="Consolas"/>
                <a:sym typeface="Consolas"/>
              </a:rPr>
              <a:t>countDown</a:t>
            </a:r>
            <a:r>
              <a:rPr lang="en" sz="900">
                <a:solidFill>
                  <a:srgbClr val="3B3B3B"/>
                </a:solidFill>
                <a:highlight>
                  <a:srgbClr val="FFFFFF"/>
                </a:highlight>
                <a:latin typeface="Consolas"/>
                <a:ea typeface="Consolas"/>
                <a:cs typeface="Consolas"/>
                <a:sym typeface="Consolas"/>
              </a:rPr>
              <a:t>();</a:t>
            </a:r>
            <a:endParaRPr sz="90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889"/>
        <p:cNvGrpSpPr/>
        <p:nvPr/>
      </p:nvGrpSpPr>
      <p:grpSpPr>
        <a:xfrm>
          <a:off x="0" y="0"/>
          <a:ext cx="0" cy="0"/>
          <a:chOff x="0" y="0"/>
          <a:chExt cx="0" cy="0"/>
        </a:xfrm>
      </p:grpSpPr>
      <p:sp>
        <p:nvSpPr>
          <p:cNvPr id="890" name="Google Shape;890;p75"/>
          <p:cNvSpPr txBox="1">
            <a:spLocks noGrp="1"/>
          </p:cNvSpPr>
          <p:nvPr>
            <p:ph type="title"/>
          </p:nvPr>
        </p:nvSpPr>
        <p:spPr>
          <a:xfrm>
            <a:off x="311725" y="500925"/>
            <a:ext cx="8520600" cy="623700"/>
          </a:xfrm>
          <a:prstGeom prst="rect">
            <a:avLst/>
          </a:prstGeom>
          <a:noFill/>
          <a:ln>
            <a:noFill/>
          </a:ln>
        </p:spPr>
        <p:txBody>
          <a:bodyPr spcFirstLastPara="1" wrap="square" lIns="68575" tIns="34275" rIns="68575" bIns="34275" anchor="ctr" anchorCtr="0">
            <a:normAutofit/>
          </a:bodyPr>
          <a:lstStyle/>
          <a:p>
            <a:pPr marL="0" lvl="0" indent="0" algn="l" rtl="0">
              <a:lnSpc>
                <a:spcPct val="90000"/>
              </a:lnSpc>
              <a:spcBef>
                <a:spcPts val="0"/>
              </a:spcBef>
              <a:spcAft>
                <a:spcPts val="0"/>
              </a:spcAft>
              <a:buClr>
                <a:schemeClr val="dk2"/>
              </a:buClr>
              <a:buSzPts val="3300"/>
              <a:buFont typeface="Calibri"/>
              <a:buNone/>
            </a:pPr>
            <a:r>
              <a:rPr lang="en"/>
              <a:t>Sleep</a:t>
            </a:r>
            <a:endParaRPr/>
          </a:p>
        </p:txBody>
      </p:sp>
      <p:sp>
        <p:nvSpPr>
          <p:cNvPr id="891" name="Google Shape;891;p75"/>
          <p:cNvSpPr txBox="1">
            <a:spLocks noGrp="1"/>
          </p:cNvSpPr>
          <p:nvPr>
            <p:ph type="body" idx="1"/>
          </p:nvPr>
        </p:nvSpPr>
        <p:spPr>
          <a:xfrm>
            <a:off x="311700" y="1402575"/>
            <a:ext cx="8651400" cy="1827900"/>
          </a:xfrm>
          <a:prstGeom prst="rect">
            <a:avLst/>
          </a:prstGeom>
          <a:noFill/>
          <a:ln>
            <a:noFill/>
          </a:ln>
        </p:spPr>
        <p:txBody>
          <a:bodyPr spcFirstLastPara="1" wrap="square" lIns="68575" tIns="34275" rIns="68575" bIns="34275" anchor="t" anchorCtr="0">
            <a:normAutofit/>
          </a:bodyPr>
          <a:lstStyle/>
          <a:p>
            <a:pPr lvl="0" indent="-317500">
              <a:buSzPts val="1400"/>
            </a:pPr>
            <a:r>
              <a:rPr lang="en" sz="1400" dirty="0"/>
              <a:t>This can be useful:</a:t>
            </a:r>
            <a:r>
              <a:rPr lang="en-US" sz="1400" dirty="0"/>
              <a:t>Sometimes a thread has </a:t>
            </a:r>
            <a:r>
              <a:rPr lang="en-US" sz="1400" b="1" i="1" dirty="0">
                <a:solidFill>
                  <a:srgbClr val="FF0000"/>
                </a:solidFill>
              </a:rPr>
              <a:t>nothing to do</a:t>
            </a:r>
            <a:r>
              <a:rPr lang="en-US" sz="1400" dirty="0"/>
              <a:t> for some period of time</a:t>
            </a:r>
          </a:p>
          <a:p>
            <a:pPr lvl="0" indent="-317500">
              <a:buSzPts val="1400"/>
            </a:pPr>
            <a:r>
              <a:rPr lang="en-US" sz="1400" dirty="0"/>
              <a:t>It can relinquish its time on a processor by using </a:t>
            </a:r>
            <a:r>
              <a:rPr lang="en-US" sz="1400" dirty="0">
                <a:latin typeface="Courier New"/>
                <a:ea typeface="Courier New"/>
                <a:cs typeface="Courier New"/>
                <a:sym typeface="Courier New"/>
              </a:rPr>
              <a:t>sleep(</a:t>
            </a:r>
            <a:r>
              <a:rPr lang="en-US" sz="1400" dirty="0" err="1">
                <a:latin typeface="Courier New"/>
                <a:ea typeface="Courier New"/>
                <a:cs typeface="Courier New"/>
                <a:sym typeface="Courier New"/>
              </a:rPr>
              <a:t>ms</a:t>
            </a:r>
            <a:r>
              <a:rPr lang="en-US" sz="1400" dirty="0">
                <a:latin typeface="Courier New"/>
                <a:ea typeface="Courier New"/>
                <a:cs typeface="Courier New"/>
                <a:sym typeface="Courier New"/>
              </a:rPr>
              <a:t>)</a:t>
            </a:r>
          </a:p>
          <a:p>
            <a:pPr marL="457200" lvl="0" indent="-317500" algn="l" rtl="0">
              <a:lnSpc>
                <a:spcPct val="115000"/>
              </a:lnSpc>
              <a:spcBef>
                <a:spcPts val="0"/>
              </a:spcBef>
              <a:spcAft>
                <a:spcPts val="0"/>
              </a:spcAft>
              <a:buSzPts val="1400"/>
              <a:buChar char="●"/>
            </a:pPr>
            <a:endParaRPr sz="1400" dirty="0"/>
          </a:p>
          <a:p>
            <a:pPr marL="914400" lvl="1" indent="-311150" algn="l" rtl="0">
              <a:lnSpc>
                <a:spcPct val="115000"/>
              </a:lnSpc>
              <a:spcBef>
                <a:spcPts val="0"/>
              </a:spcBef>
              <a:spcAft>
                <a:spcPts val="0"/>
              </a:spcAft>
              <a:buSzPts val="1300"/>
              <a:buChar char="○"/>
            </a:pPr>
            <a:r>
              <a:rPr lang="en" sz="1300" dirty="0"/>
              <a:t>to </a:t>
            </a:r>
            <a:r>
              <a:rPr lang="en" sz="1300" b="1" i="1" dirty="0">
                <a:solidFill>
                  <a:srgbClr val="FF0000"/>
                </a:solidFill>
              </a:rPr>
              <a:t>simulate </a:t>
            </a:r>
            <a:r>
              <a:rPr lang="en" sz="1300" dirty="0"/>
              <a:t>the passage of time</a:t>
            </a:r>
            <a:endParaRPr sz="1300" dirty="0"/>
          </a:p>
          <a:p>
            <a:pPr marL="914400" lvl="1" indent="-311150" algn="l" rtl="0">
              <a:lnSpc>
                <a:spcPct val="115000"/>
              </a:lnSpc>
              <a:spcBef>
                <a:spcPts val="0"/>
              </a:spcBef>
              <a:spcAft>
                <a:spcPts val="0"/>
              </a:spcAft>
              <a:buSzPts val="1300"/>
              <a:buChar char="○"/>
            </a:pPr>
            <a:r>
              <a:rPr lang="en" sz="1300" dirty="0"/>
              <a:t>to let other processes </a:t>
            </a:r>
            <a:r>
              <a:rPr lang="en" sz="1300" b="1" i="1" dirty="0">
                <a:solidFill>
                  <a:srgbClr val="FF0000"/>
                </a:solidFill>
              </a:rPr>
              <a:t>work</a:t>
            </a:r>
            <a:r>
              <a:rPr lang="en" sz="1300" dirty="0"/>
              <a:t> while this process waits</a:t>
            </a:r>
            <a:endParaRPr sz="1300" dirty="0"/>
          </a:p>
          <a:p>
            <a:pPr marL="457200" lvl="0" indent="-317500" algn="l" rtl="0">
              <a:lnSpc>
                <a:spcPct val="115000"/>
              </a:lnSpc>
              <a:spcBef>
                <a:spcPts val="0"/>
              </a:spcBef>
              <a:spcAft>
                <a:spcPts val="0"/>
              </a:spcAft>
              <a:buSzPts val="1400"/>
              <a:buChar char="●"/>
            </a:pPr>
            <a:r>
              <a:rPr lang="en" sz="1400" dirty="0"/>
              <a:t>Upon waking, the process </a:t>
            </a:r>
            <a:r>
              <a:rPr lang="en" sz="1400" b="1" i="1" dirty="0">
                <a:solidFill>
                  <a:srgbClr val="FF0000"/>
                </a:solidFill>
              </a:rPr>
              <a:t>must be </a:t>
            </a:r>
            <a:r>
              <a:rPr lang="en" b="1" i="1" dirty="0">
                <a:solidFill>
                  <a:srgbClr val="FF0000"/>
                </a:solidFill>
              </a:rPr>
              <a:t>scheduled</a:t>
            </a:r>
            <a:r>
              <a:rPr lang="en" sz="1400" dirty="0"/>
              <a:t> before it can run again</a:t>
            </a:r>
            <a:endParaRPr sz="1400" dirty="0"/>
          </a:p>
        </p:txBody>
      </p:sp>
      <p:graphicFrame>
        <p:nvGraphicFramePr>
          <p:cNvPr id="892" name="Google Shape;892;p75"/>
          <p:cNvGraphicFramePr/>
          <p:nvPr/>
        </p:nvGraphicFramePr>
        <p:xfrm>
          <a:off x="640080" y="3294509"/>
          <a:ext cx="7886700" cy="1028760"/>
        </p:xfrm>
        <a:graphic>
          <a:graphicData uri="http://schemas.openxmlformats.org/drawingml/2006/table">
            <a:tbl>
              <a:tblPr firstRow="1" bandRow="1">
                <a:noFill/>
                <a:tableStyleId>{A07C2E57-52A4-4090-9760-2D5068A43A11}</a:tableStyleId>
              </a:tblPr>
              <a:tblGrid>
                <a:gridCol w="876300">
                  <a:extLst>
                    <a:ext uri="{9D8B030D-6E8A-4147-A177-3AD203B41FA5}">
                      <a16:colId xmlns:a16="http://schemas.microsoft.com/office/drawing/2014/main" val="20000"/>
                    </a:ext>
                  </a:extLst>
                </a:gridCol>
                <a:gridCol w="876300">
                  <a:extLst>
                    <a:ext uri="{9D8B030D-6E8A-4147-A177-3AD203B41FA5}">
                      <a16:colId xmlns:a16="http://schemas.microsoft.com/office/drawing/2014/main" val="20001"/>
                    </a:ext>
                  </a:extLst>
                </a:gridCol>
                <a:gridCol w="876300">
                  <a:extLst>
                    <a:ext uri="{9D8B030D-6E8A-4147-A177-3AD203B41FA5}">
                      <a16:colId xmlns:a16="http://schemas.microsoft.com/office/drawing/2014/main" val="20002"/>
                    </a:ext>
                  </a:extLst>
                </a:gridCol>
                <a:gridCol w="876300">
                  <a:extLst>
                    <a:ext uri="{9D8B030D-6E8A-4147-A177-3AD203B41FA5}">
                      <a16:colId xmlns:a16="http://schemas.microsoft.com/office/drawing/2014/main" val="20003"/>
                    </a:ext>
                  </a:extLst>
                </a:gridCol>
                <a:gridCol w="876300">
                  <a:extLst>
                    <a:ext uri="{9D8B030D-6E8A-4147-A177-3AD203B41FA5}">
                      <a16:colId xmlns:a16="http://schemas.microsoft.com/office/drawing/2014/main" val="20004"/>
                    </a:ext>
                  </a:extLst>
                </a:gridCol>
                <a:gridCol w="876300">
                  <a:extLst>
                    <a:ext uri="{9D8B030D-6E8A-4147-A177-3AD203B41FA5}">
                      <a16:colId xmlns:a16="http://schemas.microsoft.com/office/drawing/2014/main" val="20005"/>
                    </a:ext>
                  </a:extLst>
                </a:gridCol>
                <a:gridCol w="876300">
                  <a:extLst>
                    <a:ext uri="{9D8B030D-6E8A-4147-A177-3AD203B41FA5}">
                      <a16:colId xmlns:a16="http://schemas.microsoft.com/office/drawing/2014/main" val="20006"/>
                    </a:ext>
                  </a:extLst>
                </a:gridCol>
                <a:gridCol w="876300">
                  <a:extLst>
                    <a:ext uri="{9D8B030D-6E8A-4147-A177-3AD203B41FA5}">
                      <a16:colId xmlns:a16="http://schemas.microsoft.com/office/drawing/2014/main" val="20007"/>
                    </a:ext>
                  </a:extLst>
                </a:gridCol>
                <a:gridCol w="876300">
                  <a:extLst>
                    <a:ext uri="{9D8B030D-6E8A-4147-A177-3AD203B41FA5}">
                      <a16:colId xmlns:a16="http://schemas.microsoft.com/office/drawing/2014/main" val="20008"/>
                    </a:ext>
                  </a:extLst>
                </a:gridCol>
              </a:tblGrid>
              <a:tr h="278150">
                <a:tc>
                  <a:txBody>
                    <a:bodyPr/>
                    <a:lstStyle/>
                    <a:p>
                      <a:pPr marL="0" marR="0" lvl="0" indent="0" algn="l" rtl="0">
                        <a:spcBef>
                          <a:spcPts val="0"/>
                        </a:spcBef>
                        <a:spcAft>
                          <a:spcPts val="0"/>
                        </a:spcAft>
                        <a:buNone/>
                      </a:pPr>
                      <a:r>
                        <a:rPr lang="en" sz="1500"/>
                        <a:t>thread1</a:t>
                      </a:r>
                      <a:endParaRPr sz="1100"/>
                    </a:p>
                  </a:txBody>
                  <a:tcPr marL="68600" marR="68600" marT="34300" marB="34300">
                    <a:lnR w="12700" cap="flat" cmpd="sng">
                      <a:solidFill>
                        <a:schemeClr val="dk1"/>
                      </a:solidFill>
                      <a:prstDash val="solid"/>
                      <a:round/>
                      <a:headEnd type="none" w="sm" len="sm"/>
                      <a:tailEnd type="none" w="sm" len="sm"/>
                    </a:lnR>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endParaRPr sz="12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B w="9525" cap="flat" cmpd="sng">
                      <a:solidFill>
                        <a:schemeClr val="accent1"/>
                      </a:solidFill>
                      <a:prstDash val="solid"/>
                      <a:round/>
                      <a:headEnd type="none" w="sm" len="sm"/>
                      <a:tailEnd type="none" w="sm" len="sm"/>
                    </a:lnB>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B w="9525" cap="flat" cmpd="sng">
                      <a:solidFill>
                        <a:srgbClr val="000000">
                          <a:alpha val="0"/>
                        </a:srgbClr>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B w="9525" cap="flat" cmpd="sng">
                      <a:solidFill>
                        <a:srgbClr val="000000">
                          <a:alpha val="0"/>
                        </a:srgbClr>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B w="9525" cap="flat" cmpd="sng">
                      <a:solidFill>
                        <a:srgbClr val="000000">
                          <a:alpha val="0"/>
                        </a:srgbClr>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278150">
                <a:tc>
                  <a:txBody>
                    <a:bodyPr/>
                    <a:lstStyle/>
                    <a:p>
                      <a:pPr marL="0" marR="0" lvl="0" indent="0" algn="l" rtl="0">
                        <a:spcBef>
                          <a:spcPts val="0"/>
                        </a:spcBef>
                        <a:spcAft>
                          <a:spcPts val="0"/>
                        </a:spcAft>
                        <a:buNone/>
                      </a:pPr>
                      <a:r>
                        <a:rPr lang="en" sz="1500"/>
                        <a:t>thread2</a:t>
                      </a:r>
                      <a:endParaRPr sz="1100"/>
                    </a:p>
                  </a:txBody>
                  <a:tcPr marL="68600" marR="68600" marT="34300" marB="34300">
                    <a:lnR w="12700" cap="flat" cmpd="sng">
                      <a:solidFill>
                        <a:schemeClr val="accent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endParaRPr sz="1800">
                        <a:solidFill>
                          <a:schemeClr val="accent1"/>
                        </a:solidFill>
                      </a:endParaRPr>
                    </a:p>
                  </a:txBody>
                  <a:tcPr marL="68600" marR="68600" marT="34300" marB="34300">
                    <a:lnL w="12700" cap="flat" cmpd="sng">
                      <a:solidFill>
                        <a:schemeClr val="accent1"/>
                      </a:solidFill>
                      <a:prstDash val="solid"/>
                      <a:round/>
                      <a:headEnd type="none" w="sm" len="sm"/>
                      <a:tailEnd type="none" w="sm" len="sm"/>
                    </a:lnL>
                    <a:lnR w="12700" cap="flat" cmpd="sng">
                      <a:solidFill>
                        <a:schemeClr val="accent1"/>
                      </a:solidFill>
                      <a:prstDash val="solid"/>
                      <a:round/>
                      <a:headEnd type="none" w="sm" len="sm"/>
                      <a:tailEnd type="none" w="sm" len="sm"/>
                    </a:lnR>
                    <a:lnT w="9525" cap="flat" cmpd="sng">
                      <a:solidFill>
                        <a:schemeClr val="accent1"/>
                      </a:solidFill>
                      <a:prstDash val="solid"/>
                      <a:round/>
                      <a:headEnd type="none" w="sm" len="sm"/>
                      <a:tailEnd type="none" w="sm" len="sm"/>
                    </a:lnT>
                    <a:lnB w="9525" cap="flat" cmpd="sng">
                      <a:solidFill>
                        <a:schemeClr val="accent1"/>
                      </a:solidFill>
                      <a:prstDash val="solid"/>
                      <a:round/>
                      <a:headEnd type="none" w="sm" len="sm"/>
                      <a:tailEnd type="none" w="sm" len="sm"/>
                    </a:lnB>
                    <a:solidFill>
                      <a:srgbClr val="4A86E8"/>
                    </a:solidFill>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accent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278150">
                <a:tc>
                  <a:txBody>
                    <a:bodyPr/>
                    <a:lstStyle/>
                    <a:p>
                      <a:pPr marL="0" marR="0" lvl="0" indent="0" algn="l" rtl="0">
                        <a:spcBef>
                          <a:spcPts val="0"/>
                        </a:spcBef>
                        <a:spcAft>
                          <a:spcPts val="0"/>
                        </a:spcAft>
                        <a:buNone/>
                      </a:pPr>
                      <a:r>
                        <a:rPr lang="en" sz="1500"/>
                        <a:t>thread3</a:t>
                      </a:r>
                      <a:endParaRPr sz="1100"/>
                    </a:p>
                  </a:txBody>
                  <a:tcPr marL="68600" marR="68600" marT="34300" marB="34300">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chemeClr val="accent1"/>
                      </a:solidFill>
                      <a:prstDash val="solid"/>
                      <a:round/>
                      <a:headEnd type="none" w="sm" len="sm"/>
                      <a:tailEnd type="none" w="sm" len="sm"/>
                    </a:lnT>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solidFill>
                      <a:schemeClr val="lt1"/>
                    </a:solidFill>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solidFill>
                      <a:schemeClr val="lt1"/>
                    </a:solidFill>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solidFill>
                      <a:schemeClr val="lt1"/>
                    </a:solidFill>
                  </a:tcPr>
                </a:tc>
                <a:tc>
                  <a:txBody>
                    <a:bodyPr/>
                    <a:lstStyle/>
                    <a:p>
                      <a:pPr marL="0" marR="0" lvl="0" indent="0" algn="l" rtl="0">
                        <a:spcBef>
                          <a:spcPts val="0"/>
                        </a:spcBef>
                        <a:spcAft>
                          <a:spcPts val="0"/>
                        </a:spcAft>
                        <a:buNone/>
                      </a:pPr>
                      <a:endParaRPr sz="1800"/>
                    </a:p>
                  </a:txBody>
                  <a:tcPr marL="68600" marR="68600" marT="34300" marB="3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solidFill>
                      <a:schemeClr val="lt1"/>
                    </a:solidFill>
                  </a:tcPr>
                </a:tc>
                <a:extLst>
                  <a:ext uri="{0D108BD9-81ED-4DB2-BD59-A6C34878D82A}">
                    <a16:rowId xmlns:a16="http://schemas.microsoft.com/office/drawing/2014/main" val="10002"/>
                  </a:ext>
                </a:extLst>
              </a:tr>
            </a:tbl>
          </a:graphicData>
        </a:graphic>
      </p:graphicFrame>
      <p:sp>
        <p:nvSpPr>
          <p:cNvPr id="893" name="Google Shape;893;p75"/>
          <p:cNvSpPr/>
          <p:nvPr/>
        </p:nvSpPr>
        <p:spPr>
          <a:xfrm>
            <a:off x="549650" y="4407086"/>
            <a:ext cx="942600" cy="276900"/>
          </a:xfrm>
          <a:prstGeom prst="rect">
            <a:avLst/>
          </a:prstGeom>
          <a:solidFill>
            <a:srgbClr val="FFF2CC"/>
          </a:solidFill>
          <a:ln w="28575" cap="flat" cmpd="sng">
            <a:solidFill>
              <a:srgbClr val="FF0000"/>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r>
              <a:rPr lang="en" sz="1100">
                <a:latin typeface="Arial"/>
                <a:ea typeface="Arial"/>
                <a:cs typeface="Arial"/>
                <a:sym typeface="Arial"/>
              </a:rPr>
              <a:t>500 µs slice</a:t>
            </a:r>
            <a:endParaRPr sz="800"/>
          </a:p>
        </p:txBody>
      </p:sp>
      <p:sp>
        <p:nvSpPr>
          <p:cNvPr id="894" name="Google Shape;894;p75"/>
          <p:cNvSpPr/>
          <p:nvPr/>
        </p:nvSpPr>
        <p:spPr>
          <a:xfrm>
            <a:off x="2822204" y="3973789"/>
            <a:ext cx="872400" cy="349800"/>
          </a:xfrm>
          <a:prstGeom prst="rect">
            <a:avLst/>
          </a:prstGeom>
          <a:solidFill>
            <a:srgbClr val="4A86E8"/>
          </a:solidFill>
          <a:ln w="12700" cap="flat" cmpd="sng">
            <a:solidFill>
              <a:schemeClr val="accent1"/>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sp>
        <p:nvSpPr>
          <p:cNvPr id="895" name="Google Shape;895;p75"/>
          <p:cNvSpPr/>
          <p:nvPr/>
        </p:nvSpPr>
        <p:spPr>
          <a:xfrm>
            <a:off x="2393775" y="3291400"/>
            <a:ext cx="421800" cy="349800"/>
          </a:xfrm>
          <a:prstGeom prst="rect">
            <a:avLst/>
          </a:prstGeom>
          <a:solidFill>
            <a:srgbClr val="4A86E8"/>
          </a:solidFill>
          <a:ln w="12700" cap="flat" cmpd="sng">
            <a:solidFill>
              <a:schemeClr val="accent1"/>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sp>
        <p:nvSpPr>
          <p:cNvPr id="896" name="Google Shape;896;p75"/>
          <p:cNvSpPr/>
          <p:nvPr/>
        </p:nvSpPr>
        <p:spPr>
          <a:xfrm>
            <a:off x="6334486" y="3973789"/>
            <a:ext cx="872400" cy="349800"/>
          </a:xfrm>
          <a:prstGeom prst="rect">
            <a:avLst/>
          </a:prstGeom>
          <a:solidFill>
            <a:srgbClr val="4A86E8"/>
          </a:solidFill>
          <a:ln w="12700" cap="flat" cmpd="sng">
            <a:solidFill>
              <a:schemeClr val="accent1"/>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sp>
        <p:nvSpPr>
          <p:cNvPr id="897" name="Google Shape;897;p75"/>
          <p:cNvSpPr/>
          <p:nvPr/>
        </p:nvSpPr>
        <p:spPr>
          <a:xfrm>
            <a:off x="3699961" y="3629251"/>
            <a:ext cx="872400" cy="349800"/>
          </a:xfrm>
          <a:prstGeom prst="rect">
            <a:avLst/>
          </a:prstGeom>
          <a:solidFill>
            <a:srgbClr val="4A86E8"/>
          </a:solidFill>
          <a:ln w="12700" cap="flat" cmpd="sng">
            <a:solidFill>
              <a:schemeClr val="accent1"/>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sp>
        <p:nvSpPr>
          <p:cNvPr id="898" name="Google Shape;898;p75"/>
          <p:cNvSpPr/>
          <p:nvPr/>
        </p:nvSpPr>
        <p:spPr>
          <a:xfrm>
            <a:off x="4578387" y="3973789"/>
            <a:ext cx="872400" cy="349800"/>
          </a:xfrm>
          <a:prstGeom prst="rect">
            <a:avLst/>
          </a:prstGeom>
          <a:solidFill>
            <a:srgbClr val="4A86E8"/>
          </a:solidFill>
          <a:ln w="12700" cap="flat" cmpd="sng">
            <a:solidFill>
              <a:schemeClr val="accent1"/>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sp>
        <p:nvSpPr>
          <p:cNvPr id="899" name="Google Shape;899;p75"/>
          <p:cNvSpPr/>
          <p:nvPr/>
        </p:nvSpPr>
        <p:spPr>
          <a:xfrm>
            <a:off x="5460851" y="3632721"/>
            <a:ext cx="872400" cy="349800"/>
          </a:xfrm>
          <a:prstGeom prst="rect">
            <a:avLst/>
          </a:prstGeom>
          <a:solidFill>
            <a:srgbClr val="4A86E8"/>
          </a:solidFill>
          <a:ln w="12700" cap="flat" cmpd="sng">
            <a:solidFill>
              <a:schemeClr val="accent1"/>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sp>
        <p:nvSpPr>
          <p:cNvPr id="900" name="Google Shape;900;p75"/>
          <p:cNvSpPr/>
          <p:nvPr/>
        </p:nvSpPr>
        <p:spPr>
          <a:xfrm>
            <a:off x="7209736" y="3273365"/>
            <a:ext cx="872400" cy="349800"/>
          </a:xfrm>
          <a:prstGeom prst="rect">
            <a:avLst/>
          </a:prstGeom>
          <a:solidFill>
            <a:srgbClr val="4A86E8"/>
          </a:solidFill>
          <a:ln w="12700" cap="flat" cmpd="sng">
            <a:solidFill>
              <a:schemeClr val="accent1"/>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sp>
        <p:nvSpPr>
          <p:cNvPr id="901" name="Google Shape;901;p75"/>
          <p:cNvSpPr/>
          <p:nvPr/>
        </p:nvSpPr>
        <p:spPr>
          <a:xfrm>
            <a:off x="8090590" y="3629251"/>
            <a:ext cx="872400" cy="349800"/>
          </a:xfrm>
          <a:prstGeom prst="rect">
            <a:avLst/>
          </a:prstGeom>
          <a:solidFill>
            <a:srgbClr val="4A86E8"/>
          </a:solidFill>
          <a:ln w="12700" cap="flat" cmpd="sng">
            <a:solidFill>
              <a:schemeClr val="accent1"/>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sp>
        <p:nvSpPr>
          <p:cNvPr id="902" name="Google Shape;902;p75"/>
          <p:cNvSpPr/>
          <p:nvPr/>
        </p:nvSpPr>
        <p:spPr>
          <a:xfrm>
            <a:off x="2203997" y="4407125"/>
            <a:ext cx="1231500" cy="276900"/>
          </a:xfrm>
          <a:prstGeom prst="rect">
            <a:avLst/>
          </a:prstGeom>
          <a:solidFill>
            <a:srgbClr val="FFF2CC"/>
          </a:solidFill>
          <a:ln w="28575" cap="flat" cmpd="sng">
            <a:solidFill>
              <a:srgbClr val="FF0000"/>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r>
              <a:rPr lang="en" sz="1100"/>
              <a:t>Thread.s</a:t>
            </a:r>
            <a:r>
              <a:rPr lang="en" sz="1100">
                <a:latin typeface="Arial"/>
                <a:ea typeface="Arial"/>
                <a:cs typeface="Arial"/>
                <a:sym typeface="Arial"/>
              </a:rPr>
              <a:t>leep (1)</a:t>
            </a:r>
            <a:endParaRPr sz="800"/>
          </a:p>
        </p:txBody>
      </p:sp>
      <p:sp>
        <p:nvSpPr>
          <p:cNvPr id="903" name="Google Shape;903;p75"/>
          <p:cNvSpPr/>
          <p:nvPr/>
        </p:nvSpPr>
        <p:spPr>
          <a:xfrm>
            <a:off x="4112111" y="4407086"/>
            <a:ext cx="942600" cy="276900"/>
          </a:xfrm>
          <a:prstGeom prst="rect">
            <a:avLst/>
          </a:prstGeom>
          <a:solidFill>
            <a:srgbClr val="FFF2CC"/>
          </a:solidFill>
          <a:ln w="28575" cap="flat" cmpd="sng">
            <a:solidFill>
              <a:srgbClr val="FF0000"/>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r>
              <a:rPr lang="en" sz="1100">
                <a:latin typeface="Arial"/>
                <a:ea typeface="Arial"/>
                <a:cs typeface="Arial"/>
                <a:sym typeface="Arial"/>
              </a:rPr>
              <a:t>Sleep Over</a:t>
            </a:r>
            <a:endParaRPr sz="800"/>
          </a:p>
        </p:txBody>
      </p:sp>
      <p:cxnSp>
        <p:nvCxnSpPr>
          <p:cNvPr id="904" name="Google Shape;904;p75"/>
          <p:cNvCxnSpPr>
            <a:stCxn id="902" idx="0"/>
          </p:cNvCxnSpPr>
          <p:nvPr/>
        </p:nvCxnSpPr>
        <p:spPr>
          <a:xfrm rot="10800000" flipH="1">
            <a:off x="2819747" y="3256625"/>
            <a:ext cx="12600" cy="1150500"/>
          </a:xfrm>
          <a:prstGeom prst="straightConnector1">
            <a:avLst/>
          </a:prstGeom>
          <a:noFill/>
          <a:ln w="28575" cap="flat" cmpd="sng">
            <a:solidFill>
              <a:srgbClr val="FF0000"/>
            </a:solidFill>
            <a:prstDash val="dash"/>
            <a:miter lim="800000"/>
            <a:headEnd type="none" w="sm" len="sm"/>
            <a:tailEnd type="none" w="sm" len="sm"/>
          </a:ln>
        </p:spPr>
      </p:cxnSp>
      <p:cxnSp>
        <p:nvCxnSpPr>
          <p:cNvPr id="905" name="Google Shape;905;p75"/>
          <p:cNvCxnSpPr/>
          <p:nvPr/>
        </p:nvCxnSpPr>
        <p:spPr>
          <a:xfrm rot="10800000" flipH="1">
            <a:off x="4568309" y="3294398"/>
            <a:ext cx="15000" cy="1095600"/>
          </a:xfrm>
          <a:prstGeom prst="straightConnector1">
            <a:avLst/>
          </a:prstGeom>
          <a:noFill/>
          <a:ln w="28575" cap="flat" cmpd="sng">
            <a:solidFill>
              <a:srgbClr val="FF0000"/>
            </a:solidFill>
            <a:prstDash val="dash"/>
            <a:miter lim="800000"/>
            <a:headEnd type="none" w="sm" len="sm"/>
            <a:tailEnd type="none" w="sm" len="sm"/>
          </a:ln>
        </p:spPr>
      </p:cxnSp>
      <p:sp>
        <p:nvSpPr>
          <p:cNvPr id="906" name="Google Shape;906;p75"/>
          <p:cNvSpPr/>
          <p:nvPr/>
        </p:nvSpPr>
        <p:spPr>
          <a:xfrm>
            <a:off x="6363807" y="4420138"/>
            <a:ext cx="1737600" cy="276900"/>
          </a:xfrm>
          <a:prstGeom prst="rect">
            <a:avLst/>
          </a:prstGeom>
          <a:solidFill>
            <a:srgbClr val="FFF2CC"/>
          </a:solidFill>
          <a:ln w="28575" cap="flat" cmpd="sng">
            <a:solidFill>
              <a:srgbClr val="FF0000"/>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r>
              <a:rPr lang="en" sz="1100">
                <a:latin typeface="Arial"/>
                <a:ea typeface="Arial"/>
                <a:cs typeface="Arial"/>
                <a:sym typeface="Arial"/>
              </a:rPr>
              <a:t>Scheduler Assigns Slice</a:t>
            </a:r>
            <a:endParaRPr sz="800"/>
          </a:p>
        </p:txBody>
      </p:sp>
      <p:cxnSp>
        <p:nvCxnSpPr>
          <p:cNvPr id="907" name="Google Shape;907;p75"/>
          <p:cNvCxnSpPr/>
          <p:nvPr/>
        </p:nvCxnSpPr>
        <p:spPr>
          <a:xfrm rot="10800000" flipH="1">
            <a:off x="7204885" y="3313419"/>
            <a:ext cx="15000" cy="1095600"/>
          </a:xfrm>
          <a:prstGeom prst="straightConnector1">
            <a:avLst/>
          </a:prstGeom>
          <a:noFill/>
          <a:ln w="28575" cap="flat" cmpd="sng">
            <a:solidFill>
              <a:srgbClr val="FF0000"/>
            </a:solidFill>
            <a:prstDash val="dash"/>
            <a:miter lim="800000"/>
            <a:headEnd type="none" w="sm" len="sm"/>
            <a:tailEnd type="none" w="sm" len="sm"/>
          </a:ln>
        </p:spPr>
      </p:cxnSp>
      <p:sp>
        <p:nvSpPr>
          <p:cNvPr id="908" name="Google Shape;908;p7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44</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91">
                                            <p:txEl>
                                              <p:pRg st="0" end="0"/>
                                            </p:txEl>
                                          </p:spTgt>
                                        </p:tgtEl>
                                        <p:attrNameLst>
                                          <p:attrName>style.visibility</p:attrName>
                                        </p:attrNameLst>
                                      </p:cBhvr>
                                      <p:to>
                                        <p:strVal val="visible"/>
                                      </p:to>
                                    </p:set>
                                    <p:animEffect transition="in" filter="fade">
                                      <p:cBhvr>
                                        <p:cTn id="7" dur="1000"/>
                                        <p:tgtEl>
                                          <p:spTgt spid="89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91">
                                            <p:txEl>
                                              <p:pRg st="1" end="1"/>
                                            </p:txEl>
                                          </p:spTgt>
                                        </p:tgtEl>
                                        <p:attrNameLst>
                                          <p:attrName>style.visibility</p:attrName>
                                        </p:attrNameLst>
                                      </p:cBhvr>
                                      <p:to>
                                        <p:strVal val="visible"/>
                                      </p:to>
                                    </p:set>
                                    <p:animEffect transition="in" filter="fade">
                                      <p:cBhvr>
                                        <p:cTn id="12" dur="1000"/>
                                        <p:tgtEl>
                                          <p:spTgt spid="89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91">
                                            <p:txEl>
                                              <p:pRg st="2" end="2"/>
                                            </p:txEl>
                                          </p:spTgt>
                                        </p:tgtEl>
                                        <p:attrNameLst>
                                          <p:attrName>style.visibility</p:attrName>
                                        </p:attrNameLst>
                                      </p:cBhvr>
                                      <p:to>
                                        <p:strVal val="visible"/>
                                      </p:to>
                                    </p:set>
                                    <p:animEffect transition="in" filter="fade">
                                      <p:cBhvr>
                                        <p:cTn id="17" dur="1000"/>
                                        <p:tgtEl>
                                          <p:spTgt spid="89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91">
                                            <p:txEl>
                                              <p:pRg st="3" end="3"/>
                                            </p:txEl>
                                          </p:spTgt>
                                        </p:tgtEl>
                                        <p:attrNameLst>
                                          <p:attrName>style.visibility</p:attrName>
                                        </p:attrNameLst>
                                      </p:cBhvr>
                                      <p:to>
                                        <p:strVal val="visible"/>
                                      </p:to>
                                    </p:set>
                                    <p:animEffect transition="in" filter="fade">
                                      <p:cBhvr>
                                        <p:cTn id="22" dur="1000"/>
                                        <p:tgtEl>
                                          <p:spTgt spid="89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91">
                                            <p:txEl>
                                              <p:pRg st="5" end="5"/>
                                            </p:txEl>
                                          </p:spTgt>
                                        </p:tgtEl>
                                        <p:attrNameLst>
                                          <p:attrName>style.visibility</p:attrName>
                                        </p:attrNameLst>
                                      </p:cBhvr>
                                      <p:to>
                                        <p:strVal val="visible"/>
                                      </p:to>
                                    </p:set>
                                    <p:animEffect transition="in" filter="fade">
                                      <p:cBhvr>
                                        <p:cTn id="27" dur="1000"/>
                                        <p:tgtEl>
                                          <p:spTgt spid="891">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91">
                                            <p:txEl>
                                              <p:pRg st="6" end="6"/>
                                            </p:txEl>
                                          </p:spTgt>
                                        </p:tgtEl>
                                        <p:attrNameLst>
                                          <p:attrName>style.visibility</p:attrName>
                                        </p:attrNameLst>
                                      </p:cBhvr>
                                      <p:to>
                                        <p:strVal val="visible"/>
                                      </p:to>
                                    </p:set>
                                    <p:animEffect transition="in" filter="fade">
                                      <p:cBhvr>
                                        <p:cTn id="32" dur="1000"/>
                                        <p:tgtEl>
                                          <p:spTgt spid="891">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891">
                                            <p:txEl>
                                              <p:pRg st="7" end="7"/>
                                            </p:txEl>
                                          </p:spTgt>
                                        </p:tgtEl>
                                        <p:attrNameLst>
                                          <p:attrName>style.visibility</p:attrName>
                                        </p:attrNameLst>
                                      </p:cBhvr>
                                      <p:to>
                                        <p:strVal val="visible"/>
                                      </p:to>
                                    </p:set>
                                    <p:animEffect transition="in" filter="fade">
                                      <p:cBhvr>
                                        <p:cTn id="37" dur="1000"/>
                                        <p:tgtEl>
                                          <p:spTgt spid="891">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893"/>
                                        </p:tgtEl>
                                        <p:attrNameLst>
                                          <p:attrName>style.visibility</p:attrName>
                                        </p:attrNameLst>
                                      </p:cBhvr>
                                      <p:to>
                                        <p:strVal val="visible"/>
                                      </p:to>
                                    </p:set>
                                    <p:animEffect transition="in" filter="fade">
                                      <p:cBhvr>
                                        <p:cTn id="42" dur="1000"/>
                                        <p:tgtEl>
                                          <p:spTgt spid="89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02"/>
                                        </p:tgtEl>
                                        <p:attrNameLst>
                                          <p:attrName>style.visibility</p:attrName>
                                        </p:attrNameLst>
                                      </p:cBhvr>
                                      <p:to>
                                        <p:strVal val="visible"/>
                                      </p:to>
                                    </p:set>
                                    <p:animEffect transition="in" filter="fade">
                                      <p:cBhvr>
                                        <p:cTn id="47" dur="1000"/>
                                        <p:tgtEl>
                                          <p:spTgt spid="902"/>
                                        </p:tgtEl>
                                      </p:cBhvr>
                                    </p:animEffect>
                                  </p:childTnLst>
                                </p:cTn>
                              </p:par>
                              <p:par>
                                <p:cTn id="48" presetID="10" presetClass="entr" presetSubtype="0" fill="hold" nodeType="withEffect">
                                  <p:stCondLst>
                                    <p:cond delay="0"/>
                                  </p:stCondLst>
                                  <p:childTnLst>
                                    <p:set>
                                      <p:cBhvr>
                                        <p:cTn id="49" dur="1" fill="hold">
                                          <p:stCondLst>
                                            <p:cond delay="0"/>
                                          </p:stCondLst>
                                        </p:cTn>
                                        <p:tgtEl>
                                          <p:spTgt spid="904"/>
                                        </p:tgtEl>
                                        <p:attrNameLst>
                                          <p:attrName>style.visibility</p:attrName>
                                        </p:attrNameLst>
                                      </p:cBhvr>
                                      <p:to>
                                        <p:strVal val="visible"/>
                                      </p:to>
                                    </p:set>
                                    <p:animEffect transition="in" filter="fade">
                                      <p:cBhvr>
                                        <p:cTn id="50" dur="1000"/>
                                        <p:tgtEl>
                                          <p:spTgt spid="90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903"/>
                                        </p:tgtEl>
                                        <p:attrNameLst>
                                          <p:attrName>style.visibility</p:attrName>
                                        </p:attrNameLst>
                                      </p:cBhvr>
                                      <p:to>
                                        <p:strVal val="visible"/>
                                      </p:to>
                                    </p:set>
                                    <p:animEffect transition="in" filter="fade">
                                      <p:cBhvr>
                                        <p:cTn id="55" dur="1000"/>
                                        <p:tgtEl>
                                          <p:spTgt spid="903"/>
                                        </p:tgtEl>
                                      </p:cBhvr>
                                    </p:animEffect>
                                  </p:childTnLst>
                                </p:cTn>
                              </p:par>
                              <p:par>
                                <p:cTn id="56" presetID="10" presetClass="entr" presetSubtype="0" fill="hold" nodeType="withEffect">
                                  <p:stCondLst>
                                    <p:cond delay="0"/>
                                  </p:stCondLst>
                                  <p:childTnLst>
                                    <p:set>
                                      <p:cBhvr>
                                        <p:cTn id="57" dur="1" fill="hold">
                                          <p:stCondLst>
                                            <p:cond delay="0"/>
                                          </p:stCondLst>
                                        </p:cTn>
                                        <p:tgtEl>
                                          <p:spTgt spid="905"/>
                                        </p:tgtEl>
                                        <p:attrNameLst>
                                          <p:attrName>style.visibility</p:attrName>
                                        </p:attrNameLst>
                                      </p:cBhvr>
                                      <p:to>
                                        <p:strVal val="visible"/>
                                      </p:to>
                                    </p:set>
                                    <p:animEffect transition="in" filter="fade">
                                      <p:cBhvr>
                                        <p:cTn id="58" dur="1000"/>
                                        <p:tgtEl>
                                          <p:spTgt spid="905"/>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906"/>
                                        </p:tgtEl>
                                        <p:attrNameLst>
                                          <p:attrName>style.visibility</p:attrName>
                                        </p:attrNameLst>
                                      </p:cBhvr>
                                      <p:to>
                                        <p:strVal val="visible"/>
                                      </p:to>
                                    </p:set>
                                    <p:animEffect transition="in" filter="fade">
                                      <p:cBhvr>
                                        <p:cTn id="63" dur="1000"/>
                                        <p:tgtEl>
                                          <p:spTgt spid="906"/>
                                        </p:tgtEl>
                                      </p:cBhvr>
                                    </p:animEffect>
                                  </p:childTnLst>
                                </p:cTn>
                              </p:par>
                              <p:par>
                                <p:cTn id="64" presetID="10" presetClass="entr" presetSubtype="0" fill="hold" nodeType="withEffect">
                                  <p:stCondLst>
                                    <p:cond delay="0"/>
                                  </p:stCondLst>
                                  <p:childTnLst>
                                    <p:set>
                                      <p:cBhvr>
                                        <p:cTn id="65" dur="1" fill="hold">
                                          <p:stCondLst>
                                            <p:cond delay="0"/>
                                          </p:stCondLst>
                                        </p:cTn>
                                        <p:tgtEl>
                                          <p:spTgt spid="907"/>
                                        </p:tgtEl>
                                        <p:attrNameLst>
                                          <p:attrName>style.visibility</p:attrName>
                                        </p:attrNameLst>
                                      </p:cBhvr>
                                      <p:to>
                                        <p:strVal val="visible"/>
                                      </p:to>
                                    </p:set>
                                    <p:animEffect transition="in" filter="fade">
                                      <p:cBhvr>
                                        <p:cTn id="66" dur="10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12"/>
        <p:cNvGrpSpPr/>
        <p:nvPr/>
      </p:nvGrpSpPr>
      <p:grpSpPr>
        <a:xfrm>
          <a:off x="0" y="0"/>
          <a:ext cx="0" cy="0"/>
          <a:chOff x="0" y="0"/>
          <a:chExt cx="0" cy="0"/>
        </a:xfrm>
      </p:grpSpPr>
      <p:sp>
        <p:nvSpPr>
          <p:cNvPr id="913" name="Google Shape;913;p76"/>
          <p:cNvSpPr txBox="1">
            <a:spLocks noGrp="1"/>
          </p:cNvSpPr>
          <p:nvPr>
            <p:ph type="title"/>
          </p:nvPr>
        </p:nvSpPr>
        <p:spPr>
          <a:xfrm>
            <a:off x="1436850" y="100"/>
            <a:ext cx="7642500" cy="596700"/>
          </a:xfrm>
          <a:prstGeom prst="rect">
            <a:avLst/>
          </a:prstGeom>
          <a:noFill/>
          <a:ln>
            <a:noFill/>
          </a:ln>
        </p:spPr>
        <p:txBody>
          <a:bodyPr spcFirstLastPara="1" wrap="square" lIns="68575" tIns="34275" rIns="68575" bIns="34275" anchor="ctr" anchorCtr="0">
            <a:normAutofit/>
          </a:bodyPr>
          <a:lstStyle/>
          <a:p>
            <a:pPr marL="0" lvl="0" indent="0" algn="l" rtl="0">
              <a:lnSpc>
                <a:spcPct val="100000"/>
              </a:lnSpc>
              <a:spcBef>
                <a:spcPts val="0"/>
              </a:spcBef>
              <a:spcAft>
                <a:spcPts val="0"/>
              </a:spcAft>
              <a:buClr>
                <a:schemeClr val="dk2"/>
              </a:buClr>
              <a:buSzPts val="3300"/>
              <a:buFont typeface="Calibri"/>
              <a:buNone/>
            </a:pPr>
            <a:r>
              <a:rPr lang="en"/>
              <a:t>Using Sleep to Simulate Time Passing</a:t>
            </a:r>
            <a:endParaRPr/>
          </a:p>
        </p:txBody>
      </p:sp>
      <p:sp>
        <p:nvSpPr>
          <p:cNvPr id="914" name="Google Shape;914;p76"/>
          <p:cNvSpPr txBox="1">
            <a:spLocks noGrp="1"/>
          </p:cNvSpPr>
          <p:nvPr>
            <p:ph type="body" idx="1"/>
          </p:nvPr>
        </p:nvSpPr>
        <p:spPr>
          <a:xfrm>
            <a:off x="65250" y="731625"/>
            <a:ext cx="8955900" cy="734100"/>
          </a:xfrm>
          <a:prstGeom prst="rect">
            <a:avLst/>
          </a:prstGeom>
          <a:noFill/>
          <a:ln>
            <a:noFill/>
          </a:ln>
        </p:spPr>
        <p:txBody>
          <a:bodyPr spcFirstLastPara="1" wrap="square" lIns="68575" tIns="34275" rIns="68575" bIns="34275" anchor="t" anchorCtr="0">
            <a:spAutoFit/>
          </a:bodyPr>
          <a:lstStyle/>
          <a:p>
            <a:pPr marL="0" lvl="0" indent="0" algn="l" rtl="0">
              <a:lnSpc>
                <a:spcPct val="90000"/>
              </a:lnSpc>
              <a:spcBef>
                <a:spcPts val="0"/>
              </a:spcBef>
              <a:spcAft>
                <a:spcPts val="1600"/>
              </a:spcAft>
              <a:buClr>
                <a:schemeClr val="dk1"/>
              </a:buClr>
              <a:buSzPts val="1800"/>
              <a:buNone/>
            </a:pPr>
            <a:r>
              <a:rPr lang="en"/>
              <a:t>Currently, if you ran the racers and viewed their finish times with debugging off, you'd notice they had incredibly small race time. (10</a:t>
            </a:r>
            <a:r>
              <a:rPr lang="en" baseline="30000"/>
              <a:t>-7</a:t>
            </a:r>
            <a:r>
              <a:rPr lang="en"/>
              <a:t> or less). Instead of relying solely on the scheduler for determining who wins let's add some small amount of variable time to each lap.</a:t>
            </a:r>
            <a:endParaRPr/>
          </a:p>
        </p:txBody>
      </p:sp>
      <p:sp>
        <p:nvSpPr>
          <p:cNvPr id="915" name="Google Shape;915;p76"/>
          <p:cNvSpPr txBox="1">
            <a:spLocks noGrp="1"/>
          </p:cNvSpPr>
          <p:nvPr>
            <p:ph type="body" idx="2"/>
          </p:nvPr>
        </p:nvSpPr>
        <p:spPr>
          <a:xfrm>
            <a:off x="3477200" y="1600550"/>
            <a:ext cx="5456400" cy="3050400"/>
          </a:xfrm>
          <a:prstGeom prst="rect">
            <a:avLst/>
          </a:prstGeom>
          <a:noFill/>
          <a:ln>
            <a:noFill/>
          </a:ln>
        </p:spPr>
        <p:txBody>
          <a:bodyPr spcFirstLastPara="1" wrap="square" lIns="68575" tIns="34275" rIns="68575" bIns="34275" anchor="t" anchorCtr="0">
            <a:noAutofit/>
          </a:bodyPr>
          <a:lstStyle/>
          <a:p>
            <a:pPr marL="457200" lvl="0" indent="-317500" algn="l" rtl="0">
              <a:lnSpc>
                <a:spcPct val="115000"/>
              </a:lnSpc>
              <a:spcBef>
                <a:spcPts val="0"/>
              </a:spcBef>
              <a:spcAft>
                <a:spcPts val="0"/>
              </a:spcAft>
              <a:buSzPts val="1400"/>
              <a:buChar char="●"/>
            </a:pPr>
            <a:r>
              <a:rPr lang="en" sz="1400" dirty="0"/>
              <a:t>Inside Racer  add a Sleep at the start of each lap.</a:t>
            </a:r>
            <a:endParaRPr sz="1400" dirty="0"/>
          </a:p>
          <a:p>
            <a:pPr marL="914400" lvl="1" indent="-304800" algn="l" rtl="0">
              <a:lnSpc>
                <a:spcPct val="115000"/>
              </a:lnSpc>
              <a:spcBef>
                <a:spcPts val="0"/>
              </a:spcBef>
              <a:spcAft>
                <a:spcPts val="0"/>
              </a:spcAft>
              <a:buSzPts val="1200"/>
              <a:buChar char="○"/>
            </a:pPr>
            <a:r>
              <a:rPr lang="en" sz="1200" dirty="0"/>
              <a:t>Sleep a random time between 20 and 100 milliseconds.</a:t>
            </a:r>
            <a:endParaRPr sz="1200" dirty="0"/>
          </a:p>
          <a:p>
            <a:pPr marL="914400" lvl="1" indent="-304800" algn="l" rtl="0">
              <a:lnSpc>
                <a:spcPct val="115000"/>
              </a:lnSpc>
              <a:spcBef>
                <a:spcPts val="0"/>
              </a:spcBef>
              <a:spcAft>
                <a:spcPts val="0"/>
              </a:spcAft>
              <a:buSzPts val="1200"/>
              <a:buChar char="○"/>
            </a:pPr>
            <a:r>
              <a:rPr lang="en" sz="1200" dirty="0"/>
              <a:t>Longer sleep times would result in large races taking forever to finish.</a:t>
            </a:r>
            <a:endParaRPr sz="1200" dirty="0"/>
          </a:p>
          <a:p>
            <a:pPr marL="457200" lvl="0" indent="-317500" algn="l" rtl="0">
              <a:lnSpc>
                <a:spcPct val="115000"/>
              </a:lnSpc>
              <a:spcBef>
                <a:spcPts val="1000"/>
              </a:spcBef>
              <a:spcAft>
                <a:spcPts val="0"/>
              </a:spcAft>
              <a:buSzPts val="1400"/>
              <a:buChar char="●"/>
            </a:pPr>
            <a:r>
              <a:rPr lang="en" sz="1400" dirty="0"/>
              <a:t>Run your race again with 10 racers, 10 laps, and debug enabled. </a:t>
            </a:r>
            <a:endParaRPr sz="1400" dirty="0"/>
          </a:p>
          <a:p>
            <a:pPr marL="914400" lvl="1" indent="-304800" algn="l" rtl="0">
              <a:lnSpc>
                <a:spcPct val="115000"/>
              </a:lnSpc>
              <a:spcBef>
                <a:spcPts val="0"/>
              </a:spcBef>
              <a:spcAft>
                <a:spcPts val="0"/>
              </a:spcAft>
              <a:buSzPts val="1200"/>
              <a:buChar char="○"/>
            </a:pPr>
            <a:r>
              <a:rPr lang="en" sz="1200" dirty="0"/>
              <a:t>You should see very few instances of racers completing multiple laps before another racer does.</a:t>
            </a:r>
            <a:endParaRPr sz="1200" dirty="0"/>
          </a:p>
          <a:p>
            <a:pPr marL="914400" lvl="1" indent="-304800" algn="l" rtl="0">
              <a:lnSpc>
                <a:spcPct val="115000"/>
              </a:lnSpc>
              <a:spcBef>
                <a:spcPts val="0"/>
              </a:spcBef>
              <a:spcAft>
                <a:spcPts val="0"/>
              </a:spcAft>
              <a:buSzPts val="1200"/>
              <a:buChar char="○"/>
            </a:pPr>
            <a:r>
              <a:rPr lang="en" sz="1200" dirty="0"/>
              <a:t>When you run a lot of racers (1000+) it may seem like we've gone backwards with the later racers finishing last. Try running it a few times to see if that is always the case.</a:t>
            </a:r>
            <a:endParaRPr sz="1200" dirty="0"/>
          </a:p>
        </p:txBody>
      </p:sp>
      <p:sp>
        <p:nvSpPr>
          <p:cNvPr id="916" name="Google Shape;916;p7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45</a:t>
            </a:fld>
            <a:endParaRPr/>
          </a:p>
        </p:txBody>
      </p:sp>
      <p:sp>
        <p:nvSpPr>
          <p:cNvPr id="917" name="Google Shape;917;p7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solidFill>
                  <a:schemeClr val="lt1"/>
                </a:solidFill>
              </a:rPr>
              <a:t>8.15</a:t>
            </a:r>
            <a:endParaRPr/>
          </a:p>
        </p:txBody>
      </p:sp>
      <p:sp>
        <p:nvSpPr>
          <p:cNvPr id="918" name="Google Shape;918;p76"/>
          <p:cNvSpPr txBox="1"/>
          <p:nvPr/>
        </p:nvSpPr>
        <p:spPr>
          <a:xfrm>
            <a:off x="151125" y="1885650"/>
            <a:ext cx="3371400" cy="1372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200">
                <a:solidFill>
                  <a:srgbClr val="0000FF"/>
                </a:solidFill>
                <a:latin typeface="Consolas"/>
                <a:ea typeface="Consolas"/>
                <a:cs typeface="Consolas"/>
                <a:sym typeface="Consolas"/>
              </a:rPr>
              <a:t>try</a:t>
            </a:r>
            <a:r>
              <a:rPr lang="en" sz="1200">
                <a:latin typeface="Consolas"/>
                <a:ea typeface="Consolas"/>
                <a:cs typeface="Consolas"/>
                <a:sym typeface="Consolas"/>
              </a:rPr>
              <a:t> {</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latin typeface="Consolas"/>
                <a:ea typeface="Consolas"/>
                <a:cs typeface="Consolas"/>
                <a:sym typeface="Consolas"/>
              </a:rPr>
              <a:t>   Thread.sleep(</a:t>
            </a:r>
            <a:r>
              <a:rPr lang="en" sz="1200">
                <a:solidFill>
                  <a:srgbClr val="098658"/>
                </a:solidFill>
                <a:latin typeface="Consolas"/>
                <a:ea typeface="Consolas"/>
                <a:cs typeface="Consolas"/>
                <a:sym typeface="Consolas"/>
              </a:rPr>
              <a:t>500</a:t>
            </a:r>
            <a:r>
              <a:rPr lang="en" sz="1200">
                <a:latin typeface="Consolas"/>
                <a:ea typeface="Consolas"/>
                <a:cs typeface="Consolas"/>
                <a:sym typeface="Consolas"/>
              </a:rPr>
              <a:t>);</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latin typeface="Consolas"/>
                <a:ea typeface="Consolas"/>
                <a:cs typeface="Consolas"/>
                <a:sym typeface="Consolas"/>
              </a:rPr>
              <a:t>} </a:t>
            </a:r>
            <a:r>
              <a:rPr lang="en" sz="1200">
                <a:solidFill>
                  <a:srgbClr val="0000FF"/>
                </a:solidFill>
                <a:latin typeface="Consolas"/>
                <a:ea typeface="Consolas"/>
                <a:cs typeface="Consolas"/>
                <a:sym typeface="Consolas"/>
              </a:rPr>
              <a:t>catch</a:t>
            </a:r>
            <a:r>
              <a:rPr lang="en" sz="1200">
                <a:latin typeface="Consolas"/>
                <a:ea typeface="Consolas"/>
                <a:cs typeface="Consolas"/>
                <a:sym typeface="Consolas"/>
              </a:rPr>
              <a:t>(</a:t>
            </a:r>
            <a:r>
              <a:rPr lang="en" sz="1200">
                <a:solidFill>
                  <a:srgbClr val="0000FF"/>
                </a:solidFill>
                <a:latin typeface="Consolas"/>
                <a:ea typeface="Consolas"/>
                <a:cs typeface="Consolas"/>
                <a:sym typeface="Consolas"/>
              </a:rPr>
              <a:t>InterruptedException</a:t>
            </a:r>
            <a:r>
              <a:rPr lang="en" sz="1200">
                <a:latin typeface="Consolas"/>
                <a:ea typeface="Consolas"/>
                <a:cs typeface="Consolas"/>
                <a:sym typeface="Consolas"/>
              </a:rPr>
              <a:t> e) {</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latin typeface="Consolas"/>
                <a:ea typeface="Consolas"/>
                <a:cs typeface="Consolas"/>
                <a:sym typeface="Consolas"/>
              </a:rPr>
              <a:t>   System.out.println(</a:t>
            </a:r>
            <a:r>
              <a:rPr lang="en" sz="1200">
                <a:solidFill>
                  <a:srgbClr val="A31515"/>
                </a:solidFill>
                <a:latin typeface="Consolas"/>
                <a:ea typeface="Consolas"/>
                <a:cs typeface="Consolas"/>
                <a:sym typeface="Consolas"/>
              </a:rPr>
              <a:t>"Interrupted!"</a:t>
            </a:r>
            <a:r>
              <a:rPr lang="en" sz="1200">
                <a:latin typeface="Consolas"/>
                <a:ea typeface="Consolas"/>
                <a:cs typeface="Consolas"/>
                <a:sym typeface="Consolas"/>
              </a:rPr>
              <a:t>);</a:t>
            </a:r>
            <a:endParaRPr sz="1200">
              <a:latin typeface="Consolas"/>
              <a:ea typeface="Consolas"/>
              <a:cs typeface="Consolas"/>
              <a:sym typeface="Consolas"/>
            </a:endParaRPr>
          </a:p>
          <a:p>
            <a:pPr marL="0" lvl="0" indent="0" algn="l" rtl="0">
              <a:lnSpc>
                <a:spcPct val="135714"/>
              </a:lnSpc>
              <a:spcBef>
                <a:spcPts val="0"/>
              </a:spcBef>
              <a:spcAft>
                <a:spcPts val="0"/>
              </a:spcAft>
              <a:buNone/>
            </a:pPr>
            <a:r>
              <a:rPr lang="en" sz="1200">
                <a:latin typeface="Consolas"/>
                <a:ea typeface="Consolas"/>
                <a:cs typeface="Consolas"/>
                <a:sym typeface="Consolas"/>
              </a:rPr>
              <a:t>}</a:t>
            </a:r>
            <a:endParaRPr>
              <a:latin typeface="Roboto"/>
              <a:ea typeface="Roboto"/>
              <a:cs typeface="Roboto"/>
              <a:sym typeface="Roboto"/>
            </a:endParaRPr>
          </a:p>
        </p:txBody>
      </p:sp>
      <p:sp>
        <p:nvSpPr>
          <p:cNvPr id="919" name="Google Shape;919;p76"/>
          <p:cNvSpPr txBox="1">
            <a:spLocks noGrp="1"/>
          </p:cNvSpPr>
          <p:nvPr>
            <p:ph type="body" idx="4"/>
          </p:nvPr>
        </p:nvSpPr>
        <p:spPr>
          <a:xfrm>
            <a:off x="151125" y="3385325"/>
            <a:ext cx="33714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Sleeping is a </a:t>
            </a:r>
            <a:r>
              <a:rPr lang="en" b="1" i="1">
                <a:solidFill>
                  <a:srgbClr val="FF0000"/>
                </a:solidFill>
              </a:rPr>
              <a:t>good</a:t>
            </a:r>
            <a:r>
              <a:rPr lang="en"/>
              <a:t> way to </a:t>
            </a:r>
            <a:r>
              <a:rPr lang="en" b="1" i="1">
                <a:solidFill>
                  <a:srgbClr val="FF0000"/>
                </a:solidFill>
              </a:rPr>
              <a:t>add time</a:t>
            </a:r>
            <a:r>
              <a:rPr lang="en"/>
              <a:t> to a game or simulation to slow it down or </a:t>
            </a:r>
            <a:r>
              <a:rPr lang="en" b="1" i="1">
                <a:solidFill>
                  <a:srgbClr val="FF0000"/>
                </a:solidFill>
              </a:rPr>
              <a:t>simulate work</a:t>
            </a:r>
            <a:r>
              <a:rPr lang="en"/>
              <a:t>.</a:t>
            </a:r>
            <a:endParaRPr/>
          </a:p>
        </p:txBody>
      </p:sp>
      <p:sp>
        <p:nvSpPr>
          <p:cNvPr id="920" name="Google Shape;920;p76"/>
          <p:cNvSpPr txBox="1">
            <a:spLocks noGrp="1"/>
          </p:cNvSpPr>
          <p:nvPr>
            <p:ph type="body" idx="4"/>
          </p:nvPr>
        </p:nvSpPr>
        <p:spPr>
          <a:xfrm>
            <a:off x="151125" y="4066900"/>
            <a:ext cx="33714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Sleep is </a:t>
            </a:r>
            <a:r>
              <a:rPr lang="en" b="1" i="1">
                <a:solidFill>
                  <a:srgbClr val="FF0000"/>
                </a:solidFill>
              </a:rPr>
              <a:t>bad</a:t>
            </a:r>
            <a:r>
              <a:rPr lang="en"/>
              <a:t> for making real time objects like </a:t>
            </a:r>
            <a:r>
              <a:rPr lang="en" b="1" i="1">
                <a:solidFill>
                  <a:srgbClr val="FF0000"/>
                </a:solidFill>
              </a:rPr>
              <a:t>clocks</a:t>
            </a:r>
            <a:r>
              <a:rPr lang="en"/>
              <a:t> and </a:t>
            </a:r>
            <a:r>
              <a:rPr lang="en" b="1" i="1">
                <a:solidFill>
                  <a:srgbClr val="FF0000"/>
                </a:solidFill>
              </a:rPr>
              <a:t>shouldn't</a:t>
            </a:r>
            <a:r>
              <a:rPr lang="en"/>
              <a:t> be used to hide concurrency issues.</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924"/>
        <p:cNvGrpSpPr/>
        <p:nvPr/>
      </p:nvGrpSpPr>
      <p:grpSpPr>
        <a:xfrm>
          <a:off x="0" y="0"/>
          <a:ext cx="0" cy="0"/>
          <a:chOff x="0" y="0"/>
          <a:chExt cx="0" cy="0"/>
        </a:xfrm>
      </p:grpSpPr>
      <p:sp>
        <p:nvSpPr>
          <p:cNvPr id="925" name="Google Shape;925;p77"/>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Our race is shaping up to be quite the adventure. Now we just need a good way to find out the winner. Right now the only way to do that is by looking for who finished the final lap first which is pretty painful for 1M racers. Instead, let's keep track of all the racer finish times.</a:t>
            </a:r>
            <a:endParaRPr dirty="0"/>
          </a:p>
        </p:txBody>
      </p:sp>
      <p:sp>
        <p:nvSpPr>
          <p:cNvPr id="926" name="Google Shape;926;p7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46</a:t>
            </a:fld>
            <a:endParaRPr/>
          </a:p>
        </p:txBody>
      </p:sp>
      <p:sp>
        <p:nvSpPr>
          <p:cNvPr id="927" name="Google Shape;927;p77"/>
          <p:cNvSpPr txBox="1">
            <a:spLocks noGrp="1"/>
          </p:cNvSpPr>
          <p:nvPr>
            <p:ph type="body" idx="2"/>
          </p:nvPr>
        </p:nvSpPr>
        <p:spPr>
          <a:xfrm>
            <a:off x="3165300" y="2013125"/>
            <a:ext cx="5775900" cy="29427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In </a:t>
            </a:r>
            <a:r>
              <a:rPr lang="en" dirty="0">
                <a:latin typeface="Courier New"/>
                <a:ea typeface="Courier New"/>
                <a:cs typeface="Courier New"/>
                <a:sym typeface="Courier New"/>
              </a:rPr>
              <a:t>LotsORacers</a:t>
            </a:r>
            <a:r>
              <a:rPr lang="en" dirty="0"/>
              <a:t>, create a </a:t>
            </a:r>
            <a:r>
              <a:rPr lang="en" dirty="0">
                <a:highlight>
                  <a:srgbClr val="FFFF00"/>
                </a:highlight>
                <a:latin typeface="Courier New"/>
                <a:ea typeface="Courier New"/>
                <a:cs typeface="Courier New"/>
                <a:sym typeface="Courier New"/>
              </a:rPr>
              <a:t>List</a:t>
            </a:r>
            <a:r>
              <a:rPr lang="en" dirty="0">
                <a:highlight>
                  <a:srgbClr val="FFFF00"/>
                </a:highlight>
              </a:rPr>
              <a:t> of </a:t>
            </a:r>
            <a:r>
              <a:rPr lang="en" dirty="0">
                <a:highlight>
                  <a:srgbClr val="FFFF00"/>
                </a:highlight>
                <a:latin typeface="Courier New"/>
                <a:ea typeface="Courier New"/>
                <a:cs typeface="Courier New"/>
                <a:sym typeface="Courier New"/>
              </a:rPr>
              <a:t>Racers</a:t>
            </a:r>
            <a:r>
              <a:rPr lang="en" dirty="0">
                <a:highlight>
                  <a:srgbClr val="FFFF00"/>
                </a:highlight>
              </a:rPr>
              <a:t> </a:t>
            </a:r>
            <a:r>
              <a:rPr lang="en" dirty="0"/>
              <a:t>to hold the racers.</a:t>
            </a:r>
            <a:endParaRPr dirty="0"/>
          </a:p>
          <a:p>
            <a:pPr marL="457200" lvl="0" indent="-311150" algn="l" rtl="0">
              <a:spcBef>
                <a:spcPts val="0"/>
              </a:spcBef>
              <a:spcAft>
                <a:spcPts val="0"/>
              </a:spcAft>
              <a:buSzPts val="1300"/>
              <a:buChar char="●"/>
            </a:pPr>
            <a:r>
              <a:rPr lang="en" dirty="0"/>
              <a:t>As each racer reaches the finish line, add them to the list of racers.</a:t>
            </a:r>
            <a:endParaRPr dirty="0"/>
          </a:p>
          <a:p>
            <a:pPr marL="914400" lvl="1" indent="-298450" algn="l" rtl="0">
              <a:spcBef>
                <a:spcPts val="0"/>
              </a:spcBef>
              <a:spcAft>
                <a:spcPts val="0"/>
              </a:spcAft>
              <a:buSzPts val="1100"/>
              <a:buChar char="○"/>
            </a:pPr>
            <a:r>
              <a:rPr lang="en" dirty="0"/>
              <a:t>Like the latch, you'll need to </a:t>
            </a:r>
            <a:r>
              <a:rPr lang="en" b="1" i="1" dirty="0">
                <a:solidFill>
                  <a:srgbClr val="FF0000"/>
                </a:solidFill>
              </a:rPr>
              <a:t>pass</a:t>
            </a:r>
            <a:r>
              <a:rPr lang="en" dirty="0"/>
              <a:t> the list to the racer or use a </a:t>
            </a:r>
            <a:r>
              <a:rPr lang="en" b="1" i="1" dirty="0">
                <a:solidFill>
                  <a:srgbClr val="FF0000"/>
                </a:solidFill>
              </a:rPr>
              <a:t>lambda</a:t>
            </a:r>
            <a:endParaRPr b="1" i="1" dirty="0">
              <a:solidFill>
                <a:srgbClr val="FF0000"/>
              </a:solidFill>
            </a:endParaRPr>
          </a:p>
          <a:p>
            <a:pPr marL="457200" lvl="0" indent="-311150" algn="l" rtl="0">
              <a:spcBef>
                <a:spcPts val="0"/>
              </a:spcBef>
              <a:spcAft>
                <a:spcPts val="0"/>
              </a:spcAft>
              <a:buSzPts val="1300"/>
              <a:buChar char="●"/>
            </a:pPr>
            <a:r>
              <a:rPr lang="en" dirty="0"/>
              <a:t>Once the race is over, print out the </a:t>
            </a:r>
            <a:r>
              <a:rPr lang="en" b="1" i="1" dirty="0">
                <a:solidFill>
                  <a:srgbClr val="FF0000"/>
                </a:solidFill>
              </a:rPr>
              <a:t>finish time</a:t>
            </a:r>
            <a:r>
              <a:rPr lang="en" dirty="0"/>
              <a:t> for each racer.</a:t>
            </a:r>
            <a:endParaRPr dirty="0"/>
          </a:p>
          <a:p>
            <a:pPr marL="914400" lvl="1" indent="-298450" algn="l" rtl="0">
              <a:spcBef>
                <a:spcPts val="0"/>
              </a:spcBef>
              <a:spcAft>
                <a:spcPts val="0"/>
              </a:spcAft>
              <a:buSzPts val="1100"/>
              <a:buChar char="○"/>
            </a:pPr>
            <a:r>
              <a:rPr lang="en" dirty="0"/>
              <a:t>Example: </a:t>
            </a:r>
            <a:r>
              <a:rPr lang="en" dirty="0">
                <a:latin typeface="Courier New"/>
                <a:ea typeface="Courier New"/>
                <a:cs typeface="Courier New"/>
                <a:sym typeface="Courier New"/>
              </a:rPr>
              <a:t>Racer 8 finished in 0.4539599 seconds</a:t>
            </a:r>
            <a:endParaRPr dirty="0">
              <a:latin typeface="Courier New"/>
              <a:ea typeface="Courier New"/>
              <a:cs typeface="Courier New"/>
              <a:sym typeface="Courier New"/>
            </a:endParaRPr>
          </a:p>
          <a:p>
            <a:pPr marL="457200" lvl="0" indent="-311150" algn="l" rtl="0">
              <a:spcBef>
                <a:spcPts val="0"/>
              </a:spcBef>
              <a:spcAft>
                <a:spcPts val="0"/>
              </a:spcAft>
              <a:buSzPts val="1300"/>
              <a:buChar char="●"/>
            </a:pPr>
            <a:r>
              <a:rPr lang="en" dirty="0"/>
              <a:t>Run the race with debug turned off (</a:t>
            </a:r>
            <a:r>
              <a:rPr lang="en" dirty="0">
                <a:latin typeface="Courier New"/>
                <a:ea typeface="Courier New"/>
                <a:cs typeface="Courier New"/>
                <a:sym typeface="Courier New"/>
              </a:rPr>
              <a:t>false</a:t>
            </a:r>
            <a:r>
              <a:rPr lang="en" dirty="0"/>
              <a:t>) and look at the finishing times. (</a:t>
            </a:r>
            <a:r>
              <a:rPr lang="en" i="1" dirty="0"/>
              <a:t>For large races you may want to redirect the output to a file</a:t>
            </a:r>
            <a:r>
              <a:rPr lang="en" dirty="0"/>
              <a:t>)</a:t>
            </a:r>
            <a:endParaRPr dirty="0"/>
          </a:p>
          <a:p>
            <a:pPr marL="457200" lvl="0" indent="-311150" algn="l" rtl="0">
              <a:spcBef>
                <a:spcPts val="0"/>
              </a:spcBef>
              <a:spcAft>
                <a:spcPts val="0"/>
              </a:spcAft>
              <a:buSzPts val="1300"/>
              <a:buChar char="●"/>
            </a:pPr>
            <a:r>
              <a:rPr lang="en" b="1" i="1" dirty="0">
                <a:solidFill>
                  <a:srgbClr val="FF0000"/>
                </a:solidFill>
              </a:rPr>
              <a:t>Challenge</a:t>
            </a:r>
            <a:r>
              <a:rPr lang="en" dirty="0"/>
              <a:t>: Print out a special message just for the winner.</a:t>
            </a:r>
            <a:endParaRPr dirty="0"/>
          </a:p>
          <a:p>
            <a:pPr marL="457200" lvl="0" indent="-311150" algn="l" rtl="0">
              <a:spcBef>
                <a:spcPts val="0"/>
              </a:spcBef>
              <a:spcAft>
                <a:spcPts val="0"/>
              </a:spcAft>
              <a:buSzPts val="1300"/>
              <a:buChar char="●"/>
            </a:pPr>
            <a:r>
              <a:rPr lang="en" b="1" i="1" dirty="0">
                <a:solidFill>
                  <a:srgbClr val="FF0000"/>
                </a:solidFill>
              </a:rPr>
              <a:t>Challenge</a:t>
            </a:r>
            <a:r>
              <a:rPr lang="en" b="1" i="1" baseline="30000" dirty="0">
                <a:solidFill>
                  <a:srgbClr val="FF0000"/>
                </a:solidFill>
              </a:rPr>
              <a:t>2</a:t>
            </a:r>
            <a:r>
              <a:rPr lang="en" dirty="0"/>
              <a:t>: Use a CountDownLatch instead of awaitTermination to know when the race is over.</a:t>
            </a:r>
            <a:endParaRPr dirty="0"/>
          </a:p>
          <a:p>
            <a:pPr marL="457200" lvl="0" indent="-311150" algn="l" rtl="0">
              <a:spcBef>
                <a:spcPts val="1000"/>
              </a:spcBef>
              <a:spcAft>
                <a:spcPts val="0"/>
              </a:spcAft>
              <a:buSzPts val="1300"/>
              <a:buChar char="●"/>
            </a:pPr>
            <a:r>
              <a:rPr lang="en" dirty="0"/>
              <a:t>After testing, print out the number of racers in the list of racers.</a:t>
            </a:r>
            <a:endParaRPr dirty="0"/>
          </a:p>
          <a:p>
            <a:pPr marL="914400" lvl="1" indent="-298450" algn="l" rtl="0">
              <a:spcBef>
                <a:spcPts val="0"/>
              </a:spcBef>
              <a:spcAft>
                <a:spcPts val="0"/>
              </a:spcAft>
              <a:buSzPts val="1100"/>
              <a:buChar char="○"/>
            </a:pPr>
            <a:r>
              <a:rPr lang="en" dirty="0"/>
              <a:t>Did everyone finish?</a:t>
            </a:r>
            <a:endParaRPr dirty="0"/>
          </a:p>
        </p:txBody>
      </p:sp>
      <p:sp>
        <p:nvSpPr>
          <p:cNvPr id="928" name="Google Shape;928;p7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And the Winner Is?</a:t>
            </a:r>
            <a:endParaRPr/>
          </a:p>
        </p:txBody>
      </p:sp>
      <p:sp>
        <p:nvSpPr>
          <p:cNvPr id="929" name="Google Shape;929;p7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8.16</a:t>
            </a:r>
            <a:endParaRPr/>
          </a:p>
        </p:txBody>
      </p:sp>
      <p:sp>
        <p:nvSpPr>
          <p:cNvPr id="930" name="Google Shape;930;p77"/>
          <p:cNvSpPr txBox="1">
            <a:spLocks noGrp="1"/>
          </p:cNvSpPr>
          <p:nvPr>
            <p:ph type="body" idx="4"/>
          </p:nvPr>
        </p:nvSpPr>
        <p:spPr>
          <a:xfrm>
            <a:off x="141600" y="4156900"/>
            <a:ext cx="30237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While looking at the output, do you notice anything unexpected? Try running the code a few times.</a:t>
            </a:r>
            <a:endParaRPr/>
          </a:p>
        </p:txBody>
      </p:sp>
      <p:pic>
        <p:nvPicPr>
          <p:cNvPr id="931" name="Google Shape;931;p77"/>
          <p:cNvPicPr preferRelativeResize="0"/>
          <p:nvPr/>
        </p:nvPicPr>
        <p:blipFill rotWithShape="1">
          <a:blip r:embed="rId3">
            <a:alphaModFix/>
          </a:blip>
          <a:srcRect r="9281"/>
          <a:stretch/>
        </p:blipFill>
        <p:spPr>
          <a:xfrm>
            <a:off x="141600" y="2193350"/>
            <a:ext cx="3023699" cy="1873369"/>
          </a:xfrm>
          <a:prstGeom prst="rect">
            <a:avLst/>
          </a:prstGeom>
          <a:noFill/>
          <a:ln w="19050" cap="flat" cmpd="sng">
            <a:solidFill>
              <a:schemeClr val="dk1"/>
            </a:solidFill>
            <a:prstDash val="solid"/>
            <a:round/>
            <a:headEnd type="none" w="sm" len="sm"/>
            <a:tailEnd type="none" w="sm" len="sm"/>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935"/>
        <p:cNvGrpSpPr/>
        <p:nvPr/>
      </p:nvGrpSpPr>
      <p:grpSpPr>
        <a:xfrm>
          <a:off x="0" y="0"/>
          <a:ext cx="0" cy="0"/>
          <a:chOff x="0" y="0"/>
          <a:chExt cx="0" cy="0"/>
        </a:xfrm>
      </p:grpSpPr>
      <p:sp>
        <p:nvSpPr>
          <p:cNvPr id="936" name="Google Shape;936;p78"/>
          <p:cNvSpPr txBox="1">
            <a:spLocks noGrp="1"/>
          </p:cNvSpPr>
          <p:nvPr>
            <p:ph type="title"/>
          </p:nvPr>
        </p:nvSpPr>
        <p:spPr>
          <a:xfrm>
            <a:off x="311725" y="309175"/>
            <a:ext cx="3706500" cy="638100"/>
          </a:xfrm>
          <a:prstGeom prst="rect">
            <a:avLst/>
          </a:prstGeom>
          <a:noFill/>
          <a:ln>
            <a:noFill/>
          </a:ln>
        </p:spPr>
        <p:txBody>
          <a:bodyPr spcFirstLastPara="1" wrap="square" lIns="68575" tIns="34275" rIns="68575" bIns="34275" anchor="ctr" anchorCtr="0">
            <a:normAutofit/>
          </a:bodyPr>
          <a:lstStyle/>
          <a:p>
            <a:pPr marL="0" lvl="0" indent="0" algn="l" rtl="0">
              <a:lnSpc>
                <a:spcPct val="90000"/>
              </a:lnSpc>
              <a:spcBef>
                <a:spcPts val="0"/>
              </a:spcBef>
              <a:spcAft>
                <a:spcPts val="0"/>
              </a:spcAft>
              <a:buClr>
                <a:schemeClr val="dk2"/>
              </a:buClr>
              <a:buSzPts val="3300"/>
              <a:buFont typeface="Calibri"/>
              <a:buNone/>
            </a:pPr>
            <a:r>
              <a:rPr lang="en"/>
              <a:t>Race Conditions</a:t>
            </a:r>
            <a:endParaRPr/>
          </a:p>
        </p:txBody>
      </p:sp>
      <p:sp>
        <p:nvSpPr>
          <p:cNvPr id="937" name="Google Shape;937;p78"/>
          <p:cNvSpPr txBox="1">
            <a:spLocks noGrp="1"/>
          </p:cNvSpPr>
          <p:nvPr>
            <p:ph type="body" idx="1"/>
          </p:nvPr>
        </p:nvSpPr>
        <p:spPr>
          <a:xfrm>
            <a:off x="4644675" y="500925"/>
            <a:ext cx="4166400" cy="4432200"/>
          </a:xfrm>
          <a:prstGeom prst="rect">
            <a:avLst/>
          </a:prstGeom>
          <a:noFill/>
          <a:ln>
            <a:noFill/>
          </a:ln>
        </p:spPr>
        <p:txBody>
          <a:bodyPr spcFirstLastPara="1" wrap="square" lIns="68575" tIns="34275" rIns="68575" bIns="34275" anchor="t" anchorCtr="0">
            <a:normAutofit fontScale="92500" lnSpcReduction="10000"/>
          </a:bodyPr>
          <a:lstStyle/>
          <a:p>
            <a:pPr marL="457200" lvl="0" indent="-317500" algn="l" rtl="0">
              <a:lnSpc>
                <a:spcPct val="115000"/>
              </a:lnSpc>
              <a:spcBef>
                <a:spcPts val="0"/>
              </a:spcBef>
              <a:spcAft>
                <a:spcPts val="0"/>
              </a:spcAft>
              <a:buSzPts val="1400"/>
              <a:buChar char="●"/>
            </a:pPr>
            <a:r>
              <a:rPr lang="en" sz="1400" dirty="0"/>
              <a:t>What happened when you ran the last activity?</a:t>
            </a:r>
            <a:endParaRPr sz="1400" dirty="0"/>
          </a:p>
          <a:p>
            <a:pPr marL="457200" lvl="0" indent="-317500" algn="l" rtl="0">
              <a:lnSpc>
                <a:spcPct val="115000"/>
              </a:lnSpc>
              <a:spcBef>
                <a:spcPts val="1000"/>
              </a:spcBef>
              <a:spcAft>
                <a:spcPts val="0"/>
              </a:spcAft>
              <a:buSzPts val="1400"/>
              <a:buChar char="●"/>
            </a:pPr>
            <a:r>
              <a:rPr lang="en" sz="1400" dirty="0"/>
              <a:t>Most java statements take </a:t>
            </a:r>
            <a:r>
              <a:rPr lang="en" sz="1400" b="1" i="1" dirty="0">
                <a:solidFill>
                  <a:srgbClr val="FF0000"/>
                </a:solidFill>
              </a:rPr>
              <a:t>multiple </a:t>
            </a:r>
            <a:r>
              <a:rPr lang="en" sz="1400" dirty="0"/>
              <a:t>cpu cycles to execute</a:t>
            </a:r>
            <a:endParaRPr sz="1400" dirty="0"/>
          </a:p>
          <a:p>
            <a:pPr marL="457200" lvl="0" indent="-317500" algn="l" rtl="0">
              <a:lnSpc>
                <a:spcPct val="115000"/>
              </a:lnSpc>
              <a:spcBef>
                <a:spcPts val="1000"/>
              </a:spcBef>
              <a:spcAft>
                <a:spcPts val="0"/>
              </a:spcAft>
              <a:buSzPts val="1400"/>
              <a:buChar char="●"/>
            </a:pPr>
            <a:r>
              <a:rPr lang="en" sz="1400" dirty="0">
                <a:highlight>
                  <a:srgbClr val="FFFF00"/>
                </a:highlight>
              </a:rPr>
              <a:t>This can be problematic when multiple threads are using the same </a:t>
            </a:r>
            <a:r>
              <a:rPr lang="en" sz="1400" b="1" i="1" dirty="0">
                <a:solidFill>
                  <a:srgbClr val="FF0000"/>
                </a:solidFill>
                <a:highlight>
                  <a:srgbClr val="FFFF00"/>
                </a:highlight>
              </a:rPr>
              <a:t>shared resource</a:t>
            </a:r>
            <a:endParaRPr sz="1400" b="1" i="1" dirty="0">
              <a:solidFill>
                <a:srgbClr val="FF0000"/>
              </a:solidFill>
              <a:highlight>
                <a:srgbClr val="FFFF00"/>
              </a:highlight>
            </a:endParaRPr>
          </a:p>
          <a:p>
            <a:pPr marL="457200" lvl="0" indent="-317500" algn="l" rtl="0">
              <a:lnSpc>
                <a:spcPct val="115000"/>
              </a:lnSpc>
              <a:spcBef>
                <a:spcPts val="1000"/>
              </a:spcBef>
              <a:spcAft>
                <a:spcPts val="0"/>
              </a:spcAft>
              <a:buSzPts val="1400"/>
              <a:buChar char="●"/>
            </a:pPr>
            <a:r>
              <a:rPr lang="en" sz="1400" dirty="0"/>
              <a:t>In activity 8.16 the </a:t>
            </a:r>
            <a:r>
              <a:rPr lang="en" dirty="0">
                <a:latin typeface="Courier New"/>
                <a:ea typeface="Courier New"/>
                <a:cs typeface="Courier New"/>
                <a:sym typeface="Courier New"/>
              </a:rPr>
              <a:t>List</a:t>
            </a:r>
            <a:r>
              <a:rPr lang="en" dirty="0"/>
              <a:t> of </a:t>
            </a:r>
            <a:r>
              <a:rPr lang="en" dirty="0">
                <a:latin typeface="Courier New"/>
                <a:ea typeface="Courier New"/>
                <a:cs typeface="Courier New"/>
                <a:sym typeface="Courier New"/>
              </a:rPr>
              <a:t>Racers</a:t>
            </a:r>
            <a:r>
              <a:rPr lang="en" sz="1400" dirty="0"/>
              <a:t> was the shared resource</a:t>
            </a:r>
            <a:endParaRPr sz="1400" dirty="0"/>
          </a:p>
          <a:p>
            <a:pPr marL="457200" lvl="0" indent="-317500" algn="l" rtl="0">
              <a:lnSpc>
                <a:spcPct val="115000"/>
              </a:lnSpc>
              <a:spcBef>
                <a:spcPts val="1000"/>
              </a:spcBef>
              <a:spcAft>
                <a:spcPts val="0"/>
              </a:spcAft>
              <a:buSzPts val="1400"/>
              <a:buChar char="●"/>
            </a:pPr>
            <a:r>
              <a:rPr lang="en" sz="1400" dirty="0"/>
              <a:t>Thus between </a:t>
            </a:r>
            <a:r>
              <a:rPr lang="en" sz="1400" b="1" i="1" dirty="0">
                <a:solidFill>
                  <a:srgbClr val="FF0000"/>
                </a:solidFill>
              </a:rPr>
              <a:t>retrieving</a:t>
            </a:r>
            <a:r>
              <a:rPr lang="en" sz="1400" dirty="0"/>
              <a:t> a value and </a:t>
            </a:r>
            <a:r>
              <a:rPr lang="en" sz="1400" b="1" i="1" dirty="0">
                <a:solidFill>
                  <a:srgbClr val="FF0000"/>
                </a:solidFill>
              </a:rPr>
              <a:t>using</a:t>
            </a:r>
            <a:r>
              <a:rPr lang="en" sz="1400" dirty="0"/>
              <a:t> that value the active thread may change</a:t>
            </a:r>
            <a:endParaRPr sz="1400" dirty="0"/>
          </a:p>
          <a:p>
            <a:pPr marL="914400" lvl="1" indent="-311150" algn="l" rtl="0">
              <a:lnSpc>
                <a:spcPct val="115000"/>
              </a:lnSpc>
              <a:spcBef>
                <a:spcPts val="0"/>
              </a:spcBef>
              <a:spcAft>
                <a:spcPts val="0"/>
              </a:spcAft>
              <a:buSzPts val="1300"/>
              <a:buChar char="○"/>
            </a:pPr>
            <a:r>
              <a:rPr lang="en" sz="1300" dirty="0"/>
              <a:t>This is known as a </a:t>
            </a:r>
            <a:r>
              <a:rPr lang="en" sz="1300" b="1" i="1" dirty="0">
                <a:solidFill>
                  <a:srgbClr val="FF0000"/>
                </a:solidFill>
              </a:rPr>
              <a:t>context switch</a:t>
            </a:r>
            <a:endParaRPr sz="1300" b="1" i="1" dirty="0">
              <a:solidFill>
                <a:srgbClr val="FF0000"/>
              </a:solidFill>
            </a:endParaRPr>
          </a:p>
          <a:p>
            <a:pPr marL="457200" lvl="0" indent="-317500" algn="l" rtl="0">
              <a:lnSpc>
                <a:spcPct val="115000"/>
              </a:lnSpc>
              <a:spcBef>
                <a:spcPts val="1000"/>
              </a:spcBef>
              <a:spcAft>
                <a:spcPts val="0"/>
              </a:spcAft>
              <a:buSzPts val="1400"/>
              <a:buChar char="●"/>
            </a:pPr>
            <a:r>
              <a:rPr lang="en" sz="1400" dirty="0"/>
              <a:t>The shared value could be changed without the original thread knowing, making the usage incorrect</a:t>
            </a:r>
            <a:endParaRPr sz="1400" dirty="0"/>
          </a:p>
          <a:p>
            <a:pPr marL="457200" lvl="0" indent="-317500" algn="l" rtl="0">
              <a:lnSpc>
                <a:spcPct val="115000"/>
              </a:lnSpc>
              <a:spcBef>
                <a:spcPts val="1000"/>
              </a:spcBef>
              <a:spcAft>
                <a:spcPts val="1000"/>
              </a:spcAft>
              <a:buSzPts val="1400"/>
              <a:buChar char="●"/>
            </a:pPr>
            <a:r>
              <a:rPr lang="en" sz="1400" dirty="0"/>
              <a:t>This issue is known as a </a:t>
            </a:r>
            <a:r>
              <a:rPr lang="en" sz="1400" b="1" i="1" dirty="0">
                <a:solidFill>
                  <a:srgbClr val="FF0000"/>
                </a:solidFill>
                <a:highlight>
                  <a:srgbClr val="FFFF00"/>
                </a:highlight>
              </a:rPr>
              <a:t>race condition</a:t>
            </a:r>
            <a:r>
              <a:rPr lang="en" sz="1400" dirty="0">
                <a:highlight>
                  <a:srgbClr val="FFFF00"/>
                </a:highlight>
              </a:rPr>
              <a:t> </a:t>
            </a:r>
            <a:r>
              <a:rPr lang="en" sz="1400" dirty="0"/>
              <a:t>because all the threads are racing to try and use/update the shared resource</a:t>
            </a:r>
            <a:endParaRPr sz="1400" dirty="0"/>
          </a:p>
        </p:txBody>
      </p:sp>
      <p:sp>
        <p:nvSpPr>
          <p:cNvPr id="938" name="Google Shape;938;p7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47</a:t>
            </a:fld>
            <a:endParaRPr/>
          </a:p>
        </p:txBody>
      </p:sp>
      <p:sp>
        <p:nvSpPr>
          <p:cNvPr id="939" name="Google Shape;939;p78"/>
          <p:cNvSpPr/>
          <p:nvPr/>
        </p:nvSpPr>
        <p:spPr>
          <a:xfrm>
            <a:off x="589975" y="2109600"/>
            <a:ext cx="1375200" cy="2115000"/>
          </a:xfrm>
          <a:prstGeom prst="roundRect">
            <a:avLst>
              <a:gd name="adj" fmla="val 16667"/>
            </a:avLst>
          </a:prstGeom>
          <a:solidFill>
            <a:srgbClr val="FFFFFF"/>
          </a:solidFill>
          <a:ln w="19050" cap="flat" cmpd="sng">
            <a:solidFill>
              <a:srgbClr val="0000FF"/>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sz="1100" b="1">
                <a:solidFill>
                  <a:schemeClr val="dk2"/>
                </a:solidFill>
              </a:rPr>
              <a:t>Thread 1</a:t>
            </a:r>
            <a:endParaRPr sz="1100" b="1">
              <a:solidFill>
                <a:schemeClr val="dk2"/>
              </a:solidFill>
            </a:endParaRPr>
          </a:p>
          <a:p>
            <a:pPr marL="0" lvl="0" indent="0" algn="l" rtl="0">
              <a:spcBef>
                <a:spcPts val="0"/>
              </a:spcBef>
              <a:spcAft>
                <a:spcPts val="0"/>
              </a:spcAft>
              <a:buNone/>
            </a:pPr>
            <a:r>
              <a:rPr lang="en" sz="1100" i="1">
                <a:solidFill>
                  <a:schemeClr val="dk2"/>
                </a:solidFill>
              </a:rPr>
              <a:t>(size == 5)</a:t>
            </a:r>
            <a:endParaRPr sz="1100" i="1">
              <a:solidFill>
                <a:schemeClr val="dk2"/>
              </a:solidFill>
            </a:endParaRPr>
          </a:p>
          <a:p>
            <a:pPr marL="0" lvl="0" indent="0" algn="l" rtl="0">
              <a:spcBef>
                <a:spcPts val="0"/>
              </a:spcBef>
              <a:spcAft>
                <a:spcPts val="0"/>
              </a:spcAft>
              <a:buNone/>
            </a:pPr>
            <a:r>
              <a:rPr lang="en" sz="1100">
                <a:solidFill>
                  <a:schemeClr val="dk2"/>
                </a:solidFill>
              </a:rPr>
              <a:t>a[size] = 10</a:t>
            </a:r>
            <a:endParaRPr sz="1100">
              <a:solidFill>
                <a:schemeClr val="dk2"/>
              </a:solidFill>
            </a:endParaRPr>
          </a:p>
          <a:p>
            <a:pPr marL="0" lvl="0" indent="0" algn="l" rtl="0">
              <a:spcBef>
                <a:spcPts val="0"/>
              </a:spcBef>
              <a:spcAft>
                <a:spcPts val="0"/>
              </a:spcAft>
              <a:buNone/>
            </a:pPr>
            <a:endParaRPr sz="1100">
              <a:solidFill>
                <a:schemeClr val="dk2"/>
              </a:solidFill>
            </a:endParaRPr>
          </a:p>
          <a:p>
            <a:pPr marL="0" lvl="0" indent="0" algn="l" rtl="0">
              <a:spcBef>
                <a:spcPts val="0"/>
              </a:spcBef>
              <a:spcAft>
                <a:spcPts val="0"/>
              </a:spcAft>
              <a:buNone/>
            </a:pPr>
            <a:endParaRPr sz="1100">
              <a:solidFill>
                <a:schemeClr val="dk2"/>
              </a:solidFill>
            </a:endParaRPr>
          </a:p>
          <a:p>
            <a:pPr marL="0" lvl="0" indent="0" algn="l" rtl="0">
              <a:spcBef>
                <a:spcPts val="0"/>
              </a:spcBef>
              <a:spcAft>
                <a:spcPts val="0"/>
              </a:spcAft>
              <a:buNone/>
            </a:pPr>
            <a:endParaRPr sz="1100">
              <a:solidFill>
                <a:schemeClr val="dk2"/>
              </a:solidFill>
            </a:endParaRPr>
          </a:p>
          <a:p>
            <a:pPr marL="0" lvl="0" indent="0" algn="l" rtl="0">
              <a:spcBef>
                <a:spcPts val="0"/>
              </a:spcBef>
              <a:spcAft>
                <a:spcPts val="0"/>
              </a:spcAft>
              <a:buNone/>
            </a:pPr>
            <a:endParaRPr sz="1100">
              <a:solidFill>
                <a:schemeClr val="dk2"/>
              </a:solidFill>
            </a:endParaRPr>
          </a:p>
          <a:p>
            <a:pPr marL="0" lvl="0" indent="0" algn="l" rtl="0">
              <a:spcBef>
                <a:spcPts val="0"/>
              </a:spcBef>
              <a:spcAft>
                <a:spcPts val="0"/>
              </a:spcAft>
              <a:buNone/>
            </a:pPr>
            <a:endParaRPr sz="1100">
              <a:solidFill>
                <a:schemeClr val="dk2"/>
              </a:solidFill>
            </a:endParaRPr>
          </a:p>
          <a:p>
            <a:pPr marL="0" lvl="0" indent="0" algn="l" rtl="0">
              <a:spcBef>
                <a:spcPts val="0"/>
              </a:spcBef>
              <a:spcAft>
                <a:spcPts val="0"/>
              </a:spcAft>
              <a:buNone/>
            </a:pPr>
            <a:r>
              <a:rPr lang="en" sz="1100">
                <a:solidFill>
                  <a:schemeClr val="dk2"/>
                </a:solidFill>
              </a:rPr>
              <a:t>size++</a:t>
            </a:r>
            <a:endParaRPr sz="1100">
              <a:solidFill>
                <a:schemeClr val="dk2"/>
              </a:solidFill>
            </a:endParaRPr>
          </a:p>
          <a:p>
            <a:pPr marL="0" lvl="0" indent="0" algn="l" rtl="0">
              <a:spcBef>
                <a:spcPts val="0"/>
              </a:spcBef>
              <a:spcAft>
                <a:spcPts val="0"/>
              </a:spcAft>
              <a:buNone/>
            </a:pPr>
            <a:r>
              <a:rPr lang="en" sz="1100" i="1">
                <a:solidFill>
                  <a:schemeClr val="dk2"/>
                </a:solidFill>
              </a:rPr>
              <a:t>(size == 6)</a:t>
            </a:r>
            <a:endParaRPr sz="1100" i="1">
              <a:solidFill>
                <a:schemeClr val="dk2"/>
              </a:solidFill>
            </a:endParaRPr>
          </a:p>
        </p:txBody>
      </p:sp>
      <p:sp>
        <p:nvSpPr>
          <p:cNvPr id="940" name="Google Shape;940;p78"/>
          <p:cNvSpPr/>
          <p:nvPr/>
        </p:nvSpPr>
        <p:spPr>
          <a:xfrm>
            <a:off x="2428300" y="2109600"/>
            <a:ext cx="1375200" cy="2115000"/>
          </a:xfrm>
          <a:prstGeom prst="roundRect">
            <a:avLst>
              <a:gd name="adj" fmla="val 16667"/>
            </a:avLst>
          </a:prstGeom>
          <a:solidFill>
            <a:srgbClr val="FFFFFF"/>
          </a:solidFill>
          <a:ln w="19050" cap="flat" cmpd="sng">
            <a:solidFill>
              <a:srgbClr val="0000FF"/>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sz="1100" b="1">
                <a:solidFill>
                  <a:schemeClr val="dk2"/>
                </a:solidFill>
              </a:rPr>
              <a:t>Thread 2</a:t>
            </a:r>
            <a:endParaRPr sz="1100" b="1">
              <a:solidFill>
                <a:schemeClr val="dk2"/>
              </a:solidFill>
            </a:endParaRPr>
          </a:p>
          <a:p>
            <a:pPr marL="0" lvl="0" indent="0" algn="l" rtl="0">
              <a:spcBef>
                <a:spcPts val="0"/>
              </a:spcBef>
              <a:spcAft>
                <a:spcPts val="0"/>
              </a:spcAft>
              <a:buNone/>
            </a:pPr>
            <a:endParaRPr sz="1100">
              <a:solidFill>
                <a:schemeClr val="dk2"/>
              </a:solidFill>
            </a:endParaRPr>
          </a:p>
          <a:p>
            <a:pPr marL="0" lvl="0" indent="0" algn="l" rtl="0">
              <a:spcBef>
                <a:spcPts val="0"/>
              </a:spcBef>
              <a:spcAft>
                <a:spcPts val="0"/>
              </a:spcAft>
              <a:buNone/>
            </a:pPr>
            <a:endParaRPr sz="1100">
              <a:solidFill>
                <a:schemeClr val="dk2"/>
              </a:solidFill>
            </a:endParaRPr>
          </a:p>
          <a:p>
            <a:pPr marL="0" lvl="0" indent="0" algn="l" rtl="0">
              <a:spcBef>
                <a:spcPts val="0"/>
              </a:spcBef>
              <a:spcAft>
                <a:spcPts val="0"/>
              </a:spcAft>
              <a:buNone/>
            </a:pPr>
            <a:endParaRPr sz="1100">
              <a:solidFill>
                <a:schemeClr val="dk2"/>
              </a:solidFill>
            </a:endParaRPr>
          </a:p>
          <a:p>
            <a:pPr marL="0" lvl="0" indent="0" algn="l" rtl="0">
              <a:spcBef>
                <a:spcPts val="0"/>
              </a:spcBef>
              <a:spcAft>
                <a:spcPts val="0"/>
              </a:spcAft>
              <a:buNone/>
            </a:pPr>
            <a:r>
              <a:rPr lang="en" sz="1100" i="1">
                <a:solidFill>
                  <a:schemeClr val="dk2"/>
                </a:solidFill>
              </a:rPr>
              <a:t>(size == 5)</a:t>
            </a:r>
            <a:endParaRPr sz="1100" i="1">
              <a:solidFill>
                <a:schemeClr val="dk2"/>
              </a:solidFill>
            </a:endParaRPr>
          </a:p>
          <a:p>
            <a:pPr marL="0" lvl="0" indent="0" algn="l" rtl="0">
              <a:spcBef>
                <a:spcPts val="0"/>
              </a:spcBef>
              <a:spcAft>
                <a:spcPts val="0"/>
              </a:spcAft>
              <a:buNone/>
            </a:pPr>
            <a:r>
              <a:rPr lang="en" sz="1100">
                <a:solidFill>
                  <a:schemeClr val="dk2"/>
                </a:solidFill>
              </a:rPr>
              <a:t>a[size] = 7</a:t>
            </a:r>
            <a:endParaRPr sz="1100">
              <a:solidFill>
                <a:schemeClr val="dk2"/>
              </a:solidFill>
            </a:endParaRPr>
          </a:p>
          <a:p>
            <a:pPr marL="0" lvl="0" indent="0" algn="l" rtl="0">
              <a:spcBef>
                <a:spcPts val="0"/>
              </a:spcBef>
              <a:spcAft>
                <a:spcPts val="0"/>
              </a:spcAft>
              <a:buNone/>
            </a:pPr>
            <a:endParaRPr sz="1100">
              <a:solidFill>
                <a:schemeClr val="dk2"/>
              </a:solidFill>
            </a:endParaRPr>
          </a:p>
          <a:p>
            <a:pPr marL="0" lvl="0" indent="0" algn="l" rtl="0">
              <a:spcBef>
                <a:spcPts val="0"/>
              </a:spcBef>
              <a:spcAft>
                <a:spcPts val="0"/>
              </a:spcAft>
              <a:buNone/>
            </a:pPr>
            <a:endParaRPr sz="1100">
              <a:solidFill>
                <a:schemeClr val="dk2"/>
              </a:solidFill>
            </a:endParaRPr>
          </a:p>
          <a:p>
            <a:pPr marL="0" lvl="0" indent="0" algn="l" rtl="0">
              <a:spcBef>
                <a:spcPts val="0"/>
              </a:spcBef>
              <a:spcAft>
                <a:spcPts val="0"/>
              </a:spcAft>
              <a:buNone/>
            </a:pPr>
            <a:endParaRPr sz="1100">
              <a:solidFill>
                <a:schemeClr val="dk2"/>
              </a:solidFill>
            </a:endParaRPr>
          </a:p>
          <a:p>
            <a:pPr marL="0" lvl="0" indent="0" algn="l" rtl="0">
              <a:spcBef>
                <a:spcPts val="0"/>
              </a:spcBef>
              <a:spcAft>
                <a:spcPts val="0"/>
              </a:spcAft>
              <a:buNone/>
            </a:pPr>
            <a:endParaRPr sz="1100">
              <a:solidFill>
                <a:schemeClr val="dk2"/>
              </a:solidFill>
            </a:endParaRPr>
          </a:p>
          <a:p>
            <a:pPr marL="0" lvl="0" indent="0" algn="l" rtl="0">
              <a:spcBef>
                <a:spcPts val="0"/>
              </a:spcBef>
              <a:spcAft>
                <a:spcPts val="0"/>
              </a:spcAft>
              <a:buNone/>
            </a:pPr>
            <a:endParaRPr sz="1100">
              <a:solidFill>
                <a:schemeClr val="dk2"/>
              </a:solidFill>
            </a:endParaRPr>
          </a:p>
        </p:txBody>
      </p:sp>
      <p:sp>
        <p:nvSpPr>
          <p:cNvPr id="941" name="Google Shape;941;p78"/>
          <p:cNvSpPr/>
          <p:nvPr/>
        </p:nvSpPr>
        <p:spPr>
          <a:xfrm>
            <a:off x="589975" y="2831218"/>
            <a:ext cx="1375200" cy="262800"/>
          </a:xfrm>
          <a:prstGeom prst="roundRect">
            <a:avLst>
              <a:gd name="adj" fmla="val 16667"/>
            </a:avLst>
          </a:prstGeom>
          <a:solidFill>
            <a:srgbClr val="FFFFFF"/>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a:solidFill>
                  <a:srgbClr val="FF0000"/>
                </a:solidFill>
              </a:rPr>
              <a:t>Context Switch </a:t>
            </a:r>
            <a:endParaRPr sz="1200">
              <a:solidFill>
                <a:srgbClr val="FF0000"/>
              </a:solidFill>
            </a:endParaRPr>
          </a:p>
        </p:txBody>
      </p:sp>
      <p:sp>
        <p:nvSpPr>
          <p:cNvPr id="942" name="Google Shape;942;p78"/>
          <p:cNvSpPr/>
          <p:nvPr/>
        </p:nvSpPr>
        <p:spPr>
          <a:xfrm>
            <a:off x="1971094" y="2885987"/>
            <a:ext cx="445200" cy="148800"/>
          </a:xfrm>
          <a:prstGeom prst="rightArrow">
            <a:avLst>
              <a:gd name="adj1" fmla="val 50000"/>
              <a:gd name="adj2" fmla="val 50000"/>
            </a:avLst>
          </a:prstGeom>
          <a:solidFill>
            <a:srgbClr val="FFFFFF"/>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78"/>
          <p:cNvSpPr/>
          <p:nvPr/>
        </p:nvSpPr>
        <p:spPr>
          <a:xfrm>
            <a:off x="2422250" y="3343181"/>
            <a:ext cx="1375200" cy="262800"/>
          </a:xfrm>
          <a:prstGeom prst="roundRect">
            <a:avLst>
              <a:gd name="adj" fmla="val 16667"/>
            </a:avLst>
          </a:prstGeom>
          <a:solidFill>
            <a:srgbClr val="FFFFFF"/>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a:solidFill>
                  <a:srgbClr val="FF0000"/>
                </a:solidFill>
              </a:rPr>
              <a:t>Context Switch </a:t>
            </a:r>
            <a:endParaRPr sz="1200">
              <a:solidFill>
                <a:srgbClr val="FF0000"/>
              </a:solidFill>
            </a:endParaRPr>
          </a:p>
        </p:txBody>
      </p:sp>
      <p:sp>
        <p:nvSpPr>
          <p:cNvPr id="944" name="Google Shape;944;p78"/>
          <p:cNvSpPr/>
          <p:nvPr/>
        </p:nvSpPr>
        <p:spPr>
          <a:xfrm rot="10800000">
            <a:off x="1971094" y="3400174"/>
            <a:ext cx="445200" cy="148800"/>
          </a:xfrm>
          <a:prstGeom prst="rightArrow">
            <a:avLst>
              <a:gd name="adj1" fmla="val 50000"/>
              <a:gd name="adj2" fmla="val 50000"/>
            </a:avLst>
          </a:prstGeom>
          <a:solidFill>
            <a:srgbClr val="FFFFFF"/>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78"/>
          <p:cNvSpPr/>
          <p:nvPr/>
        </p:nvSpPr>
        <p:spPr>
          <a:xfrm>
            <a:off x="311725" y="4339200"/>
            <a:ext cx="3706500" cy="623700"/>
          </a:xfrm>
          <a:prstGeom prst="rect">
            <a:avLst/>
          </a:prstGeom>
          <a:solidFill>
            <a:srgbClr val="FFF2CC"/>
          </a:solidFill>
          <a:ln w="19050" cap="flat" cmpd="sng">
            <a:solidFill>
              <a:srgbClr val="FF0000"/>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r>
              <a:rPr lang="en" sz="1200" dirty="0">
                <a:solidFill>
                  <a:schemeClr val="dk1"/>
                </a:solidFill>
              </a:rPr>
              <a:t>List only has </a:t>
            </a:r>
            <a:r>
              <a:rPr lang="en" sz="1200" b="1" i="1" dirty="0">
                <a:solidFill>
                  <a:srgbClr val="FF0000"/>
                </a:solidFill>
              </a:rPr>
              <a:t>size - 1</a:t>
            </a:r>
            <a:r>
              <a:rPr lang="en" sz="1200" dirty="0">
                <a:solidFill>
                  <a:schemeClr val="dk1"/>
                </a:solidFill>
              </a:rPr>
              <a:t> elements in it now. Thread 1's addition was lost and </a:t>
            </a:r>
            <a:r>
              <a:rPr lang="en" sz="1200" dirty="0">
                <a:solidFill>
                  <a:schemeClr val="dk1"/>
                </a:solidFill>
                <a:highlight>
                  <a:srgbClr val="FFFF00"/>
                </a:highlight>
              </a:rPr>
              <a:t>Thread 2 may generate</a:t>
            </a:r>
            <a:r>
              <a:rPr lang="en" sz="1200" dirty="0">
                <a:solidFill>
                  <a:schemeClr val="dk1"/>
                </a:solidFill>
              </a:rPr>
              <a:t> an exception the next time it tries to add an item.</a:t>
            </a:r>
            <a:endParaRPr sz="900" dirty="0"/>
          </a:p>
        </p:txBody>
      </p:sp>
      <p:sp>
        <p:nvSpPr>
          <p:cNvPr id="946" name="Google Shape;946;p78"/>
          <p:cNvSpPr/>
          <p:nvPr/>
        </p:nvSpPr>
        <p:spPr>
          <a:xfrm>
            <a:off x="1110775" y="1037497"/>
            <a:ext cx="2108400" cy="929400"/>
          </a:xfrm>
          <a:prstGeom prst="rect">
            <a:avLst/>
          </a:prstGeom>
          <a:solidFill>
            <a:srgbClr val="FFFFFF"/>
          </a:solidFill>
          <a:ln w="19050" cap="flat" cmpd="sng">
            <a:solidFill>
              <a:srgbClr val="0000FF"/>
            </a:solidFill>
            <a:prstDash val="solid"/>
            <a:miter lim="800000"/>
            <a:headEnd type="none" w="sm" len="sm"/>
            <a:tailEnd type="none" w="sm" len="sm"/>
          </a:ln>
        </p:spPr>
        <p:txBody>
          <a:bodyPr spcFirstLastPara="1" wrap="square" lIns="68575" tIns="34275" rIns="68575" bIns="34275" anchor="t" anchorCtr="0">
            <a:noAutofit/>
          </a:bodyPr>
          <a:lstStyle/>
          <a:p>
            <a:pPr marL="0" lvl="0" indent="0" algn="l" rtl="0">
              <a:lnSpc>
                <a:spcPct val="130434"/>
              </a:lnSpc>
              <a:spcBef>
                <a:spcPts val="0"/>
              </a:spcBef>
              <a:spcAft>
                <a:spcPts val="0"/>
              </a:spcAft>
              <a:buNone/>
            </a:pPr>
            <a:r>
              <a:rPr lang="en" sz="900">
                <a:solidFill>
                  <a:srgbClr val="008000"/>
                </a:solidFill>
                <a:highlight>
                  <a:srgbClr val="FFFFFF"/>
                </a:highlight>
                <a:latin typeface="Consolas"/>
                <a:ea typeface="Consolas"/>
                <a:cs typeface="Consolas"/>
                <a:sym typeface="Consolas"/>
              </a:rPr>
              <a:t>// Simplified ArrayList add</a:t>
            </a:r>
            <a:endParaRPr sz="900">
              <a:solidFill>
                <a:srgbClr val="0000FF"/>
              </a:solidFill>
              <a:highlight>
                <a:srgbClr val="FFFFFF"/>
              </a:highlight>
              <a:latin typeface="Consolas"/>
              <a:ea typeface="Consolas"/>
              <a:cs typeface="Consolas"/>
              <a:sym typeface="Consolas"/>
            </a:endParaRPr>
          </a:p>
          <a:p>
            <a:pPr marL="0" lvl="0" indent="0" algn="l" rtl="0">
              <a:lnSpc>
                <a:spcPct val="130434"/>
              </a:lnSpc>
              <a:spcBef>
                <a:spcPts val="0"/>
              </a:spcBef>
              <a:spcAft>
                <a:spcPts val="0"/>
              </a:spcAft>
              <a:buNone/>
            </a:pPr>
            <a:r>
              <a:rPr lang="en" sz="900">
                <a:solidFill>
                  <a:srgbClr val="0000FF"/>
                </a:solidFill>
                <a:highlight>
                  <a:srgbClr val="FFFFFF"/>
                </a:highlight>
                <a:latin typeface="Consolas"/>
                <a:ea typeface="Consolas"/>
                <a:cs typeface="Consolas"/>
                <a:sym typeface="Consolas"/>
              </a:rPr>
              <a:t>private</a:t>
            </a:r>
            <a:r>
              <a:rPr lang="en" sz="900">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void</a:t>
            </a:r>
            <a:r>
              <a:rPr lang="en" sz="900">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add </a:t>
            </a:r>
            <a:r>
              <a:rPr lang="en" sz="900">
                <a:highlight>
                  <a:srgbClr val="FFFFFF"/>
                </a:highlight>
                <a:latin typeface="Consolas"/>
                <a:ea typeface="Consolas"/>
                <a:cs typeface="Consolas"/>
                <a:sym typeface="Consolas"/>
              </a:rPr>
              <a:t>(</a:t>
            </a:r>
            <a:r>
              <a:rPr lang="en" sz="900">
                <a:solidFill>
                  <a:srgbClr val="267F99"/>
                </a:solidFill>
                <a:highlight>
                  <a:srgbClr val="FFFFFF"/>
                </a:highlight>
                <a:latin typeface="Consolas"/>
                <a:ea typeface="Consolas"/>
                <a:cs typeface="Consolas"/>
                <a:sym typeface="Consolas"/>
              </a:rPr>
              <a:t>E</a:t>
            </a:r>
            <a:r>
              <a:rPr lang="en" sz="900">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e</a:t>
            </a:r>
            <a:r>
              <a:rPr lang="en" sz="900">
                <a:highlight>
                  <a:srgbClr val="FFFFFF"/>
                </a:highlight>
                <a:latin typeface="Consolas"/>
                <a:ea typeface="Consolas"/>
                <a:cs typeface="Consolas"/>
                <a:sym typeface="Consolas"/>
              </a:rPr>
              <a:t>) {</a:t>
            </a:r>
            <a:endParaRPr sz="900">
              <a:highlight>
                <a:srgbClr val="FFFFFF"/>
              </a:highlight>
              <a:latin typeface="Consolas"/>
              <a:ea typeface="Consolas"/>
              <a:cs typeface="Consolas"/>
              <a:sym typeface="Consolas"/>
            </a:endParaRPr>
          </a:p>
          <a:p>
            <a:pPr marL="0" lvl="0" indent="0" algn="l" rtl="0">
              <a:lnSpc>
                <a:spcPct val="130434"/>
              </a:lnSpc>
              <a:spcBef>
                <a:spcPts val="0"/>
              </a:spcBef>
              <a:spcAft>
                <a:spcPts val="0"/>
              </a:spcAft>
              <a:buNone/>
            </a:pPr>
            <a:r>
              <a:rPr lang="en" sz="900">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elementData</a:t>
            </a:r>
            <a:r>
              <a:rPr lang="en" sz="900">
                <a:highlight>
                  <a:srgbClr val="FFFFFF"/>
                </a:highlight>
                <a:latin typeface="Consolas"/>
                <a:ea typeface="Consolas"/>
                <a:cs typeface="Consolas"/>
                <a:sym typeface="Consolas"/>
              </a:rPr>
              <a:t>[</a:t>
            </a:r>
            <a:r>
              <a:rPr lang="en" sz="900">
                <a:solidFill>
                  <a:srgbClr val="001080"/>
                </a:solidFill>
                <a:highlight>
                  <a:srgbClr val="FFFFFF"/>
                </a:highlight>
                <a:latin typeface="Consolas"/>
                <a:ea typeface="Consolas"/>
                <a:cs typeface="Consolas"/>
                <a:sym typeface="Consolas"/>
              </a:rPr>
              <a:t>size</a:t>
            </a:r>
            <a:r>
              <a:rPr lang="en" sz="900">
                <a:highlight>
                  <a:srgbClr val="FFFFFF"/>
                </a:highlight>
                <a:latin typeface="Consolas"/>
                <a:ea typeface="Consolas"/>
                <a:cs typeface="Consolas"/>
                <a:sym typeface="Consolas"/>
              </a:rPr>
              <a:t>] = </a:t>
            </a:r>
            <a:r>
              <a:rPr lang="en" sz="900">
                <a:solidFill>
                  <a:srgbClr val="001080"/>
                </a:solidFill>
                <a:highlight>
                  <a:srgbClr val="FFFFFF"/>
                </a:highlight>
                <a:latin typeface="Consolas"/>
                <a:ea typeface="Consolas"/>
                <a:cs typeface="Consolas"/>
                <a:sym typeface="Consolas"/>
              </a:rPr>
              <a:t>e</a:t>
            </a:r>
            <a:r>
              <a:rPr lang="en" sz="900">
                <a:highlight>
                  <a:srgbClr val="FFFFFF"/>
                </a:highlight>
                <a:latin typeface="Consolas"/>
                <a:ea typeface="Consolas"/>
                <a:cs typeface="Consolas"/>
                <a:sym typeface="Consolas"/>
              </a:rPr>
              <a:t>;</a:t>
            </a:r>
            <a:endParaRPr sz="900">
              <a:highlight>
                <a:srgbClr val="FFFFFF"/>
              </a:highlight>
              <a:latin typeface="Consolas"/>
              <a:ea typeface="Consolas"/>
              <a:cs typeface="Consolas"/>
              <a:sym typeface="Consolas"/>
            </a:endParaRPr>
          </a:p>
          <a:p>
            <a:pPr marL="0" lvl="0" indent="0" algn="l" rtl="0">
              <a:lnSpc>
                <a:spcPct val="130434"/>
              </a:lnSpc>
              <a:spcBef>
                <a:spcPts val="0"/>
              </a:spcBef>
              <a:spcAft>
                <a:spcPts val="0"/>
              </a:spcAft>
              <a:buNone/>
            </a:pPr>
            <a:r>
              <a:rPr lang="en" sz="900">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size</a:t>
            </a:r>
            <a:r>
              <a:rPr lang="en" sz="900">
                <a:highlight>
                  <a:srgbClr val="FFFFFF"/>
                </a:highlight>
                <a:latin typeface="Consolas"/>
                <a:ea typeface="Consolas"/>
                <a:cs typeface="Consolas"/>
                <a:sym typeface="Consolas"/>
              </a:rPr>
              <a:t>++;</a:t>
            </a:r>
            <a:endParaRPr sz="900">
              <a:highlight>
                <a:srgbClr val="FFFFFF"/>
              </a:highlight>
              <a:latin typeface="Consolas"/>
              <a:ea typeface="Consolas"/>
              <a:cs typeface="Consolas"/>
              <a:sym typeface="Consolas"/>
            </a:endParaRPr>
          </a:p>
          <a:p>
            <a:pPr marL="0" lvl="0" indent="0" algn="l" rtl="0">
              <a:lnSpc>
                <a:spcPct val="130434"/>
              </a:lnSpc>
              <a:spcBef>
                <a:spcPts val="0"/>
              </a:spcBef>
              <a:spcAft>
                <a:spcPts val="0"/>
              </a:spcAft>
              <a:buNone/>
            </a:pPr>
            <a:r>
              <a:rPr lang="en" sz="900">
                <a:highlight>
                  <a:srgbClr val="FFFFFF"/>
                </a:highlight>
                <a:latin typeface="Consolas"/>
                <a:ea typeface="Consolas"/>
                <a:cs typeface="Consolas"/>
                <a:sym typeface="Consolas"/>
              </a:rPr>
              <a:t>}</a:t>
            </a:r>
            <a:endParaRPr sz="900">
              <a:highlight>
                <a:srgbClr val="FFFFFF"/>
              </a:highlight>
              <a:latin typeface="Consolas"/>
              <a:ea typeface="Consolas"/>
              <a:cs typeface="Consolas"/>
              <a:sym typeface="Consolas"/>
            </a:endParaRPr>
          </a:p>
          <a:p>
            <a:pPr marL="0" lvl="0" indent="0" algn="l" rtl="0">
              <a:lnSpc>
                <a:spcPct val="130434"/>
              </a:lnSpc>
              <a:spcBef>
                <a:spcPts val="0"/>
              </a:spcBef>
              <a:spcAft>
                <a:spcPts val="0"/>
              </a:spcAft>
              <a:buNone/>
            </a:pPr>
            <a:endParaRPr sz="900">
              <a:solidFill>
                <a:srgbClr val="0000FF"/>
              </a:solidFill>
              <a:highlight>
                <a:srgbClr val="FFFFFF"/>
              </a:highlight>
              <a:latin typeface="Consolas"/>
              <a:ea typeface="Consolas"/>
              <a:cs typeface="Consolas"/>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41"/>
                                        </p:tgtEl>
                                        <p:attrNameLst>
                                          <p:attrName>style.visibility</p:attrName>
                                        </p:attrNameLst>
                                      </p:cBhvr>
                                      <p:to>
                                        <p:strVal val="visible"/>
                                      </p:to>
                                    </p:set>
                                    <p:animEffect transition="in" filter="fade">
                                      <p:cBhvr>
                                        <p:cTn id="7" dur="1000"/>
                                        <p:tgtEl>
                                          <p:spTgt spid="941"/>
                                        </p:tgtEl>
                                      </p:cBhvr>
                                    </p:animEffect>
                                  </p:childTnLst>
                                </p:cTn>
                              </p:par>
                              <p:par>
                                <p:cTn id="8" presetID="10" presetClass="entr" presetSubtype="0" fill="hold" nodeType="withEffect">
                                  <p:stCondLst>
                                    <p:cond delay="0"/>
                                  </p:stCondLst>
                                  <p:childTnLst>
                                    <p:set>
                                      <p:cBhvr>
                                        <p:cTn id="9" dur="1" fill="hold">
                                          <p:stCondLst>
                                            <p:cond delay="0"/>
                                          </p:stCondLst>
                                        </p:cTn>
                                        <p:tgtEl>
                                          <p:spTgt spid="942"/>
                                        </p:tgtEl>
                                        <p:attrNameLst>
                                          <p:attrName>style.visibility</p:attrName>
                                        </p:attrNameLst>
                                      </p:cBhvr>
                                      <p:to>
                                        <p:strVal val="visible"/>
                                      </p:to>
                                    </p:set>
                                    <p:animEffect transition="in" filter="fade">
                                      <p:cBhvr>
                                        <p:cTn id="10" dur="1000"/>
                                        <p:tgtEl>
                                          <p:spTgt spid="94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943"/>
                                        </p:tgtEl>
                                        <p:attrNameLst>
                                          <p:attrName>style.visibility</p:attrName>
                                        </p:attrNameLst>
                                      </p:cBhvr>
                                      <p:to>
                                        <p:strVal val="visible"/>
                                      </p:to>
                                    </p:set>
                                    <p:animEffect transition="in" filter="fade">
                                      <p:cBhvr>
                                        <p:cTn id="15" dur="1000"/>
                                        <p:tgtEl>
                                          <p:spTgt spid="943"/>
                                        </p:tgtEl>
                                      </p:cBhvr>
                                    </p:animEffect>
                                  </p:childTnLst>
                                </p:cTn>
                              </p:par>
                              <p:par>
                                <p:cTn id="16" presetID="10" presetClass="entr" presetSubtype="0" fill="hold" nodeType="withEffect">
                                  <p:stCondLst>
                                    <p:cond delay="0"/>
                                  </p:stCondLst>
                                  <p:childTnLst>
                                    <p:set>
                                      <p:cBhvr>
                                        <p:cTn id="17" dur="1" fill="hold">
                                          <p:stCondLst>
                                            <p:cond delay="0"/>
                                          </p:stCondLst>
                                        </p:cTn>
                                        <p:tgtEl>
                                          <p:spTgt spid="944"/>
                                        </p:tgtEl>
                                        <p:attrNameLst>
                                          <p:attrName>style.visibility</p:attrName>
                                        </p:attrNameLst>
                                      </p:cBhvr>
                                      <p:to>
                                        <p:strVal val="visible"/>
                                      </p:to>
                                    </p:set>
                                    <p:animEffect transition="in" filter="fade">
                                      <p:cBhvr>
                                        <p:cTn id="18" dur="1000"/>
                                        <p:tgtEl>
                                          <p:spTgt spid="94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945"/>
                                        </p:tgtEl>
                                        <p:attrNameLst>
                                          <p:attrName>style.visibility</p:attrName>
                                        </p:attrNameLst>
                                      </p:cBhvr>
                                      <p:to>
                                        <p:strVal val="visible"/>
                                      </p:to>
                                    </p:set>
                                    <p:animEffect transition="in" filter="fade">
                                      <p:cBhvr>
                                        <p:cTn id="23" dur="1000"/>
                                        <p:tgtEl>
                                          <p:spTgt spid="9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950"/>
        <p:cNvGrpSpPr/>
        <p:nvPr/>
      </p:nvGrpSpPr>
      <p:grpSpPr>
        <a:xfrm>
          <a:off x="0" y="0"/>
          <a:ext cx="0" cy="0"/>
          <a:chOff x="0" y="0"/>
          <a:chExt cx="0" cy="0"/>
        </a:xfrm>
      </p:grpSpPr>
      <p:sp>
        <p:nvSpPr>
          <p:cNvPr id="951" name="Google Shape;951;p79"/>
          <p:cNvSpPr txBox="1">
            <a:spLocks noGrp="1"/>
          </p:cNvSpPr>
          <p:nvPr>
            <p:ph type="title"/>
          </p:nvPr>
        </p:nvSpPr>
        <p:spPr>
          <a:xfrm>
            <a:off x="5264725" y="500925"/>
            <a:ext cx="3706500" cy="638100"/>
          </a:xfrm>
          <a:prstGeom prst="rect">
            <a:avLst/>
          </a:prstGeom>
          <a:noFill/>
          <a:ln>
            <a:noFill/>
          </a:ln>
        </p:spPr>
        <p:txBody>
          <a:bodyPr spcFirstLastPara="1" wrap="square" lIns="68575" tIns="34275" rIns="68575" bIns="34275" anchor="ctr" anchorCtr="0">
            <a:normAutofit fontScale="90000"/>
          </a:bodyPr>
          <a:lstStyle/>
          <a:p>
            <a:pPr marL="0" lvl="0" indent="0" algn="l" rtl="0">
              <a:lnSpc>
                <a:spcPct val="90000"/>
              </a:lnSpc>
              <a:spcBef>
                <a:spcPts val="0"/>
              </a:spcBef>
              <a:spcAft>
                <a:spcPts val="0"/>
              </a:spcAft>
              <a:buClr>
                <a:schemeClr val="dk2"/>
              </a:buClr>
              <a:buSzPct val="117857"/>
              <a:buFont typeface="Calibri"/>
              <a:buNone/>
            </a:pPr>
            <a:r>
              <a:rPr lang="en"/>
              <a:t>Thread Safety/Critical Regions</a:t>
            </a:r>
            <a:endParaRPr/>
          </a:p>
        </p:txBody>
      </p:sp>
      <p:sp>
        <p:nvSpPr>
          <p:cNvPr id="952" name="Google Shape;952;p79"/>
          <p:cNvSpPr txBox="1">
            <a:spLocks noGrp="1"/>
          </p:cNvSpPr>
          <p:nvPr>
            <p:ph type="body" idx="1"/>
          </p:nvPr>
        </p:nvSpPr>
        <p:spPr>
          <a:xfrm>
            <a:off x="301275" y="500925"/>
            <a:ext cx="4166400" cy="4432200"/>
          </a:xfrm>
          <a:prstGeom prst="rect">
            <a:avLst/>
          </a:prstGeom>
          <a:noFill/>
          <a:ln>
            <a:noFill/>
          </a:ln>
        </p:spPr>
        <p:txBody>
          <a:bodyPr spcFirstLastPara="1" wrap="square" lIns="68575" tIns="34275" rIns="68575" bIns="34275" anchor="t" anchorCtr="0">
            <a:normAutofit lnSpcReduction="10000"/>
          </a:bodyPr>
          <a:lstStyle/>
          <a:p>
            <a:pPr marL="457200" lvl="0" indent="-317500" algn="l" rtl="0">
              <a:lnSpc>
                <a:spcPct val="115000"/>
              </a:lnSpc>
              <a:spcBef>
                <a:spcPts val="0"/>
              </a:spcBef>
              <a:spcAft>
                <a:spcPts val="0"/>
              </a:spcAft>
              <a:buSzPts val="1400"/>
              <a:buChar char="●"/>
            </a:pPr>
            <a:r>
              <a:rPr lang="en" sz="1400" dirty="0"/>
              <a:t>Areas of code in which a </a:t>
            </a:r>
            <a:r>
              <a:rPr lang="en" sz="1400" b="1" i="1" dirty="0">
                <a:solidFill>
                  <a:srgbClr val="FF0000"/>
                </a:solidFill>
              </a:rPr>
              <a:t>shared resource</a:t>
            </a:r>
            <a:r>
              <a:rPr lang="en" sz="1400" dirty="0"/>
              <a:t> is used are known as a </a:t>
            </a:r>
            <a:r>
              <a:rPr lang="en" sz="1400" b="1" i="1" dirty="0">
                <a:solidFill>
                  <a:srgbClr val="FF0000"/>
                </a:solidFill>
                <a:highlight>
                  <a:srgbClr val="FFFF00"/>
                </a:highlight>
              </a:rPr>
              <a:t>critical region</a:t>
            </a:r>
            <a:endParaRPr sz="1400" b="1" i="1" dirty="0">
              <a:solidFill>
                <a:srgbClr val="FF0000"/>
              </a:solidFill>
              <a:highlight>
                <a:srgbClr val="FFFF00"/>
              </a:highlight>
            </a:endParaRPr>
          </a:p>
          <a:p>
            <a:pPr marL="457200" lvl="0" indent="-317500" algn="l" rtl="0">
              <a:lnSpc>
                <a:spcPct val="115000"/>
              </a:lnSpc>
              <a:spcBef>
                <a:spcPts val="1000"/>
              </a:spcBef>
              <a:spcAft>
                <a:spcPts val="0"/>
              </a:spcAft>
              <a:buSzPts val="1400"/>
              <a:buChar char="●"/>
            </a:pPr>
            <a:r>
              <a:rPr lang="en" sz="1400" dirty="0"/>
              <a:t>Unless something is done to </a:t>
            </a:r>
            <a:r>
              <a:rPr lang="en" sz="1400" b="1" i="1" dirty="0">
                <a:solidFill>
                  <a:srgbClr val="FF0000"/>
                </a:solidFill>
              </a:rPr>
              <a:t>protect</a:t>
            </a:r>
            <a:r>
              <a:rPr lang="en" sz="1400" dirty="0"/>
              <a:t> the critical region it is </a:t>
            </a:r>
            <a:r>
              <a:rPr lang="en" sz="1400" b="1" i="1" dirty="0">
                <a:solidFill>
                  <a:srgbClr val="FF0000"/>
                </a:solidFill>
                <a:highlight>
                  <a:srgbClr val="FFFF00"/>
                </a:highlight>
              </a:rPr>
              <a:t>unsafe</a:t>
            </a:r>
            <a:r>
              <a:rPr lang="en" sz="1400" dirty="0">
                <a:highlight>
                  <a:srgbClr val="FFFF00"/>
                </a:highlight>
              </a:rPr>
              <a:t> </a:t>
            </a:r>
            <a:r>
              <a:rPr lang="en" sz="1400" dirty="0"/>
              <a:t>to run that code in a multi-threaded environment</a:t>
            </a:r>
            <a:endParaRPr sz="1400" dirty="0"/>
          </a:p>
          <a:p>
            <a:pPr marL="457200" lvl="0" indent="-317500" algn="l" rtl="0">
              <a:lnSpc>
                <a:spcPct val="115000"/>
              </a:lnSpc>
              <a:spcBef>
                <a:spcPts val="1000"/>
              </a:spcBef>
              <a:spcAft>
                <a:spcPts val="0"/>
              </a:spcAft>
              <a:buSzPts val="1400"/>
              <a:buChar char="●"/>
            </a:pPr>
            <a:r>
              <a:rPr lang="en" sz="1400" dirty="0">
                <a:highlight>
                  <a:srgbClr val="FFFF00"/>
                </a:highlight>
              </a:rPr>
              <a:t>More generally this is referred to as </a:t>
            </a:r>
            <a:r>
              <a:rPr lang="en" sz="1400" b="1" i="1" dirty="0">
                <a:solidFill>
                  <a:srgbClr val="FF0000"/>
                </a:solidFill>
                <a:highlight>
                  <a:srgbClr val="FFFF00"/>
                </a:highlight>
              </a:rPr>
              <a:t>Thread Safety</a:t>
            </a:r>
            <a:r>
              <a:rPr lang="en" sz="1400" dirty="0">
                <a:highlight>
                  <a:srgbClr val="FFFF00"/>
                </a:highlight>
              </a:rPr>
              <a:t> or being </a:t>
            </a:r>
            <a:r>
              <a:rPr lang="en" sz="1400" b="1" i="1" dirty="0">
                <a:solidFill>
                  <a:srgbClr val="FF0000"/>
                </a:solidFill>
                <a:highlight>
                  <a:srgbClr val="FFFF00"/>
                </a:highlight>
              </a:rPr>
              <a:t>Thread Safe</a:t>
            </a:r>
            <a:endParaRPr sz="1400" b="1" i="1" dirty="0">
              <a:solidFill>
                <a:srgbClr val="FF0000"/>
              </a:solidFill>
              <a:highlight>
                <a:srgbClr val="FFFF00"/>
              </a:highlight>
            </a:endParaRPr>
          </a:p>
          <a:p>
            <a:pPr marL="457200" lvl="0" indent="-317500" algn="l" rtl="0">
              <a:lnSpc>
                <a:spcPct val="115000"/>
              </a:lnSpc>
              <a:spcBef>
                <a:spcPts val="1000"/>
              </a:spcBef>
              <a:spcAft>
                <a:spcPts val="0"/>
              </a:spcAft>
              <a:buSzPts val="1400"/>
              <a:buChar char="●"/>
            </a:pPr>
            <a:r>
              <a:rPr lang="en" sz="1400" dirty="0"/>
              <a:t>Java does provide </a:t>
            </a:r>
            <a:r>
              <a:rPr lang="en" sz="1400" b="1" i="1" dirty="0">
                <a:solidFill>
                  <a:srgbClr val="FF0000"/>
                </a:solidFill>
                <a:highlight>
                  <a:srgbClr val="FFFF00"/>
                </a:highlight>
              </a:rPr>
              <a:t>thread safe versions</a:t>
            </a:r>
            <a:r>
              <a:rPr lang="en" sz="1400" dirty="0">
                <a:highlight>
                  <a:srgbClr val="FFFF00"/>
                </a:highlight>
              </a:rPr>
              <a:t> </a:t>
            </a:r>
            <a:r>
              <a:rPr lang="en" sz="1400" dirty="0"/>
              <a:t>for some of its most commonly used components, however</a:t>
            </a:r>
            <a:endParaRPr sz="1400" dirty="0"/>
          </a:p>
          <a:p>
            <a:pPr marL="914400" lvl="1" indent="-311150" algn="l" rtl="0">
              <a:lnSpc>
                <a:spcPct val="115000"/>
              </a:lnSpc>
              <a:spcBef>
                <a:spcPts val="1000"/>
              </a:spcBef>
              <a:spcAft>
                <a:spcPts val="0"/>
              </a:spcAft>
              <a:buSzPts val="1300"/>
              <a:buChar char="○"/>
            </a:pPr>
            <a:r>
              <a:rPr lang="en" sz="1300" dirty="0"/>
              <a:t>You will need to carefully check the documentation to see if the version you are using is thread safe or if there is a thread safe alternate version</a:t>
            </a:r>
            <a:endParaRPr sz="1300" dirty="0"/>
          </a:p>
          <a:p>
            <a:pPr marL="914400" lvl="1" indent="-311150" algn="l" rtl="0">
              <a:lnSpc>
                <a:spcPct val="115000"/>
              </a:lnSpc>
              <a:spcBef>
                <a:spcPts val="1000"/>
              </a:spcBef>
              <a:spcAft>
                <a:spcPts val="1000"/>
              </a:spcAft>
              <a:buSzPts val="1300"/>
              <a:buChar char="○"/>
            </a:pPr>
            <a:r>
              <a:rPr lang="en" sz="1300" dirty="0"/>
              <a:t>Many things, including what you write, </a:t>
            </a:r>
            <a:r>
              <a:rPr lang="en" sz="1300" b="1" i="1" dirty="0">
                <a:solidFill>
                  <a:srgbClr val="FF0000"/>
                </a:solidFill>
              </a:rPr>
              <a:t>will not have</a:t>
            </a:r>
            <a:r>
              <a:rPr lang="en" sz="1300" dirty="0"/>
              <a:t> a thread safe version</a:t>
            </a:r>
            <a:endParaRPr sz="1300" dirty="0"/>
          </a:p>
        </p:txBody>
      </p:sp>
      <p:sp>
        <p:nvSpPr>
          <p:cNvPr id="953" name="Google Shape;953;p79"/>
          <p:cNvSpPr txBox="1">
            <a:spLocks noGrp="1"/>
          </p:cNvSpPr>
          <p:nvPr>
            <p:ph type="body" idx="3"/>
          </p:nvPr>
        </p:nvSpPr>
        <p:spPr>
          <a:xfrm>
            <a:off x="5192200" y="3809907"/>
            <a:ext cx="3706500" cy="551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68575" tIns="34275" rIns="68575" bIns="34275" anchor="ctr" anchorCtr="0">
            <a:noAutofit/>
          </a:bodyPr>
          <a:lstStyle/>
          <a:p>
            <a:pPr marL="0" lvl="0" indent="0" algn="l" rtl="0">
              <a:lnSpc>
                <a:spcPct val="90000"/>
              </a:lnSpc>
              <a:spcBef>
                <a:spcPts val="0"/>
              </a:spcBef>
              <a:spcAft>
                <a:spcPts val="0"/>
              </a:spcAft>
              <a:buClr>
                <a:schemeClr val="dk2"/>
              </a:buClr>
              <a:buSzPts val="2300"/>
              <a:buNone/>
            </a:pPr>
            <a:r>
              <a:rPr lang="en" b="1" i="1" dirty="0">
                <a:solidFill>
                  <a:srgbClr val="FF0000"/>
                </a:solidFill>
                <a:highlight>
                  <a:srgbClr val="FFFF00"/>
                </a:highlight>
              </a:rPr>
              <a:t>Critical regions</a:t>
            </a:r>
            <a:r>
              <a:rPr lang="en" dirty="0">
                <a:highlight>
                  <a:srgbClr val="FFFF00"/>
                </a:highlight>
              </a:rPr>
              <a:t> are locations in code that work with a </a:t>
            </a:r>
            <a:r>
              <a:rPr lang="en" b="1" i="1" dirty="0">
                <a:solidFill>
                  <a:srgbClr val="FF0000"/>
                </a:solidFill>
                <a:highlight>
                  <a:srgbClr val="FFFF00"/>
                </a:highlight>
              </a:rPr>
              <a:t>shared mutable resource</a:t>
            </a:r>
            <a:r>
              <a:rPr lang="en" dirty="0">
                <a:highlight>
                  <a:srgbClr val="FFFF00"/>
                </a:highlight>
              </a:rPr>
              <a:t>. </a:t>
            </a:r>
            <a:endParaRPr dirty="0">
              <a:highlight>
                <a:srgbClr val="FFFF00"/>
              </a:highlight>
            </a:endParaRPr>
          </a:p>
        </p:txBody>
      </p:sp>
      <p:sp>
        <p:nvSpPr>
          <p:cNvPr id="954" name="Google Shape;954;p79"/>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48</a:t>
            </a:fld>
            <a:endParaRPr/>
          </a:p>
        </p:txBody>
      </p:sp>
      <p:grpSp>
        <p:nvGrpSpPr>
          <p:cNvPr id="955" name="Google Shape;955;p79"/>
          <p:cNvGrpSpPr/>
          <p:nvPr/>
        </p:nvGrpSpPr>
        <p:grpSpPr>
          <a:xfrm>
            <a:off x="5501475" y="1490297"/>
            <a:ext cx="3087987" cy="2162913"/>
            <a:chOff x="5922000" y="2222400"/>
            <a:chExt cx="2554800" cy="1731300"/>
          </a:xfrm>
        </p:grpSpPr>
        <p:sp>
          <p:nvSpPr>
            <p:cNvPr id="956" name="Google Shape;956;p79"/>
            <p:cNvSpPr/>
            <p:nvPr/>
          </p:nvSpPr>
          <p:spPr>
            <a:xfrm>
              <a:off x="5922000" y="2222400"/>
              <a:ext cx="2554800" cy="1731300"/>
            </a:xfrm>
            <a:prstGeom prst="roundRect">
              <a:avLst>
                <a:gd name="adj" fmla="val 16667"/>
              </a:avLst>
            </a:prstGeom>
            <a:solidFill>
              <a:srgbClr val="FFFFFF"/>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57" name="Google Shape;957;p79"/>
            <p:cNvPicPr preferRelativeResize="0"/>
            <p:nvPr/>
          </p:nvPicPr>
          <p:blipFill rotWithShape="1">
            <a:blip r:embed="rId3">
              <a:alphaModFix/>
            </a:blip>
            <a:srcRect l="5404" t="21217" r="5279" b="22084"/>
            <a:stretch/>
          </p:blipFill>
          <p:spPr>
            <a:xfrm>
              <a:off x="6012250" y="2329550"/>
              <a:ext cx="2363075" cy="1500200"/>
            </a:xfrm>
            <a:prstGeom prst="rect">
              <a:avLst/>
            </a:prstGeom>
            <a:noFill/>
            <a:ln>
              <a:noFill/>
            </a:ln>
          </p:spPr>
        </p:pic>
      </p:grpSp>
      <p:sp>
        <p:nvSpPr>
          <p:cNvPr id="958" name="Google Shape;958;p79"/>
          <p:cNvSpPr txBox="1">
            <a:spLocks noGrp="1"/>
          </p:cNvSpPr>
          <p:nvPr>
            <p:ph type="body" idx="3"/>
          </p:nvPr>
        </p:nvSpPr>
        <p:spPr>
          <a:xfrm>
            <a:off x="5192200" y="4460232"/>
            <a:ext cx="3706500" cy="551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68575" tIns="34275" rIns="68575" bIns="34275" anchor="ctr" anchorCtr="0">
            <a:noAutofit/>
          </a:bodyPr>
          <a:lstStyle/>
          <a:p>
            <a:pPr marL="0" lvl="0" indent="0" algn="l" rtl="0">
              <a:lnSpc>
                <a:spcPct val="90000"/>
              </a:lnSpc>
              <a:spcBef>
                <a:spcPts val="0"/>
              </a:spcBef>
              <a:spcAft>
                <a:spcPts val="0"/>
              </a:spcAft>
              <a:buClr>
                <a:schemeClr val="dk2"/>
              </a:buClr>
              <a:buSzPts val="2300"/>
              <a:buNone/>
            </a:pPr>
            <a:r>
              <a:rPr lang="en"/>
              <a:t>Care needs to be exercised when working in a critical region to make sure nothing bad happens.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53"/>
                                        </p:tgtEl>
                                        <p:attrNameLst>
                                          <p:attrName>style.visibility</p:attrName>
                                        </p:attrNameLst>
                                      </p:cBhvr>
                                      <p:to>
                                        <p:strVal val="visible"/>
                                      </p:to>
                                    </p:set>
                                    <p:animEffect transition="in" filter="fade">
                                      <p:cBhvr>
                                        <p:cTn id="7" dur="1000"/>
                                        <p:tgtEl>
                                          <p:spTgt spid="95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58"/>
                                        </p:tgtEl>
                                        <p:attrNameLst>
                                          <p:attrName>style.visibility</p:attrName>
                                        </p:attrNameLst>
                                      </p:cBhvr>
                                      <p:to>
                                        <p:strVal val="visible"/>
                                      </p:to>
                                    </p:set>
                                    <p:animEffect transition="in" filter="fade">
                                      <p:cBhvr>
                                        <p:cTn id="12" dur="1000"/>
                                        <p:tgtEl>
                                          <p:spTgt spid="9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963"/>
        <p:cNvGrpSpPr/>
        <p:nvPr/>
      </p:nvGrpSpPr>
      <p:grpSpPr>
        <a:xfrm>
          <a:off x="0" y="0"/>
          <a:ext cx="0" cy="0"/>
          <a:chOff x="0" y="0"/>
          <a:chExt cx="0" cy="0"/>
        </a:xfrm>
      </p:grpSpPr>
      <p:sp>
        <p:nvSpPr>
          <p:cNvPr id="964" name="Google Shape;964;p80"/>
          <p:cNvSpPr txBox="1">
            <a:spLocks noGrp="1"/>
          </p:cNvSpPr>
          <p:nvPr>
            <p:ph type="body" idx="1"/>
          </p:nvPr>
        </p:nvSpPr>
        <p:spPr>
          <a:xfrm>
            <a:off x="65250" y="731625"/>
            <a:ext cx="8955900" cy="291000"/>
          </a:xfrm>
          <a:prstGeom prst="rect">
            <a:avLst/>
          </a:prstGeom>
          <a:noFill/>
          <a:ln>
            <a:noFill/>
          </a:ln>
        </p:spPr>
        <p:txBody>
          <a:bodyPr spcFirstLastPara="1" wrap="square" lIns="68575" tIns="34275" rIns="68575" bIns="34275" anchor="t" anchorCtr="0">
            <a:spAutoFit/>
          </a:bodyPr>
          <a:lstStyle/>
          <a:p>
            <a:pPr marL="0" lvl="0" indent="0" algn="l" rtl="0">
              <a:lnSpc>
                <a:spcPct val="90000"/>
              </a:lnSpc>
              <a:spcBef>
                <a:spcPts val="0"/>
              </a:spcBef>
              <a:spcAft>
                <a:spcPts val="1600"/>
              </a:spcAft>
              <a:buClr>
                <a:schemeClr val="dk1"/>
              </a:buClr>
              <a:buSzPts val="1800"/>
              <a:buNone/>
            </a:pPr>
            <a:r>
              <a:rPr lang="en"/>
              <a:t>Given the code examples below, identify the critical regions (draw a box).</a:t>
            </a:r>
            <a:endParaRPr/>
          </a:p>
        </p:txBody>
      </p:sp>
      <p:sp>
        <p:nvSpPr>
          <p:cNvPr id="965" name="Google Shape;965;p80"/>
          <p:cNvSpPr txBox="1">
            <a:spLocks noGrp="1"/>
          </p:cNvSpPr>
          <p:nvPr>
            <p:ph type="title"/>
          </p:nvPr>
        </p:nvSpPr>
        <p:spPr>
          <a:xfrm>
            <a:off x="1436850" y="100"/>
            <a:ext cx="7642500" cy="596700"/>
          </a:xfrm>
          <a:prstGeom prst="rect">
            <a:avLst/>
          </a:prstGeom>
          <a:noFill/>
          <a:ln>
            <a:noFill/>
          </a:ln>
        </p:spPr>
        <p:txBody>
          <a:bodyPr spcFirstLastPara="1" wrap="square" lIns="68575" tIns="34275" rIns="68575" bIns="34275" anchor="ctr" anchorCtr="0">
            <a:normAutofit/>
          </a:bodyPr>
          <a:lstStyle/>
          <a:p>
            <a:pPr marL="0" lvl="0" indent="0" algn="l" rtl="0">
              <a:lnSpc>
                <a:spcPct val="100000"/>
              </a:lnSpc>
              <a:spcBef>
                <a:spcPts val="0"/>
              </a:spcBef>
              <a:spcAft>
                <a:spcPts val="0"/>
              </a:spcAft>
              <a:buClr>
                <a:schemeClr val="dk2"/>
              </a:buClr>
              <a:buSzPts val="3300"/>
              <a:buFont typeface="Calibri"/>
              <a:buNone/>
            </a:pPr>
            <a:r>
              <a:rPr lang="en"/>
              <a:t>Critical Regions</a:t>
            </a:r>
            <a:endParaRPr/>
          </a:p>
        </p:txBody>
      </p:sp>
      <p:sp>
        <p:nvSpPr>
          <p:cNvPr id="966" name="Google Shape;966;p80"/>
          <p:cNvSpPr/>
          <p:nvPr/>
        </p:nvSpPr>
        <p:spPr>
          <a:xfrm>
            <a:off x="273425" y="1207077"/>
            <a:ext cx="4106400" cy="3708900"/>
          </a:xfrm>
          <a:prstGeom prst="rect">
            <a:avLst/>
          </a:prstGeom>
          <a:noFill/>
          <a:ln w="19050" cap="flat" cmpd="sng">
            <a:solidFill>
              <a:schemeClr val="dk1"/>
            </a:solidFill>
            <a:prstDash val="solid"/>
            <a:miter lim="800000"/>
            <a:headEnd type="none" w="sm" len="sm"/>
            <a:tailEnd type="none" w="sm" len="sm"/>
          </a:ln>
        </p:spPr>
        <p:txBody>
          <a:bodyPr spcFirstLastPara="1" wrap="square" lIns="91425" tIns="91425" rIns="68575" bIns="91425" anchor="t" anchorCtr="0">
            <a:noAutofit/>
          </a:bodyPr>
          <a:lstStyle/>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1   // from MyArrayList.java</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2  </a:t>
            </a:r>
            <a:br>
              <a:rPr lang="en" sz="1100" dirty="0">
                <a:solidFill>
                  <a:schemeClr val="dk1"/>
                </a:solidFill>
                <a:latin typeface="Consolas"/>
                <a:ea typeface="Consolas"/>
                <a:cs typeface="Consolas"/>
                <a:sym typeface="Consolas"/>
              </a:rPr>
            </a:br>
            <a:r>
              <a:rPr lang="en" sz="1100" dirty="0">
                <a:solidFill>
                  <a:schemeClr val="dk1"/>
                </a:solidFill>
                <a:latin typeface="Consolas"/>
                <a:ea typeface="Consolas"/>
                <a:cs typeface="Consolas"/>
                <a:sym typeface="Consolas"/>
              </a:rPr>
              <a:t>3   @Override</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4   public void add(E element) {</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5     if(size == elements.length) {</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6       elements = Arrays.copyOf(elements, size*2);</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7     }</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8     elements[size] = element;</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9     size++;</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10  }</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11  </a:t>
            </a:r>
            <a:br>
              <a:rPr lang="en" sz="1100" dirty="0">
                <a:solidFill>
                  <a:schemeClr val="dk1"/>
                </a:solidFill>
                <a:latin typeface="Consolas"/>
                <a:ea typeface="Consolas"/>
                <a:cs typeface="Consolas"/>
                <a:sym typeface="Consolas"/>
              </a:rPr>
            </a:br>
            <a:r>
              <a:rPr lang="en" sz="1100" dirty="0">
                <a:solidFill>
                  <a:schemeClr val="dk1"/>
                </a:solidFill>
                <a:latin typeface="Consolas"/>
                <a:ea typeface="Consolas"/>
                <a:cs typeface="Consolas"/>
                <a:sym typeface="Consolas"/>
              </a:rPr>
              <a:t>12  @Override</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13  public E get(int index) {</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14    return (E)elements[index];</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15  }</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16  </a:t>
            </a:r>
            <a:br>
              <a:rPr lang="en" sz="1100" dirty="0">
                <a:solidFill>
                  <a:schemeClr val="dk1"/>
                </a:solidFill>
                <a:latin typeface="Consolas"/>
                <a:ea typeface="Consolas"/>
                <a:cs typeface="Consolas"/>
                <a:sym typeface="Consolas"/>
              </a:rPr>
            </a:br>
            <a:r>
              <a:rPr lang="en" sz="1100" dirty="0">
                <a:solidFill>
                  <a:schemeClr val="dk1"/>
                </a:solidFill>
                <a:latin typeface="Consolas"/>
                <a:ea typeface="Consolas"/>
                <a:cs typeface="Consolas"/>
                <a:sym typeface="Consolas"/>
              </a:rPr>
              <a:t>17  @Override</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18  public int size() {</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19    return size;</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20  }</a:t>
            </a:r>
            <a:endParaRPr sz="1100" dirty="0"/>
          </a:p>
        </p:txBody>
      </p:sp>
      <p:sp>
        <p:nvSpPr>
          <p:cNvPr id="967" name="Google Shape;967;p80"/>
          <p:cNvSpPr/>
          <p:nvPr/>
        </p:nvSpPr>
        <p:spPr>
          <a:xfrm>
            <a:off x="4624778" y="1193150"/>
            <a:ext cx="4042800" cy="3708900"/>
          </a:xfrm>
          <a:prstGeom prst="rect">
            <a:avLst/>
          </a:prstGeom>
          <a:noFill/>
          <a:ln w="19050" cap="flat" cmpd="sng">
            <a:solidFill>
              <a:schemeClr val="dk1"/>
            </a:solidFill>
            <a:prstDash val="solid"/>
            <a:miter lim="800000"/>
            <a:headEnd type="none" w="sm" len="sm"/>
            <a:tailEnd type="none" w="sm" len="sm"/>
          </a:ln>
        </p:spPr>
        <p:txBody>
          <a:bodyPr spcFirstLastPara="1" wrap="square" lIns="91425" tIns="91425" rIns="68575" bIns="91425" anchor="t" anchorCtr="0">
            <a:noAutofit/>
          </a:bodyPr>
          <a:lstStyle/>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1   public class Racer implements Runnable {</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2     private final List&lt;Integer&gt; numbers;</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3   </a:t>
            </a:r>
            <a:br>
              <a:rPr lang="en" sz="800" dirty="0">
                <a:solidFill>
                  <a:schemeClr val="dk1"/>
                </a:solidFill>
                <a:latin typeface="Consolas"/>
                <a:ea typeface="Consolas"/>
                <a:cs typeface="Consolas"/>
                <a:sym typeface="Consolas"/>
              </a:rPr>
            </a:br>
            <a:r>
              <a:rPr lang="en" sz="1100" dirty="0">
                <a:solidFill>
                  <a:schemeClr val="dk1"/>
                </a:solidFill>
                <a:latin typeface="Consolas"/>
                <a:ea typeface="Consolas"/>
                <a:cs typeface="Consolas"/>
                <a:sym typeface="Consolas"/>
              </a:rPr>
              <a:t>4     public Racer(List&lt;Integer&gt; numbers) {</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5       this.numbers = numbers;</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6     }</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7  </a:t>
            </a:r>
            <a:br>
              <a:rPr lang="en" sz="800" dirty="0">
                <a:solidFill>
                  <a:schemeClr val="dk1"/>
                </a:solidFill>
                <a:latin typeface="Consolas"/>
                <a:ea typeface="Consolas"/>
                <a:cs typeface="Consolas"/>
                <a:sym typeface="Consolas"/>
              </a:rPr>
            </a:br>
            <a:r>
              <a:rPr lang="en" sz="1100" dirty="0">
                <a:solidFill>
                  <a:schemeClr val="dk1"/>
                </a:solidFill>
                <a:latin typeface="Consolas"/>
                <a:ea typeface="Consolas"/>
                <a:cs typeface="Consolas"/>
                <a:sym typeface="Consolas"/>
              </a:rPr>
              <a:t>8     public void run() {</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9       for(int i=0; i&lt;1000; i++) {</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10         numbers.add(i);</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11      }</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12    }</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13  </a:t>
            </a:r>
            <a:br>
              <a:rPr lang="en" sz="800" dirty="0">
                <a:solidFill>
                  <a:schemeClr val="dk1"/>
                </a:solidFill>
                <a:latin typeface="Consolas"/>
                <a:ea typeface="Consolas"/>
                <a:cs typeface="Consolas"/>
                <a:sym typeface="Consolas"/>
              </a:rPr>
            </a:br>
            <a:r>
              <a:rPr lang="en" sz="1100" dirty="0">
                <a:solidFill>
                  <a:schemeClr val="dk1"/>
                </a:solidFill>
                <a:latin typeface="Consolas"/>
                <a:ea typeface="Consolas"/>
                <a:cs typeface="Consolas"/>
                <a:sym typeface="Consolas"/>
              </a:rPr>
              <a:t>14    public static void main(String[] args) {</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15      List&lt;Integer&gt; numbers = new ArrayList&lt;&gt;();</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16      for(int n=0; n&lt;10; n++) {</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17         Racer racer = new Racer(numbers);</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18         Thread thread = new Thread(racer);</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19         thread.start();</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20      }</a:t>
            </a:r>
            <a:endParaRPr sz="1100" dirty="0"/>
          </a:p>
          <a:p>
            <a:pPr marL="0" marR="0" lvl="0" indent="0" algn="l" rtl="0">
              <a:spcBef>
                <a:spcPts val="0"/>
              </a:spcBef>
              <a:spcAft>
                <a:spcPts val="0"/>
              </a:spcAft>
              <a:buNone/>
            </a:pPr>
            <a:r>
              <a:rPr lang="en" sz="1100" dirty="0">
                <a:solidFill>
                  <a:schemeClr val="dk1"/>
                </a:solidFill>
                <a:latin typeface="Consolas"/>
                <a:ea typeface="Consolas"/>
                <a:cs typeface="Consolas"/>
                <a:sym typeface="Consolas"/>
              </a:rPr>
              <a:t>21   }}</a:t>
            </a:r>
            <a:endParaRPr sz="1100" dirty="0"/>
          </a:p>
        </p:txBody>
      </p:sp>
      <p:sp>
        <p:nvSpPr>
          <p:cNvPr id="968" name="Google Shape;968;p8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49</a:t>
            </a:fld>
            <a:endParaRPr/>
          </a:p>
        </p:txBody>
      </p:sp>
      <p:sp>
        <p:nvSpPr>
          <p:cNvPr id="969" name="Google Shape;969;p8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solidFill>
                  <a:schemeClr val="lt1"/>
                </a:solidFill>
              </a:rPr>
              <a:t>8.17</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974"/>
        <p:cNvGrpSpPr/>
        <p:nvPr/>
      </p:nvGrpSpPr>
      <p:grpSpPr>
        <a:xfrm>
          <a:off x="0" y="0"/>
          <a:ext cx="0" cy="0"/>
          <a:chOff x="0" y="0"/>
          <a:chExt cx="0" cy="0"/>
        </a:xfrm>
      </p:grpSpPr>
      <p:sp>
        <p:nvSpPr>
          <p:cNvPr id="975" name="Google Shape;975;p81"/>
          <p:cNvSpPr txBox="1">
            <a:spLocks noGrp="1"/>
          </p:cNvSpPr>
          <p:nvPr>
            <p:ph type="body" idx="1"/>
          </p:nvPr>
        </p:nvSpPr>
        <p:spPr>
          <a:xfrm>
            <a:off x="65250" y="731625"/>
            <a:ext cx="8955900" cy="291000"/>
          </a:xfrm>
          <a:prstGeom prst="rect">
            <a:avLst/>
          </a:prstGeom>
          <a:noFill/>
          <a:ln>
            <a:noFill/>
          </a:ln>
        </p:spPr>
        <p:txBody>
          <a:bodyPr spcFirstLastPara="1" wrap="square" lIns="68575" tIns="34275" rIns="68575" bIns="34275" anchor="t" anchorCtr="0">
            <a:spAutoFit/>
          </a:bodyPr>
          <a:lstStyle/>
          <a:p>
            <a:pPr marL="0" lvl="0" indent="0" algn="l" rtl="0">
              <a:lnSpc>
                <a:spcPct val="90000"/>
              </a:lnSpc>
              <a:spcBef>
                <a:spcPts val="0"/>
              </a:spcBef>
              <a:spcAft>
                <a:spcPts val="1600"/>
              </a:spcAft>
              <a:buClr>
                <a:schemeClr val="dk1"/>
              </a:buClr>
              <a:buSzPts val="1800"/>
              <a:buNone/>
            </a:pPr>
            <a:r>
              <a:rPr lang="en"/>
              <a:t>Given the code examples below, identify the critical regions (draw a box).</a:t>
            </a:r>
            <a:endParaRPr/>
          </a:p>
        </p:txBody>
      </p:sp>
      <p:sp>
        <p:nvSpPr>
          <p:cNvPr id="976" name="Google Shape;976;p81"/>
          <p:cNvSpPr txBox="1">
            <a:spLocks noGrp="1"/>
          </p:cNvSpPr>
          <p:nvPr>
            <p:ph type="title"/>
          </p:nvPr>
        </p:nvSpPr>
        <p:spPr>
          <a:xfrm>
            <a:off x="1436850" y="100"/>
            <a:ext cx="7642500" cy="596700"/>
          </a:xfrm>
          <a:prstGeom prst="rect">
            <a:avLst/>
          </a:prstGeom>
          <a:noFill/>
          <a:ln>
            <a:noFill/>
          </a:ln>
        </p:spPr>
        <p:txBody>
          <a:bodyPr spcFirstLastPara="1" wrap="square" lIns="68575" tIns="34275" rIns="68575" bIns="34275" anchor="ctr" anchorCtr="0">
            <a:normAutofit/>
          </a:bodyPr>
          <a:lstStyle/>
          <a:p>
            <a:pPr marL="0" lvl="0" indent="0" algn="l" rtl="0">
              <a:lnSpc>
                <a:spcPct val="100000"/>
              </a:lnSpc>
              <a:spcBef>
                <a:spcPts val="0"/>
              </a:spcBef>
              <a:spcAft>
                <a:spcPts val="0"/>
              </a:spcAft>
              <a:buClr>
                <a:schemeClr val="dk2"/>
              </a:buClr>
              <a:buSzPts val="3300"/>
              <a:buFont typeface="Calibri"/>
              <a:buNone/>
            </a:pPr>
            <a:r>
              <a:rPr lang="en"/>
              <a:t>Critical Regions</a:t>
            </a:r>
            <a:endParaRPr/>
          </a:p>
        </p:txBody>
      </p:sp>
      <p:sp>
        <p:nvSpPr>
          <p:cNvPr id="977" name="Google Shape;977;p81"/>
          <p:cNvSpPr/>
          <p:nvPr/>
        </p:nvSpPr>
        <p:spPr>
          <a:xfrm>
            <a:off x="273425" y="1207077"/>
            <a:ext cx="4106400" cy="3708900"/>
          </a:xfrm>
          <a:prstGeom prst="rect">
            <a:avLst/>
          </a:prstGeom>
          <a:noFill/>
          <a:ln w="19050" cap="flat" cmpd="sng">
            <a:solidFill>
              <a:schemeClr val="dk1"/>
            </a:solidFill>
            <a:prstDash val="solid"/>
            <a:miter lim="800000"/>
            <a:headEnd type="none" w="sm" len="sm"/>
            <a:tailEnd type="none" w="sm" len="sm"/>
          </a:ln>
        </p:spPr>
        <p:txBody>
          <a:bodyPr spcFirstLastPara="1" wrap="square" lIns="91425" tIns="91425" rIns="68575" bIns="91425" anchor="t" anchorCtr="0">
            <a:noAutofit/>
          </a:bodyPr>
          <a:lstStyle/>
          <a:p>
            <a:pPr marL="0" marR="0" lvl="0" indent="0" algn="l" rtl="0">
              <a:spcBef>
                <a:spcPts val="0"/>
              </a:spcBef>
              <a:spcAft>
                <a:spcPts val="0"/>
              </a:spcAft>
              <a:buNone/>
            </a:pPr>
            <a:r>
              <a:rPr lang="en" sz="1100">
                <a:solidFill>
                  <a:schemeClr val="dk1"/>
                </a:solidFill>
                <a:latin typeface="Consolas"/>
                <a:ea typeface="Consolas"/>
                <a:cs typeface="Consolas"/>
                <a:sym typeface="Consolas"/>
              </a:rPr>
              <a:t>1   // from MyArrayList.java</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2  </a:t>
            </a:r>
            <a:br>
              <a:rPr lang="en" sz="1100">
                <a:solidFill>
                  <a:schemeClr val="dk1"/>
                </a:solidFill>
                <a:latin typeface="Consolas"/>
                <a:ea typeface="Consolas"/>
                <a:cs typeface="Consolas"/>
                <a:sym typeface="Consolas"/>
              </a:rPr>
            </a:br>
            <a:r>
              <a:rPr lang="en" sz="1100">
                <a:solidFill>
                  <a:schemeClr val="dk1"/>
                </a:solidFill>
                <a:latin typeface="Consolas"/>
                <a:ea typeface="Consolas"/>
                <a:cs typeface="Consolas"/>
                <a:sym typeface="Consolas"/>
              </a:rPr>
              <a:t>3   @Override</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4   public void add(E element) {</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5     if(size == elements.length) {</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6       elements = Arrays.copyOf(elements, size*2);</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7     }</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8     elements[size] = element;</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9     size++;</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10  }</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11  </a:t>
            </a:r>
            <a:br>
              <a:rPr lang="en" sz="1100">
                <a:solidFill>
                  <a:schemeClr val="dk1"/>
                </a:solidFill>
                <a:latin typeface="Consolas"/>
                <a:ea typeface="Consolas"/>
                <a:cs typeface="Consolas"/>
                <a:sym typeface="Consolas"/>
              </a:rPr>
            </a:br>
            <a:r>
              <a:rPr lang="en" sz="1100">
                <a:solidFill>
                  <a:schemeClr val="dk1"/>
                </a:solidFill>
                <a:latin typeface="Consolas"/>
                <a:ea typeface="Consolas"/>
                <a:cs typeface="Consolas"/>
                <a:sym typeface="Consolas"/>
              </a:rPr>
              <a:t>12  @Override</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13  public E get(int index) {</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14    return (E)elements[index];</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15  }</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16  </a:t>
            </a:r>
            <a:br>
              <a:rPr lang="en" sz="1100">
                <a:solidFill>
                  <a:schemeClr val="dk1"/>
                </a:solidFill>
                <a:latin typeface="Consolas"/>
                <a:ea typeface="Consolas"/>
                <a:cs typeface="Consolas"/>
                <a:sym typeface="Consolas"/>
              </a:rPr>
            </a:br>
            <a:r>
              <a:rPr lang="en" sz="1100">
                <a:solidFill>
                  <a:schemeClr val="dk1"/>
                </a:solidFill>
                <a:latin typeface="Consolas"/>
                <a:ea typeface="Consolas"/>
                <a:cs typeface="Consolas"/>
                <a:sym typeface="Consolas"/>
              </a:rPr>
              <a:t>17  @Override</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18  public int size() {</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19    return size;</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20  }</a:t>
            </a:r>
            <a:endParaRPr sz="1100"/>
          </a:p>
        </p:txBody>
      </p:sp>
      <p:sp>
        <p:nvSpPr>
          <p:cNvPr id="978" name="Google Shape;978;p81"/>
          <p:cNvSpPr/>
          <p:nvPr/>
        </p:nvSpPr>
        <p:spPr>
          <a:xfrm>
            <a:off x="4624778" y="1193150"/>
            <a:ext cx="4042800" cy="3708900"/>
          </a:xfrm>
          <a:prstGeom prst="rect">
            <a:avLst/>
          </a:prstGeom>
          <a:noFill/>
          <a:ln w="19050" cap="flat" cmpd="sng">
            <a:solidFill>
              <a:schemeClr val="dk1"/>
            </a:solidFill>
            <a:prstDash val="solid"/>
            <a:miter lim="800000"/>
            <a:headEnd type="none" w="sm" len="sm"/>
            <a:tailEnd type="none" w="sm" len="sm"/>
          </a:ln>
        </p:spPr>
        <p:txBody>
          <a:bodyPr spcFirstLastPara="1" wrap="square" lIns="91425" tIns="91425" rIns="68575" bIns="91425" anchor="t" anchorCtr="0">
            <a:noAutofit/>
          </a:bodyPr>
          <a:lstStyle/>
          <a:p>
            <a:pPr marL="0" marR="0" lvl="0" indent="0" algn="l" rtl="0">
              <a:spcBef>
                <a:spcPts val="0"/>
              </a:spcBef>
              <a:spcAft>
                <a:spcPts val="0"/>
              </a:spcAft>
              <a:buNone/>
            </a:pPr>
            <a:r>
              <a:rPr lang="en" sz="1100">
                <a:solidFill>
                  <a:schemeClr val="dk1"/>
                </a:solidFill>
                <a:latin typeface="Consolas"/>
                <a:ea typeface="Consolas"/>
                <a:cs typeface="Consolas"/>
                <a:sym typeface="Consolas"/>
              </a:rPr>
              <a:t>1   public class Racer implements Runnable {</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2     private final List&lt;Integer&gt; numbers;</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3   </a:t>
            </a:r>
            <a:br>
              <a:rPr lang="en" sz="800">
                <a:solidFill>
                  <a:schemeClr val="dk1"/>
                </a:solidFill>
                <a:latin typeface="Consolas"/>
                <a:ea typeface="Consolas"/>
                <a:cs typeface="Consolas"/>
                <a:sym typeface="Consolas"/>
              </a:rPr>
            </a:br>
            <a:r>
              <a:rPr lang="en" sz="1100">
                <a:solidFill>
                  <a:schemeClr val="dk1"/>
                </a:solidFill>
                <a:latin typeface="Consolas"/>
                <a:ea typeface="Consolas"/>
                <a:cs typeface="Consolas"/>
                <a:sym typeface="Consolas"/>
              </a:rPr>
              <a:t>4     public Racer(List&lt;Integer&gt; numbers) {</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5       this.numbers = numbers;</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6     }</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7  </a:t>
            </a:r>
            <a:br>
              <a:rPr lang="en" sz="800">
                <a:solidFill>
                  <a:schemeClr val="dk1"/>
                </a:solidFill>
                <a:latin typeface="Consolas"/>
                <a:ea typeface="Consolas"/>
                <a:cs typeface="Consolas"/>
                <a:sym typeface="Consolas"/>
              </a:rPr>
            </a:br>
            <a:r>
              <a:rPr lang="en" sz="1100">
                <a:solidFill>
                  <a:schemeClr val="dk1"/>
                </a:solidFill>
                <a:latin typeface="Consolas"/>
                <a:ea typeface="Consolas"/>
                <a:cs typeface="Consolas"/>
                <a:sym typeface="Consolas"/>
              </a:rPr>
              <a:t>8     public void run() {</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9       for(int i=0; i&lt;1000; i++) {</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10         numbers.add(i);</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11      }</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12    }</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13  </a:t>
            </a:r>
            <a:br>
              <a:rPr lang="en" sz="800">
                <a:solidFill>
                  <a:schemeClr val="dk1"/>
                </a:solidFill>
                <a:latin typeface="Consolas"/>
                <a:ea typeface="Consolas"/>
                <a:cs typeface="Consolas"/>
                <a:sym typeface="Consolas"/>
              </a:rPr>
            </a:br>
            <a:r>
              <a:rPr lang="en" sz="1100">
                <a:solidFill>
                  <a:schemeClr val="dk1"/>
                </a:solidFill>
                <a:latin typeface="Consolas"/>
                <a:ea typeface="Consolas"/>
                <a:cs typeface="Consolas"/>
                <a:sym typeface="Consolas"/>
              </a:rPr>
              <a:t>14    public static void main(String[] args) {</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15      List&lt;Integer&gt; numbers = new ArrayList&lt;&gt;();</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16      for(int n=0; n&lt;10; n++) {</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17         Racer racer = new Racer(numbers);</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18         Thread thread = new Thread(racer);</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19         thread.start();</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20      }</a:t>
            </a:r>
            <a:endParaRPr sz="1100"/>
          </a:p>
          <a:p>
            <a:pPr marL="0" marR="0" lvl="0" indent="0" algn="l" rtl="0">
              <a:spcBef>
                <a:spcPts val="0"/>
              </a:spcBef>
              <a:spcAft>
                <a:spcPts val="0"/>
              </a:spcAft>
              <a:buNone/>
            </a:pPr>
            <a:r>
              <a:rPr lang="en" sz="1100">
                <a:solidFill>
                  <a:schemeClr val="dk1"/>
                </a:solidFill>
                <a:latin typeface="Consolas"/>
                <a:ea typeface="Consolas"/>
                <a:cs typeface="Consolas"/>
                <a:sym typeface="Consolas"/>
              </a:rPr>
              <a:t>21   }}</a:t>
            </a:r>
            <a:endParaRPr sz="1100"/>
          </a:p>
        </p:txBody>
      </p:sp>
      <p:sp>
        <p:nvSpPr>
          <p:cNvPr id="979" name="Google Shape;979;p8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50</a:t>
            </a:fld>
            <a:endParaRPr/>
          </a:p>
        </p:txBody>
      </p:sp>
      <p:sp>
        <p:nvSpPr>
          <p:cNvPr id="980" name="Google Shape;980;p8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solidFill>
                  <a:schemeClr val="lt1"/>
                </a:solidFill>
              </a:rPr>
              <a:t>8.17</a:t>
            </a:r>
            <a:endParaRPr/>
          </a:p>
        </p:txBody>
      </p:sp>
      <p:sp>
        <p:nvSpPr>
          <p:cNvPr id="981" name="Google Shape;981;p81"/>
          <p:cNvSpPr/>
          <p:nvPr/>
        </p:nvSpPr>
        <p:spPr>
          <a:xfrm>
            <a:off x="332825" y="1965575"/>
            <a:ext cx="3936900" cy="852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 name="Google Shape;982;p81"/>
          <p:cNvSpPr/>
          <p:nvPr/>
        </p:nvSpPr>
        <p:spPr>
          <a:xfrm>
            <a:off x="332825" y="3477386"/>
            <a:ext cx="3886500" cy="208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81"/>
          <p:cNvSpPr/>
          <p:nvPr/>
        </p:nvSpPr>
        <p:spPr>
          <a:xfrm>
            <a:off x="4666975" y="2775300"/>
            <a:ext cx="3685800" cy="208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81"/>
          <p:cNvSpPr/>
          <p:nvPr/>
        </p:nvSpPr>
        <p:spPr>
          <a:xfrm>
            <a:off x="332825" y="4314874"/>
            <a:ext cx="3886500" cy="208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988"/>
        <p:cNvGrpSpPr/>
        <p:nvPr/>
      </p:nvGrpSpPr>
      <p:grpSpPr>
        <a:xfrm>
          <a:off x="0" y="0"/>
          <a:ext cx="0" cy="0"/>
          <a:chOff x="0" y="0"/>
          <a:chExt cx="0" cy="0"/>
        </a:xfrm>
      </p:grpSpPr>
      <p:graphicFrame>
        <p:nvGraphicFramePr>
          <p:cNvPr id="989" name="Google Shape;989;p82"/>
          <p:cNvGraphicFramePr/>
          <p:nvPr/>
        </p:nvGraphicFramePr>
        <p:xfrm>
          <a:off x="-10" y="-9"/>
          <a:ext cx="9143975" cy="5143500"/>
        </p:xfrm>
        <a:graphic>
          <a:graphicData uri="http://schemas.openxmlformats.org/drawingml/2006/table">
            <a:tbl>
              <a:tblPr>
                <a:noFill/>
                <a:tableStyleId>{08F4506A-C2C8-4940-B2F5-69D01CD15942}</a:tableStyleId>
              </a:tblPr>
              <a:tblGrid>
                <a:gridCol w="388675">
                  <a:extLst>
                    <a:ext uri="{9D8B030D-6E8A-4147-A177-3AD203B41FA5}">
                      <a16:colId xmlns:a16="http://schemas.microsoft.com/office/drawing/2014/main" val="20000"/>
                    </a:ext>
                  </a:extLst>
                </a:gridCol>
                <a:gridCol w="4377650">
                  <a:extLst>
                    <a:ext uri="{9D8B030D-6E8A-4147-A177-3AD203B41FA5}">
                      <a16:colId xmlns:a16="http://schemas.microsoft.com/office/drawing/2014/main" val="20001"/>
                    </a:ext>
                  </a:extLst>
                </a:gridCol>
                <a:gridCol w="4377650">
                  <a:extLst>
                    <a:ext uri="{9D8B030D-6E8A-4147-A177-3AD203B41FA5}">
                      <a16:colId xmlns:a16="http://schemas.microsoft.com/office/drawing/2014/main" val="20002"/>
                    </a:ext>
                  </a:extLst>
                </a:gridCol>
              </a:tblGrid>
              <a:tr h="882350">
                <a:tc rowSpan="5">
                  <a:txBody>
                    <a:bodyPr/>
                    <a:lstStyle/>
                    <a:p>
                      <a:pPr marL="0" lvl="0" indent="0" algn="l" rtl="0">
                        <a:spcBef>
                          <a:spcPts val="0"/>
                        </a:spcBef>
                        <a:spcAft>
                          <a:spcPts val="0"/>
                        </a:spcAft>
                        <a:buNone/>
                      </a:pP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073763"/>
                    </a:solidFill>
                  </a:tcPr>
                </a:tc>
                <a:tc rowSpan="3">
                  <a:txBody>
                    <a:bodyPr/>
                    <a:lstStyle/>
                    <a:p>
                      <a:pPr marL="0" lvl="0" indent="0" algn="l" rtl="0">
                        <a:spcBef>
                          <a:spcPts val="0"/>
                        </a:spcBef>
                        <a:spcAft>
                          <a:spcPts val="0"/>
                        </a:spcAft>
                        <a:buNone/>
                      </a:pPr>
                      <a:r>
                        <a:rPr lang="en" sz="1000" u="sng">
                          <a:solidFill>
                            <a:schemeClr val="hlink"/>
                          </a:solidFill>
                          <a:hlinkClick r:id="rId3"/>
                        </a:rPr>
                        <a:t>Thread</a:t>
                      </a:r>
                      <a:endParaRPr sz="1000"/>
                    </a:p>
                    <a:p>
                      <a:pPr marL="0" lvl="0" indent="0" algn="l" rtl="0">
                        <a:spcBef>
                          <a:spcPts val="0"/>
                        </a:spcBef>
                        <a:spcAft>
                          <a:spcPts val="0"/>
                        </a:spcAft>
                        <a:buNone/>
                      </a:pPr>
                      <a:r>
                        <a:rPr lang="en" sz="1000">
                          <a:latin typeface="Courier New"/>
                          <a:ea typeface="Courier New"/>
                          <a:cs typeface="Courier New"/>
                          <a:sym typeface="Courier New"/>
                        </a:rPr>
                        <a:t>public class ThreadExample extends Thread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private final int id;</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ThreadExample(int id)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this.id = id;</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@Override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void run()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System.out.println(id);</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static void main(String[] args)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Thread example = new ThreadExample(1);</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example.start();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rowSpan="4">
                  <a:txBody>
                    <a:bodyPr/>
                    <a:lstStyle/>
                    <a:p>
                      <a:pPr marL="0" lvl="0" indent="0" algn="l" rtl="0">
                        <a:spcBef>
                          <a:spcPts val="0"/>
                        </a:spcBef>
                        <a:spcAft>
                          <a:spcPts val="0"/>
                        </a:spcAft>
                        <a:buNone/>
                      </a:pPr>
                      <a:r>
                        <a:rPr lang="en" sz="1000" u="sng">
                          <a:solidFill>
                            <a:schemeClr val="hlink"/>
                          </a:solidFill>
                          <a:hlinkClick r:id="rId4"/>
                        </a:rPr>
                        <a:t>Runnable</a:t>
                      </a:r>
                      <a:endParaRPr sz="1000"/>
                    </a:p>
                    <a:p>
                      <a:pPr marL="0" lvl="0" indent="0" algn="l" rtl="0">
                        <a:spcBef>
                          <a:spcPts val="0"/>
                        </a:spcBef>
                        <a:spcAft>
                          <a:spcPts val="0"/>
                        </a:spcAft>
                        <a:buNone/>
                      </a:pPr>
                      <a:r>
                        <a:rPr lang="en" sz="1000">
                          <a:latin typeface="Courier New"/>
                          <a:ea typeface="Courier New"/>
                          <a:cs typeface="Courier New"/>
                          <a:sym typeface="Courier New"/>
                        </a:rPr>
                        <a:t>public class RunnableExample implements Runnable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private final int id;</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RunnableExample(int id)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this.id = id;</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@Override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void run()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System.out.println (id);</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static void main(String[] args)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Runnable example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new RunnableExample(1);</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Thread exampleThread = new Thread(example);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exampleThread.start();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641575">
                <a:tc vMerge="1">
                  <a:txBody>
                    <a:bodyPr/>
                    <a:lstStyle/>
                    <a:p>
                      <a:endParaRPr lang="en-US"/>
                    </a:p>
                  </a:txBody>
                  <a:tcPr/>
                </a:tc>
                <a:tc vMerge="1">
                  <a:txBody>
                    <a:bodyPr/>
                    <a:lstStyle/>
                    <a:p>
                      <a:endParaRPr lang="en-US"/>
                    </a:p>
                  </a:txBody>
                  <a:tcPr/>
                </a:tc>
                <a:tc vMerge="1">
                  <a:txBody>
                    <a:bodyPr/>
                    <a:lstStyle/>
                    <a:p>
                      <a:endParaRPr lang="en-US"/>
                    </a:p>
                  </a:txBody>
                  <a:tcPr/>
                </a:tc>
                <a:extLst>
                  <a:ext uri="{0D108BD9-81ED-4DB2-BD59-A6C34878D82A}">
                    <a16:rowId xmlns:a16="http://schemas.microsoft.com/office/drawing/2014/main" val="10001"/>
                  </a:ext>
                </a:extLst>
              </a:tr>
              <a:tr h="1673300">
                <a:tc vMerge="1">
                  <a:txBody>
                    <a:bodyPr/>
                    <a:lstStyle/>
                    <a:p>
                      <a:endParaRPr lang="en-US"/>
                    </a:p>
                  </a:txBody>
                  <a:tcPr/>
                </a:tc>
                <a:tc vMerge="1">
                  <a:txBody>
                    <a:bodyPr/>
                    <a:lstStyle/>
                    <a:p>
                      <a:endParaRPr lang="en-US"/>
                    </a:p>
                  </a:txBody>
                  <a:tcPr/>
                </a:tc>
                <a:tc vMerge="1">
                  <a:txBody>
                    <a:bodyPr/>
                    <a:lstStyle/>
                    <a:p>
                      <a:endParaRPr lang="en-US"/>
                    </a:p>
                  </a:txBody>
                  <a:tcPr/>
                </a:tc>
                <a:extLst>
                  <a:ext uri="{0D108BD9-81ED-4DB2-BD59-A6C34878D82A}">
                    <a16:rowId xmlns:a16="http://schemas.microsoft.com/office/drawing/2014/main" val="10002"/>
                  </a:ext>
                </a:extLst>
              </a:tr>
              <a:tr h="976100">
                <a:tc vMerge="1">
                  <a:txBody>
                    <a:bodyPr/>
                    <a:lstStyle/>
                    <a:p>
                      <a:endParaRPr lang="en-US"/>
                    </a:p>
                  </a:txBody>
                  <a:tcPr/>
                </a:tc>
                <a:tc>
                  <a:txBody>
                    <a:bodyPr/>
                    <a:lstStyle/>
                    <a:p>
                      <a:pPr marL="0" lvl="0" indent="0" algn="l" rtl="0">
                        <a:spcBef>
                          <a:spcPts val="0"/>
                        </a:spcBef>
                        <a:spcAft>
                          <a:spcPts val="0"/>
                        </a:spcAft>
                        <a:buNone/>
                      </a:pPr>
                      <a:r>
                        <a:rPr lang="en" sz="1000" u="sng">
                          <a:solidFill>
                            <a:schemeClr val="hlink"/>
                          </a:solidFill>
                          <a:hlinkClick r:id="rId5"/>
                        </a:rPr>
                        <a:t>Thread States</a:t>
                      </a:r>
                      <a:r>
                        <a:rPr lang="en" sz="1000"/>
                        <a:t> (isAlive)</a:t>
                      </a:r>
                      <a:br>
                        <a:rPr lang="en" sz="1000"/>
                      </a:br>
                      <a:r>
                        <a:rPr lang="en" sz="1000">
                          <a:latin typeface="Courier New"/>
                          <a:ea typeface="Courier New"/>
                          <a:cs typeface="Courier New"/>
                          <a:sym typeface="Courier New"/>
                        </a:rPr>
                        <a:t>Thread example = new ThreadExample(1);</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example.start();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while (example.isAlive())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System.out.println(“Done!”};</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vMerge="1">
                  <a:txBody>
                    <a:bodyPr/>
                    <a:lstStyle/>
                    <a:p>
                      <a:endParaRPr lang="en-US"/>
                    </a:p>
                  </a:txBody>
                  <a:tcPr/>
                </a:tc>
                <a:extLst>
                  <a:ext uri="{0D108BD9-81ED-4DB2-BD59-A6C34878D82A}">
                    <a16:rowId xmlns:a16="http://schemas.microsoft.com/office/drawing/2014/main" val="10003"/>
                  </a:ext>
                </a:extLst>
              </a:tr>
              <a:tr h="970175">
                <a:tc vMerge="1">
                  <a:txBody>
                    <a:bodyPr/>
                    <a:lstStyle/>
                    <a:p>
                      <a:endParaRPr lang="en-US"/>
                    </a:p>
                  </a:txBody>
                  <a:tcPr/>
                </a:tc>
                <a:tc>
                  <a:txBody>
                    <a:bodyPr/>
                    <a:lstStyle/>
                    <a:p>
                      <a:pPr marL="0" lvl="0" indent="0" algn="l" rtl="0">
                        <a:spcBef>
                          <a:spcPts val="0"/>
                        </a:spcBef>
                        <a:spcAft>
                          <a:spcPts val="0"/>
                        </a:spcAft>
                        <a:buNone/>
                      </a:pPr>
                      <a:r>
                        <a:rPr lang="en" sz="1000" u="sng">
                          <a:solidFill>
                            <a:schemeClr val="hlink"/>
                          </a:solidFill>
                          <a:hlinkClick r:id="rId6"/>
                        </a:rPr>
                        <a:t>Sleep</a:t>
                      </a:r>
                      <a:endParaRPr sz="1000"/>
                    </a:p>
                    <a:p>
                      <a:pPr marL="0" lvl="0" indent="0" algn="l" rtl="0">
                        <a:spcBef>
                          <a:spcPts val="0"/>
                        </a:spcBef>
                        <a:spcAft>
                          <a:spcPts val="0"/>
                        </a:spcAft>
                        <a:buNone/>
                      </a:pPr>
                      <a:r>
                        <a:rPr lang="en" sz="1000">
                          <a:latin typeface="Courier New"/>
                          <a:ea typeface="Courier New"/>
                          <a:cs typeface="Courier New"/>
                          <a:sym typeface="Courier New"/>
                        </a:rPr>
                        <a:t>Thread.sleep(ms)</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990" name="Google Shape;990;p82"/>
          <p:cNvSpPr txBox="1"/>
          <p:nvPr/>
        </p:nvSpPr>
        <p:spPr>
          <a:xfrm rot="-5400000">
            <a:off x="-2378350" y="2377688"/>
            <a:ext cx="5151300" cy="384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300">
                <a:solidFill>
                  <a:schemeClr val="lt1"/>
                </a:solidFill>
                <a:latin typeface="Merriweather"/>
                <a:ea typeface="Merriweather"/>
                <a:cs typeface="Merriweather"/>
                <a:sym typeface="Merriweather"/>
              </a:rPr>
              <a:t>Unit 10: Concurrent Programming </a:t>
            </a:r>
            <a:endParaRPr sz="1300">
              <a:solidFill>
                <a:schemeClr val="lt1"/>
              </a:solidFill>
              <a:latin typeface="Merriweather"/>
              <a:ea typeface="Merriweather"/>
              <a:cs typeface="Merriweather"/>
              <a:sym typeface="Merriweather"/>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994"/>
        <p:cNvGrpSpPr/>
        <p:nvPr/>
      </p:nvGrpSpPr>
      <p:grpSpPr>
        <a:xfrm>
          <a:off x="0" y="0"/>
          <a:ext cx="0" cy="0"/>
          <a:chOff x="0" y="0"/>
          <a:chExt cx="0" cy="0"/>
        </a:xfrm>
      </p:grpSpPr>
      <p:sp>
        <p:nvSpPr>
          <p:cNvPr id="995" name="Google Shape;995;p83"/>
          <p:cNvSpPr txBox="1">
            <a:spLocks noGrp="1"/>
          </p:cNvSpPr>
          <p:nvPr>
            <p:ph type="title"/>
          </p:nvPr>
        </p:nvSpPr>
        <p:spPr>
          <a:xfrm>
            <a:off x="311725" y="196125"/>
            <a:ext cx="8520600" cy="623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3900"/>
              <a:t>Summary &amp; Reflection</a:t>
            </a:r>
            <a:endParaRPr sz="3900"/>
          </a:p>
        </p:txBody>
      </p:sp>
      <p:sp>
        <p:nvSpPr>
          <p:cNvPr id="996" name="Google Shape;996;p83"/>
          <p:cNvSpPr/>
          <p:nvPr/>
        </p:nvSpPr>
        <p:spPr>
          <a:xfrm>
            <a:off x="3934950" y="1656500"/>
            <a:ext cx="1905000" cy="1233000"/>
          </a:xfrm>
          <a:prstGeom prst="cloudCallout">
            <a:avLst>
              <a:gd name="adj1" fmla="val 60382"/>
              <a:gd name="adj2" fmla="val 60947"/>
            </a:avLst>
          </a:prstGeom>
          <a:solidFill>
            <a:srgbClr val="C9DAF8"/>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What is one new thing that you learned today?</a:t>
            </a:r>
            <a:endParaRPr sz="1200"/>
          </a:p>
        </p:txBody>
      </p:sp>
      <p:pic>
        <p:nvPicPr>
          <p:cNvPr id="997" name="Google Shape;997;p83"/>
          <p:cNvPicPr preferRelativeResize="0"/>
          <p:nvPr/>
        </p:nvPicPr>
        <p:blipFill>
          <a:blip r:embed="rId3">
            <a:alphaModFix/>
          </a:blip>
          <a:stretch>
            <a:fillRect/>
          </a:stretch>
        </p:blipFill>
        <p:spPr>
          <a:xfrm>
            <a:off x="5651400" y="3077250"/>
            <a:ext cx="1504525" cy="1504525"/>
          </a:xfrm>
          <a:prstGeom prst="rect">
            <a:avLst/>
          </a:prstGeom>
          <a:noFill/>
          <a:ln>
            <a:noFill/>
          </a:ln>
        </p:spPr>
      </p:pic>
      <p:sp>
        <p:nvSpPr>
          <p:cNvPr id="998" name="Google Shape;998;p83"/>
          <p:cNvSpPr/>
          <p:nvPr/>
        </p:nvSpPr>
        <p:spPr>
          <a:xfrm>
            <a:off x="5992350" y="1351700"/>
            <a:ext cx="1905000" cy="1233000"/>
          </a:xfrm>
          <a:prstGeom prst="cloudCallout">
            <a:avLst>
              <a:gd name="adj1" fmla="val -15427"/>
              <a:gd name="adj2" fmla="val 82691"/>
            </a:avLst>
          </a:prstGeom>
          <a:solidFill>
            <a:srgbClr val="D9EAD3"/>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What is one thing that you wish you knew more about as we move forward?</a:t>
            </a:r>
            <a:endParaRPr sz="1000"/>
          </a:p>
        </p:txBody>
      </p:sp>
      <p:sp>
        <p:nvSpPr>
          <p:cNvPr id="999" name="Google Shape;999;p83"/>
          <p:cNvSpPr/>
          <p:nvPr/>
        </p:nvSpPr>
        <p:spPr>
          <a:xfrm>
            <a:off x="7003525" y="2549050"/>
            <a:ext cx="1905000" cy="1233000"/>
          </a:xfrm>
          <a:prstGeom prst="cloudCallout">
            <a:avLst>
              <a:gd name="adj1" fmla="val -66241"/>
              <a:gd name="adj2" fmla="val 20639"/>
            </a:avLst>
          </a:prstGeom>
          <a:solidFill>
            <a:srgbClr val="FCE5CD"/>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What one question do you have about today’s class?</a:t>
            </a:r>
            <a:endParaRPr sz="1200"/>
          </a:p>
        </p:txBody>
      </p:sp>
      <p:sp>
        <p:nvSpPr>
          <p:cNvPr id="1000" name="Google Shape;1000;p83"/>
          <p:cNvSpPr txBox="1"/>
          <p:nvPr/>
        </p:nvSpPr>
        <p:spPr>
          <a:xfrm>
            <a:off x="4107225" y="4689650"/>
            <a:ext cx="4667100" cy="234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chemeClr val="dk2"/>
                </a:solidFill>
                <a:latin typeface="Roboto"/>
                <a:ea typeface="Roboto"/>
                <a:cs typeface="Roboto"/>
                <a:sym typeface="Roboto"/>
              </a:rPr>
              <a:t>Please answer the questions above in your notes for today.</a:t>
            </a:r>
            <a:endParaRPr sz="1200">
              <a:solidFill>
                <a:schemeClr val="dk2"/>
              </a:solidFill>
              <a:latin typeface="Roboto"/>
              <a:ea typeface="Roboto"/>
              <a:cs typeface="Roboto"/>
              <a:sym typeface="Roboto"/>
            </a:endParaRPr>
          </a:p>
        </p:txBody>
      </p:sp>
      <p:pic>
        <p:nvPicPr>
          <p:cNvPr id="1001" name="Google Shape;1001;p83"/>
          <p:cNvPicPr preferRelativeResize="0"/>
          <p:nvPr/>
        </p:nvPicPr>
        <p:blipFill>
          <a:blip r:embed="rId4">
            <a:alphaModFix/>
          </a:blip>
          <a:stretch>
            <a:fillRect/>
          </a:stretch>
        </p:blipFill>
        <p:spPr>
          <a:xfrm rot="-1172163">
            <a:off x="798432" y="944685"/>
            <a:ext cx="2945835" cy="3808755"/>
          </a:xfrm>
          <a:prstGeom prst="rect">
            <a:avLst/>
          </a:prstGeom>
          <a:noFill/>
          <a:ln>
            <a:noFill/>
          </a:ln>
        </p:spPr>
      </p:pic>
      <p:sp>
        <p:nvSpPr>
          <p:cNvPr id="1002" name="Google Shape;1002;p83"/>
          <p:cNvSpPr txBox="1">
            <a:spLocks noGrp="1"/>
          </p:cNvSpPr>
          <p:nvPr>
            <p:ph type="body" idx="1"/>
          </p:nvPr>
        </p:nvSpPr>
        <p:spPr>
          <a:xfrm rot="-1168295">
            <a:off x="1011648" y="1531349"/>
            <a:ext cx="2569455" cy="2929916"/>
          </a:xfrm>
          <a:prstGeom prst="rect">
            <a:avLst/>
          </a:prstGeom>
        </p:spPr>
        <p:txBody>
          <a:bodyPr spcFirstLastPara="1" wrap="square" lIns="91425" tIns="91425" rIns="91425" bIns="91425" anchor="ctr" anchorCtr="0">
            <a:noAutofit/>
          </a:bodyPr>
          <a:lstStyle/>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Processes &amp; Threads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Time Slice</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Scheduler</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Courier New"/>
              <a:buChar char="●"/>
            </a:pPr>
            <a:r>
              <a:rPr lang="en" sz="1600" i="1">
                <a:solidFill>
                  <a:srgbClr val="FF0000"/>
                </a:solidFill>
                <a:latin typeface="Courier New"/>
                <a:ea typeface="Courier New"/>
                <a:cs typeface="Courier New"/>
                <a:sym typeface="Courier New"/>
              </a:rPr>
              <a:t>Thread</a:t>
            </a:r>
            <a:endParaRPr sz="1400" i="1">
              <a:solidFill>
                <a:srgbClr val="FF0000"/>
              </a:solidFill>
              <a:latin typeface="Courier New"/>
              <a:ea typeface="Courier New"/>
              <a:cs typeface="Courier New"/>
              <a:sym typeface="Courier New"/>
            </a:endParaRPr>
          </a:p>
          <a:p>
            <a:pPr marL="457200" lvl="0" indent="-330200" algn="l" rtl="0">
              <a:lnSpc>
                <a:spcPct val="100000"/>
              </a:lnSpc>
              <a:spcBef>
                <a:spcPts val="0"/>
              </a:spcBef>
              <a:spcAft>
                <a:spcPts val="0"/>
              </a:spcAft>
              <a:buClr>
                <a:srgbClr val="FF0000"/>
              </a:buClr>
              <a:buSzPts val="1600"/>
              <a:buFont typeface="Courier New"/>
              <a:buChar char="●"/>
            </a:pPr>
            <a:r>
              <a:rPr lang="en" sz="1600" i="1">
                <a:solidFill>
                  <a:srgbClr val="FF0000"/>
                </a:solidFill>
                <a:latin typeface="Courier New"/>
                <a:ea typeface="Courier New"/>
                <a:cs typeface="Courier New"/>
                <a:sym typeface="Courier New"/>
              </a:rPr>
              <a:t>Runnable</a:t>
            </a:r>
            <a:endParaRPr sz="1600" i="1">
              <a:solidFill>
                <a:srgbClr val="FF0000"/>
              </a:solidFill>
              <a:latin typeface="Courier New"/>
              <a:ea typeface="Courier New"/>
              <a:cs typeface="Courier New"/>
              <a:sym typeface="Courier New"/>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Interleaving</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sleep</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InterruptedException</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ExecutorService</a:t>
            </a:r>
            <a:endParaRPr sz="1600">
              <a:solidFill>
                <a:srgbClr val="FF0000"/>
              </a:solidFill>
              <a:latin typeface="Shadows Into Light"/>
              <a:ea typeface="Shadows Into Light"/>
              <a:cs typeface="Shadows Into Light"/>
              <a:sym typeface="Shadows Into Light"/>
            </a:endParaRPr>
          </a:p>
        </p:txBody>
      </p:sp>
      <p:sp>
        <p:nvSpPr>
          <p:cNvPr id="1003" name="Google Shape;1003;p8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52</a:t>
            </a:fld>
            <a:endParaRPr/>
          </a:p>
        </p:txBody>
      </p:sp>
    </p:spTree>
  </p:cSld>
  <p:clrMapOvr>
    <a:masterClrMapping/>
  </p:clrMapOvr>
</p:sld>
</file>

<file path=ppt/theme/theme1.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1426</TotalTime>
  <Words>10842</Words>
  <Application>Microsoft Office PowerPoint</Application>
  <PresentationFormat>On-screen Show (16:9)</PresentationFormat>
  <Paragraphs>1303</Paragraphs>
  <Slides>52</Slides>
  <Notes>52</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52</vt:i4>
      </vt:variant>
    </vt:vector>
  </HeadingPairs>
  <TitlesOfParts>
    <vt:vector size="65" baseType="lpstr">
      <vt:lpstr>Arial</vt:lpstr>
      <vt:lpstr>Calibri</vt:lpstr>
      <vt:lpstr>Caveat</vt:lpstr>
      <vt:lpstr>Consolas</vt:lpstr>
      <vt:lpstr>Courier New</vt:lpstr>
      <vt:lpstr>Impact</vt:lpstr>
      <vt:lpstr>Merriweather</vt:lpstr>
      <vt:lpstr>Noto Sans Symbols</vt:lpstr>
      <vt:lpstr>Roboto</vt:lpstr>
      <vt:lpstr>Shadows Into Light</vt:lpstr>
      <vt:lpstr>Wingdings</vt:lpstr>
      <vt:lpstr>Paradigm</vt:lpstr>
      <vt:lpstr>Paradigm</vt:lpstr>
      <vt:lpstr>GCIS-124 Software Development &amp; Problem Solving</vt:lpstr>
      <vt:lpstr>Threads</vt:lpstr>
      <vt:lpstr>Let's Race</vt:lpstr>
      <vt:lpstr>More Racers</vt:lpstr>
      <vt:lpstr>Processes</vt:lpstr>
      <vt:lpstr>How Many Threads!?</vt:lpstr>
      <vt:lpstr>Time Sharing</vt:lpstr>
      <vt:lpstr>Extending java.lang.Thread</vt:lpstr>
      <vt:lpstr>A Closer Look at Extending Thread</vt:lpstr>
      <vt:lpstr>A Closer Look at Extending Thread</vt:lpstr>
      <vt:lpstr>The Thread Scheduler</vt:lpstr>
      <vt:lpstr>ThreadRacer</vt:lpstr>
      <vt:lpstr>Multithreading</vt:lpstr>
      <vt:lpstr>Thread States I</vt:lpstr>
      <vt:lpstr>It's Alive!</vt:lpstr>
      <vt:lpstr>Implementing java.lang.Runnable</vt:lpstr>
      <vt:lpstr>A Closer Look at Implementing Runnable</vt:lpstr>
      <vt:lpstr>A Closer Look at Implementing Runnable</vt:lpstr>
      <vt:lpstr>RunnableRacer</vt:lpstr>
      <vt:lpstr>Thread vs. Runnable</vt:lpstr>
      <vt:lpstr>LambdaRace</vt:lpstr>
      <vt:lpstr>Lots of Racers</vt:lpstr>
      <vt:lpstr>ExecutorService</vt:lpstr>
      <vt:lpstr>ExecutorService in Detail</vt:lpstr>
      <vt:lpstr>Executor Implementations</vt:lpstr>
      <vt:lpstr>Lots of Fast Racers</vt:lpstr>
      <vt:lpstr>Analysis</vt:lpstr>
      <vt:lpstr>AwaitTermination</vt:lpstr>
      <vt:lpstr>Terminated!</vt:lpstr>
      <vt:lpstr>Thread States II</vt:lpstr>
      <vt:lpstr>InterruptedException</vt:lpstr>
      <vt:lpstr>Fix Issue</vt:lpstr>
      <vt:lpstr>Unsportspersonlike Conduct</vt:lpstr>
      <vt:lpstr>Synchronization</vt:lpstr>
      <vt:lpstr>Story Time (or how CountDownLatch works)</vt:lpstr>
      <vt:lpstr>Story Time (or how CountDownLatch works)</vt:lpstr>
      <vt:lpstr>Story Time (or how CountDownLatch works)</vt:lpstr>
      <vt:lpstr>Story Time (or how CountDownLatch works)</vt:lpstr>
      <vt:lpstr>Story Time (or how CountDownLatch works)</vt:lpstr>
      <vt:lpstr>Story Time (or how CountDownLatch works)</vt:lpstr>
      <vt:lpstr>Story Time (or how CountDownLatch works)</vt:lpstr>
      <vt:lpstr>Story Time (or how CountDownLatch works)</vt:lpstr>
      <vt:lpstr>Fair Start</vt:lpstr>
      <vt:lpstr>Sleep</vt:lpstr>
      <vt:lpstr>Using Sleep to Simulate Time Passing</vt:lpstr>
      <vt:lpstr>And the Winner Is?</vt:lpstr>
      <vt:lpstr>Race Conditions</vt:lpstr>
      <vt:lpstr>Thread Safety/Critical Regions</vt:lpstr>
      <vt:lpstr>Critical Regions</vt:lpstr>
      <vt:lpstr>Critical Regions</vt:lpstr>
      <vt:lpstr>PowerPoint Presentation</vt:lpstr>
      <vt:lpstr>Summary &amp; Reflection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Tanweer Alam</cp:lastModifiedBy>
  <cp:revision>37</cp:revision>
  <dcterms:modified xsi:type="dcterms:W3CDTF">2026-03-17T15:23:27Z</dcterms:modified>
</cp:coreProperties>
</file>