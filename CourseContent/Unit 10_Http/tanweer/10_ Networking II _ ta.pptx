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7" r:id="rId1"/>
    <p:sldMasterId id="2147483678" r:id="rId2"/>
  </p:sldMasterIdLst>
  <p:notesMasterIdLst>
    <p:notesMasterId r:id="rId4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BC7D69-8298-4041-8F1F-79278DC50952}">
  <a:tblStyle styleId="{A6BC7D69-8298-4041-8F1F-79278DC5095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F7C4C70-6B9B-4779-A020-29D47D630658}"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494" autoAdjust="0"/>
  </p:normalViewPr>
  <p:slideViewPr>
    <p:cSldViewPr snapToGrid="0">
      <p:cViewPr varScale="1">
        <p:scale>
          <a:sx n="112" d="100"/>
          <a:sy n="112" d="100"/>
        </p:scale>
        <p:origin x="102" y="56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cd1135e90b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cd1135e90b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ce414f90c7_0_0: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gce414f90c7_0_0: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r>
              <a:rPr lang="en-US" b="1" dirty="0"/>
              <a:t>🔹 1. GET</a:t>
            </a:r>
          </a:p>
          <a:p>
            <a:r>
              <a:rPr lang="en-US" b="1" dirty="0"/>
              <a:t>Purpose:</a:t>
            </a:r>
            <a:r>
              <a:rPr lang="en-US" dirty="0"/>
              <a:t> Retrieve data from the server </a:t>
            </a:r>
          </a:p>
          <a:p>
            <a:r>
              <a:rPr lang="en-US" b="1" dirty="0"/>
              <a:t>Example:</a:t>
            </a:r>
            <a:r>
              <a:rPr lang="en-US" dirty="0"/>
              <a:t> Fetch a webpage or API data </a:t>
            </a:r>
          </a:p>
          <a:p>
            <a:r>
              <a:rPr lang="en-US" b="1" dirty="0"/>
              <a:t>Key points:</a:t>
            </a:r>
            <a:r>
              <a:rPr lang="en-US" dirty="0"/>
              <a:t> </a:t>
            </a:r>
          </a:p>
          <a:p>
            <a:pPr lvl="1"/>
            <a:r>
              <a:rPr lang="en-US" dirty="0"/>
              <a:t>No data modification </a:t>
            </a:r>
          </a:p>
          <a:p>
            <a:pPr lvl="1"/>
            <a:r>
              <a:rPr lang="en-US" dirty="0"/>
              <a:t>Parameters sent in URL </a:t>
            </a:r>
          </a:p>
          <a:p>
            <a:pPr lvl="1"/>
            <a:r>
              <a:rPr lang="en-US" dirty="0"/>
              <a:t>Can be cached </a:t>
            </a:r>
          </a:p>
          <a:p>
            <a:r>
              <a:rPr lang="en-US" dirty="0"/>
              <a:t>👉 Example:</a:t>
            </a:r>
          </a:p>
          <a:p>
            <a:pPr rtl="0"/>
            <a:r>
              <a:rPr lang="en-US" sz="1100" b="0" i="0" u="none" strike="noStrike" cap="none" dirty="0">
                <a:solidFill>
                  <a:srgbClr val="000000"/>
                </a:solidFill>
                <a:latin typeface="Arial"/>
                <a:ea typeface="Arial"/>
                <a:cs typeface="Arial"/>
                <a:sym typeface="Arial"/>
              </a:rPr>
              <a:t>GET /</a:t>
            </a:r>
            <a:r>
              <a:rPr lang="en-US" sz="1100" b="0" i="0" u="none" strike="noStrike" cap="none" dirty="0" err="1">
                <a:solidFill>
                  <a:srgbClr val="000000"/>
                </a:solidFill>
                <a:latin typeface="Arial"/>
                <a:ea typeface="Arial"/>
                <a:cs typeface="Arial"/>
                <a:sym typeface="Arial"/>
              </a:rPr>
              <a:t>users?id</a:t>
            </a:r>
            <a:r>
              <a:rPr lang="en-US" sz="1100" b="0" i="0" u="none" strike="noStrike" cap="none" dirty="0">
                <a:solidFill>
                  <a:srgbClr val="000000"/>
                </a:solidFill>
                <a:latin typeface="Arial"/>
                <a:ea typeface="Arial"/>
                <a:cs typeface="Arial"/>
                <a:sym typeface="Arial"/>
              </a:rPr>
              <a:t>=10</a:t>
            </a:r>
          </a:p>
          <a:p>
            <a:br>
              <a:rPr lang="en-US" dirty="0"/>
            </a:br>
            <a:endParaRPr lang="en-US" dirty="0"/>
          </a:p>
          <a:p>
            <a:r>
              <a:rPr lang="en-US" b="1" dirty="0"/>
              <a:t>🔹 2. POST</a:t>
            </a:r>
          </a:p>
          <a:p>
            <a:r>
              <a:rPr lang="en-US" b="1" dirty="0"/>
              <a:t>Purpose:</a:t>
            </a:r>
            <a:r>
              <a:rPr lang="en-US" dirty="0"/>
              <a:t> Send data to the server (create a resource) </a:t>
            </a:r>
          </a:p>
          <a:p>
            <a:r>
              <a:rPr lang="en-US" b="1" dirty="0"/>
              <a:t>Example:</a:t>
            </a:r>
            <a:r>
              <a:rPr lang="en-US" dirty="0"/>
              <a:t> Submit a form, create a new user </a:t>
            </a:r>
          </a:p>
          <a:p>
            <a:r>
              <a:rPr lang="en-US" b="1" dirty="0"/>
              <a:t>Key points:</a:t>
            </a:r>
            <a:r>
              <a:rPr lang="en-US" dirty="0"/>
              <a:t> </a:t>
            </a:r>
          </a:p>
          <a:p>
            <a:pPr lvl="1"/>
            <a:r>
              <a:rPr lang="en-US" dirty="0"/>
              <a:t>Data sent in request body </a:t>
            </a:r>
          </a:p>
          <a:p>
            <a:pPr lvl="1"/>
            <a:r>
              <a:rPr lang="en-US" dirty="0"/>
              <a:t>Not idempotent (repeating creates duplicates) </a:t>
            </a:r>
          </a:p>
          <a:p>
            <a:r>
              <a:rPr lang="en-US" dirty="0"/>
              <a:t>👉 Example:</a:t>
            </a:r>
          </a:p>
          <a:p>
            <a:pPr rtl="0"/>
            <a:r>
              <a:rPr lang="en-US" sz="1100" b="0" i="0" u="none" strike="noStrike" cap="none" dirty="0">
                <a:solidFill>
                  <a:srgbClr val="000000"/>
                </a:solidFill>
                <a:latin typeface="Arial"/>
                <a:ea typeface="Arial"/>
                <a:cs typeface="Arial"/>
                <a:sym typeface="Arial"/>
              </a:rPr>
              <a:t>POST /users</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Body: { "name": "John" }</a:t>
            </a:r>
          </a:p>
          <a:p>
            <a:br>
              <a:rPr lang="en-US" dirty="0"/>
            </a:br>
            <a:endParaRPr lang="en-US" dirty="0"/>
          </a:p>
          <a:p>
            <a:r>
              <a:rPr lang="en-US" b="1" dirty="0"/>
              <a:t>🔹 3. PUT</a:t>
            </a:r>
          </a:p>
          <a:p>
            <a:r>
              <a:rPr lang="en-US" b="1" dirty="0"/>
              <a:t>Purpose:</a:t>
            </a:r>
            <a:r>
              <a:rPr lang="en-US" dirty="0"/>
              <a:t> Update/replace an entire resource </a:t>
            </a:r>
          </a:p>
          <a:p>
            <a:r>
              <a:rPr lang="en-US" b="1" dirty="0"/>
              <a:t>Example:</a:t>
            </a:r>
            <a:r>
              <a:rPr lang="en-US" dirty="0"/>
              <a:t> Replace user data completely </a:t>
            </a:r>
          </a:p>
          <a:p>
            <a:r>
              <a:rPr lang="en-US" b="1" dirty="0"/>
              <a:t>Key points:</a:t>
            </a:r>
            <a:r>
              <a:rPr lang="en-US" dirty="0"/>
              <a:t> </a:t>
            </a:r>
          </a:p>
          <a:p>
            <a:pPr lvl="1"/>
            <a:r>
              <a:rPr lang="en-US" dirty="0"/>
              <a:t>Idempotent (same request → same result) </a:t>
            </a:r>
          </a:p>
          <a:p>
            <a:r>
              <a:rPr lang="en-US" dirty="0"/>
              <a:t>👉 Example:</a:t>
            </a:r>
          </a:p>
          <a:p>
            <a:pPr rtl="0"/>
            <a:r>
              <a:rPr lang="en-US" sz="1100" b="0" i="0" u="none" strike="noStrike" cap="none" dirty="0">
                <a:solidFill>
                  <a:srgbClr val="000000"/>
                </a:solidFill>
                <a:latin typeface="Arial"/>
                <a:ea typeface="Arial"/>
                <a:cs typeface="Arial"/>
                <a:sym typeface="Arial"/>
              </a:rPr>
              <a:t>PUT /users/10</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Body: { "name": "John Updated" }</a:t>
            </a:r>
          </a:p>
          <a:p>
            <a:br>
              <a:rPr lang="en-US" dirty="0"/>
            </a:br>
            <a:endParaRPr lang="en-US" dirty="0"/>
          </a:p>
          <a:p>
            <a:r>
              <a:rPr lang="en-US" b="1" dirty="0"/>
              <a:t>🔹 4. PATCH</a:t>
            </a:r>
          </a:p>
          <a:p>
            <a:r>
              <a:rPr lang="en-US" b="1" dirty="0"/>
              <a:t>Purpose:</a:t>
            </a:r>
            <a:r>
              <a:rPr lang="en-US" dirty="0"/>
              <a:t> Partially update a resource </a:t>
            </a:r>
          </a:p>
          <a:p>
            <a:r>
              <a:rPr lang="en-US" b="1" dirty="0"/>
              <a:t>Example:</a:t>
            </a:r>
            <a:r>
              <a:rPr lang="en-US" dirty="0"/>
              <a:t> Update only one field </a:t>
            </a:r>
          </a:p>
          <a:p>
            <a:r>
              <a:rPr lang="en-US" b="1" dirty="0"/>
              <a:t>Key points:</a:t>
            </a:r>
            <a:r>
              <a:rPr lang="en-US" dirty="0"/>
              <a:t> </a:t>
            </a:r>
          </a:p>
          <a:p>
            <a:pPr lvl="1"/>
            <a:r>
              <a:rPr lang="en-US" dirty="0"/>
              <a:t>More efficient than PUT for small updates </a:t>
            </a:r>
          </a:p>
          <a:p>
            <a:r>
              <a:rPr lang="en-US" dirty="0"/>
              <a:t>👉 Example:</a:t>
            </a:r>
          </a:p>
          <a:p>
            <a:pPr rtl="0"/>
            <a:r>
              <a:rPr lang="en-US" sz="1100" b="0" i="0" u="none" strike="noStrike" cap="none" dirty="0">
                <a:solidFill>
                  <a:srgbClr val="000000"/>
                </a:solidFill>
                <a:latin typeface="Arial"/>
                <a:ea typeface="Arial"/>
                <a:cs typeface="Arial"/>
                <a:sym typeface="Arial"/>
              </a:rPr>
              <a:t>PATCH /users/10</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Body: { "name": "John Updated" }</a:t>
            </a:r>
          </a:p>
          <a:p>
            <a:br>
              <a:rPr lang="en-US" dirty="0"/>
            </a:br>
            <a:endParaRPr lang="en-US" dirty="0"/>
          </a:p>
          <a:p>
            <a:r>
              <a:rPr lang="en-US" b="1" dirty="0"/>
              <a:t>🔹 5. DELETE</a:t>
            </a:r>
          </a:p>
          <a:p>
            <a:r>
              <a:rPr lang="en-US" b="1" dirty="0"/>
              <a:t>Purpose:</a:t>
            </a:r>
            <a:r>
              <a:rPr lang="en-US" dirty="0"/>
              <a:t> Remove a resource </a:t>
            </a:r>
          </a:p>
          <a:p>
            <a:r>
              <a:rPr lang="en-US" b="1" dirty="0"/>
              <a:t>Example:</a:t>
            </a:r>
            <a:r>
              <a:rPr lang="en-US" dirty="0"/>
              <a:t> Delete a user </a:t>
            </a:r>
          </a:p>
          <a:p>
            <a:r>
              <a:rPr lang="en-US" b="1" dirty="0"/>
              <a:t>Key points:</a:t>
            </a:r>
            <a:r>
              <a:rPr lang="en-US" dirty="0"/>
              <a:t> </a:t>
            </a:r>
          </a:p>
          <a:p>
            <a:pPr lvl="1"/>
            <a:r>
              <a:rPr lang="en-US" dirty="0"/>
              <a:t>Idempotent (deleting again has no effect) </a:t>
            </a:r>
          </a:p>
          <a:p>
            <a:r>
              <a:rPr lang="en-US" dirty="0"/>
              <a:t>👉 Example:</a:t>
            </a:r>
          </a:p>
          <a:p>
            <a:pPr rtl="0"/>
            <a:r>
              <a:rPr lang="en-US" sz="1100" b="0" i="0" u="none" strike="noStrike" cap="none" dirty="0">
                <a:solidFill>
                  <a:srgbClr val="000000"/>
                </a:solidFill>
                <a:latin typeface="Arial"/>
                <a:ea typeface="Arial"/>
                <a:cs typeface="Arial"/>
                <a:sym typeface="Arial"/>
              </a:rPr>
              <a:t>DELETE /users/10</a:t>
            </a:r>
          </a:p>
          <a:p>
            <a:br>
              <a:rPr lang="en-US" dirty="0"/>
            </a:br>
            <a:endParaRPr lang="en-US" dirty="0"/>
          </a:p>
          <a:p>
            <a:r>
              <a:rPr lang="en-US" b="1" dirty="0"/>
              <a:t>🔹 6. HEAD</a:t>
            </a:r>
          </a:p>
          <a:p>
            <a:r>
              <a:rPr lang="en-US" b="1" dirty="0"/>
              <a:t>Purpose:</a:t>
            </a:r>
            <a:r>
              <a:rPr lang="en-US" dirty="0"/>
              <a:t> Same as GET but returns </a:t>
            </a:r>
            <a:r>
              <a:rPr lang="en-US" b="1" dirty="0"/>
              <a:t>only headers</a:t>
            </a:r>
            <a:r>
              <a:rPr lang="en-US" dirty="0"/>
              <a:t> </a:t>
            </a:r>
          </a:p>
          <a:p>
            <a:r>
              <a:rPr lang="en-US" b="1" dirty="0"/>
              <a:t>Use case:</a:t>
            </a:r>
            <a:r>
              <a:rPr lang="en-US" dirty="0"/>
              <a:t> Check if a resource exists or get metadata </a:t>
            </a:r>
          </a:p>
          <a:p>
            <a:r>
              <a:rPr lang="en-US" dirty="0"/>
              <a:t>👉 Example:</a:t>
            </a:r>
          </a:p>
          <a:p>
            <a:pPr rtl="0"/>
            <a:r>
              <a:rPr lang="en-US" sz="1100" b="0" i="0" u="none" strike="noStrike" cap="none" dirty="0">
                <a:solidFill>
                  <a:srgbClr val="000000"/>
                </a:solidFill>
                <a:latin typeface="Arial"/>
                <a:ea typeface="Arial"/>
                <a:cs typeface="Arial"/>
                <a:sym typeface="Arial"/>
              </a:rPr>
              <a:t>HEAD /users/10</a:t>
            </a:r>
          </a:p>
          <a:p>
            <a:br>
              <a:rPr lang="en-US" dirty="0"/>
            </a:br>
            <a:endParaRPr lang="en-US" dirty="0"/>
          </a:p>
          <a:p>
            <a:r>
              <a:rPr lang="en-US" b="1" dirty="0"/>
              <a:t>🔹 7. OPTIONS</a:t>
            </a:r>
          </a:p>
          <a:p>
            <a:r>
              <a:rPr lang="en-US" b="1" dirty="0"/>
              <a:t>Purpose:</a:t>
            </a:r>
            <a:r>
              <a:rPr lang="en-US" dirty="0"/>
              <a:t> Get supported methods for a resource </a:t>
            </a:r>
          </a:p>
          <a:p>
            <a:r>
              <a:rPr lang="en-US" b="1" dirty="0"/>
              <a:t>Use case:</a:t>
            </a:r>
            <a:r>
              <a:rPr lang="en-US" dirty="0"/>
              <a:t> Used in CORS (preflight requests) </a:t>
            </a:r>
          </a:p>
          <a:p>
            <a:r>
              <a:rPr lang="en-US" dirty="0"/>
              <a:t>👉 Example:</a:t>
            </a:r>
          </a:p>
          <a:p>
            <a:pPr rtl="0"/>
            <a:r>
              <a:rPr lang="en-US" sz="1100" b="0" i="0" u="none" strike="noStrike" cap="none" dirty="0">
                <a:solidFill>
                  <a:srgbClr val="000000"/>
                </a:solidFill>
                <a:latin typeface="Arial"/>
                <a:ea typeface="Arial"/>
                <a:cs typeface="Arial"/>
                <a:sym typeface="Arial"/>
              </a:rPr>
              <a:t>OPTIONS /users</a:t>
            </a:r>
          </a:p>
          <a:p>
            <a:br>
              <a:rPr lang="en-US" dirty="0"/>
            </a:br>
            <a:endParaRPr lang="en-US" dirty="0"/>
          </a:p>
          <a:p>
            <a:r>
              <a:rPr lang="en-US" b="1" dirty="0"/>
              <a:t>🔹 8. TRACE</a:t>
            </a:r>
          </a:p>
          <a:p>
            <a:r>
              <a:rPr lang="en-US" b="1" dirty="0"/>
              <a:t>Purpose:</a:t>
            </a:r>
            <a:r>
              <a:rPr lang="en-US" dirty="0"/>
              <a:t> Echo the received request (debugging) </a:t>
            </a:r>
          </a:p>
          <a:p>
            <a:r>
              <a:rPr lang="en-US" dirty="0"/>
              <a:t>Rarely used due to security concerns </a:t>
            </a:r>
          </a:p>
          <a:p>
            <a:br>
              <a:rPr lang="en-US" dirty="0"/>
            </a:br>
            <a:endParaRPr lang="en-US" dirty="0"/>
          </a:p>
          <a:p>
            <a:r>
              <a:rPr lang="en-US" b="1" dirty="0"/>
              <a:t>🔹 9. CONNECT</a:t>
            </a:r>
          </a:p>
          <a:p>
            <a:r>
              <a:rPr lang="en-US" b="1" dirty="0"/>
              <a:t>Purpose:</a:t>
            </a:r>
            <a:r>
              <a:rPr lang="en-US" dirty="0"/>
              <a:t> Establish a tunnel (used for HTTPS via proxies)</a:t>
            </a: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bd75057f9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bd75057f9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95800fad6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95800fad6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Instructors are encouraged to take just a moment to talk about the specific header fields with the understanding we won't be using them in our software.</a:t>
            </a:r>
          </a:p>
          <a:p>
            <a:r>
              <a:rPr lang="en-US" b="1" dirty="0"/>
              <a:t>🔹 Request Headers (sent by client)</a:t>
            </a:r>
          </a:p>
          <a:p>
            <a:r>
              <a:rPr lang="en-US" b="1" dirty="0"/>
              <a:t>Host</a:t>
            </a:r>
            <a:r>
              <a:rPr lang="en-US" dirty="0"/>
              <a:t> – Specifies the domain name of the server (required in HTTP/1.1). </a:t>
            </a:r>
          </a:p>
          <a:p>
            <a:r>
              <a:rPr lang="en-US" b="1" dirty="0"/>
              <a:t>User-Agent</a:t>
            </a:r>
            <a:r>
              <a:rPr lang="en-US" dirty="0"/>
              <a:t> – Identifies the client (browser, app, OS). </a:t>
            </a:r>
          </a:p>
          <a:p>
            <a:r>
              <a:rPr lang="en-US" b="1" dirty="0"/>
              <a:t>Accept</a:t>
            </a:r>
            <a:r>
              <a:rPr lang="en-US" dirty="0"/>
              <a:t> – Defines what content types the client can process (e.g., JSON, HTML). </a:t>
            </a:r>
          </a:p>
          <a:p>
            <a:r>
              <a:rPr lang="en-US" b="1" dirty="0"/>
              <a:t>Accept-Encoding</a:t>
            </a:r>
            <a:r>
              <a:rPr lang="en-US" dirty="0"/>
              <a:t> – Lists supported compression methods (e.g., </a:t>
            </a:r>
            <a:r>
              <a:rPr lang="en-US" dirty="0" err="1"/>
              <a:t>gzip</a:t>
            </a:r>
            <a:r>
              <a:rPr lang="en-US" dirty="0"/>
              <a:t>, </a:t>
            </a:r>
            <a:r>
              <a:rPr lang="en-US" dirty="0" err="1"/>
              <a:t>br</a:t>
            </a:r>
            <a:r>
              <a:rPr lang="en-US" dirty="0"/>
              <a:t>). </a:t>
            </a:r>
          </a:p>
          <a:p>
            <a:r>
              <a:rPr lang="en-US" b="1" dirty="0"/>
              <a:t>Accept-Language</a:t>
            </a:r>
            <a:r>
              <a:rPr lang="en-US" dirty="0"/>
              <a:t> – Indicates preferred language(s) for the response. </a:t>
            </a:r>
          </a:p>
          <a:p>
            <a:r>
              <a:rPr lang="en-US" b="1" dirty="0"/>
              <a:t>Authorization</a:t>
            </a:r>
            <a:r>
              <a:rPr lang="en-US" dirty="0"/>
              <a:t> – Contains credentials for authenticating the client. </a:t>
            </a:r>
          </a:p>
          <a:p>
            <a:r>
              <a:rPr lang="en-US" b="1" dirty="0"/>
              <a:t>Cookie</a:t>
            </a:r>
            <a:r>
              <a:rPr lang="en-US" dirty="0"/>
              <a:t> – Sends stored cookies from client to server. </a:t>
            </a:r>
          </a:p>
          <a:p>
            <a:r>
              <a:rPr lang="en-US" b="1" dirty="0"/>
              <a:t>Content-Type</a:t>
            </a:r>
            <a:r>
              <a:rPr lang="en-US" dirty="0"/>
              <a:t> – Specifies the format of the request body (e.g., application/</a:t>
            </a:r>
            <a:r>
              <a:rPr lang="en-US" dirty="0" err="1"/>
              <a:t>json</a:t>
            </a:r>
            <a:r>
              <a:rPr lang="en-US" dirty="0"/>
              <a:t>). </a:t>
            </a:r>
          </a:p>
          <a:p>
            <a:r>
              <a:rPr lang="en-US" b="1" dirty="0"/>
              <a:t>Content-Length</a:t>
            </a:r>
            <a:r>
              <a:rPr lang="en-US" dirty="0"/>
              <a:t> – Size of the request body in bytes. </a:t>
            </a:r>
          </a:p>
          <a:p>
            <a:r>
              <a:rPr lang="en-US" b="1" dirty="0" err="1"/>
              <a:t>Referer</a:t>
            </a:r>
            <a:r>
              <a:rPr lang="en-US" dirty="0"/>
              <a:t> – Indicates the URL of the previous page making the request. </a:t>
            </a:r>
          </a:p>
          <a:p>
            <a:r>
              <a:rPr lang="en-US" b="1" dirty="0"/>
              <a:t>Origin</a:t>
            </a:r>
            <a:r>
              <a:rPr lang="en-US" dirty="0"/>
              <a:t> – Identifies the origin (scheme + host + port) of the request (used in CORS). </a:t>
            </a:r>
          </a:p>
          <a:p>
            <a:r>
              <a:rPr lang="en-US" b="1" dirty="0"/>
              <a:t>Connection</a:t>
            </a:r>
            <a:r>
              <a:rPr lang="en-US" dirty="0"/>
              <a:t> – Controls whether the network connection stays open (keep-alive/close). </a:t>
            </a:r>
          </a:p>
          <a:p>
            <a:r>
              <a:rPr lang="en-US" b="1" dirty="0"/>
              <a:t>Cache-Control</a:t>
            </a:r>
            <a:r>
              <a:rPr lang="en-US" dirty="0"/>
              <a:t> – Directives for caching behavior (e.g., no-cache). </a:t>
            </a:r>
          </a:p>
          <a:p>
            <a:br>
              <a:rPr lang="en-US" dirty="0"/>
            </a:br>
            <a:endParaRPr lang="en-US" dirty="0"/>
          </a:p>
          <a:p>
            <a:r>
              <a:rPr lang="en-US" b="1" dirty="0"/>
              <a:t>🔹 Response Headers (sent by server)</a:t>
            </a:r>
          </a:p>
          <a:p>
            <a:r>
              <a:rPr lang="en-US" b="1" dirty="0"/>
              <a:t>Content-Type</a:t>
            </a:r>
            <a:r>
              <a:rPr lang="en-US" dirty="0"/>
              <a:t> – Specifies the media type of the response body. </a:t>
            </a:r>
          </a:p>
          <a:p>
            <a:r>
              <a:rPr lang="en-US" b="1" dirty="0"/>
              <a:t>Content-Length</a:t>
            </a:r>
            <a:r>
              <a:rPr lang="en-US" dirty="0"/>
              <a:t> – Size of the response body in bytes. </a:t>
            </a:r>
          </a:p>
          <a:p>
            <a:r>
              <a:rPr lang="en-US" b="1" dirty="0"/>
              <a:t>Set-Cookie</a:t>
            </a:r>
            <a:r>
              <a:rPr lang="en-US" dirty="0"/>
              <a:t> – Sends cookies from server to client. </a:t>
            </a:r>
          </a:p>
          <a:p>
            <a:r>
              <a:rPr lang="en-US" b="1" dirty="0"/>
              <a:t>Cache-Control</a:t>
            </a:r>
            <a:r>
              <a:rPr lang="en-US" dirty="0"/>
              <a:t> – Defines caching rules for the response. </a:t>
            </a:r>
          </a:p>
          <a:p>
            <a:r>
              <a:rPr lang="en-US" b="1" dirty="0"/>
              <a:t>Expires</a:t>
            </a:r>
            <a:r>
              <a:rPr lang="en-US" dirty="0"/>
              <a:t> – Specifies when the response becomes stale. </a:t>
            </a:r>
          </a:p>
          <a:p>
            <a:r>
              <a:rPr lang="en-US" b="1" dirty="0"/>
              <a:t>ETag</a:t>
            </a:r>
            <a:r>
              <a:rPr lang="en-US" dirty="0"/>
              <a:t> – Unique identifier for a resource version (used for caching). </a:t>
            </a:r>
          </a:p>
          <a:p>
            <a:r>
              <a:rPr lang="en-US" b="1" dirty="0"/>
              <a:t>Last-Modified</a:t>
            </a:r>
            <a:r>
              <a:rPr lang="en-US" dirty="0"/>
              <a:t> – Timestamp of when the resource was last changed. </a:t>
            </a:r>
          </a:p>
          <a:p>
            <a:r>
              <a:rPr lang="en-US" b="1" dirty="0"/>
              <a:t>Location</a:t>
            </a:r>
            <a:r>
              <a:rPr lang="en-US" dirty="0"/>
              <a:t> – URL for redirection (used with 3xx responses). </a:t>
            </a:r>
          </a:p>
          <a:p>
            <a:r>
              <a:rPr lang="en-US" b="1" dirty="0"/>
              <a:t>Server</a:t>
            </a:r>
            <a:r>
              <a:rPr lang="en-US" dirty="0"/>
              <a:t> – Information about the server software. </a:t>
            </a:r>
          </a:p>
          <a:p>
            <a:r>
              <a:rPr lang="en-US" b="1" dirty="0"/>
              <a:t>WWW-Authenticate</a:t>
            </a:r>
            <a:r>
              <a:rPr lang="en-US" dirty="0"/>
              <a:t> – Indicates authentication method required. </a:t>
            </a:r>
          </a:p>
          <a:p>
            <a:r>
              <a:rPr lang="en-US" b="1" dirty="0"/>
              <a:t>Access-Control-Allow-Origin</a:t>
            </a:r>
            <a:r>
              <a:rPr lang="en-US" dirty="0"/>
              <a:t> – Specifies allowed origins for CORS. </a:t>
            </a:r>
          </a:p>
          <a:p>
            <a:r>
              <a:rPr lang="en-US" b="1" dirty="0"/>
              <a:t>Access-Control-Allow-Methods</a:t>
            </a:r>
            <a:r>
              <a:rPr lang="en-US" dirty="0"/>
              <a:t> – Lists allowed HTTP methods for CORS. </a:t>
            </a:r>
          </a:p>
          <a:p>
            <a:r>
              <a:rPr lang="en-US" b="1" dirty="0"/>
              <a:t>Access-Control-Allow-Headers</a:t>
            </a:r>
            <a:r>
              <a:rPr lang="en-US" dirty="0"/>
              <a:t> – Lists allowed headers in requests (CORS). </a:t>
            </a:r>
          </a:p>
          <a:p>
            <a:r>
              <a:rPr lang="en-US" b="1" dirty="0"/>
              <a:t>Transfer-Encoding</a:t>
            </a:r>
            <a:r>
              <a:rPr lang="en-US" dirty="0"/>
              <a:t> – Indicates encoding for message body (e.g., chunked)</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bd75057f9e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bd75057f9e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    public Stream&lt;String&gt; lines() {</a:t>
            </a:r>
          </a:p>
          <a:p>
            <a:r>
              <a:rPr lang="en-US" sz="1100" b="0" i="0" u="none" strike="noStrike" cap="none" dirty="0">
                <a:solidFill>
                  <a:srgbClr val="000000"/>
                </a:solidFill>
                <a:effectLst/>
                <a:latin typeface="Arial"/>
                <a:ea typeface="Arial"/>
                <a:cs typeface="Arial"/>
                <a:sym typeface="Arial"/>
              </a:rPr>
              <a:t>        return </a:t>
            </a:r>
            <a:r>
              <a:rPr lang="en-US" sz="1100" b="0" i="0" u="none" strike="noStrike" cap="none" dirty="0" err="1">
                <a:solidFill>
                  <a:srgbClr val="000000"/>
                </a:solidFill>
                <a:effectLst/>
                <a:latin typeface="Arial"/>
                <a:ea typeface="Arial"/>
                <a:cs typeface="Arial"/>
                <a:sym typeface="Arial"/>
              </a:rPr>
              <a:t>br.lines</a:t>
            </a:r>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takeWhile</a:t>
            </a:r>
            <a:r>
              <a:rPr lang="en-US" sz="1100" b="0" i="0" u="none" strike="noStrike" cap="none" dirty="0">
                <a:solidFill>
                  <a:srgbClr val="000000"/>
                </a:solidFill>
                <a:effectLst/>
                <a:latin typeface="Arial"/>
                <a:ea typeface="Arial"/>
                <a:cs typeface="Arial"/>
                <a:sym typeface="Arial"/>
              </a:rPr>
              <a:t>(line -&gt; !</a:t>
            </a:r>
            <a:r>
              <a:rPr lang="en-US" sz="1100" b="0" i="0" u="none" strike="noStrike" cap="none" dirty="0" err="1">
                <a:solidFill>
                  <a:srgbClr val="000000"/>
                </a:solidFill>
                <a:effectLst/>
                <a:latin typeface="Arial"/>
                <a:ea typeface="Arial"/>
                <a:cs typeface="Arial"/>
                <a:sym typeface="Arial"/>
              </a:rPr>
              <a:t>line.isEmpty</a:t>
            </a:r>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onClose</a:t>
            </a:r>
            <a:r>
              <a:rPr lang="en-US" sz="1100" b="0" i="0" u="none" strike="noStrike" cap="none" dirty="0">
                <a:solidFill>
                  <a:srgbClr val="000000"/>
                </a:solidFill>
                <a:effectLst/>
                <a:latin typeface="Arial"/>
                <a:ea typeface="Arial"/>
                <a:cs typeface="Arial"/>
                <a:sym typeface="Arial"/>
              </a:rPr>
              <a:t>(() -&gt; {</a:t>
            </a:r>
          </a:p>
          <a:p>
            <a:r>
              <a:rPr lang="en-US" sz="1100" b="0" i="0" u="none" strike="noStrike" cap="none" dirty="0">
                <a:solidFill>
                  <a:srgbClr val="000000"/>
                </a:solidFill>
                <a:effectLst/>
                <a:latin typeface="Arial"/>
                <a:ea typeface="Arial"/>
                <a:cs typeface="Arial"/>
                <a:sym typeface="Arial"/>
              </a:rPr>
              <a:t>                // IMPORTANT: do NOT close </a:t>
            </a:r>
            <a:r>
              <a:rPr lang="en-US" sz="1100" b="0" i="0" u="none" strike="noStrike" cap="none" dirty="0" err="1">
                <a:solidFill>
                  <a:srgbClr val="000000"/>
                </a:solidFill>
                <a:effectLst/>
                <a:latin typeface="Arial"/>
                <a:ea typeface="Arial"/>
                <a:cs typeface="Arial"/>
                <a:sym typeface="Arial"/>
              </a:rPr>
              <a:t>br</a:t>
            </a:r>
            <a:r>
              <a:rPr lang="en-US" sz="1100" b="0" i="0" u="none" strike="noStrike" cap="none" dirty="0">
                <a:solidFill>
                  <a:srgbClr val="000000"/>
                </a:solidFill>
                <a:effectLst/>
                <a:latin typeface="Arial"/>
                <a:ea typeface="Arial"/>
                <a:cs typeface="Arial"/>
                <a:sym typeface="Arial"/>
              </a:rPr>
              <a:t> (would close socket).</a:t>
            </a:r>
          </a:p>
          <a:p>
            <a:pPr lvl="1"/>
            <a:r>
              <a:rPr lang="en-US" sz="1100" b="0" i="0" u="none" strike="noStrike" cap="none" dirty="0">
                <a:solidFill>
                  <a:srgbClr val="000000"/>
                </a:solidFill>
                <a:effectLst/>
                <a:latin typeface="Arial"/>
                <a:ea typeface="Arial"/>
                <a:cs typeface="Arial"/>
                <a:sym typeface="Arial"/>
              </a:rPr>
              <a:t>    // We want to keep the reader open to read body.</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    }</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cc00680847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cc00680847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bd75057f9e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bd75057f9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Response should match the content type and content length information.</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cc00680847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3cc00680847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Instructors are encouraged to take just a moment to talk about the specific header fields with the understanding we won't be using them in our software.</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cc00680847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cc00680847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Run 1 -&gt; with simple text</a:t>
            </a:r>
          </a:p>
          <a:p>
            <a:pPr marL="0" lvl="0" indent="0" algn="l" rtl="0">
              <a:spcBef>
                <a:spcPts val="0"/>
              </a:spcBef>
              <a:spcAft>
                <a:spcPts val="0"/>
              </a:spcAft>
              <a:buNone/>
            </a:pPr>
            <a:r>
              <a:rPr lang="en-US" dirty="0"/>
              <a:t>Run 2 -&gt; Run with html content. Don’t forget to ensure that content type is set correctly.</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95b0e3182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395b0e3182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Prompt: what is the date of birth to be valid drinking age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Check the Chrome </a:t>
            </a:r>
            <a:r>
              <a:rPr lang="en-US" dirty="0" err="1"/>
              <a:t>DevTool</a:t>
            </a:r>
            <a:r>
              <a:rPr lang="en-US" dirty="0"/>
              <a:t> </a:t>
            </a:r>
            <a:r>
              <a:rPr lang="en-US" dirty="0">
                <a:sym typeface="Wingdings" panose="05000000000000000000" pitchFamily="2" charset="2"/>
              </a:rPr>
              <a:t> Payload to show the data coming</a:t>
            </a:r>
          </a:p>
          <a:p>
            <a:pPr marL="0" lvl="0" indent="0" algn="l" rtl="0">
              <a:spcBef>
                <a:spcPts val="0"/>
              </a:spcBef>
              <a:spcAft>
                <a:spcPts val="0"/>
              </a:spcAft>
              <a:buNone/>
            </a:pPr>
            <a:r>
              <a:rPr lang="en-US" dirty="0">
                <a:sym typeface="Wingdings" panose="05000000000000000000" pitchFamily="2" charset="2"/>
              </a:rPr>
              <a:t>In the code use http stream to read the incoming data.</a:t>
            </a:r>
          </a:p>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95b0e3182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95b0e3182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Show the payload in the browser</a:t>
            </a:r>
          </a:p>
          <a:p>
            <a:pPr marL="0" lvl="0" indent="0" algn="l" rtl="0">
              <a:spcBef>
                <a:spcPts val="0"/>
              </a:spcBef>
              <a:spcAft>
                <a:spcPts val="0"/>
              </a:spcAft>
              <a:buNone/>
            </a:pPr>
            <a:endParaRPr lang="en-US" dirty="0"/>
          </a:p>
          <a:p>
            <a:pPr rtl="0"/>
            <a:r>
              <a:rPr lang="en-US" sz="1100" b="0" i="0" u="none" strike="noStrike" cap="none" dirty="0">
                <a:solidFill>
                  <a:srgbClr val="000000"/>
                </a:solidFill>
                <a:latin typeface="Arial"/>
                <a:ea typeface="Arial"/>
                <a:cs typeface="Arial"/>
                <a:sym typeface="Arial"/>
              </a:rPr>
              <a:t>Content-Type: application/x-www-form-</a:t>
            </a:r>
            <a:r>
              <a:rPr lang="en-US" sz="1100" b="0" i="0" u="none" strike="noStrike" cap="none" dirty="0" err="1">
                <a:solidFill>
                  <a:srgbClr val="000000"/>
                </a:solidFill>
                <a:latin typeface="Arial"/>
                <a:ea typeface="Arial"/>
                <a:cs typeface="Arial"/>
                <a:sym typeface="Arial"/>
              </a:rPr>
              <a:t>urlencoded</a:t>
            </a:r>
            <a:endParaRPr lang="en-US" sz="1100" b="0" i="0" u="none" strike="noStrike" cap="none" dirty="0">
              <a:solidFill>
                <a:srgbClr val="000000"/>
              </a:solidFill>
              <a:latin typeface="Arial"/>
              <a:ea typeface="Arial"/>
              <a:cs typeface="Arial"/>
              <a:sym typeface="Arial"/>
            </a:endParaRPr>
          </a:p>
          <a:p>
            <a:r>
              <a:rPr lang="en-US" b="1" dirty="0"/>
              <a:t>This header tells the server that the request body contains form data encoded as key-value pairs in URL format.</a:t>
            </a:r>
            <a:endParaRPr lang="en-US" dirty="0"/>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bd75057f9e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3bd75057f9e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c55aee78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c55aee78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c55aee7871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3c55aee787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c5b6a66b6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3c5b6a66b67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public String[] split(String regex, int limit): Limits the number of resulting substrings.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.map(s -&gt; </a:t>
            </a:r>
            <a:r>
              <a:rPr lang="en-US" sz="1100" b="0" i="0" u="none" strike="noStrike" cap="none" dirty="0" err="1">
                <a:solidFill>
                  <a:srgbClr val="000000"/>
                </a:solidFill>
                <a:effectLst/>
                <a:latin typeface="Arial"/>
                <a:ea typeface="Arial"/>
                <a:cs typeface="Arial"/>
                <a:sym typeface="Arial"/>
              </a:rPr>
              <a:t>s.split</a:t>
            </a:r>
            <a:r>
              <a:rPr lang="en-US" sz="1100" b="0" i="0" u="none" strike="noStrike" cap="none" dirty="0">
                <a:solidFill>
                  <a:srgbClr val="000000"/>
                </a:solidFill>
                <a:effectLst/>
                <a:latin typeface="Arial"/>
                <a:ea typeface="Arial"/>
                <a:cs typeface="Arial"/>
                <a:sym typeface="Arial"/>
              </a:rPr>
              <a:t>(": ", 2)) </a:t>
            </a:r>
            <a:r>
              <a:rPr lang="en-US" sz="1100" b="0" i="0" u="none" strike="noStrike" cap="none" dirty="0">
                <a:solidFill>
                  <a:srgbClr val="000000"/>
                </a:solidFill>
                <a:effectLst/>
                <a:latin typeface="Arial"/>
                <a:ea typeface="Arial"/>
                <a:cs typeface="Arial"/>
                <a:sym typeface="Wingdings" panose="05000000000000000000" pitchFamily="2" charset="2"/>
              </a:rPr>
              <a:t> Ensure that only 2 substring is created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c5b6a66b67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3c5b6a66b6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c55aee7871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3c55aee7871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CORS</a:t>
            </a:r>
            <a:r>
              <a:rPr lang="en-US" dirty="0"/>
              <a:t>: </a:t>
            </a:r>
            <a:r>
              <a:rPr lang="en-US" b="1" dirty="0"/>
              <a:t>Cross-Origin Resource Sharing</a:t>
            </a:r>
            <a:r>
              <a:rPr lang="en-US" dirty="0"/>
              <a:t>.</a:t>
            </a:r>
          </a:p>
          <a:p>
            <a:pPr marL="0" lvl="0" indent="0" algn="l" rtl="0">
              <a:spcBef>
                <a:spcPts val="0"/>
              </a:spcBef>
              <a:spcAft>
                <a:spcPts val="0"/>
              </a:spcAft>
              <a:buNone/>
            </a:pPr>
            <a:endParaRPr lang="en-US" dirty="0"/>
          </a:p>
          <a:p>
            <a:r>
              <a:rPr lang="en-US" b="1" dirty="0"/>
              <a:t>1. Access-Control-Allow-Origin</a:t>
            </a:r>
          </a:p>
          <a:p>
            <a:r>
              <a:rPr lang="en-US" b="1" dirty="0"/>
              <a:t>What it does</a:t>
            </a:r>
          </a:p>
          <a:p>
            <a:r>
              <a:rPr lang="en-US" dirty="0"/>
              <a:t>This response header tells the browser </a:t>
            </a:r>
            <a:r>
              <a:rPr lang="en-US" b="1" dirty="0"/>
              <a:t>which origin is allowed to access the resource</a:t>
            </a:r>
            <a:r>
              <a:rPr lang="en-US" dirty="0"/>
              <a:t>.</a:t>
            </a:r>
          </a:p>
          <a:p>
            <a:r>
              <a:rPr lang="en-US" dirty="0"/>
              <a:t>Example:</a:t>
            </a:r>
          </a:p>
          <a:p>
            <a:pPr rtl="0"/>
            <a:r>
              <a:rPr lang="en-US" sz="1100" b="0" i="0" u="none" strike="noStrike" cap="none" dirty="0">
                <a:solidFill>
                  <a:srgbClr val="000000"/>
                </a:solidFill>
                <a:latin typeface="Arial"/>
                <a:ea typeface="Arial"/>
                <a:cs typeface="Arial"/>
                <a:sym typeface="Arial"/>
              </a:rPr>
              <a:t>Access-Control-Allow-Origin: https://studentapp.com</a:t>
            </a:r>
          </a:p>
          <a:p>
            <a:r>
              <a:rPr lang="en-US" dirty="0"/>
              <a:t>This means:</a:t>
            </a:r>
            <a:br>
              <a:rPr lang="en-US" dirty="0"/>
            </a:br>
            <a:r>
              <a:rPr lang="en-US" dirty="0"/>
              <a:t>Only JavaScript running on pages from </a:t>
            </a:r>
            <a:r>
              <a:rPr lang="en-US" sz="1100" b="0" i="0" u="none" strike="noStrike" cap="none" dirty="0">
                <a:solidFill>
                  <a:srgbClr val="000000"/>
                </a:solidFill>
                <a:latin typeface="Arial"/>
                <a:ea typeface="Arial"/>
                <a:cs typeface="Arial"/>
                <a:sym typeface="Arial"/>
              </a:rPr>
              <a:t>https://studentapp.com</a:t>
            </a:r>
            <a:r>
              <a:rPr lang="en-US" dirty="0"/>
              <a:t> may access this response.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b="1" dirty="0"/>
              <a:t>Wildcard</a:t>
            </a:r>
          </a:p>
          <a:p>
            <a:pPr rtl="0"/>
            <a:r>
              <a:rPr lang="en-US" sz="1100" b="0" i="0" u="none" strike="noStrike" cap="none" dirty="0">
                <a:solidFill>
                  <a:srgbClr val="000000"/>
                </a:solidFill>
                <a:latin typeface="Arial"/>
                <a:ea typeface="Arial"/>
                <a:cs typeface="Arial"/>
                <a:sym typeface="Arial"/>
              </a:rPr>
              <a:t>Access-Control-Allow-Origin: *</a:t>
            </a:r>
          </a:p>
          <a:p>
            <a:r>
              <a:rPr lang="en-US" dirty="0"/>
              <a:t>Any origin is allowed.</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c55aee7871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c55aee7871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c55aee7871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c55aee7871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That request:</a:t>
            </a:r>
          </a:p>
          <a:p>
            <a:pPr rtl="0"/>
            <a:r>
              <a:rPr lang="en-US" sz="1100" b="0" i="0" u="none" strike="noStrike" cap="none" dirty="0">
                <a:solidFill>
                  <a:srgbClr val="000000"/>
                </a:solidFill>
                <a:latin typeface="Arial"/>
                <a:ea typeface="Arial"/>
                <a:cs typeface="Arial"/>
                <a:sym typeface="Arial"/>
              </a:rPr>
              <a:t>GET /.well-known/</a:t>
            </a:r>
            <a:r>
              <a:rPr lang="en-US" sz="1100" b="0" i="0" u="none" strike="noStrike" cap="none" dirty="0" err="1">
                <a:solidFill>
                  <a:srgbClr val="000000"/>
                </a:solidFill>
                <a:latin typeface="Arial"/>
                <a:ea typeface="Arial"/>
                <a:cs typeface="Arial"/>
                <a:sym typeface="Arial"/>
              </a:rPr>
              <a:t>appspecific</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com.chrome.devtools.json</a:t>
            </a:r>
            <a:r>
              <a:rPr lang="en-US" sz="1100" b="0" i="0" u="none" strike="noStrike" cap="none" dirty="0">
                <a:solidFill>
                  <a:srgbClr val="000000"/>
                </a:solidFill>
                <a:latin typeface="Arial"/>
                <a:ea typeface="Arial"/>
                <a:cs typeface="Arial"/>
                <a:sym typeface="Arial"/>
              </a:rPr>
              <a:t> HTTP/1.1</a:t>
            </a:r>
          </a:p>
          <a:p>
            <a:r>
              <a:rPr lang="en-US" dirty="0"/>
              <a:t>is a </a:t>
            </a:r>
            <a:r>
              <a:rPr lang="en-US" b="1" dirty="0"/>
              <a:t>harmless, automatic request generated by Google Chrome (</a:t>
            </a:r>
            <a:r>
              <a:rPr lang="en-US" b="1" dirty="0" err="1"/>
              <a:t>DevTools</a:t>
            </a:r>
            <a:r>
              <a:rPr lang="en-US" b="1" dirty="0"/>
              <a:t>)</a:t>
            </a:r>
            <a:r>
              <a:rPr lang="en-US" dirty="0"/>
              <a:t>—not something your application explicitly sends.</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c55aee7871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c55aee7871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3cf23e76465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3cf23e76465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c58fd807eb_0_0: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b="1"/>
          </a:p>
          <a:p>
            <a:pPr marL="0" lvl="0" indent="0" algn="l" rtl="0">
              <a:spcBef>
                <a:spcPts val="0"/>
              </a:spcBef>
              <a:spcAft>
                <a:spcPts val="0"/>
              </a:spcAft>
              <a:buNone/>
            </a:pPr>
            <a:endParaRPr/>
          </a:p>
        </p:txBody>
      </p:sp>
      <p:sp>
        <p:nvSpPr>
          <p:cNvPr id="477" name="Google Shape;477;g3c58fd807eb_0_0: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3c58fd807eb_0_9: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7" name="Google Shape;487;g3c58fd807eb_0_9: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3c58fd807eb_0_23: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
        <p:nvSpPr>
          <p:cNvPr id="502" name="Google Shape;502;g3c58fd807eb_0_23: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c58fd807eb_0_32: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
        <p:nvSpPr>
          <p:cNvPr id="512" name="Google Shape;512;g3c58fd807eb_0_32: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c58fd807eb_0_49: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0" name="Google Shape;530;g3c58fd807eb_0_49:notes"/>
          <p:cNvSpPr txBox="1">
            <a:spLocks noGrp="1"/>
          </p:cNvSpPr>
          <p:nvPr>
            <p:ph type="body" idx="1"/>
          </p:nvPr>
        </p:nvSpPr>
        <p:spPr>
          <a:xfrm>
            <a:off x="412750" y="4201079"/>
            <a:ext cx="5961000" cy="48414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Clr>
                <a:schemeClr val="dk1"/>
              </a:buClr>
              <a:buFont typeface="Arial"/>
              <a:buNone/>
            </a:pPr>
            <a:endParaRPr/>
          </a:p>
        </p:txBody>
      </p:sp>
      <p:graphicFrame>
        <p:nvGraphicFramePr>
          <p:cNvPr id="531" name="Google Shape;531;g3c58fd807eb_0_49:notes"/>
          <p:cNvGraphicFramePr/>
          <p:nvPr/>
        </p:nvGraphicFramePr>
        <p:xfrm>
          <a:off x="484188" y="4688114"/>
          <a:ext cx="3000000" cy="3000000"/>
        </p:xfrm>
        <a:graphic>
          <a:graphicData uri="http://schemas.openxmlformats.org/drawingml/2006/table">
            <a:tbl>
              <a:tblPr>
                <a:noFill/>
                <a:tableStyleId>{A6BC7D69-8298-4041-8F1F-79278DC50952}</a:tableStyleId>
              </a:tblPr>
              <a:tblGrid>
                <a:gridCol w="2633400">
                  <a:extLst>
                    <a:ext uri="{9D8B030D-6E8A-4147-A177-3AD203B41FA5}">
                      <a16:colId xmlns:a16="http://schemas.microsoft.com/office/drawing/2014/main" val="20000"/>
                    </a:ext>
                  </a:extLst>
                </a:gridCol>
                <a:gridCol w="2633400">
                  <a:extLst>
                    <a:ext uri="{9D8B030D-6E8A-4147-A177-3AD203B41FA5}">
                      <a16:colId xmlns:a16="http://schemas.microsoft.com/office/drawing/2014/main" val="20001"/>
                    </a:ext>
                  </a:extLst>
                </a:gridCol>
              </a:tblGrid>
              <a:tr h="326575">
                <a:tc>
                  <a:txBody>
                    <a:bodyPr/>
                    <a:lstStyle/>
                    <a:p>
                      <a:pPr marL="0" lvl="0" indent="0" algn="l" rtl="0">
                        <a:spcBef>
                          <a:spcPts val="0"/>
                        </a:spcBef>
                        <a:spcAft>
                          <a:spcPts val="0"/>
                        </a:spcAft>
                        <a:buClr>
                          <a:srgbClr val="FFFFFF"/>
                        </a:buClr>
                        <a:buSzPts val="1100"/>
                        <a:buFont typeface="Arial"/>
                        <a:buNone/>
                      </a:pPr>
                      <a:r>
                        <a:rPr lang="en" sz="1100" b="1">
                          <a:solidFill>
                            <a:srgbClr val="FFFFFF"/>
                          </a:solidFill>
                        </a:rPr>
                        <a:t>Request From Client</a:t>
                      </a:r>
                      <a:endParaRPr sz="1100" b="1">
                        <a:solidFill>
                          <a:srgbClr val="FFFFFF"/>
                        </a:solidFill>
                      </a:endParaRPr>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l" rtl="0">
                        <a:spcBef>
                          <a:spcPts val="0"/>
                        </a:spcBef>
                        <a:spcAft>
                          <a:spcPts val="0"/>
                        </a:spcAft>
                        <a:buClr>
                          <a:srgbClr val="FFFFFF"/>
                        </a:buClr>
                        <a:buSzPts val="1100"/>
                        <a:buFont typeface="Arial"/>
                        <a:buNone/>
                      </a:pPr>
                      <a:r>
                        <a:rPr lang="en" sz="1100" b="1">
                          <a:solidFill>
                            <a:srgbClr val="FFFFFF"/>
                          </a:solidFill>
                        </a:rPr>
                        <a:t>Response(s) From Server</a:t>
                      </a:r>
                      <a:endParaRPr sz="1100" b="1">
                        <a:solidFill>
                          <a:srgbClr val="FFFFFF"/>
                        </a:solidFill>
                      </a:endParaRPr>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70125">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22975">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26750">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c58fd807eb_0_59: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1" name="Google Shape;541;g3c58fd807eb_0_59:notes"/>
          <p:cNvSpPr txBox="1">
            <a:spLocks noGrp="1"/>
          </p:cNvSpPr>
          <p:nvPr>
            <p:ph type="body" idx="1"/>
          </p:nvPr>
        </p:nvSpPr>
        <p:spPr>
          <a:xfrm>
            <a:off x="412750" y="4201079"/>
            <a:ext cx="5961000" cy="48414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b="1"/>
          </a:p>
        </p:txBody>
      </p:sp>
      <p:graphicFrame>
        <p:nvGraphicFramePr>
          <p:cNvPr id="542" name="Google Shape;542;g3c58fd807eb_0_59:notes"/>
          <p:cNvGraphicFramePr/>
          <p:nvPr/>
        </p:nvGraphicFramePr>
        <p:xfrm>
          <a:off x="484188" y="4688114"/>
          <a:ext cx="3000000" cy="3000000"/>
        </p:xfrm>
        <a:graphic>
          <a:graphicData uri="http://schemas.openxmlformats.org/drawingml/2006/table">
            <a:tbl>
              <a:tblPr>
                <a:noFill/>
                <a:tableStyleId>{A6BC7D69-8298-4041-8F1F-79278DC50952}</a:tableStyleId>
              </a:tblPr>
              <a:tblGrid>
                <a:gridCol w="2633400">
                  <a:extLst>
                    <a:ext uri="{9D8B030D-6E8A-4147-A177-3AD203B41FA5}">
                      <a16:colId xmlns:a16="http://schemas.microsoft.com/office/drawing/2014/main" val="20000"/>
                    </a:ext>
                  </a:extLst>
                </a:gridCol>
                <a:gridCol w="2633400">
                  <a:extLst>
                    <a:ext uri="{9D8B030D-6E8A-4147-A177-3AD203B41FA5}">
                      <a16:colId xmlns:a16="http://schemas.microsoft.com/office/drawing/2014/main" val="20001"/>
                    </a:ext>
                  </a:extLst>
                </a:gridCol>
              </a:tblGrid>
              <a:tr h="326575">
                <a:tc>
                  <a:txBody>
                    <a:bodyPr/>
                    <a:lstStyle/>
                    <a:p>
                      <a:pPr marL="0" lvl="0" indent="0" algn="l" rtl="0">
                        <a:spcBef>
                          <a:spcPts val="0"/>
                        </a:spcBef>
                        <a:spcAft>
                          <a:spcPts val="0"/>
                        </a:spcAft>
                        <a:buClr>
                          <a:srgbClr val="FFFFFF"/>
                        </a:buClr>
                        <a:buSzPts val="1100"/>
                        <a:buFont typeface="Arial"/>
                        <a:buNone/>
                      </a:pPr>
                      <a:r>
                        <a:rPr lang="en" sz="1100" b="1">
                          <a:solidFill>
                            <a:srgbClr val="FFFFFF"/>
                          </a:solidFill>
                        </a:rPr>
                        <a:t>Request From Client</a:t>
                      </a:r>
                      <a:endParaRPr sz="1100" b="1">
                        <a:solidFill>
                          <a:srgbClr val="FFFFFF"/>
                        </a:solidFill>
                      </a:endParaRPr>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l" rtl="0">
                        <a:spcBef>
                          <a:spcPts val="0"/>
                        </a:spcBef>
                        <a:spcAft>
                          <a:spcPts val="0"/>
                        </a:spcAft>
                        <a:buClr>
                          <a:srgbClr val="FFFFFF"/>
                        </a:buClr>
                        <a:buSzPts val="1100"/>
                        <a:buFont typeface="Arial"/>
                        <a:buNone/>
                      </a:pPr>
                      <a:r>
                        <a:rPr lang="en" sz="1100" b="1">
                          <a:solidFill>
                            <a:srgbClr val="FFFFFF"/>
                          </a:solidFill>
                        </a:rPr>
                        <a:t>Response(s) From Server</a:t>
                      </a:r>
                      <a:endParaRPr sz="1100" b="1">
                        <a:solidFill>
                          <a:srgbClr val="FFFFFF"/>
                        </a:solidFill>
                      </a:endParaRPr>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70125">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22975">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26750">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SzPts val="1100"/>
                        <a:buFont typeface="Arial"/>
                        <a:buNone/>
                      </a:pPr>
                      <a:endParaRPr sz="1100"/>
                    </a:p>
                  </a:txBody>
                  <a:tcPr marL="114275" marR="114275" marT="87100" marB="871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3c58fd807eb_0_2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3c58fd807eb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might be a good time to demonstrate your browser dev tools to your students which will allow them to see the messages they are sending even if they aren't getting to the server correctly.</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3c58fd807eb_0_2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3c58fd807eb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3c58fd807eb_0_2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3c58fd807eb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c58fd807eb_0_2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3c58fd807eb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3c58fd807eb_0_2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3c58fd807eb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3c58fd807eb_0_2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3c58fd807eb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Instead of the lambda you can also use MyClass::new.</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3c58fd807eb_0_2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3c58fd807eb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3c58fd807eb_0_3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3c58fd807eb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230bdc7f68c_0_13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230bdc7f68c_0_1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34bef8c5006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2" name="Google Shape;652;g34bef8c5006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678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ctivity 1">
  <p:cSld name="AUTOLAYOUT_1_1">
    <p:bg>
      <p:bgPr>
        <a:solidFill>
          <a:srgbClr val="FFFFFF"/>
        </a:solidFill>
        <a:effectLst/>
      </p:bgPr>
    </p:bg>
    <p:spTree>
      <p:nvGrpSpPr>
        <p:cNvPr id="1" name="Shape 64"/>
        <p:cNvGrpSpPr/>
        <p:nvPr/>
      </p:nvGrpSpPr>
      <p:grpSpPr>
        <a:xfrm>
          <a:off x="0" y="0"/>
          <a:ext cx="0" cy="0"/>
          <a:chOff x="0" y="0"/>
          <a:chExt cx="0" cy="0"/>
        </a:xfrm>
      </p:grpSpPr>
      <p:sp>
        <p:nvSpPr>
          <p:cNvPr id="65" name="Google Shape;65;p13"/>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67" name="Google Shape;67;p13"/>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68" name="Google Shape;68;p13"/>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9" name="Google Shape;69;p13"/>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3"/>
          <p:cNvSpPr txBox="1">
            <a:spLocks noGrp="1"/>
          </p:cNvSpPr>
          <p:nvPr>
            <p:ph type="title"/>
          </p:nvPr>
        </p:nvSpPr>
        <p:spPr>
          <a:xfrm>
            <a:off x="1436850" y="763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71" name="Google Shape;71;p13"/>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73" name="Google Shape;73;p13"/>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74"/>
        <p:cNvGrpSpPr/>
        <p:nvPr/>
      </p:nvGrpSpPr>
      <p:grpSpPr>
        <a:xfrm>
          <a:off x="0" y="0"/>
          <a:ext cx="0" cy="0"/>
          <a:chOff x="0" y="0"/>
          <a:chExt cx="0" cy="0"/>
        </a:xfrm>
      </p:grpSpPr>
      <p:sp>
        <p:nvSpPr>
          <p:cNvPr id="75" name="Google Shape;75;p1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4"/>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7" name="Google Shape;77;p1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8" name="Google Shape;7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79"/>
        <p:cNvGrpSpPr/>
        <p:nvPr/>
      </p:nvGrpSpPr>
      <p:grpSpPr>
        <a:xfrm>
          <a:off x="0" y="0"/>
          <a:ext cx="0" cy="0"/>
          <a:chOff x="0" y="0"/>
          <a:chExt cx="0" cy="0"/>
        </a:xfrm>
      </p:grpSpPr>
      <p:sp>
        <p:nvSpPr>
          <p:cNvPr id="80" name="Google Shape;80;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2" name="Google Shape;82;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rgbClr val="FFFFFF"/>
        </a:solidFill>
        <a:effectLst/>
      </p:bgPr>
    </p:bg>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40660" y="30698"/>
            <a:ext cx="8449200" cy="6360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5" name="Google Shape;85;p16"/>
          <p:cNvSpPr txBox="1">
            <a:spLocks noGrp="1"/>
          </p:cNvSpPr>
          <p:nvPr>
            <p:ph type="body" idx="1"/>
          </p:nvPr>
        </p:nvSpPr>
        <p:spPr>
          <a:xfrm>
            <a:off x="340660" y="884286"/>
            <a:ext cx="8449200" cy="4156800"/>
          </a:xfrm>
          <a:prstGeom prst="rect">
            <a:avLst/>
          </a:prstGeom>
          <a:noFill/>
          <a:ln>
            <a:noFill/>
          </a:ln>
        </p:spPr>
        <p:txBody>
          <a:bodyPr spcFirstLastPara="1" wrap="square" lIns="68575" tIns="34275" rIns="68575" bIns="34275" anchor="t" anchorCtr="0">
            <a:normAutofit/>
          </a:bodyPr>
          <a:lstStyle>
            <a:lvl1pPr marL="457200" lvl="0" indent="-349250" algn="l" rtl="0">
              <a:lnSpc>
                <a:spcPct val="90000"/>
              </a:lnSpc>
              <a:spcBef>
                <a:spcPts val="800"/>
              </a:spcBef>
              <a:spcAft>
                <a:spcPts val="0"/>
              </a:spcAft>
              <a:buClr>
                <a:schemeClr val="dk1"/>
              </a:buClr>
              <a:buSzPts val="1900"/>
              <a:buFont typeface="Calibri"/>
              <a:buChar char="●"/>
              <a:defRPr sz="2100"/>
            </a:lvl1pPr>
            <a:lvl2pPr marL="914400" lvl="1" indent="-330200" algn="l" rtl="0">
              <a:lnSpc>
                <a:spcPct val="90000"/>
              </a:lnSpc>
              <a:spcBef>
                <a:spcPts val="1600"/>
              </a:spcBef>
              <a:spcAft>
                <a:spcPts val="0"/>
              </a:spcAft>
              <a:buClr>
                <a:schemeClr val="dk1"/>
              </a:buClr>
              <a:buSzPts val="1600"/>
              <a:buFont typeface="Courier New"/>
              <a:buChar char="o"/>
              <a:defRPr sz="1800"/>
            </a:lvl2pPr>
            <a:lvl3pPr marL="1371600" lvl="2" indent="-323850" algn="l" rtl="0">
              <a:lnSpc>
                <a:spcPct val="90000"/>
              </a:lnSpc>
              <a:spcBef>
                <a:spcPts val="1600"/>
              </a:spcBef>
              <a:spcAft>
                <a:spcPts val="0"/>
              </a:spcAft>
              <a:buClr>
                <a:schemeClr val="dk1"/>
              </a:buClr>
              <a:buSzPts val="1500"/>
              <a:buFont typeface="Noto Sans Symbols"/>
              <a:buChar char="▪"/>
              <a:defRPr sz="1500"/>
            </a:lvl3pPr>
            <a:lvl4pPr marL="1828800" lvl="3" indent="-317500" algn="l" rtl="0">
              <a:lnSpc>
                <a:spcPct val="90000"/>
              </a:lnSpc>
              <a:spcBef>
                <a:spcPts val="1600"/>
              </a:spcBef>
              <a:spcAft>
                <a:spcPts val="0"/>
              </a:spcAft>
              <a:buClr>
                <a:schemeClr val="dk1"/>
              </a:buClr>
              <a:buSzPts val="1400"/>
              <a:buFont typeface="Calibri"/>
              <a:buChar char="▫"/>
              <a:defRPr sz="1400"/>
            </a:lvl4pPr>
            <a:lvl5pPr marL="2286000" lvl="4" indent="-298450" algn="l" rtl="0">
              <a:lnSpc>
                <a:spcPct val="90000"/>
              </a:lnSpc>
              <a:spcBef>
                <a:spcPts val="1600"/>
              </a:spcBef>
              <a:spcAft>
                <a:spcPts val="0"/>
              </a:spcAft>
              <a:buClr>
                <a:schemeClr val="dk1"/>
              </a:buClr>
              <a:buSzPts val="1100"/>
              <a:buChar char="○"/>
              <a:defRPr sz="1100"/>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cxnSp>
        <p:nvCxnSpPr>
          <p:cNvPr id="86" name="Google Shape;86;p16"/>
          <p:cNvCxnSpPr/>
          <p:nvPr/>
        </p:nvCxnSpPr>
        <p:spPr>
          <a:xfrm>
            <a:off x="340660" y="690167"/>
            <a:ext cx="8449200" cy="0"/>
          </a:xfrm>
          <a:prstGeom prst="straightConnector1">
            <a:avLst/>
          </a:prstGeom>
          <a:noFill/>
          <a:ln w="63500" cap="flat" cmpd="thickThin">
            <a:solidFill>
              <a:schemeClr val="lt2"/>
            </a:solidFill>
            <a:prstDash val="solid"/>
            <a:miter lim="800000"/>
            <a:headEnd type="none" w="sm" len="sm"/>
            <a:tailEnd type="none" w="sm" len="sm"/>
          </a:ln>
        </p:spPr>
      </p:cxnSp>
      <p:sp>
        <p:nvSpPr>
          <p:cNvPr id="87" name="Google Shape;87;p16"/>
          <p:cNvSpPr txBox="1">
            <a:spLocks noGrp="1"/>
          </p:cNvSpPr>
          <p:nvPr>
            <p:ph type="body" idx="2"/>
          </p:nvPr>
        </p:nvSpPr>
        <p:spPr>
          <a:xfrm>
            <a:off x="9155430" y="150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8" name="Google Shape;88;p16"/>
          <p:cNvSpPr txBox="1">
            <a:spLocks noGrp="1"/>
          </p:cNvSpPr>
          <p:nvPr>
            <p:ph type="body" idx="3"/>
          </p:nvPr>
        </p:nvSpPr>
        <p:spPr>
          <a:xfrm>
            <a:off x="9155430" y="2189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9" name="Google Shape;89;p16"/>
          <p:cNvSpPr txBox="1">
            <a:spLocks noGrp="1"/>
          </p:cNvSpPr>
          <p:nvPr>
            <p:ph type="body" idx="4"/>
          </p:nvPr>
        </p:nvSpPr>
        <p:spPr>
          <a:xfrm>
            <a:off x="9155430" y="44345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0" name="Google Shape;90;p16"/>
          <p:cNvSpPr txBox="1">
            <a:spLocks noGrp="1"/>
          </p:cNvSpPr>
          <p:nvPr>
            <p:ph type="body" idx="5"/>
          </p:nvPr>
        </p:nvSpPr>
        <p:spPr>
          <a:xfrm>
            <a:off x="9155430" y="6668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1" name="Google Shape;91;p16"/>
          <p:cNvSpPr txBox="1">
            <a:spLocks noGrp="1"/>
          </p:cNvSpPr>
          <p:nvPr>
            <p:ph type="body" idx="6"/>
          </p:nvPr>
        </p:nvSpPr>
        <p:spPr>
          <a:xfrm>
            <a:off x="9155430" y="88428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2" name="Google Shape;92;p16"/>
          <p:cNvSpPr txBox="1">
            <a:spLocks noGrp="1"/>
          </p:cNvSpPr>
          <p:nvPr>
            <p:ph type="body" idx="7"/>
          </p:nvPr>
        </p:nvSpPr>
        <p:spPr>
          <a:xfrm>
            <a:off x="9155430" y="112836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3" name="Google Shape;93;p16"/>
          <p:cNvSpPr txBox="1">
            <a:spLocks noGrp="1"/>
          </p:cNvSpPr>
          <p:nvPr>
            <p:ph type="body" idx="8"/>
          </p:nvPr>
        </p:nvSpPr>
        <p:spPr>
          <a:xfrm>
            <a:off x="9155430" y="136614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4" name="Google Shape;94;p16"/>
          <p:cNvSpPr txBox="1">
            <a:spLocks noGrp="1"/>
          </p:cNvSpPr>
          <p:nvPr>
            <p:ph type="body" idx="9"/>
          </p:nvPr>
        </p:nvSpPr>
        <p:spPr>
          <a:xfrm>
            <a:off x="9155430" y="160379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5" name="Google Shape;95;p16"/>
          <p:cNvSpPr txBox="1">
            <a:spLocks noGrp="1"/>
          </p:cNvSpPr>
          <p:nvPr>
            <p:ph type="body" idx="13"/>
          </p:nvPr>
        </p:nvSpPr>
        <p:spPr>
          <a:xfrm>
            <a:off x="9155430" y="18415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6" name="Google Shape;96;p16"/>
          <p:cNvSpPr txBox="1">
            <a:spLocks noGrp="1"/>
          </p:cNvSpPr>
          <p:nvPr>
            <p:ph type="body" idx="14"/>
          </p:nvPr>
        </p:nvSpPr>
        <p:spPr>
          <a:xfrm>
            <a:off x="9155430" y="207252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7" name="Google Shape;97;p16"/>
          <p:cNvSpPr txBox="1">
            <a:spLocks noGrp="1"/>
          </p:cNvSpPr>
          <p:nvPr>
            <p:ph type="body" idx="15"/>
          </p:nvPr>
        </p:nvSpPr>
        <p:spPr>
          <a:xfrm>
            <a:off x="9155430" y="230876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8" name="Google Shape;98;p16"/>
          <p:cNvSpPr txBox="1">
            <a:spLocks noGrp="1"/>
          </p:cNvSpPr>
          <p:nvPr>
            <p:ph type="body" idx="16"/>
          </p:nvPr>
        </p:nvSpPr>
        <p:spPr>
          <a:xfrm>
            <a:off x="9155430" y="253444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9" name="Google Shape;99;p16"/>
          <p:cNvSpPr txBox="1">
            <a:spLocks noGrp="1"/>
          </p:cNvSpPr>
          <p:nvPr>
            <p:ph type="body" idx="17"/>
          </p:nvPr>
        </p:nvSpPr>
        <p:spPr>
          <a:xfrm>
            <a:off x="9155430" y="27587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0" name="Google Shape;100;p16"/>
          <p:cNvSpPr txBox="1">
            <a:spLocks noGrp="1"/>
          </p:cNvSpPr>
          <p:nvPr>
            <p:ph type="body" idx="18"/>
          </p:nvPr>
        </p:nvSpPr>
        <p:spPr>
          <a:xfrm>
            <a:off x="9155430" y="29817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1" name="Google Shape;101;p16"/>
          <p:cNvSpPr txBox="1">
            <a:spLocks noGrp="1"/>
          </p:cNvSpPr>
          <p:nvPr>
            <p:ph type="body" idx="19"/>
          </p:nvPr>
        </p:nvSpPr>
        <p:spPr>
          <a:xfrm>
            <a:off x="9155430" y="32124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2" name="Google Shape;102;p16"/>
          <p:cNvSpPr txBox="1">
            <a:spLocks noGrp="1"/>
          </p:cNvSpPr>
          <p:nvPr>
            <p:ph type="body" idx="20"/>
          </p:nvPr>
        </p:nvSpPr>
        <p:spPr>
          <a:xfrm>
            <a:off x="9155430" y="343674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3" name="Google Shape;103;p16"/>
          <p:cNvSpPr txBox="1">
            <a:spLocks noGrp="1"/>
          </p:cNvSpPr>
          <p:nvPr>
            <p:ph type="body" idx="21"/>
          </p:nvPr>
        </p:nvSpPr>
        <p:spPr>
          <a:xfrm>
            <a:off x="9155430" y="366795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4" name="Google Shape;104;p16"/>
          <p:cNvSpPr txBox="1">
            <a:spLocks noGrp="1"/>
          </p:cNvSpPr>
          <p:nvPr>
            <p:ph type="body" idx="22"/>
          </p:nvPr>
        </p:nvSpPr>
        <p:spPr>
          <a:xfrm>
            <a:off x="9155430" y="391172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5" name="Google Shape;105;p16"/>
          <p:cNvSpPr txBox="1">
            <a:spLocks noGrp="1"/>
          </p:cNvSpPr>
          <p:nvPr>
            <p:ph type="body" idx="23"/>
          </p:nvPr>
        </p:nvSpPr>
        <p:spPr>
          <a:xfrm>
            <a:off x="9155430" y="41485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6" name="Google Shape;106;p16"/>
          <p:cNvSpPr txBox="1">
            <a:spLocks noGrp="1"/>
          </p:cNvSpPr>
          <p:nvPr>
            <p:ph type="body" idx="24"/>
          </p:nvPr>
        </p:nvSpPr>
        <p:spPr>
          <a:xfrm>
            <a:off x="9155430" y="437292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7" name="Google Shape;107;p16"/>
          <p:cNvSpPr txBox="1">
            <a:spLocks noGrp="1"/>
          </p:cNvSpPr>
          <p:nvPr>
            <p:ph type="body" idx="25"/>
          </p:nvPr>
        </p:nvSpPr>
        <p:spPr>
          <a:xfrm>
            <a:off x="9155430" y="459178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8" name="Google Shape;108;p16"/>
          <p:cNvSpPr txBox="1">
            <a:spLocks noGrp="1"/>
          </p:cNvSpPr>
          <p:nvPr>
            <p:ph type="body" idx="26"/>
          </p:nvPr>
        </p:nvSpPr>
        <p:spPr>
          <a:xfrm>
            <a:off x="-2811780" y="150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9" name="Google Shape;109;p16"/>
          <p:cNvSpPr txBox="1">
            <a:spLocks noGrp="1"/>
          </p:cNvSpPr>
          <p:nvPr>
            <p:ph type="body" idx="27"/>
          </p:nvPr>
        </p:nvSpPr>
        <p:spPr>
          <a:xfrm>
            <a:off x="-2811780" y="2189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0" name="Google Shape;110;p16"/>
          <p:cNvSpPr txBox="1">
            <a:spLocks noGrp="1"/>
          </p:cNvSpPr>
          <p:nvPr>
            <p:ph type="body" idx="28"/>
          </p:nvPr>
        </p:nvSpPr>
        <p:spPr>
          <a:xfrm>
            <a:off x="-2811780" y="44345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1" name="Google Shape;111;p16"/>
          <p:cNvSpPr txBox="1">
            <a:spLocks noGrp="1"/>
          </p:cNvSpPr>
          <p:nvPr>
            <p:ph type="body" idx="29"/>
          </p:nvPr>
        </p:nvSpPr>
        <p:spPr>
          <a:xfrm>
            <a:off x="-2811780" y="6668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2" name="Google Shape;112;p16"/>
          <p:cNvSpPr txBox="1">
            <a:spLocks noGrp="1"/>
          </p:cNvSpPr>
          <p:nvPr>
            <p:ph type="body" idx="30"/>
          </p:nvPr>
        </p:nvSpPr>
        <p:spPr>
          <a:xfrm>
            <a:off x="-2811780" y="88428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3" name="Google Shape;113;p16"/>
          <p:cNvSpPr txBox="1">
            <a:spLocks noGrp="1"/>
          </p:cNvSpPr>
          <p:nvPr>
            <p:ph type="body" idx="31"/>
          </p:nvPr>
        </p:nvSpPr>
        <p:spPr>
          <a:xfrm>
            <a:off x="-2811780" y="112836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4" name="Google Shape;114;p16"/>
          <p:cNvSpPr txBox="1">
            <a:spLocks noGrp="1"/>
          </p:cNvSpPr>
          <p:nvPr>
            <p:ph type="body" idx="32"/>
          </p:nvPr>
        </p:nvSpPr>
        <p:spPr>
          <a:xfrm>
            <a:off x="-2811780" y="136614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5" name="Google Shape;115;p16"/>
          <p:cNvSpPr txBox="1">
            <a:spLocks noGrp="1"/>
          </p:cNvSpPr>
          <p:nvPr>
            <p:ph type="body" idx="33"/>
          </p:nvPr>
        </p:nvSpPr>
        <p:spPr>
          <a:xfrm>
            <a:off x="-2811780" y="160379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6" name="Google Shape;116;p16"/>
          <p:cNvSpPr txBox="1">
            <a:spLocks noGrp="1"/>
          </p:cNvSpPr>
          <p:nvPr>
            <p:ph type="body" idx="34"/>
          </p:nvPr>
        </p:nvSpPr>
        <p:spPr>
          <a:xfrm>
            <a:off x="-2811780" y="18415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7" name="Google Shape;117;p16"/>
          <p:cNvSpPr txBox="1">
            <a:spLocks noGrp="1"/>
          </p:cNvSpPr>
          <p:nvPr>
            <p:ph type="body" idx="35"/>
          </p:nvPr>
        </p:nvSpPr>
        <p:spPr>
          <a:xfrm>
            <a:off x="-2811780" y="207252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8" name="Google Shape;118;p16"/>
          <p:cNvSpPr txBox="1">
            <a:spLocks noGrp="1"/>
          </p:cNvSpPr>
          <p:nvPr>
            <p:ph type="body" idx="36"/>
          </p:nvPr>
        </p:nvSpPr>
        <p:spPr>
          <a:xfrm>
            <a:off x="-2811780" y="230876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9" name="Google Shape;119;p16"/>
          <p:cNvSpPr txBox="1">
            <a:spLocks noGrp="1"/>
          </p:cNvSpPr>
          <p:nvPr>
            <p:ph type="body" idx="37"/>
          </p:nvPr>
        </p:nvSpPr>
        <p:spPr>
          <a:xfrm>
            <a:off x="-2811780" y="253444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0" name="Google Shape;120;p16"/>
          <p:cNvSpPr txBox="1">
            <a:spLocks noGrp="1"/>
          </p:cNvSpPr>
          <p:nvPr>
            <p:ph type="body" idx="38"/>
          </p:nvPr>
        </p:nvSpPr>
        <p:spPr>
          <a:xfrm>
            <a:off x="-2811780" y="27587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1" name="Google Shape;121;p16"/>
          <p:cNvSpPr txBox="1">
            <a:spLocks noGrp="1"/>
          </p:cNvSpPr>
          <p:nvPr>
            <p:ph type="body" idx="39"/>
          </p:nvPr>
        </p:nvSpPr>
        <p:spPr>
          <a:xfrm>
            <a:off x="-2811780" y="29817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2" name="Google Shape;122;p16"/>
          <p:cNvSpPr txBox="1">
            <a:spLocks noGrp="1"/>
          </p:cNvSpPr>
          <p:nvPr>
            <p:ph type="body" idx="40"/>
          </p:nvPr>
        </p:nvSpPr>
        <p:spPr>
          <a:xfrm>
            <a:off x="-2811780" y="32124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3" name="Google Shape;123;p16"/>
          <p:cNvSpPr txBox="1">
            <a:spLocks noGrp="1"/>
          </p:cNvSpPr>
          <p:nvPr>
            <p:ph type="body" idx="41"/>
          </p:nvPr>
        </p:nvSpPr>
        <p:spPr>
          <a:xfrm>
            <a:off x="-2811780" y="343674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4" name="Google Shape;124;p16"/>
          <p:cNvSpPr txBox="1">
            <a:spLocks noGrp="1"/>
          </p:cNvSpPr>
          <p:nvPr>
            <p:ph type="body" idx="42"/>
          </p:nvPr>
        </p:nvSpPr>
        <p:spPr>
          <a:xfrm>
            <a:off x="-2811780" y="366795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5" name="Google Shape;125;p16"/>
          <p:cNvSpPr txBox="1">
            <a:spLocks noGrp="1"/>
          </p:cNvSpPr>
          <p:nvPr>
            <p:ph type="body" idx="43"/>
          </p:nvPr>
        </p:nvSpPr>
        <p:spPr>
          <a:xfrm>
            <a:off x="-2811780" y="391172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6" name="Google Shape;126;p16"/>
          <p:cNvSpPr txBox="1">
            <a:spLocks noGrp="1"/>
          </p:cNvSpPr>
          <p:nvPr>
            <p:ph type="body" idx="44"/>
          </p:nvPr>
        </p:nvSpPr>
        <p:spPr>
          <a:xfrm>
            <a:off x="-2811780" y="41485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7" name="Google Shape;127;p16"/>
          <p:cNvSpPr txBox="1">
            <a:spLocks noGrp="1"/>
          </p:cNvSpPr>
          <p:nvPr>
            <p:ph type="body" idx="45"/>
          </p:nvPr>
        </p:nvSpPr>
        <p:spPr>
          <a:xfrm>
            <a:off x="-2811780" y="437292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8" name="Google Shape;128;p16"/>
          <p:cNvSpPr txBox="1">
            <a:spLocks noGrp="1"/>
          </p:cNvSpPr>
          <p:nvPr>
            <p:ph type="body" idx="46"/>
          </p:nvPr>
        </p:nvSpPr>
        <p:spPr>
          <a:xfrm>
            <a:off x="-2811780" y="459178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8">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8">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8">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8">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8">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8">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8">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8">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8">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89">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9">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89">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89">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89">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89">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89">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89">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89">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90">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90">
                                            <p:txEl>
                                              <p:pRg st="1" end="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90">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90">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90">
                                            <p:txEl>
                                              <p:pRg st="4" end="4"/>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90">
                                            <p:txEl>
                                              <p:pRg st="5" end="5"/>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90">
                                            <p:txEl>
                                              <p:pRg st="6" end="6"/>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90">
                                            <p:txEl>
                                              <p:pRg st="7" end="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90">
                                            <p:txEl>
                                              <p:pRg st="8" end="8"/>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91">
                                            <p:txEl>
                                              <p:pRg st="2" end="2"/>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91">
                                            <p:txEl>
                                              <p:pRg st="3" end="3"/>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91">
                                            <p:txEl>
                                              <p:pRg st="4" end="4"/>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91">
                                            <p:txEl>
                                              <p:pRg st="5" end="5"/>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91">
                                            <p:txEl>
                                              <p:pRg st="6" end="6"/>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91">
                                            <p:txEl>
                                              <p:pRg st="7" end="7"/>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91">
                                            <p:txEl>
                                              <p:pRg st="8" end="8"/>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92">
                                            <p:txEl>
                                              <p:pRg st="0" end="0"/>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92">
                                            <p:txEl>
                                              <p:pRg st="1" end="1"/>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92">
                                            <p:txEl>
                                              <p:pRg st="2" end="2"/>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92">
                                            <p:txEl>
                                              <p:pRg st="3" end="3"/>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92">
                                            <p:txEl>
                                              <p:pRg st="4" end="4"/>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92">
                                            <p:txEl>
                                              <p:pRg st="5" end="5"/>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92">
                                            <p:txEl>
                                              <p:pRg st="6" end="6"/>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92">
                                            <p:txEl>
                                              <p:pRg st="7" end="7"/>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92">
                                            <p:txEl>
                                              <p:pRg st="8" end="8"/>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93">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93">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93">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93">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93">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93">
                                            <p:txEl>
                                              <p:pRg st="6" end="6"/>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93">
                                            <p:txEl>
                                              <p:pRg st="7" end="7"/>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93">
                                            <p:txEl>
                                              <p:pRg st="8" end="8"/>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94">
                                            <p:txEl>
                                              <p:pRg st="0" end="0"/>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94">
                                            <p:txEl>
                                              <p:pRg st="1" end="1"/>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94">
                                            <p:txEl>
                                              <p:pRg st="2" end="2"/>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94">
                                            <p:txEl>
                                              <p:pRg st="3" end="3"/>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94">
                                            <p:txEl>
                                              <p:pRg st="4" end="4"/>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94">
                                            <p:txEl>
                                              <p:pRg st="5" end="5"/>
                                            </p:txEl>
                                          </p:spTgt>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94">
                                            <p:txEl>
                                              <p:pRg st="6" end="6"/>
                                            </p:txEl>
                                          </p:spTgt>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94">
                                            <p:txEl>
                                              <p:pRg st="7" end="7"/>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94">
                                            <p:txEl>
                                              <p:pRg st="8" end="8"/>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95">
                                            <p:txEl>
                                              <p:pRg st="0" end="0"/>
                                            </p:txEl>
                                          </p:spTgt>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95">
                                            <p:txEl>
                                              <p:pRg st="1" end="1"/>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95">
                                            <p:txEl>
                                              <p:pRg st="2" end="2"/>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95">
                                            <p:txEl>
                                              <p:pRg st="3" end="3"/>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95">
                                            <p:txEl>
                                              <p:pRg st="4" end="4"/>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95">
                                            <p:txEl>
                                              <p:pRg st="5" end="5"/>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95">
                                            <p:txEl>
                                              <p:pRg st="6" end="6"/>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95">
                                            <p:txEl>
                                              <p:pRg st="7" end="7"/>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95">
                                            <p:txEl>
                                              <p:pRg st="8" end="8"/>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96">
                                            <p:txEl>
                                              <p:pRg st="0" end="0"/>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96">
                                            <p:txEl>
                                              <p:pRg st="1" end="1"/>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96">
                                            <p:txEl>
                                              <p:pRg st="2" end="2"/>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96">
                                            <p:txEl>
                                              <p:pRg st="3" end="3"/>
                                            </p:txEl>
                                          </p:spTgt>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96">
                                            <p:txEl>
                                              <p:pRg st="4" end="4"/>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96">
                                            <p:txEl>
                                              <p:pRg st="5" end="5"/>
                                            </p:txEl>
                                          </p:spTgt>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nodeType="clickEffect">
                                  <p:stCondLst>
                                    <p:cond delay="0"/>
                                  </p:stCondLst>
                                  <p:childTnLst>
                                    <p:set>
                                      <p:cBhvr>
                                        <p:cTn id="354" dur="1" fill="hold">
                                          <p:stCondLst>
                                            <p:cond delay="0"/>
                                          </p:stCondLst>
                                        </p:cTn>
                                        <p:tgtEl>
                                          <p:spTgt spid="96">
                                            <p:txEl>
                                              <p:pRg st="6" end="6"/>
                                            </p:txEl>
                                          </p:spTgt>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96">
                                            <p:txEl>
                                              <p:pRg st="7" end="7"/>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nodeType="clickEffect">
                                  <p:stCondLst>
                                    <p:cond delay="0"/>
                                  </p:stCondLst>
                                  <p:childTnLst>
                                    <p:set>
                                      <p:cBhvr>
                                        <p:cTn id="362" dur="1" fill="hold">
                                          <p:stCondLst>
                                            <p:cond delay="0"/>
                                          </p:stCondLst>
                                        </p:cTn>
                                        <p:tgtEl>
                                          <p:spTgt spid="96">
                                            <p:txEl>
                                              <p:pRg st="8" end="8"/>
                                            </p:txEl>
                                          </p:spTgt>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nodeType="clickEffect">
                                  <p:stCondLst>
                                    <p:cond delay="0"/>
                                  </p:stCondLst>
                                  <p:childTnLst>
                                    <p:set>
                                      <p:cBhvr>
                                        <p:cTn id="370" dur="1" fill="hold">
                                          <p:stCondLst>
                                            <p:cond delay="0"/>
                                          </p:stCondLst>
                                        </p:cTn>
                                        <p:tgtEl>
                                          <p:spTgt spid="97">
                                            <p:txEl>
                                              <p:pRg st="1" end="1"/>
                                            </p:txEl>
                                          </p:spTgt>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nodeType="clickEffect">
                                  <p:stCondLst>
                                    <p:cond delay="0"/>
                                  </p:stCondLst>
                                  <p:childTnLst>
                                    <p:set>
                                      <p:cBhvr>
                                        <p:cTn id="378" dur="1" fill="hold">
                                          <p:stCondLst>
                                            <p:cond delay="0"/>
                                          </p:stCondLst>
                                        </p:cTn>
                                        <p:tgtEl>
                                          <p:spTgt spid="97">
                                            <p:txEl>
                                              <p:pRg st="3" end="3"/>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97">
                                            <p:txEl>
                                              <p:pRg st="4" end="4"/>
                                            </p:txEl>
                                          </p:spTgt>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nodeType="clickEffect">
                                  <p:stCondLst>
                                    <p:cond delay="0"/>
                                  </p:stCondLst>
                                  <p:childTnLst>
                                    <p:set>
                                      <p:cBhvr>
                                        <p:cTn id="386" dur="1" fill="hold">
                                          <p:stCondLst>
                                            <p:cond delay="0"/>
                                          </p:stCondLst>
                                        </p:cTn>
                                        <p:tgtEl>
                                          <p:spTgt spid="97">
                                            <p:txEl>
                                              <p:pRg st="5" end="5"/>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nodeType="clickEffect">
                                  <p:stCondLst>
                                    <p:cond delay="0"/>
                                  </p:stCondLst>
                                  <p:childTnLst>
                                    <p:set>
                                      <p:cBhvr>
                                        <p:cTn id="390" dur="1" fill="hold">
                                          <p:stCondLst>
                                            <p:cond delay="0"/>
                                          </p:stCondLst>
                                        </p:cTn>
                                        <p:tgtEl>
                                          <p:spTgt spid="97">
                                            <p:txEl>
                                              <p:pRg st="6" end="6"/>
                                            </p:txEl>
                                          </p:spTgt>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nodeType="clickEffect">
                                  <p:stCondLst>
                                    <p:cond delay="0"/>
                                  </p:stCondLst>
                                  <p:childTnLst>
                                    <p:set>
                                      <p:cBhvr>
                                        <p:cTn id="394" dur="1" fill="hold">
                                          <p:stCondLst>
                                            <p:cond delay="0"/>
                                          </p:stCondLst>
                                        </p:cTn>
                                        <p:tgtEl>
                                          <p:spTgt spid="97">
                                            <p:txEl>
                                              <p:pRg st="7" end="7"/>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nodeType="clickEffect">
                                  <p:stCondLst>
                                    <p:cond delay="0"/>
                                  </p:stCondLst>
                                  <p:childTnLst>
                                    <p:set>
                                      <p:cBhvr>
                                        <p:cTn id="398" dur="1" fill="hold">
                                          <p:stCondLst>
                                            <p:cond delay="0"/>
                                          </p:stCondLst>
                                        </p:cTn>
                                        <p:tgtEl>
                                          <p:spTgt spid="97">
                                            <p:txEl>
                                              <p:pRg st="8" end="8"/>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nodeType="clickEffect">
                                  <p:stCondLst>
                                    <p:cond delay="0"/>
                                  </p:stCondLst>
                                  <p:childTnLst>
                                    <p:set>
                                      <p:cBhvr>
                                        <p:cTn id="402" dur="1" fill="hold">
                                          <p:stCondLst>
                                            <p:cond delay="0"/>
                                          </p:stCondLst>
                                        </p:cTn>
                                        <p:tgtEl>
                                          <p:spTgt spid="98">
                                            <p:txEl>
                                              <p:pRg st="0" end="0"/>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nodeType="clickEffect">
                                  <p:stCondLst>
                                    <p:cond delay="0"/>
                                  </p:stCondLst>
                                  <p:childTnLst>
                                    <p:set>
                                      <p:cBhvr>
                                        <p:cTn id="406" dur="1" fill="hold">
                                          <p:stCondLst>
                                            <p:cond delay="0"/>
                                          </p:stCondLst>
                                        </p:cTn>
                                        <p:tgtEl>
                                          <p:spTgt spid="98">
                                            <p:txEl>
                                              <p:pRg st="1" end="1"/>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nodeType="clickEffect">
                                  <p:stCondLst>
                                    <p:cond delay="0"/>
                                  </p:stCondLst>
                                  <p:childTnLst>
                                    <p:set>
                                      <p:cBhvr>
                                        <p:cTn id="410" dur="1" fill="hold">
                                          <p:stCondLst>
                                            <p:cond delay="0"/>
                                          </p:stCondLst>
                                        </p:cTn>
                                        <p:tgtEl>
                                          <p:spTgt spid="98">
                                            <p:txEl>
                                              <p:pRg st="2" end="2"/>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nodeType="clickEffect">
                                  <p:stCondLst>
                                    <p:cond delay="0"/>
                                  </p:stCondLst>
                                  <p:childTnLst>
                                    <p:set>
                                      <p:cBhvr>
                                        <p:cTn id="414" dur="1" fill="hold">
                                          <p:stCondLst>
                                            <p:cond delay="0"/>
                                          </p:stCondLst>
                                        </p:cTn>
                                        <p:tgtEl>
                                          <p:spTgt spid="98">
                                            <p:txEl>
                                              <p:pRg st="3" end="3"/>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nodeType="clickEffect">
                                  <p:stCondLst>
                                    <p:cond delay="0"/>
                                  </p:stCondLst>
                                  <p:childTnLst>
                                    <p:set>
                                      <p:cBhvr>
                                        <p:cTn id="418" dur="1" fill="hold">
                                          <p:stCondLst>
                                            <p:cond delay="0"/>
                                          </p:stCondLst>
                                        </p:cTn>
                                        <p:tgtEl>
                                          <p:spTgt spid="98">
                                            <p:txEl>
                                              <p:pRg st="4" end="4"/>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nodeType="clickEffect">
                                  <p:stCondLst>
                                    <p:cond delay="0"/>
                                  </p:stCondLst>
                                  <p:childTnLst>
                                    <p:set>
                                      <p:cBhvr>
                                        <p:cTn id="422" dur="1" fill="hold">
                                          <p:stCondLst>
                                            <p:cond delay="0"/>
                                          </p:stCondLst>
                                        </p:cTn>
                                        <p:tgtEl>
                                          <p:spTgt spid="98">
                                            <p:txEl>
                                              <p:pRg st="5" end="5"/>
                                            </p:txEl>
                                          </p:spTgt>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98">
                                            <p:txEl>
                                              <p:pRg st="6" end="6"/>
                                            </p:txEl>
                                          </p:spTgt>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nodeType="clickEffect">
                                  <p:stCondLst>
                                    <p:cond delay="0"/>
                                  </p:stCondLst>
                                  <p:childTnLst>
                                    <p:set>
                                      <p:cBhvr>
                                        <p:cTn id="430" dur="1" fill="hold">
                                          <p:stCondLst>
                                            <p:cond delay="0"/>
                                          </p:stCondLst>
                                        </p:cTn>
                                        <p:tgtEl>
                                          <p:spTgt spid="98">
                                            <p:txEl>
                                              <p:pRg st="7" end="7"/>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nodeType="clickEffect">
                                  <p:stCondLst>
                                    <p:cond delay="0"/>
                                  </p:stCondLst>
                                  <p:childTnLst>
                                    <p:set>
                                      <p:cBhvr>
                                        <p:cTn id="434" dur="1" fill="hold">
                                          <p:stCondLst>
                                            <p:cond delay="0"/>
                                          </p:stCondLst>
                                        </p:cTn>
                                        <p:tgtEl>
                                          <p:spTgt spid="98">
                                            <p:txEl>
                                              <p:pRg st="8" end="8"/>
                                            </p:txEl>
                                          </p:spTgt>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nodeType="clickEffect">
                                  <p:stCondLst>
                                    <p:cond delay="0"/>
                                  </p:stCondLst>
                                  <p:childTnLst>
                                    <p:set>
                                      <p:cBhvr>
                                        <p:cTn id="442" dur="1" fill="hold">
                                          <p:stCondLst>
                                            <p:cond delay="0"/>
                                          </p:stCondLst>
                                        </p:cTn>
                                        <p:tgtEl>
                                          <p:spTgt spid="99">
                                            <p:txEl>
                                              <p:pRg st="1" end="1"/>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nodeType="clickEffect">
                                  <p:stCondLst>
                                    <p:cond delay="0"/>
                                  </p:stCondLst>
                                  <p:childTnLst>
                                    <p:set>
                                      <p:cBhvr>
                                        <p:cTn id="446"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99">
                                            <p:txEl>
                                              <p:pRg st="3" end="3"/>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99">
                                            <p:txEl>
                                              <p:pRg st="4" end="4"/>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nodeType="clickEffect">
                                  <p:stCondLst>
                                    <p:cond delay="0"/>
                                  </p:stCondLst>
                                  <p:childTnLst>
                                    <p:set>
                                      <p:cBhvr>
                                        <p:cTn id="458" dur="1" fill="hold">
                                          <p:stCondLst>
                                            <p:cond delay="0"/>
                                          </p:stCondLst>
                                        </p:cTn>
                                        <p:tgtEl>
                                          <p:spTgt spid="99">
                                            <p:txEl>
                                              <p:pRg st="5" end="5"/>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99">
                                            <p:txEl>
                                              <p:pRg st="6" end="6"/>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nodeType="clickEffect">
                                  <p:stCondLst>
                                    <p:cond delay="0"/>
                                  </p:stCondLst>
                                  <p:childTnLst>
                                    <p:set>
                                      <p:cBhvr>
                                        <p:cTn id="466" dur="1" fill="hold">
                                          <p:stCondLst>
                                            <p:cond delay="0"/>
                                          </p:stCondLst>
                                        </p:cTn>
                                        <p:tgtEl>
                                          <p:spTgt spid="99">
                                            <p:txEl>
                                              <p:pRg st="7" end="7"/>
                                            </p:txEl>
                                          </p:spTgt>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nodeType="clickEffect">
                                  <p:stCondLst>
                                    <p:cond delay="0"/>
                                  </p:stCondLst>
                                  <p:childTnLst>
                                    <p:set>
                                      <p:cBhvr>
                                        <p:cTn id="470" dur="1" fill="hold">
                                          <p:stCondLst>
                                            <p:cond delay="0"/>
                                          </p:stCondLst>
                                        </p:cTn>
                                        <p:tgtEl>
                                          <p:spTgt spid="99">
                                            <p:txEl>
                                              <p:pRg st="8" end="8"/>
                                            </p:txEl>
                                          </p:spTgt>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nodeType="clickEffect">
                                  <p:stCondLst>
                                    <p:cond delay="0"/>
                                  </p:stCondLst>
                                  <p:childTnLst>
                                    <p:set>
                                      <p:cBhvr>
                                        <p:cTn id="474" dur="1" fill="hold">
                                          <p:stCondLst>
                                            <p:cond delay="0"/>
                                          </p:stCondLst>
                                        </p:cTn>
                                        <p:tgtEl>
                                          <p:spTgt spid="100">
                                            <p:txEl>
                                              <p:pRg st="0" end="0"/>
                                            </p:txEl>
                                          </p:spTgt>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nodeType="clickEffect">
                                  <p:stCondLst>
                                    <p:cond delay="0"/>
                                  </p:stCondLst>
                                  <p:childTnLst>
                                    <p:set>
                                      <p:cBhvr>
                                        <p:cTn id="478" dur="1" fill="hold">
                                          <p:stCondLst>
                                            <p:cond delay="0"/>
                                          </p:stCondLst>
                                        </p:cTn>
                                        <p:tgtEl>
                                          <p:spTgt spid="100">
                                            <p:txEl>
                                              <p:pRg st="1" end="1"/>
                                            </p:txEl>
                                          </p:spTgt>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nodeType="clickEffect">
                                  <p:stCondLst>
                                    <p:cond delay="0"/>
                                  </p:stCondLst>
                                  <p:childTnLst>
                                    <p:set>
                                      <p:cBhvr>
                                        <p:cTn id="482" dur="1" fill="hold">
                                          <p:stCondLst>
                                            <p:cond delay="0"/>
                                          </p:stCondLst>
                                        </p:cTn>
                                        <p:tgtEl>
                                          <p:spTgt spid="100">
                                            <p:txEl>
                                              <p:pRg st="2" end="2"/>
                                            </p:txEl>
                                          </p:spTgt>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nodeType="clickEffect">
                                  <p:stCondLst>
                                    <p:cond delay="0"/>
                                  </p:stCondLst>
                                  <p:childTnLst>
                                    <p:set>
                                      <p:cBhvr>
                                        <p:cTn id="486" dur="1" fill="hold">
                                          <p:stCondLst>
                                            <p:cond delay="0"/>
                                          </p:stCondLst>
                                        </p:cTn>
                                        <p:tgtEl>
                                          <p:spTgt spid="100">
                                            <p:txEl>
                                              <p:pRg st="3" end="3"/>
                                            </p:txEl>
                                          </p:spTgt>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nodeType="clickEffect">
                                  <p:stCondLst>
                                    <p:cond delay="0"/>
                                  </p:stCondLst>
                                  <p:childTnLst>
                                    <p:set>
                                      <p:cBhvr>
                                        <p:cTn id="490" dur="1" fill="hold">
                                          <p:stCondLst>
                                            <p:cond delay="0"/>
                                          </p:stCondLst>
                                        </p:cTn>
                                        <p:tgtEl>
                                          <p:spTgt spid="100">
                                            <p:txEl>
                                              <p:pRg st="4" end="4"/>
                                            </p:txEl>
                                          </p:spTgt>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nodeType="clickEffect">
                                  <p:stCondLst>
                                    <p:cond delay="0"/>
                                  </p:stCondLst>
                                  <p:childTnLst>
                                    <p:set>
                                      <p:cBhvr>
                                        <p:cTn id="494" dur="1" fill="hold">
                                          <p:stCondLst>
                                            <p:cond delay="0"/>
                                          </p:stCondLst>
                                        </p:cTn>
                                        <p:tgtEl>
                                          <p:spTgt spid="100">
                                            <p:txEl>
                                              <p:pRg st="5" end="5"/>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nodeType="clickEffect">
                                  <p:stCondLst>
                                    <p:cond delay="0"/>
                                  </p:stCondLst>
                                  <p:childTnLst>
                                    <p:set>
                                      <p:cBhvr>
                                        <p:cTn id="498" dur="1" fill="hold">
                                          <p:stCondLst>
                                            <p:cond delay="0"/>
                                          </p:stCondLst>
                                        </p:cTn>
                                        <p:tgtEl>
                                          <p:spTgt spid="100">
                                            <p:txEl>
                                              <p:pRg st="6" end="6"/>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nodeType="clickEffect">
                                  <p:stCondLst>
                                    <p:cond delay="0"/>
                                  </p:stCondLst>
                                  <p:childTnLst>
                                    <p:set>
                                      <p:cBhvr>
                                        <p:cTn id="502" dur="1" fill="hold">
                                          <p:stCondLst>
                                            <p:cond delay="0"/>
                                          </p:stCondLst>
                                        </p:cTn>
                                        <p:tgtEl>
                                          <p:spTgt spid="100">
                                            <p:txEl>
                                              <p:pRg st="7" end="7"/>
                                            </p:txEl>
                                          </p:spTgt>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nodeType="clickEffect">
                                  <p:stCondLst>
                                    <p:cond delay="0"/>
                                  </p:stCondLst>
                                  <p:childTnLst>
                                    <p:set>
                                      <p:cBhvr>
                                        <p:cTn id="506" dur="1" fill="hold">
                                          <p:stCondLst>
                                            <p:cond delay="0"/>
                                          </p:stCondLst>
                                        </p:cTn>
                                        <p:tgtEl>
                                          <p:spTgt spid="100">
                                            <p:txEl>
                                              <p:pRg st="8" end="8"/>
                                            </p:txEl>
                                          </p:spTgt>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nodeType="clickEffect">
                                  <p:stCondLst>
                                    <p:cond delay="0"/>
                                  </p:stCondLst>
                                  <p:childTnLst>
                                    <p:set>
                                      <p:cBhvr>
                                        <p:cTn id="510" dur="1" fill="hold">
                                          <p:stCondLst>
                                            <p:cond delay="0"/>
                                          </p:stCondLst>
                                        </p:cTn>
                                        <p:tgtEl>
                                          <p:spTgt spid="101">
                                            <p:txEl>
                                              <p:pRg st="0" end="0"/>
                                            </p:txEl>
                                          </p:spTgt>
                                        </p:tgtEl>
                                        <p:attrNameLst>
                                          <p:attrName>style.visibility</p:attrName>
                                        </p:attrNameLst>
                                      </p:cBhvr>
                                      <p:to>
                                        <p:strVal val="visible"/>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nodeType="clickEffect">
                                  <p:stCondLst>
                                    <p:cond delay="0"/>
                                  </p:stCondLst>
                                  <p:childTnLst>
                                    <p:set>
                                      <p:cBhvr>
                                        <p:cTn id="514" dur="1" fill="hold">
                                          <p:stCondLst>
                                            <p:cond delay="0"/>
                                          </p:stCondLst>
                                        </p:cTn>
                                        <p:tgtEl>
                                          <p:spTgt spid="101">
                                            <p:txEl>
                                              <p:pRg st="1" end="1"/>
                                            </p:txEl>
                                          </p:spTgt>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1" presetClass="entr" presetSubtype="0" fill="hold" nodeType="clickEffect">
                                  <p:stCondLst>
                                    <p:cond delay="0"/>
                                  </p:stCondLst>
                                  <p:childTnLst>
                                    <p:set>
                                      <p:cBhvr>
                                        <p:cTn id="518" dur="1" fill="hold">
                                          <p:stCondLst>
                                            <p:cond delay="0"/>
                                          </p:stCondLst>
                                        </p:cTn>
                                        <p:tgtEl>
                                          <p:spTgt spid="101">
                                            <p:txEl>
                                              <p:pRg st="2" end="2"/>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nodeType="clickEffect">
                                  <p:stCondLst>
                                    <p:cond delay="0"/>
                                  </p:stCondLst>
                                  <p:childTnLst>
                                    <p:set>
                                      <p:cBhvr>
                                        <p:cTn id="522" dur="1" fill="hold">
                                          <p:stCondLst>
                                            <p:cond delay="0"/>
                                          </p:stCondLst>
                                        </p:cTn>
                                        <p:tgtEl>
                                          <p:spTgt spid="101">
                                            <p:txEl>
                                              <p:pRg st="3" end="3"/>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presetID="1" presetClass="entr" presetSubtype="0" fill="hold" nodeType="clickEffect">
                                  <p:stCondLst>
                                    <p:cond delay="0"/>
                                  </p:stCondLst>
                                  <p:childTnLst>
                                    <p:set>
                                      <p:cBhvr>
                                        <p:cTn id="526" dur="1" fill="hold">
                                          <p:stCondLst>
                                            <p:cond delay="0"/>
                                          </p:stCondLst>
                                        </p:cTn>
                                        <p:tgtEl>
                                          <p:spTgt spid="101">
                                            <p:txEl>
                                              <p:pRg st="4" end="4"/>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presetID="1" presetClass="entr" presetSubtype="0" fill="hold" nodeType="clickEffect">
                                  <p:stCondLst>
                                    <p:cond delay="0"/>
                                  </p:stCondLst>
                                  <p:childTnLst>
                                    <p:set>
                                      <p:cBhvr>
                                        <p:cTn id="530" dur="1" fill="hold">
                                          <p:stCondLst>
                                            <p:cond delay="0"/>
                                          </p:stCondLst>
                                        </p:cTn>
                                        <p:tgtEl>
                                          <p:spTgt spid="101">
                                            <p:txEl>
                                              <p:pRg st="5" end="5"/>
                                            </p:txEl>
                                          </p:spTgt>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presetID="1" presetClass="entr" presetSubtype="0" fill="hold" nodeType="clickEffect">
                                  <p:stCondLst>
                                    <p:cond delay="0"/>
                                  </p:stCondLst>
                                  <p:childTnLst>
                                    <p:set>
                                      <p:cBhvr>
                                        <p:cTn id="534" dur="1" fill="hold">
                                          <p:stCondLst>
                                            <p:cond delay="0"/>
                                          </p:stCondLst>
                                        </p:cTn>
                                        <p:tgtEl>
                                          <p:spTgt spid="101">
                                            <p:txEl>
                                              <p:pRg st="6" end="6"/>
                                            </p:txEl>
                                          </p:spTgt>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presetID="1" presetClass="entr" presetSubtype="0" fill="hold" nodeType="clickEffect">
                                  <p:stCondLst>
                                    <p:cond delay="0"/>
                                  </p:stCondLst>
                                  <p:childTnLst>
                                    <p:set>
                                      <p:cBhvr>
                                        <p:cTn id="538" dur="1" fill="hold">
                                          <p:stCondLst>
                                            <p:cond delay="0"/>
                                          </p:stCondLst>
                                        </p:cTn>
                                        <p:tgtEl>
                                          <p:spTgt spid="101">
                                            <p:txEl>
                                              <p:pRg st="7" end="7"/>
                                            </p:txEl>
                                          </p:spTgt>
                                        </p:tgtEl>
                                        <p:attrNameLst>
                                          <p:attrName>style.visibility</p:attrName>
                                        </p:attrNameLst>
                                      </p:cBhvr>
                                      <p:to>
                                        <p:strVal val="visible"/>
                                      </p:to>
                                    </p:set>
                                  </p:childTnLst>
                                </p:cTn>
                              </p:par>
                            </p:childTnLst>
                          </p:cTn>
                        </p:par>
                      </p:childTnLst>
                    </p:cTn>
                  </p:par>
                  <p:par>
                    <p:cTn id="539" fill="hold">
                      <p:stCondLst>
                        <p:cond delay="indefinite"/>
                      </p:stCondLst>
                      <p:childTnLst>
                        <p:par>
                          <p:cTn id="540" fill="hold">
                            <p:stCondLst>
                              <p:cond delay="0"/>
                            </p:stCondLst>
                            <p:childTnLst>
                              <p:par>
                                <p:cTn id="541" presetID="1" presetClass="entr" presetSubtype="0" fill="hold" nodeType="clickEffect">
                                  <p:stCondLst>
                                    <p:cond delay="0"/>
                                  </p:stCondLst>
                                  <p:childTnLst>
                                    <p:set>
                                      <p:cBhvr>
                                        <p:cTn id="542" dur="1" fill="hold">
                                          <p:stCondLst>
                                            <p:cond delay="0"/>
                                          </p:stCondLst>
                                        </p:cTn>
                                        <p:tgtEl>
                                          <p:spTgt spid="101">
                                            <p:txEl>
                                              <p:pRg st="8" end="8"/>
                                            </p:txEl>
                                          </p:spTgt>
                                        </p:tgtEl>
                                        <p:attrNameLst>
                                          <p:attrName>style.visibility</p:attrName>
                                        </p:attrNameLst>
                                      </p:cBhvr>
                                      <p:to>
                                        <p:strVal val="visible"/>
                                      </p:to>
                                    </p:set>
                                  </p:childTnLst>
                                </p:cTn>
                              </p:par>
                            </p:childTnLst>
                          </p:cTn>
                        </p:par>
                      </p:childTnLst>
                    </p:cTn>
                  </p:par>
                  <p:par>
                    <p:cTn id="543" fill="hold">
                      <p:stCondLst>
                        <p:cond delay="indefinite"/>
                      </p:stCondLst>
                      <p:childTnLst>
                        <p:par>
                          <p:cTn id="544" fill="hold">
                            <p:stCondLst>
                              <p:cond delay="0"/>
                            </p:stCondLst>
                            <p:childTnLst>
                              <p:par>
                                <p:cTn id="545" presetID="1" presetClass="entr" presetSubtype="0" fill="hold" nodeType="clickEffect">
                                  <p:stCondLst>
                                    <p:cond delay="0"/>
                                  </p:stCondLst>
                                  <p:childTnLst>
                                    <p:set>
                                      <p:cBhvr>
                                        <p:cTn id="546" dur="1" fill="hold">
                                          <p:stCondLst>
                                            <p:cond delay="0"/>
                                          </p:stCondLst>
                                        </p:cTn>
                                        <p:tgtEl>
                                          <p:spTgt spid="102">
                                            <p:txEl>
                                              <p:pRg st="0" end="0"/>
                                            </p:txEl>
                                          </p:spTgt>
                                        </p:tgtEl>
                                        <p:attrNameLst>
                                          <p:attrName>style.visibility</p:attrName>
                                        </p:attrNameLst>
                                      </p:cBhvr>
                                      <p:to>
                                        <p:strVal val="visible"/>
                                      </p:to>
                                    </p:set>
                                  </p:childTnLst>
                                </p:cTn>
                              </p:par>
                            </p:childTnLst>
                          </p:cTn>
                        </p:par>
                      </p:childTnLst>
                    </p:cTn>
                  </p:par>
                  <p:par>
                    <p:cTn id="547" fill="hold">
                      <p:stCondLst>
                        <p:cond delay="indefinite"/>
                      </p:stCondLst>
                      <p:childTnLst>
                        <p:par>
                          <p:cTn id="548" fill="hold">
                            <p:stCondLst>
                              <p:cond delay="0"/>
                            </p:stCondLst>
                            <p:childTnLst>
                              <p:par>
                                <p:cTn id="549" presetID="1" presetClass="entr" presetSubtype="0" fill="hold" nodeType="clickEffect">
                                  <p:stCondLst>
                                    <p:cond delay="0"/>
                                  </p:stCondLst>
                                  <p:childTnLst>
                                    <p:set>
                                      <p:cBhvr>
                                        <p:cTn id="550" dur="1" fill="hold">
                                          <p:stCondLst>
                                            <p:cond delay="0"/>
                                          </p:stCondLst>
                                        </p:cTn>
                                        <p:tgtEl>
                                          <p:spTgt spid="102">
                                            <p:txEl>
                                              <p:pRg st="1" end="1"/>
                                            </p:txEl>
                                          </p:spTgt>
                                        </p:tgtEl>
                                        <p:attrNameLst>
                                          <p:attrName>style.visibility</p:attrName>
                                        </p:attrNameLst>
                                      </p:cBhvr>
                                      <p:to>
                                        <p:strVal val="visible"/>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nodeType="clickEffect">
                                  <p:stCondLst>
                                    <p:cond delay="0"/>
                                  </p:stCondLst>
                                  <p:childTnLst>
                                    <p:set>
                                      <p:cBhvr>
                                        <p:cTn id="554" dur="1" fill="hold">
                                          <p:stCondLst>
                                            <p:cond delay="0"/>
                                          </p:stCondLst>
                                        </p:cTn>
                                        <p:tgtEl>
                                          <p:spTgt spid="102">
                                            <p:txEl>
                                              <p:pRg st="2" end="2"/>
                                            </p:txEl>
                                          </p:spTgt>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1" presetClass="entr" presetSubtype="0" fill="hold" nodeType="clickEffect">
                                  <p:stCondLst>
                                    <p:cond delay="0"/>
                                  </p:stCondLst>
                                  <p:childTnLst>
                                    <p:set>
                                      <p:cBhvr>
                                        <p:cTn id="558" dur="1" fill="hold">
                                          <p:stCondLst>
                                            <p:cond delay="0"/>
                                          </p:stCondLst>
                                        </p:cTn>
                                        <p:tgtEl>
                                          <p:spTgt spid="102">
                                            <p:txEl>
                                              <p:pRg st="3" end="3"/>
                                            </p:txEl>
                                          </p:spTgt>
                                        </p:tgtEl>
                                        <p:attrNameLst>
                                          <p:attrName>style.visibility</p:attrName>
                                        </p:attrNameLst>
                                      </p:cBhvr>
                                      <p:to>
                                        <p:strVal val="visible"/>
                                      </p:to>
                                    </p:set>
                                  </p:childTnLst>
                                </p:cTn>
                              </p:par>
                            </p:childTnLst>
                          </p:cTn>
                        </p:par>
                      </p:childTnLst>
                    </p:cTn>
                  </p:par>
                  <p:par>
                    <p:cTn id="559" fill="hold">
                      <p:stCondLst>
                        <p:cond delay="indefinite"/>
                      </p:stCondLst>
                      <p:childTnLst>
                        <p:par>
                          <p:cTn id="560" fill="hold">
                            <p:stCondLst>
                              <p:cond delay="0"/>
                            </p:stCondLst>
                            <p:childTnLst>
                              <p:par>
                                <p:cTn id="561" presetID="1" presetClass="entr" presetSubtype="0" fill="hold" nodeType="clickEffect">
                                  <p:stCondLst>
                                    <p:cond delay="0"/>
                                  </p:stCondLst>
                                  <p:childTnLst>
                                    <p:set>
                                      <p:cBhvr>
                                        <p:cTn id="562" dur="1" fill="hold">
                                          <p:stCondLst>
                                            <p:cond delay="0"/>
                                          </p:stCondLst>
                                        </p:cTn>
                                        <p:tgtEl>
                                          <p:spTgt spid="102">
                                            <p:txEl>
                                              <p:pRg st="4" end="4"/>
                                            </p:txEl>
                                          </p:spTgt>
                                        </p:tgtEl>
                                        <p:attrNameLst>
                                          <p:attrName>style.visibility</p:attrName>
                                        </p:attrNameLst>
                                      </p:cBhvr>
                                      <p:to>
                                        <p:strVal val="visible"/>
                                      </p:to>
                                    </p:set>
                                  </p:childTnLst>
                                </p:cTn>
                              </p:par>
                            </p:childTnLst>
                          </p:cTn>
                        </p:par>
                      </p:childTnLst>
                    </p:cTn>
                  </p:par>
                  <p:par>
                    <p:cTn id="563" fill="hold">
                      <p:stCondLst>
                        <p:cond delay="indefinite"/>
                      </p:stCondLst>
                      <p:childTnLst>
                        <p:par>
                          <p:cTn id="564" fill="hold">
                            <p:stCondLst>
                              <p:cond delay="0"/>
                            </p:stCondLst>
                            <p:childTnLst>
                              <p:par>
                                <p:cTn id="565" presetID="1" presetClass="entr" presetSubtype="0" fill="hold" nodeType="clickEffect">
                                  <p:stCondLst>
                                    <p:cond delay="0"/>
                                  </p:stCondLst>
                                  <p:childTnLst>
                                    <p:set>
                                      <p:cBhvr>
                                        <p:cTn id="566" dur="1" fill="hold">
                                          <p:stCondLst>
                                            <p:cond delay="0"/>
                                          </p:stCondLst>
                                        </p:cTn>
                                        <p:tgtEl>
                                          <p:spTgt spid="102">
                                            <p:txEl>
                                              <p:pRg st="5" end="5"/>
                                            </p:txEl>
                                          </p:spTgt>
                                        </p:tgtEl>
                                        <p:attrNameLst>
                                          <p:attrName>style.visibility</p:attrName>
                                        </p:attrNameLst>
                                      </p:cBhvr>
                                      <p:to>
                                        <p:strVal val="visible"/>
                                      </p:to>
                                    </p:set>
                                  </p:childTnLst>
                                </p:cTn>
                              </p:par>
                            </p:childTnLst>
                          </p:cTn>
                        </p:par>
                      </p:childTnLst>
                    </p:cTn>
                  </p:par>
                  <p:par>
                    <p:cTn id="567" fill="hold">
                      <p:stCondLst>
                        <p:cond delay="indefinite"/>
                      </p:stCondLst>
                      <p:childTnLst>
                        <p:par>
                          <p:cTn id="568" fill="hold">
                            <p:stCondLst>
                              <p:cond delay="0"/>
                            </p:stCondLst>
                            <p:childTnLst>
                              <p:par>
                                <p:cTn id="569" presetID="1" presetClass="entr" presetSubtype="0" fill="hold" nodeType="clickEffect">
                                  <p:stCondLst>
                                    <p:cond delay="0"/>
                                  </p:stCondLst>
                                  <p:childTnLst>
                                    <p:set>
                                      <p:cBhvr>
                                        <p:cTn id="570" dur="1" fill="hold">
                                          <p:stCondLst>
                                            <p:cond delay="0"/>
                                          </p:stCondLst>
                                        </p:cTn>
                                        <p:tgtEl>
                                          <p:spTgt spid="102">
                                            <p:txEl>
                                              <p:pRg st="6" end="6"/>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presetID="1" presetClass="entr" presetSubtype="0" fill="hold" nodeType="clickEffect">
                                  <p:stCondLst>
                                    <p:cond delay="0"/>
                                  </p:stCondLst>
                                  <p:childTnLst>
                                    <p:set>
                                      <p:cBhvr>
                                        <p:cTn id="574" dur="1" fill="hold">
                                          <p:stCondLst>
                                            <p:cond delay="0"/>
                                          </p:stCondLst>
                                        </p:cTn>
                                        <p:tgtEl>
                                          <p:spTgt spid="102">
                                            <p:txEl>
                                              <p:pRg st="7" end="7"/>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presetID="1" presetClass="entr" presetSubtype="0" fill="hold" nodeType="clickEffect">
                                  <p:stCondLst>
                                    <p:cond delay="0"/>
                                  </p:stCondLst>
                                  <p:childTnLst>
                                    <p:set>
                                      <p:cBhvr>
                                        <p:cTn id="578" dur="1" fill="hold">
                                          <p:stCondLst>
                                            <p:cond delay="0"/>
                                          </p:stCondLst>
                                        </p:cTn>
                                        <p:tgtEl>
                                          <p:spTgt spid="102">
                                            <p:txEl>
                                              <p:pRg st="8" end="8"/>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presetID="1" presetClass="entr" presetSubtype="0" fill="hold" nodeType="clickEffect">
                                  <p:stCondLst>
                                    <p:cond delay="0"/>
                                  </p:stCondLst>
                                  <p:childTnLst>
                                    <p:set>
                                      <p:cBhvr>
                                        <p:cTn id="582" dur="1" fill="hold">
                                          <p:stCondLst>
                                            <p:cond delay="0"/>
                                          </p:stCondLst>
                                        </p:cTn>
                                        <p:tgtEl>
                                          <p:spTgt spid="103">
                                            <p:txEl>
                                              <p:pRg st="0" end="0"/>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presetID="1" presetClass="entr" presetSubtype="0" fill="hold" nodeType="clickEffect">
                                  <p:stCondLst>
                                    <p:cond delay="0"/>
                                  </p:stCondLst>
                                  <p:childTnLst>
                                    <p:set>
                                      <p:cBhvr>
                                        <p:cTn id="586" dur="1" fill="hold">
                                          <p:stCondLst>
                                            <p:cond delay="0"/>
                                          </p:stCondLst>
                                        </p:cTn>
                                        <p:tgtEl>
                                          <p:spTgt spid="103">
                                            <p:txEl>
                                              <p:pRg st="1" end="1"/>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presetID="1" presetClass="entr" presetSubtype="0" fill="hold" nodeType="clickEffect">
                                  <p:stCondLst>
                                    <p:cond delay="0"/>
                                  </p:stCondLst>
                                  <p:childTnLst>
                                    <p:set>
                                      <p:cBhvr>
                                        <p:cTn id="590" dur="1" fill="hold">
                                          <p:stCondLst>
                                            <p:cond delay="0"/>
                                          </p:stCondLst>
                                        </p:cTn>
                                        <p:tgtEl>
                                          <p:spTgt spid="103">
                                            <p:txEl>
                                              <p:pRg st="2" end="2"/>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presetID="1" presetClass="entr" presetSubtype="0" fill="hold" nodeType="clickEffect">
                                  <p:stCondLst>
                                    <p:cond delay="0"/>
                                  </p:stCondLst>
                                  <p:childTnLst>
                                    <p:set>
                                      <p:cBhvr>
                                        <p:cTn id="594" dur="1" fill="hold">
                                          <p:stCondLst>
                                            <p:cond delay="0"/>
                                          </p:stCondLst>
                                        </p:cTn>
                                        <p:tgtEl>
                                          <p:spTgt spid="103">
                                            <p:txEl>
                                              <p:pRg st="3" end="3"/>
                                            </p:txEl>
                                          </p:spTgt>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presetID="1" presetClass="entr" presetSubtype="0" fill="hold" nodeType="clickEffect">
                                  <p:stCondLst>
                                    <p:cond delay="0"/>
                                  </p:stCondLst>
                                  <p:childTnLst>
                                    <p:set>
                                      <p:cBhvr>
                                        <p:cTn id="598" dur="1" fill="hold">
                                          <p:stCondLst>
                                            <p:cond delay="0"/>
                                          </p:stCondLst>
                                        </p:cTn>
                                        <p:tgtEl>
                                          <p:spTgt spid="103">
                                            <p:txEl>
                                              <p:pRg st="4" end="4"/>
                                            </p:txEl>
                                          </p:spTgt>
                                        </p:tgtEl>
                                        <p:attrNameLst>
                                          <p:attrName>style.visibility</p:attrName>
                                        </p:attrNameLst>
                                      </p:cBhvr>
                                      <p:to>
                                        <p:strVal val="visible"/>
                                      </p:to>
                                    </p:set>
                                  </p:childTnLst>
                                </p:cTn>
                              </p:par>
                            </p:childTnLst>
                          </p:cTn>
                        </p:par>
                      </p:childTnLst>
                    </p:cTn>
                  </p:par>
                  <p:par>
                    <p:cTn id="599" fill="hold">
                      <p:stCondLst>
                        <p:cond delay="indefinite"/>
                      </p:stCondLst>
                      <p:childTnLst>
                        <p:par>
                          <p:cTn id="600" fill="hold">
                            <p:stCondLst>
                              <p:cond delay="0"/>
                            </p:stCondLst>
                            <p:childTnLst>
                              <p:par>
                                <p:cTn id="601" presetID="1" presetClass="entr" presetSubtype="0" fill="hold" nodeType="clickEffect">
                                  <p:stCondLst>
                                    <p:cond delay="0"/>
                                  </p:stCondLst>
                                  <p:childTnLst>
                                    <p:set>
                                      <p:cBhvr>
                                        <p:cTn id="602" dur="1" fill="hold">
                                          <p:stCondLst>
                                            <p:cond delay="0"/>
                                          </p:stCondLst>
                                        </p:cTn>
                                        <p:tgtEl>
                                          <p:spTgt spid="103">
                                            <p:txEl>
                                              <p:pRg st="5" end="5"/>
                                            </p:txEl>
                                          </p:spTgt>
                                        </p:tgtEl>
                                        <p:attrNameLst>
                                          <p:attrName>style.visibility</p:attrName>
                                        </p:attrNameLst>
                                      </p:cBhvr>
                                      <p:to>
                                        <p:strVal val="visible"/>
                                      </p:to>
                                    </p:set>
                                  </p:childTnLst>
                                </p:cTn>
                              </p:par>
                            </p:childTnLst>
                          </p:cTn>
                        </p:par>
                      </p:childTnLst>
                    </p:cTn>
                  </p:par>
                  <p:par>
                    <p:cTn id="603" fill="hold">
                      <p:stCondLst>
                        <p:cond delay="indefinite"/>
                      </p:stCondLst>
                      <p:childTnLst>
                        <p:par>
                          <p:cTn id="604" fill="hold">
                            <p:stCondLst>
                              <p:cond delay="0"/>
                            </p:stCondLst>
                            <p:childTnLst>
                              <p:par>
                                <p:cTn id="605" presetID="1" presetClass="entr" presetSubtype="0" fill="hold" nodeType="clickEffect">
                                  <p:stCondLst>
                                    <p:cond delay="0"/>
                                  </p:stCondLst>
                                  <p:childTnLst>
                                    <p:set>
                                      <p:cBhvr>
                                        <p:cTn id="606" dur="1" fill="hold">
                                          <p:stCondLst>
                                            <p:cond delay="0"/>
                                          </p:stCondLst>
                                        </p:cTn>
                                        <p:tgtEl>
                                          <p:spTgt spid="103">
                                            <p:txEl>
                                              <p:pRg st="6" end="6"/>
                                            </p:txEl>
                                          </p:spTgt>
                                        </p:tgtEl>
                                        <p:attrNameLst>
                                          <p:attrName>style.visibility</p:attrName>
                                        </p:attrNameLst>
                                      </p:cBhvr>
                                      <p:to>
                                        <p:strVal val="visible"/>
                                      </p:to>
                                    </p:set>
                                  </p:childTnLst>
                                </p:cTn>
                              </p:par>
                            </p:childTnLst>
                          </p:cTn>
                        </p:par>
                      </p:childTnLst>
                    </p:cTn>
                  </p:par>
                  <p:par>
                    <p:cTn id="607" fill="hold">
                      <p:stCondLst>
                        <p:cond delay="indefinite"/>
                      </p:stCondLst>
                      <p:childTnLst>
                        <p:par>
                          <p:cTn id="608" fill="hold">
                            <p:stCondLst>
                              <p:cond delay="0"/>
                            </p:stCondLst>
                            <p:childTnLst>
                              <p:par>
                                <p:cTn id="609" presetID="1" presetClass="entr" presetSubtype="0" fill="hold" nodeType="clickEffect">
                                  <p:stCondLst>
                                    <p:cond delay="0"/>
                                  </p:stCondLst>
                                  <p:childTnLst>
                                    <p:set>
                                      <p:cBhvr>
                                        <p:cTn id="610" dur="1" fill="hold">
                                          <p:stCondLst>
                                            <p:cond delay="0"/>
                                          </p:stCondLst>
                                        </p:cTn>
                                        <p:tgtEl>
                                          <p:spTgt spid="103">
                                            <p:txEl>
                                              <p:pRg st="7" end="7"/>
                                            </p:txEl>
                                          </p:spTgt>
                                        </p:tgtEl>
                                        <p:attrNameLst>
                                          <p:attrName>style.visibility</p:attrName>
                                        </p:attrNameLst>
                                      </p:cBhvr>
                                      <p:to>
                                        <p:strVal val="visible"/>
                                      </p:to>
                                    </p:set>
                                  </p:childTnLst>
                                </p:cTn>
                              </p:par>
                            </p:childTnLst>
                          </p:cTn>
                        </p:par>
                      </p:childTnLst>
                    </p:cTn>
                  </p:par>
                  <p:par>
                    <p:cTn id="611" fill="hold">
                      <p:stCondLst>
                        <p:cond delay="indefinite"/>
                      </p:stCondLst>
                      <p:childTnLst>
                        <p:par>
                          <p:cTn id="612" fill="hold">
                            <p:stCondLst>
                              <p:cond delay="0"/>
                            </p:stCondLst>
                            <p:childTnLst>
                              <p:par>
                                <p:cTn id="613" presetID="1" presetClass="entr" presetSubtype="0" fill="hold" nodeType="clickEffect">
                                  <p:stCondLst>
                                    <p:cond delay="0"/>
                                  </p:stCondLst>
                                  <p:childTnLst>
                                    <p:set>
                                      <p:cBhvr>
                                        <p:cTn id="614" dur="1" fill="hold">
                                          <p:stCondLst>
                                            <p:cond delay="0"/>
                                          </p:stCondLst>
                                        </p:cTn>
                                        <p:tgtEl>
                                          <p:spTgt spid="103">
                                            <p:txEl>
                                              <p:pRg st="8" end="8"/>
                                            </p:txEl>
                                          </p:spTgt>
                                        </p:tgtEl>
                                        <p:attrNameLst>
                                          <p:attrName>style.visibility</p:attrName>
                                        </p:attrNameLst>
                                      </p:cBhvr>
                                      <p:to>
                                        <p:strVal val="visible"/>
                                      </p:to>
                                    </p:set>
                                  </p:childTnLst>
                                </p:cTn>
                              </p:par>
                            </p:childTnLst>
                          </p:cTn>
                        </p:par>
                      </p:childTnLst>
                    </p:cTn>
                  </p:par>
                  <p:par>
                    <p:cTn id="615" fill="hold">
                      <p:stCondLst>
                        <p:cond delay="indefinite"/>
                      </p:stCondLst>
                      <p:childTnLst>
                        <p:par>
                          <p:cTn id="616" fill="hold">
                            <p:stCondLst>
                              <p:cond delay="0"/>
                            </p:stCondLst>
                            <p:childTnLst>
                              <p:par>
                                <p:cTn id="617" presetID="1" presetClass="entr" presetSubtype="0" fill="hold" nodeType="clickEffect">
                                  <p:stCondLst>
                                    <p:cond delay="0"/>
                                  </p:stCondLst>
                                  <p:childTnLst>
                                    <p:set>
                                      <p:cBhvr>
                                        <p:cTn id="618" dur="1" fill="hold">
                                          <p:stCondLst>
                                            <p:cond delay="0"/>
                                          </p:stCondLst>
                                        </p:cTn>
                                        <p:tgtEl>
                                          <p:spTgt spid="104">
                                            <p:txEl>
                                              <p:pRg st="0" end="0"/>
                                            </p:txEl>
                                          </p:spTgt>
                                        </p:tgtEl>
                                        <p:attrNameLst>
                                          <p:attrName>style.visibility</p:attrName>
                                        </p:attrNameLst>
                                      </p:cBhvr>
                                      <p:to>
                                        <p:strVal val="visible"/>
                                      </p:to>
                                    </p:set>
                                  </p:childTnLst>
                                </p:cTn>
                              </p:par>
                            </p:childTnLst>
                          </p:cTn>
                        </p:par>
                      </p:childTnLst>
                    </p:cTn>
                  </p:par>
                  <p:par>
                    <p:cTn id="619" fill="hold">
                      <p:stCondLst>
                        <p:cond delay="indefinite"/>
                      </p:stCondLst>
                      <p:childTnLst>
                        <p:par>
                          <p:cTn id="620" fill="hold">
                            <p:stCondLst>
                              <p:cond delay="0"/>
                            </p:stCondLst>
                            <p:childTnLst>
                              <p:par>
                                <p:cTn id="621" presetID="1" presetClass="entr" presetSubtype="0" fill="hold" nodeType="clickEffect">
                                  <p:stCondLst>
                                    <p:cond delay="0"/>
                                  </p:stCondLst>
                                  <p:childTnLst>
                                    <p:set>
                                      <p:cBhvr>
                                        <p:cTn id="622" dur="1" fill="hold">
                                          <p:stCondLst>
                                            <p:cond delay="0"/>
                                          </p:stCondLst>
                                        </p:cTn>
                                        <p:tgtEl>
                                          <p:spTgt spid="104">
                                            <p:txEl>
                                              <p:pRg st="1" end="1"/>
                                            </p:txEl>
                                          </p:spTgt>
                                        </p:tgtEl>
                                        <p:attrNameLst>
                                          <p:attrName>style.visibility</p:attrName>
                                        </p:attrNameLst>
                                      </p:cBhvr>
                                      <p:to>
                                        <p:strVal val="visible"/>
                                      </p:to>
                                    </p:set>
                                  </p:childTnLst>
                                </p:cTn>
                              </p:par>
                            </p:childTnLst>
                          </p:cTn>
                        </p:par>
                      </p:childTnLst>
                    </p:cTn>
                  </p:par>
                  <p:par>
                    <p:cTn id="623" fill="hold">
                      <p:stCondLst>
                        <p:cond delay="indefinite"/>
                      </p:stCondLst>
                      <p:childTnLst>
                        <p:par>
                          <p:cTn id="624" fill="hold">
                            <p:stCondLst>
                              <p:cond delay="0"/>
                            </p:stCondLst>
                            <p:childTnLst>
                              <p:par>
                                <p:cTn id="625" presetID="1" presetClass="entr" presetSubtype="0" fill="hold" nodeType="clickEffect">
                                  <p:stCondLst>
                                    <p:cond delay="0"/>
                                  </p:stCondLst>
                                  <p:childTnLst>
                                    <p:set>
                                      <p:cBhvr>
                                        <p:cTn id="626" dur="1" fill="hold">
                                          <p:stCondLst>
                                            <p:cond delay="0"/>
                                          </p:stCondLst>
                                        </p:cTn>
                                        <p:tgtEl>
                                          <p:spTgt spid="104">
                                            <p:txEl>
                                              <p:pRg st="2" end="2"/>
                                            </p:txEl>
                                          </p:spTgt>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presetID="1" presetClass="entr" presetSubtype="0" fill="hold" nodeType="clickEffect">
                                  <p:stCondLst>
                                    <p:cond delay="0"/>
                                  </p:stCondLst>
                                  <p:childTnLst>
                                    <p:set>
                                      <p:cBhvr>
                                        <p:cTn id="630" dur="1" fill="hold">
                                          <p:stCondLst>
                                            <p:cond delay="0"/>
                                          </p:stCondLst>
                                        </p:cTn>
                                        <p:tgtEl>
                                          <p:spTgt spid="104">
                                            <p:txEl>
                                              <p:pRg st="3" end="3"/>
                                            </p:txEl>
                                          </p:spTgt>
                                        </p:tgtEl>
                                        <p:attrNameLst>
                                          <p:attrName>style.visibility</p:attrName>
                                        </p:attrNameLst>
                                      </p:cBhvr>
                                      <p:to>
                                        <p:strVal val="visible"/>
                                      </p:to>
                                    </p:set>
                                  </p:childTnLst>
                                </p:cTn>
                              </p:par>
                            </p:childTnLst>
                          </p:cTn>
                        </p:par>
                      </p:childTnLst>
                    </p:cTn>
                  </p:par>
                  <p:par>
                    <p:cTn id="631" fill="hold">
                      <p:stCondLst>
                        <p:cond delay="indefinite"/>
                      </p:stCondLst>
                      <p:childTnLst>
                        <p:par>
                          <p:cTn id="632" fill="hold">
                            <p:stCondLst>
                              <p:cond delay="0"/>
                            </p:stCondLst>
                            <p:childTnLst>
                              <p:par>
                                <p:cTn id="633" presetID="1" presetClass="entr" presetSubtype="0" fill="hold" nodeType="clickEffect">
                                  <p:stCondLst>
                                    <p:cond delay="0"/>
                                  </p:stCondLst>
                                  <p:childTnLst>
                                    <p:set>
                                      <p:cBhvr>
                                        <p:cTn id="634" dur="1" fill="hold">
                                          <p:stCondLst>
                                            <p:cond delay="0"/>
                                          </p:stCondLst>
                                        </p:cTn>
                                        <p:tgtEl>
                                          <p:spTgt spid="104">
                                            <p:txEl>
                                              <p:pRg st="4" end="4"/>
                                            </p:txEl>
                                          </p:spTgt>
                                        </p:tgtEl>
                                        <p:attrNameLst>
                                          <p:attrName>style.visibility</p:attrName>
                                        </p:attrNameLst>
                                      </p:cBhvr>
                                      <p:to>
                                        <p:strVal val="visible"/>
                                      </p:to>
                                    </p:set>
                                  </p:childTnLst>
                                </p:cTn>
                              </p:par>
                            </p:childTnLst>
                          </p:cTn>
                        </p:par>
                      </p:childTnLst>
                    </p:cTn>
                  </p:par>
                  <p:par>
                    <p:cTn id="635" fill="hold">
                      <p:stCondLst>
                        <p:cond delay="indefinite"/>
                      </p:stCondLst>
                      <p:childTnLst>
                        <p:par>
                          <p:cTn id="636" fill="hold">
                            <p:stCondLst>
                              <p:cond delay="0"/>
                            </p:stCondLst>
                            <p:childTnLst>
                              <p:par>
                                <p:cTn id="637" presetID="1" presetClass="entr" presetSubtype="0" fill="hold" nodeType="clickEffect">
                                  <p:stCondLst>
                                    <p:cond delay="0"/>
                                  </p:stCondLst>
                                  <p:childTnLst>
                                    <p:set>
                                      <p:cBhvr>
                                        <p:cTn id="638" dur="1" fill="hold">
                                          <p:stCondLst>
                                            <p:cond delay="0"/>
                                          </p:stCondLst>
                                        </p:cTn>
                                        <p:tgtEl>
                                          <p:spTgt spid="104">
                                            <p:txEl>
                                              <p:pRg st="5" end="5"/>
                                            </p:txEl>
                                          </p:spTgt>
                                        </p:tgtEl>
                                        <p:attrNameLst>
                                          <p:attrName>style.visibility</p:attrName>
                                        </p:attrNameLst>
                                      </p:cBhvr>
                                      <p:to>
                                        <p:strVal val="visible"/>
                                      </p:to>
                                    </p:set>
                                  </p:childTnLst>
                                </p:cTn>
                              </p:par>
                            </p:childTnLst>
                          </p:cTn>
                        </p:par>
                      </p:childTnLst>
                    </p:cTn>
                  </p:par>
                  <p:par>
                    <p:cTn id="639" fill="hold">
                      <p:stCondLst>
                        <p:cond delay="indefinite"/>
                      </p:stCondLst>
                      <p:childTnLst>
                        <p:par>
                          <p:cTn id="640" fill="hold">
                            <p:stCondLst>
                              <p:cond delay="0"/>
                            </p:stCondLst>
                            <p:childTnLst>
                              <p:par>
                                <p:cTn id="641" presetID="1" presetClass="entr" presetSubtype="0" fill="hold" nodeType="clickEffect">
                                  <p:stCondLst>
                                    <p:cond delay="0"/>
                                  </p:stCondLst>
                                  <p:childTnLst>
                                    <p:set>
                                      <p:cBhvr>
                                        <p:cTn id="642" dur="1" fill="hold">
                                          <p:stCondLst>
                                            <p:cond delay="0"/>
                                          </p:stCondLst>
                                        </p:cTn>
                                        <p:tgtEl>
                                          <p:spTgt spid="104">
                                            <p:txEl>
                                              <p:pRg st="6" end="6"/>
                                            </p:txEl>
                                          </p:spTgt>
                                        </p:tgtEl>
                                        <p:attrNameLst>
                                          <p:attrName>style.visibility</p:attrName>
                                        </p:attrNameLst>
                                      </p:cBhvr>
                                      <p:to>
                                        <p:strVal val="visibl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104">
                                            <p:txEl>
                                              <p:pRg st="7" end="7"/>
                                            </p:txEl>
                                          </p:spTgt>
                                        </p:tgtEl>
                                        <p:attrNameLst>
                                          <p:attrName>style.visibility</p:attrName>
                                        </p:attrNameLst>
                                      </p:cBhvr>
                                      <p:to>
                                        <p:strVal val="visible"/>
                                      </p:to>
                                    </p:set>
                                  </p:childTnLst>
                                </p:cTn>
                              </p:par>
                            </p:childTnLst>
                          </p:cTn>
                        </p:par>
                      </p:childTnLst>
                    </p:cTn>
                  </p:par>
                  <p:par>
                    <p:cTn id="647" fill="hold">
                      <p:stCondLst>
                        <p:cond delay="indefinite"/>
                      </p:stCondLst>
                      <p:childTnLst>
                        <p:par>
                          <p:cTn id="648" fill="hold">
                            <p:stCondLst>
                              <p:cond delay="0"/>
                            </p:stCondLst>
                            <p:childTnLst>
                              <p:par>
                                <p:cTn id="649" presetID="1" presetClass="entr" presetSubtype="0" fill="hold" nodeType="clickEffect">
                                  <p:stCondLst>
                                    <p:cond delay="0"/>
                                  </p:stCondLst>
                                  <p:childTnLst>
                                    <p:set>
                                      <p:cBhvr>
                                        <p:cTn id="650" dur="1" fill="hold">
                                          <p:stCondLst>
                                            <p:cond delay="0"/>
                                          </p:stCondLst>
                                        </p:cTn>
                                        <p:tgtEl>
                                          <p:spTgt spid="104">
                                            <p:txEl>
                                              <p:pRg st="8" end="8"/>
                                            </p:txEl>
                                          </p:spTgt>
                                        </p:tgtEl>
                                        <p:attrNameLst>
                                          <p:attrName>style.visibility</p:attrName>
                                        </p:attrNameLst>
                                      </p:cBhvr>
                                      <p:to>
                                        <p:strVal val="visible"/>
                                      </p:to>
                                    </p:set>
                                  </p:childTnLst>
                                </p:cTn>
                              </p:par>
                            </p:childTnLst>
                          </p:cTn>
                        </p:par>
                      </p:childTnLst>
                    </p:cTn>
                  </p:par>
                  <p:par>
                    <p:cTn id="651" fill="hold">
                      <p:stCondLst>
                        <p:cond delay="indefinite"/>
                      </p:stCondLst>
                      <p:childTnLst>
                        <p:par>
                          <p:cTn id="652" fill="hold">
                            <p:stCondLst>
                              <p:cond delay="0"/>
                            </p:stCondLst>
                            <p:childTnLst>
                              <p:par>
                                <p:cTn id="653" presetID="1" presetClass="entr" presetSubtype="0" fill="hold" nodeType="clickEffect">
                                  <p:stCondLst>
                                    <p:cond delay="0"/>
                                  </p:stCondLst>
                                  <p:childTnLst>
                                    <p:set>
                                      <p:cBhvr>
                                        <p:cTn id="654" dur="1" fill="hold">
                                          <p:stCondLst>
                                            <p:cond delay="0"/>
                                          </p:stCondLst>
                                        </p:cTn>
                                        <p:tgtEl>
                                          <p:spTgt spid="105">
                                            <p:txEl>
                                              <p:pRg st="0" end="0"/>
                                            </p:txEl>
                                          </p:spTgt>
                                        </p:tgtEl>
                                        <p:attrNameLst>
                                          <p:attrName>style.visibility</p:attrName>
                                        </p:attrNameLst>
                                      </p:cBhvr>
                                      <p:to>
                                        <p:strVal val="visible"/>
                                      </p:to>
                                    </p:set>
                                  </p:childTnLst>
                                </p:cTn>
                              </p:par>
                            </p:childTnLst>
                          </p:cTn>
                        </p:par>
                      </p:childTnLst>
                    </p:cTn>
                  </p:par>
                  <p:par>
                    <p:cTn id="655" fill="hold">
                      <p:stCondLst>
                        <p:cond delay="indefinite"/>
                      </p:stCondLst>
                      <p:childTnLst>
                        <p:par>
                          <p:cTn id="656" fill="hold">
                            <p:stCondLst>
                              <p:cond delay="0"/>
                            </p:stCondLst>
                            <p:childTnLst>
                              <p:par>
                                <p:cTn id="657" presetID="1" presetClass="entr" presetSubtype="0" fill="hold" nodeType="clickEffect">
                                  <p:stCondLst>
                                    <p:cond delay="0"/>
                                  </p:stCondLst>
                                  <p:childTnLst>
                                    <p:set>
                                      <p:cBhvr>
                                        <p:cTn id="658" dur="1" fill="hold">
                                          <p:stCondLst>
                                            <p:cond delay="0"/>
                                          </p:stCondLst>
                                        </p:cTn>
                                        <p:tgtEl>
                                          <p:spTgt spid="105">
                                            <p:txEl>
                                              <p:pRg st="1" end="1"/>
                                            </p:txEl>
                                          </p:spTgt>
                                        </p:tgtEl>
                                        <p:attrNameLst>
                                          <p:attrName>style.visibility</p:attrName>
                                        </p:attrNameLst>
                                      </p:cBhvr>
                                      <p:to>
                                        <p:strVal val="visible"/>
                                      </p:to>
                                    </p:set>
                                  </p:childTnLst>
                                </p:cTn>
                              </p:par>
                            </p:childTnLst>
                          </p:cTn>
                        </p:par>
                      </p:childTnLst>
                    </p:cTn>
                  </p:par>
                  <p:par>
                    <p:cTn id="659" fill="hold">
                      <p:stCondLst>
                        <p:cond delay="indefinite"/>
                      </p:stCondLst>
                      <p:childTnLst>
                        <p:par>
                          <p:cTn id="660" fill="hold">
                            <p:stCondLst>
                              <p:cond delay="0"/>
                            </p:stCondLst>
                            <p:childTnLst>
                              <p:par>
                                <p:cTn id="661" presetID="1" presetClass="entr" presetSubtype="0" fill="hold" nodeType="clickEffect">
                                  <p:stCondLst>
                                    <p:cond delay="0"/>
                                  </p:stCondLst>
                                  <p:childTnLst>
                                    <p:set>
                                      <p:cBhvr>
                                        <p:cTn id="662" dur="1" fill="hold">
                                          <p:stCondLst>
                                            <p:cond delay="0"/>
                                          </p:stCondLst>
                                        </p:cTn>
                                        <p:tgtEl>
                                          <p:spTgt spid="105">
                                            <p:txEl>
                                              <p:pRg st="2" end="2"/>
                                            </p:txEl>
                                          </p:spTgt>
                                        </p:tgtEl>
                                        <p:attrNameLst>
                                          <p:attrName>style.visibility</p:attrName>
                                        </p:attrNameLst>
                                      </p:cBhvr>
                                      <p:to>
                                        <p:strVal val="visible"/>
                                      </p:to>
                                    </p:set>
                                  </p:childTnLst>
                                </p:cTn>
                              </p:par>
                            </p:childTnLst>
                          </p:cTn>
                        </p:par>
                      </p:childTnLst>
                    </p:cTn>
                  </p:par>
                  <p:par>
                    <p:cTn id="663" fill="hold">
                      <p:stCondLst>
                        <p:cond delay="indefinite"/>
                      </p:stCondLst>
                      <p:childTnLst>
                        <p:par>
                          <p:cTn id="664" fill="hold">
                            <p:stCondLst>
                              <p:cond delay="0"/>
                            </p:stCondLst>
                            <p:childTnLst>
                              <p:par>
                                <p:cTn id="665" presetID="1" presetClass="entr" presetSubtype="0" fill="hold" nodeType="clickEffect">
                                  <p:stCondLst>
                                    <p:cond delay="0"/>
                                  </p:stCondLst>
                                  <p:childTnLst>
                                    <p:set>
                                      <p:cBhvr>
                                        <p:cTn id="666" dur="1" fill="hold">
                                          <p:stCondLst>
                                            <p:cond delay="0"/>
                                          </p:stCondLst>
                                        </p:cTn>
                                        <p:tgtEl>
                                          <p:spTgt spid="105">
                                            <p:txEl>
                                              <p:pRg st="3" end="3"/>
                                            </p:txEl>
                                          </p:spTgt>
                                        </p:tgtEl>
                                        <p:attrNameLst>
                                          <p:attrName>style.visibility</p:attrName>
                                        </p:attrNameLst>
                                      </p:cBhvr>
                                      <p:to>
                                        <p:strVal val="visible"/>
                                      </p:to>
                                    </p:set>
                                  </p:childTnLst>
                                </p:cTn>
                              </p:par>
                            </p:childTnLst>
                          </p:cTn>
                        </p:par>
                      </p:childTnLst>
                    </p:cTn>
                  </p:par>
                  <p:par>
                    <p:cTn id="667" fill="hold">
                      <p:stCondLst>
                        <p:cond delay="indefinite"/>
                      </p:stCondLst>
                      <p:childTnLst>
                        <p:par>
                          <p:cTn id="668" fill="hold">
                            <p:stCondLst>
                              <p:cond delay="0"/>
                            </p:stCondLst>
                            <p:childTnLst>
                              <p:par>
                                <p:cTn id="669" presetID="1" presetClass="entr" presetSubtype="0" fill="hold" nodeType="clickEffect">
                                  <p:stCondLst>
                                    <p:cond delay="0"/>
                                  </p:stCondLst>
                                  <p:childTnLst>
                                    <p:set>
                                      <p:cBhvr>
                                        <p:cTn id="670" dur="1" fill="hold">
                                          <p:stCondLst>
                                            <p:cond delay="0"/>
                                          </p:stCondLst>
                                        </p:cTn>
                                        <p:tgtEl>
                                          <p:spTgt spid="105">
                                            <p:txEl>
                                              <p:pRg st="4" end="4"/>
                                            </p:txEl>
                                          </p:spTgt>
                                        </p:tgtEl>
                                        <p:attrNameLst>
                                          <p:attrName>style.visibility</p:attrName>
                                        </p:attrNameLst>
                                      </p:cBhvr>
                                      <p:to>
                                        <p:strVal val="visible"/>
                                      </p:to>
                                    </p:set>
                                  </p:childTnLst>
                                </p:cTn>
                              </p:par>
                            </p:childTnLst>
                          </p:cTn>
                        </p:par>
                      </p:childTnLst>
                    </p:cTn>
                  </p:par>
                  <p:par>
                    <p:cTn id="671" fill="hold">
                      <p:stCondLst>
                        <p:cond delay="indefinite"/>
                      </p:stCondLst>
                      <p:childTnLst>
                        <p:par>
                          <p:cTn id="672" fill="hold">
                            <p:stCondLst>
                              <p:cond delay="0"/>
                            </p:stCondLst>
                            <p:childTnLst>
                              <p:par>
                                <p:cTn id="673" presetID="1" presetClass="entr" presetSubtype="0" fill="hold" nodeType="clickEffect">
                                  <p:stCondLst>
                                    <p:cond delay="0"/>
                                  </p:stCondLst>
                                  <p:childTnLst>
                                    <p:set>
                                      <p:cBhvr>
                                        <p:cTn id="674" dur="1" fill="hold">
                                          <p:stCondLst>
                                            <p:cond delay="0"/>
                                          </p:stCondLst>
                                        </p:cTn>
                                        <p:tgtEl>
                                          <p:spTgt spid="105">
                                            <p:txEl>
                                              <p:pRg st="5" end="5"/>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presetID="1" presetClass="entr" presetSubtype="0" fill="hold" nodeType="clickEffect">
                                  <p:stCondLst>
                                    <p:cond delay="0"/>
                                  </p:stCondLst>
                                  <p:childTnLst>
                                    <p:set>
                                      <p:cBhvr>
                                        <p:cTn id="678" dur="1" fill="hold">
                                          <p:stCondLst>
                                            <p:cond delay="0"/>
                                          </p:stCondLst>
                                        </p:cTn>
                                        <p:tgtEl>
                                          <p:spTgt spid="105">
                                            <p:txEl>
                                              <p:pRg st="6" end="6"/>
                                            </p:txEl>
                                          </p:spTgt>
                                        </p:tgtEl>
                                        <p:attrNameLst>
                                          <p:attrName>style.visibility</p:attrName>
                                        </p:attrNameLst>
                                      </p:cBhvr>
                                      <p:to>
                                        <p:strVal val="visible"/>
                                      </p:to>
                                    </p:set>
                                  </p:childTnLst>
                                </p:cTn>
                              </p:par>
                            </p:childTnLst>
                          </p:cTn>
                        </p:par>
                      </p:childTnLst>
                    </p:cTn>
                  </p:par>
                  <p:par>
                    <p:cTn id="679" fill="hold">
                      <p:stCondLst>
                        <p:cond delay="indefinite"/>
                      </p:stCondLst>
                      <p:childTnLst>
                        <p:par>
                          <p:cTn id="680" fill="hold">
                            <p:stCondLst>
                              <p:cond delay="0"/>
                            </p:stCondLst>
                            <p:childTnLst>
                              <p:par>
                                <p:cTn id="681" presetID="1" presetClass="entr" presetSubtype="0" fill="hold" nodeType="clickEffect">
                                  <p:stCondLst>
                                    <p:cond delay="0"/>
                                  </p:stCondLst>
                                  <p:childTnLst>
                                    <p:set>
                                      <p:cBhvr>
                                        <p:cTn id="682" dur="1" fill="hold">
                                          <p:stCondLst>
                                            <p:cond delay="0"/>
                                          </p:stCondLst>
                                        </p:cTn>
                                        <p:tgtEl>
                                          <p:spTgt spid="105">
                                            <p:txEl>
                                              <p:pRg st="7" end="7"/>
                                            </p:txEl>
                                          </p:spTgt>
                                        </p:tgtEl>
                                        <p:attrNameLst>
                                          <p:attrName>style.visibility</p:attrName>
                                        </p:attrNameLst>
                                      </p:cBhvr>
                                      <p:to>
                                        <p:strVal val="visible"/>
                                      </p:to>
                                    </p:set>
                                  </p:childTnLst>
                                </p:cTn>
                              </p:par>
                            </p:childTnLst>
                          </p:cTn>
                        </p:par>
                      </p:childTnLst>
                    </p:cTn>
                  </p:par>
                  <p:par>
                    <p:cTn id="683" fill="hold">
                      <p:stCondLst>
                        <p:cond delay="indefinite"/>
                      </p:stCondLst>
                      <p:childTnLst>
                        <p:par>
                          <p:cTn id="684" fill="hold">
                            <p:stCondLst>
                              <p:cond delay="0"/>
                            </p:stCondLst>
                            <p:childTnLst>
                              <p:par>
                                <p:cTn id="685" presetID="1" presetClass="entr" presetSubtype="0" fill="hold" nodeType="clickEffect">
                                  <p:stCondLst>
                                    <p:cond delay="0"/>
                                  </p:stCondLst>
                                  <p:childTnLst>
                                    <p:set>
                                      <p:cBhvr>
                                        <p:cTn id="686" dur="1" fill="hold">
                                          <p:stCondLst>
                                            <p:cond delay="0"/>
                                          </p:stCondLst>
                                        </p:cTn>
                                        <p:tgtEl>
                                          <p:spTgt spid="105">
                                            <p:txEl>
                                              <p:pRg st="8" end="8"/>
                                            </p:txEl>
                                          </p:spTgt>
                                        </p:tgtEl>
                                        <p:attrNameLst>
                                          <p:attrName>style.visibility</p:attrName>
                                        </p:attrNameLst>
                                      </p:cBhvr>
                                      <p:to>
                                        <p:strVal val="visible"/>
                                      </p:to>
                                    </p:set>
                                  </p:childTnLst>
                                </p:cTn>
                              </p:par>
                            </p:childTnLst>
                          </p:cTn>
                        </p:par>
                      </p:childTnLst>
                    </p:cTn>
                  </p:par>
                  <p:par>
                    <p:cTn id="687" fill="hold">
                      <p:stCondLst>
                        <p:cond delay="indefinite"/>
                      </p:stCondLst>
                      <p:childTnLst>
                        <p:par>
                          <p:cTn id="688" fill="hold">
                            <p:stCondLst>
                              <p:cond delay="0"/>
                            </p:stCondLst>
                            <p:childTnLst>
                              <p:par>
                                <p:cTn id="689" presetID="1" presetClass="entr" presetSubtype="0" fill="hold" nodeType="clickEffect">
                                  <p:stCondLst>
                                    <p:cond delay="0"/>
                                  </p:stCondLst>
                                  <p:childTnLst>
                                    <p:set>
                                      <p:cBhvr>
                                        <p:cTn id="690" dur="1" fill="hold">
                                          <p:stCondLst>
                                            <p:cond delay="0"/>
                                          </p:stCondLst>
                                        </p:cTn>
                                        <p:tgtEl>
                                          <p:spTgt spid="106">
                                            <p:txEl>
                                              <p:pRg st="0" end="0"/>
                                            </p:txEl>
                                          </p:spTgt>
                                        </p:tgtEl>
                                        <p:attrNameLst>
                                          <p:attrName>style.visibility</p:attrName>
                                        </p:attrNameLst>
                                      </p:cBhvr>
                                      <p:to>
                                        <p:strVal val="visible"/>
                                      </p:to>
                                    </p:set>
                                  </p:childTnLst>
                                </p:cTn>
                              </p:par>
                            </p:childTnLst>
                          </p:cTn>
                        </p:par>
                      </p:childTnLst>
                    </p:cTn>
                  </p:par>
                  <p:par>
                    <p:cTn id="691" fill="hold">
                      <p:stCondLst>
                        <p:cond delay="indefinite"/>
                      </p:stCondLst>
                      <p:childTnLst>
                        <p:par>
                          <p:cTn id="692" fill="hold">
                            <p:stCondLst>
                              <p:cond delay="0"/>
                            </p:stCondLst>
                            <p:childTnLst>
                              <p:par>
                                <p:cTn id="693" presetID="1" presetClass="entr" presetSubtype="0" fill="hold" nodeType="clickEffect">
                                  <p:stCondLst>
                                    <p:cond delay="0"/>
                                  </p:stCondLst>
                                  <p:childTnLst>
                                    <p:set>
                                      <p:cBhvr>
                                        <p:cTn id="694" dur="1" fill="hold">
                                          <p:stCondLst>
                                            <p:cond delay="0"/>
                                          </p:stCondLst>
                                        </p:cTn>
                                        <p:tgtEl>
                                          <p:spTgt spid="106">
                                            <p:txEl>
                                              <p:pRg st="1" end="1"/>
                                            </p:txEl>
                                          </p:spTgt>
                                        </p:tgtEl>
                                        <p:attrNameLst>
                                          <p:attrName>style.visibility</p:attrName>
                                        </p:attrNameLst>
                                      </p:cBhvr>
                                      <p:to>
                                        <p:strVal val="visible"/>
                                      </p:to>
                                    </p:set>
                                  </p:childTnLst>
                                </p:cTn>
                              </p:par>
                            </p:childTnLst>
                          </p:cTn>
                        </p:par>
                      </p:childTnLst>
                    </p:cTn>
                  </p:par>
                  <p:par>
                    <p:cTn id="695" fill="hold">
                      <p:stCondLst>
                        <p:cond delay="indefinite"/>
                      </p:stCondLst>
                      <p:childTnLst>
                        <p:par>
                          <p:cTn id="696" fill="hold">
                            <p:stCondLst>
                              <p:cond delay="0"/>
                            </p:stCondLst>
                            <p:childTnLst>
                              <p:par>
                                <p:cTn id="697" presetID="1" presetClass="entr" presetSubtype="0" fill="hold" nodeType="clickEffect">
                                  <p:stCondLst>
                                    <p:cond delay="0"/>
                                  </p:stCondLst>
                                  <p:childTnLst>
                                    <p:set>
                                      <p:cBhvr>
                                        <p:cTn id="698" dur="1" fill="hold">
                                          <p:stCondLst>
                                            <p:cond delay="0"/>
                                          </p:stCondLst>
                                        </p:cTn>
                                        <p:tgtEl>
                                          <p:spTgt spid="106">
                                            <p:txEl>
                                              <p:pRg st="2" end="2"/>
                                            </p:txEl>
                                          </p:spTgt>
                                        </p:tgtEl>
                                        <p:attrNameLst>
                                          <p:attrName>style.visibility</p:attrName>
                                        </p:attrNameLst>
                                      </p:cBhvr>
                                      <p:to>
                                        <p:strVal val="visible"/>
                                      </p:to>
                                    </p:set>
                                  </p:childTnLst>
                                </p:cTn>
                              </p:par>
                            </p:childTnLst>
                          </p:cTn>
                        </p:par>
                      </p:childTnLst>
                    </p:cTn>
                  </p:par>
                  <p:par>
                    <p:cTn id="699" fill="hold">
                      <p:stCondLst>
                        <p:cond delay="indefinite"/>
                      </p:stCondLst>
                      <p:childTnLst>
                        <p:par>
                          <p:cTn id="700" fill="hold">
                            <p:stCondLst>
                              <p:cond delay="0"/>
                            </p:stCondLst>
                            <p:childTnLst>
                              <p:par>
                                <p:cTn id="701" presetID="1" presetClass="entr" presetSubtype="0" fill="hold" nodeType="clickEffect">
                                  <p:stCondLst>
                                    <p:cond delay="0"/>
                                  </p:stCondLst>
                                  <p:childTnLst>
                                    <p:set>
                                      <p:cBhvr>
                                        <p:cTn id="702" dur="1" fill="hold">
                                          <p:stCondLst>
                                            <p:cond delay="0"/>
                                          </p:stCondLst>
                                        </p:cTn>
                                        <p:tgtEl>
                                          <p:spTgt spid="106">
                                            <p:txEl>
                                              <p:pRg st="3" end="3"/>
                                            </p:txEl>
                                          </p:spTgt>
                                        </p:tgtEl>
                                        <p:attrNameLst>
                                          <p:attrName>style.visibility</p:attrName>
                                        </p:attrNameLst>
                                      </p:cBhvr>
                                      <p:to>
                                        <p:strVal val="visible"/>
                                      </p:to>
                                    </p:set>
                                  </p:childTnLst>
                                </p:cTn>
                              </p:par>
                            </p:childTnLst>
                          </p:cTn>
                        </p:par>
                      </p:childTnLst>
                    </p:cTn>
                  </p:par>
                  <p:par>
                    <p:cTn id="703" fill="hold">
                      <p:stCondLst>
                        <p:cond delay="indefinite"/>
                      </p:stCondLst>
                      <p:childTnLst>
                        <p:par>
                          <p:cTn id="704" fill="hold">
                            <p:stCondLst>
                              <p:cond delay="0"/>
                            </p:stCondLst>
                            <p:childTnLst>
                              <p:par>
                                <p:cTn id="705" presetID="1" presetClass="entr" presetSubtype="0" fill="hold" nodeType="clickEffect">
                                  <p:stCondLst>
                                    <p:cond delay="0"/>
                                  </p:stCondLst>
                                  <p:childTnLst>
                                    <p:set>
                                      <p:cBhvr>
                                        <p:cTn id="706" dur="1" fill="hold">
                                          <p:stCondLst>
                                            <p:cond delay="0"/>
                                          </p:stCondLst>
                                        </p:cTn>
                                        <p:tgtEl>
                                          <p:spTgt spid="106">
                                            <p:txEl>
                                              <p:pRg st="4" end="4"/>
                                            </p:txEl>
                                          </p:spTgt>
                                        </p:tgtEl>
                                        <p:attrNameLst>
                                          <p:attrName>style.visibility</p:attrName>
                                        </p:attrNameLst>
                                      </p:cBhvr>
                                      <p:to>
                                        <p:strVal val="visible"/>
                                      </p:to>
                                    </p:set>
                                  </p:childTnLst>
                                </p:cTn>
                              </p:par>
                            </p:childTnLst>
                          </p:cTn>
                        </p:par>
                      </p:childTnLst>
                    </p:cTn>
                  </p:par>
                  <p:par>
                    <p:cTn id="707" fill="hold">
                      <p:stCondLst>
                        <p:cond delay="indefinite"/>
                      </p:stCondLst>
                      <p:childTnLst>
                        <p:par>
                          <p:cTn id="708" fill="hold">
                            <p:stCondLst>
                              <p:cond delay="0"/>
                            </p:stCondLst>
                            <p:childTnLst>
                              <p:par>
                                <p:cTn id="709" presetID="1" presetClass="entr" presetSubtype="0" fill="hold" nodeType="clickEffect">
                                  <p:stCondLst>
                                    <p:cond delay="0"/>
                                  </p:stCondLst>
                                  <p:childTnLst>
                                    <p:set>
                                      <p:cBhvr>
                                        <p:cTn id="710" dur="1" fill="hold">
                                          <p:stCondLst>
                                            <p:cond delay="0"/>
                                          </p:stCondLst>
                                        </p:cTn>
                                        <p:tgtEl>
                                          <p:spTgt spid="106">
                                            <p:txEl>
                                              <p:pRg st="5" end="5"/>
                                            </p:txEl>
                                          </p:spTgt>
                                        </p:tgtEl>
                                        <p:attrNameLst>
                                          <p:attrName>style.visibility</p:attrName>
                                        </p:attrNameLst>
                                      </p:cBhvr>
                                      <p:to>
                                        <p:strVal val="visible"/>
                                      </p:to>
                                    </p:set>
                                  </p:childTnLst>
                                </p:cTn>
                              </p:par>
                            </p:childTnLst>
                          </p:cTn>
                        </p:par>
                      </p:childTnLst>
                    </p:cTn>
                  </p:par>
                  <p:par>
                    <p:cTn id="711" fill="hold">
                      <p:stCondLst>
                        <p:cond delay="indefinite"/>
                      </p:stCondLst>
                      <p:childTnLst>
                        <p:par>
                          <p:cTn id="712" fill="hold">
                            <p:stCondLst>
                              <p:cond delay="0"/>
                            </p:stCondLst>
                            <p:childTnLst>
                              <p:par>
                                <p:cTn id="713" presetID="1" presetClass="entr" presetSubtype="0" fill="hold" nodeType="clickEffect">
                                  <p:stCondLst>
                                    <p:cond delay="0"/>
                                  </p:stCondLst>
                                  <p:childTnLst>
                                    <p:set>
                                      <p:cBhvr>
                                        <p:cTn id="714" dur="1" fill="hold">
                                          <p:stCondLst>
                                            <p:cond delay="0"/>
                                          </p:stCondLst>
                                        </p:cTn>
                                        <p:tgtEl>
                                          <p:spTgt spid="106">
                                            <p:txEl>
                                              <p:pRg st="6" end="6"/>
                                            </p:txEl>
                                          </p:spTgt>
                                        </p:tgtEl>
                                        <p:attrNameLst>
                                          <p:attrName>style.visibility</p:attrName>
                                        </p:attrNameLst>
                                      </p:cBhvr>
                                      <p:to>
                                        <p:strVal val="visible"/>
                                      </p:to>
                                    </p:set>
                                  </p:childTnLst>
                                </p:cTn>
                              </p:par>
                            </p:childTnLst>
                          </p:cTn>
                        </p:par>
                      </p:childTnLst>
                    </p:cTn>
                  </p:par>
                  <p:par>
                    <p:cTn id="715" fill="hold">
                      <p:stCondLst>
                        <p:cond delay="indefinite"/>
                      </p:stCondLst>
                      <p:childTnLst>
                        <p:par>
                          <p:cTn id="716" fill="hold">
                            <p:stCondLst>
                              <p:cond delay="0"/>
                            </p:stCondLst>
                            <p:childTnLst>
                              <p:par>
                                <p:cTn id="717" presetID="1" presetClass="entr" presetSubtype="0" fill="hold" nodeType="clickEffect">
                                  <p:stCondLst>
                                    <p:cond delay="0"/>
                                  </p:stCondLst>
                                  <p:childTnLst>
                                    <p:set>
                                      <p:cBhvr>
                                        <p:cTn id="718" dur="1" fill="hold">
                                          <p:stCondLst>
                                            <p:cond delay="0"/>
                                          </p:stCondLst>
                                        </p:cTn>
                                        <p:tgtEl>
                                          <p:spTgt spid="106">
                                            <p:txEl>
                                              <p:pRg st="7" end="7"/>
                                            </p:txEl>
                                          </p:spTgt>
                                        </p:tgtEl>
                                        <p:attrNameLst>
                                          <p:attrName>style.visibility</p:attrName>
                                        </p:attrNameLst>
                                      </p:cBhvr>
                                      <p:to>
                                        <p:strVal val="visible"/>
                                      </p:to>
                                    </p:set>
                                  </p:childTnLst>
                                </p:cTn>
                              </p:par>
                            </p:childTnLst>
                          </p:cTn>
                        </p:par>
                      </p:childTnLst>
                    </p:cTn>
                  </p:par>
                  <p:par>
                    <p:cTn id="719" fill="hold">
                      <p:stCondLst>
                        <p:cond delay="indefinite"/>
                      </p:stCondLst>
                      <p:childTnLst>
                        <p:par>
                          <p:cTn id="720" fill="hold">
                            <p:stCondLst>
                              <p:cond delay="0"/>
                            </p:stCondLst>
                            <p:childTnLst>
                              <p:par>
                                <p:cTn id="721" presetID="1" presetClass="entr" presetSubtype="0" fill="hold" nodeType="clickEffect">
                                  <p:stCondLst>
                                    <p:cond delay="0"/>
                                  </p:stCondLst>
                                  <p:childTnLst>
                                    <p:set>
                                      <p:cBhvr>
                                        <p:cTn id="722" dur="1" fill="hold">
                                          <p:stCondLst>
                                            <p:cond delay="0"/>
                                          </p:stCondLst>
                                        </p:cTn>
                                        <p:tgtEl>
                                          <p:spTgt spid="106">
                                            <p:txEl>
                                              <p:pRg st="8" end="8"/>
                                            </p:txEl>
                                          </p:spTgt>
                                        </p:tgtEl>
                                        <p:attrNameLst>
                                          <p:attrName>style.visibility</p:attrName>
                                        </p:attrNameLst>
                                      </p:cBhvr>
                                      <p:to>
                                        <p:strVal val="visible"/>
                                      </p:to>
                                    </p:set>
                                  </p:childTnLst>
                                </p:cTn>
                              </p:par>
                            </p:childTnLst>
                          </p:cTn>
                        </p:par>
                      </p:childTnLst>
                    </p:cTn>
                  </p:par>
                  <p:par>
                    <p:cTn id="723" fill="hold">
                      <p:stCondLst>
                        <p:cond delay="indefinite"/>
                      </p:stCondLst>
                      <p:childTnLst>
                        <p:par>
                          <p:cTn id="724" fill="hold">
                            <p:stCondLst>
                              <p:cond delay="0"/>
                            </p:stCondLst>
                            <p:childTnLst>
                              <p:par>
                                <p:cTn id="725" presetID="1" presetClass="entr" presetSubtype="0" fill="hold" nodeType="clickEffect">
                                  <p:stCondLst>
                                    <p:cond delay="0"/>
                                  </p:stCondLst>
                                  <p:childTnLst>
                                    <p:set>
                                      <p:cBhvr>
                                        <p:cTn id="726" dur="1" fill="hold">
                                          <p:stCondLst>
                                            <p:cond delay="0"/>
                                          </p:stCondLst>
                                        </p:cTn>
                                        <p:tgtEl>
                                          <p:spTgt spid="107">
                                            <p:txEl>
                                              <p:pRg st="0" end="0"/>
                                            </p:txEl>
                                          </p:spTgt>
                                        </p:tgtEl>
                                        <p:attrNameLst>
                                          <p:attrName>style.visibility</p:attrName>
                                        </p:attrNameLst>
                                      </p:cBhvr>
                                      <p:to>
                                        <p:strVal val="visible"/>
                                      </p:to>
                                    </p:set>
                                  </p:childTnLst>
                                </p:cTn>
                              </p:par>
                            </p:childTnLst>
                          </p:cTn>
                        </p:par>
                      </p:childTnLst>
                    </p:cTn>
                  </p:par>
                  <p:par>
                    <p:cTn id="727" fill="hold">
                      <p:stCondLst>
                        <p:cond delay="indefinite"/>
                      </p:stCondLst>
                      <p:childTnLst>
                        <p:par>
                          <p:cTn id="728" fill="hold">
                            <p:stCondLst>
                              <p:cond delay="0"/>
                            </p:stCondLst>
                            <p:childTnLst>
                              <p:par>
                                <p:cTn id="729" presetID="1" presetClass="entr" presetSubtype="0" fill="hold" nodeType="clickEffect">
                                  <p:stCondLst>
                                    <p:cond delay="0"/>
                                  </p:stCondLst>
                                  <p:childTnLst>
                                    <p:set>
                                      <p:cBhvr>
                                        <p:cTn id="730" dur="1" fill="hold">
                                          <p:stCondLst>
                                            <p:cond delay="0"/>
                                          </p:stCondLst>
                                        </p:cTn>
                                        <p:tgtEl>
                                          <p:spTgt spid="107">
                                            <p:txEl>
                                              <p:pRg st="1" end="1"/>
                                            </p:txEl>
                                          </p:spTgt>
                                        </p:tgtEl>
                                        <p:attrNameLst>
                                          <p:attrName>style.visibility</p:attrName>
                                        </p:attrNameLst>
                                      </p:cBhvr>
                                      <p:to>
                                        <p:strVal val="visible"/>
                                      </p:to>
                                    </p:set>
                                  </p:childTnLst>
                                </p:cTn>
                              </p:par>
                            </p:childTnLst>
                          </p:cTn>
                        </p:par>
                      </p:childTnLst>
                    </p:cTn>
                  </p:par>
                  <p:par>
                    <p:cTn id="731" fill="hold">
                      <p:stCondLst>
                        <p:cond delay="indefinite"/>
                      </p:stCondLst>
                      <p:childTnLst>
                        <p:par>
                          <p:cTn id="732" fill="hold">
                            <p:stCondLst>
                              <p:cond delay="0"/>
                            </p:stCondLst>
                            <p:childTnLst>
                              <p:par>
                                <p:cTn id="733" presetID="1" presetClass="entr" presetSubtype="0" fill="hold" nodeType="clickEffect">
                                  <p:stCondLst>
                                    <p:cond delay="0"/>
                                  </p:stCondLst>
                                  <p:childTnLst>
                                    <p:set>
                                      <p:cBhvr>
                                        <p:cTn id="734" dur="1" fill="hold">
                                          <p:stCondLst>
                                            <p:cond delay="0"/>
                                          </p:stCondLst>
                                        </p:cTn>
                                        <p:tgtEl>
                                          <p:spTgt spid="107">
                                            <p:txEl>
                                              <p:pRg st="2" end="2"/>
                                            </p:txEl>
                                          </p:spTgt>
                                        </p:tgtEl>
                                        <p:attrNameLst>
                                          <p:attrName>style.visibility</p:attrName>
                                        </p:attrNameLst>
                                      </p:cBhvr>
                                      <p:to>
                                        <p:strVal val="visible"/>
                                      </p:to>
                                    </p:set>
                                  </p:childTnLst>
                                </p:cTn>
                              </p:par>
                            </p:childTnLst>
                          </p:cTn>
                        </p:par>
                      </p:childTnLst>
                    </p:cTn>
                  </p:par>
                  <p:par>
                    <p:cTn id="735" fill="hold">
                      <p:stCondLst>
                        <p:cond delay="indefinite"/>
                      </p:stCondLst>
                      <p:childTnLst>
                        <p:par>
                          <p:cTn id="736" fill="hold">
                            <p:stCondLst>
                              <p:cond delay="0"/>
                            </p:stCondLst>
                            <p:childTnLst>
                              <p:par>
                                <p:cTn id="737" presetID="1" presetClass="entr" presetSubtype="0" fill="hold" nodeType="clickEffect">
                                  <p:stCondLst>
                                    <p:cond delay="0"/>
                                  </p:stCondLst>
                                  <p:childTnLst>
                                    <p:set>
                                      <p:cBhvr>
                                        <p:cTn id="738" dur="1" fill="hold">
                                          <p:stCondLst>
                                            <p:cond delay="0"/>
                                          </p:stCondLst>
                                        </p:cTn>
                                        <p:tgtEl>
                                          <p:spTgt spid="107">
                                            <p:txEl>
                                              <p:pRg st="3" end="3"/>
                                            </p:txEl>
                                          </p:spTgt>
                                        </p:tgtEl>
                                        <p:attrNameLst>
                                          <p:attrName>style.visibility</p:attrName>
                                        </p:attrNameLst>
                                      </p:cBhvr>
                                      <p:to>
                                        <p:strVal val="visible"/>
                                      </p:to>
                                    </p:set>
                                  </p:childTnLst>
                                </p:cTn>
                              </p:par>
                            </p:childTnLst>
                          </p:cTn>
                        </p:par>
                      </p:childTnLst>
                    </p:cTn>
                  </p:par>
                  <p:par>
                    <p:cTn id="739" fill="hold">
                      <p:stCondLst>
                        <p:cond delay="indefinite"/>
                      </p:stCondLst>
                      <p:childTnLst>
                        <p:par>
                          <p:cTn id="740" fill="hold">
                            <p:stCondLst>
                              <p:cond delay="0"/>
                            </p:stCondLst>
                            <p:childTnLst>
                              <p:par>
                                <p:cTn id="741" presetID="1" presetClass="entr" presetSubtype="0" fill="hold" nodeType="clickEffect">
                                  <p:stCondLst>
                                    <p:cond delay="0"/>
                                  </p:stCondLst>
                                  <p:childTnLst>
                                    <p:set>
                                      <p:cBhvr>
                                        <p:cTn id="742" dur="1" fill="hold">
                                          <p:stCondLst>
                                            <p:cond delay="0"/>
                                          </p:stCondLst>
                                        </p:cTn>
                                        <p:tgtEl>
                                          <p:spTgt spid="107">
                                            <p:txEl>
                                              <p:pRg st="4" end="4"/>
                                            </p:txEl>
                                          </p:spTgt>
                                        </p:tgtEl>
                                        <p:attrNameLst>
                                          <p:attrName>style.visibility</p:attrName>
                                        </p:attrNameLst>
                                      </p:cBhvr>
                                      <p:to>
                                        <p:strVal val="visible"/>
                                      </p:to>
                                    </p:set>
                                  </p:childTnLst>
                                </p:cTn>
                              </p:par>
                            </p:childTnLst>
                          </p:cTn>
                        </p:par>
                      </p:childTnLst>
                    </p:cTn>
                  </p:par>
                  <p:par>
                    <p:cTn id="743" fill="hold">
                      <p:stCondLst>
                        <p:cond delay="indefinite"/>
                      </p:stCondLst>
                      <p:childTnLst>
                        <p:par>
                          <p:cTn id="744" fill="hold">
                            <p:stCondLst>
                              <p:cond delay="0"/>
                            </p:stCondLst>
                            <p:childTnLst>
                              <p:par>
                                <p:cTn id="745" presetID="1" presetClass="entr" presetSubtype="0" fill="hold" nodeType="clickEffect">
                                  <p:stCondLst>
                                    <p:cond delay="0"/>
                                  </p:stCondLst>
                                  <p:childTnLst>
                                    <p:set>
                                      <p:cBhvr>
                                        <p:cTn id="746" dur="1" fill="hold">
                                          <p:stCondLst>
                                            <p:cond delay="0"/>
                                          </p:stCondLst>
                                        </p:cTn>
                                        <p:tgtEl>
                                          <p:spTgt spid="107">
                                            <p:txEl>
                                              <p:pRg st="5" end="5"/>
                                            </p:txEl>
                                          </p:spTgt>
                                        </p:tgtEl>
                                        <p:attrNameLst>
                                          <p:attrName>style.visibility</p:attrName>
                                        </p:attrNameLst>
                                      </p:cBhvr>
                                      <p:to>
                                        <p:strVal val="visible"/>
                                      </p:to>
                                    </p:set>
                                  </p:childTnLst>
                                </p:cTn>
                              </p:par>
                            </p:childTnLst>
                          </p:cTn>
                        </p:par>
                      </p:childTnLst>
                    </p:cTn>
                  </p:par>
                  <p:par>
                    <p:cTn id="747" fill="hold">
                      <p:stCondLst>
                        <p:cond delay="indefinite"/>
                      </p:stCondLst>
                      <p:childTnLst>
                        <p:par>
                          <p:cTn id="748" fill="hold">
                            <p:stCondLst>
                              <p:cond delay="0"/>
                            </p:stCondLst>
                            <p:childTnLst>
                              <p:par>
                                <p:cTn id="749" presetID="1" presetClass="entr" presetSubtype="0" fill="hold" nodeType="clickEffect">
                                  <p:stCondLst>
                                    <p:cond delay="0"/>
                                  </p:stCondLst>
                                  <p:childTnLst>
                                    <p:set>
                                      <p:cBhvr>
                                        <p:cTn id="750" dur="1" fill="hold">
                                          <p:stCondLst>
                                            <p:cond delay="0"/>
                                          </p:stCondLst>
                                        </p:cTn>
                                        <p:tgtEl>
                                          <p:spTgt spid="107">
                                            <p:txEl>
                                              <p:pRg st="6" end="6"/>
                                            </p:txEl>
                                          </p:spTgt>
                                        </p:tgtEl>
                                        <p:attrNameLst>
                                          <p:attrName>style.visibility</p:attrName>
                                        </p:attrNameLst>
                                      </p:cBhvr>
                                      <p:to>
                                        <p:strVal val="visible"/>
                                      </p:to>
                                    </p:set>
                                  </p:childTnLst>
                                </p:cTn>
                              </p:par>
                            </p:childTnLst>
                          </p:cTn>
                        </p:par>
                      </p:childTnLst>
                    </p:cTn>
                  </p:par>
                  <p:par>
                    <p:cTn id="751" fill="hold">
                      <p:stCondLst>
                        <p:cond delay="indefinite"/>
                      </p:stCondLst>
                      <p:childTnLst>
                        <p:par>
                          <p:cTn id="752" fill="hold">
                            <p:stCondLst>
                              <p:cond delay="0"/>
                            </p:stCondLst>
                            <p:childTnLst>
                              <p:par>
                                <p:cTn id="753" presetID="1" presetClass="entr" presetSubtype="0" fill="hold" nodeType="clickEffect">
                                  <p:stCondLst>
                                    <p:cond delay="0"/>
                                  </p:stCondLst>
                                  <p:childTnLst>
                                    <p:set>
                                      <p:cBhvr>
                                        <p:cTn id="754" dur="1" fill="hold">
                                          <p:stCondLst>
                                            <p:cond delay="0"/>
                                          </p:stCondLst>
                                        </p:cTn>
                                        <p:tgtEl>
                                          <p:spTgt spid="107">
                                            <p:txEl>
                                              <p:pRg st="7" end="7"/>
                                            </p:txEl>
                                          </p:spTgt>
                                        </p:tgtEl>
                                        <p:attrNameLst>
                                          <p:attrName>style.visibility</p:attrName>
                                        </p:attrNameLst>
                                      </p:cBhvr>
                                      <p:to>
                                        <p:strVal val="visible"/>
                                      </p:to>
                                    </p:set>
                                  </p:childTnLst>
                                </p:cTn>
                              </p:par>
                            </p:childTnLst>
                          </p:cTn>
                        </p:par>
                      </p:childTnLst>
                    </p:cTn>
                  </p:par>
                  <p:par>
                    <p:cTn id="755" fill="hold">
                      <p:stCondLst>
                        <p:cond delay="indefinite"/>
                      </p:stCondLst>
                      <p:childTnLst>
                        <p:par>
                          <p:cTn id="756" fill="hold">
                            <p:stCondLst>
                              <p:cond delay="0"/>
                            </p:stCondLst>
                            <p:childTnLst>
                              <p:par>
                                <p:cTn id="757" presetID="1" presetClass="entr" presetSubtype="0" fill="hold" nodeType="clickEffect">
                                  <p:stCondLst>
                                    <p:cond delay="0"/>
                                  </p:stCondLst>
                                  <p:childTnLst>
                                    <p:set>
                                      <p:cBhvr>
                                        <p:cTn id="758" dur="1" fill="hold">
                                          <p:stCondLst>
                                            <p:cond delay="0"/>
                                          </p:stCondLst>
                                        </p:cTn>
                                        <p:tgtEl>
                                          <p:spTgt spid="107">
                                            <p:txEl>
                                              <p:pRg st="8" end="8"/>
                                            </p:txEl>
                                          </p:spTgt>
                                        </p:tgtEl>
                                        <p:attrNameLst>
                                          <p:attrName>style.visibility</p:attrName>
                                        </p:attrNameLst>
                                      </p:cBhvr>
                                      <p:to>
                                        <p:strVal val="visible"/>
                                      </p:to>
                                    </p:set>
                                  </p:childTnLst>
                                </p:cTn>
                              </p:par>
                            </p:childTnLst>
                          </p:cTn>
                        </p:par>
                      </p:childTnLst>
                    </p:cTn>
                  </p:par>
                  <p:par>
                    <p:cTn id="759" fill="hold">
                      <p:stCondLst>
                        <p:cond delay="indefinite"/>
                      </p:stCondLst>
                      <p:childTnLst>
                        <p:par>
                          <p:cTn id="760" fill="hold">
                            <p:stCondLst>
                              <p:cond delay="0"/>
                            </p:stCondLst>
                            <p:childTnLst>
                              <p:par>
                                <p:cTn id="761" presetID="1" presetClass="entr" presetSubtype="0" fill="hold" nodeType="clickEffect">
                                  <p:stCondLst>
                                    <p:cond delay="0"/>
                                  </p:stCondLst>
                                  <p:childTnLst>
                                    <p:set>
                                      <p:cBhvr>
                                        <p:cTn id="762" dur="1" fill="hold">
                                          <p:stCondLst>
                                            <p:cond delay="0"/>
                                          </p:stCondLst>
                                        </p:cTn>
                                        <p:tgtEl>
                                          <p:spTgt spid="108">
                                            <p:txEl>
                                              <p:pRg st="0" end="0"/>
                                            </p:txEl>
                                          </p:spTgt>
                                        </p:tgtEl>
                                        <p:attrNameLst>
                                          <p:attrName>style.visibility</p:attrName>
                                        </p:attrNameLst>
                                      </p:cBhvr>
                                      <p:to>
                                        <p:strVal val="visible"/>
                                      </p:to>
                                    </p:set>
                                  </p:childTnLst>
                                </p:cTn>
                              </p:par>
                            </p:childTnLst>
                          </p:cTn>
                        </p:par>
                      </p:childTnLst>
                    </p:cTn>
                  </p:par>
                  <p:par>
                    <p:cTn id="763" fill="hold">
                      <p:stCondLst>
                        <p:cond delay="indefinite"/>
                      </p:stCondLst>
                      <p:childTnLst>
                        <p:par>
                          <p:cTn id="764" fill="hold">
                            <p:stCondLst>
                              <p:cond delay="0"/>
                            </p:stCondLst>
                            <p:childTnLst>
                              <p:par>
                                <p:cTn id="765" presetID="1" presetClass="entr" presetSubtype="0" fill="hold" nodeType="clickEffect">
                                  <p:stCondLst>
                                    <p:cond delay="0"/>
                                  </p:stCondLst>
                                  <p:childTnLst>
                                    <p:set>
                                      <p:cBhvr>
                                        <p:cTn id="766" dur="1" fill="hold">
                                          <p:stCondLst>
                                            <p:cond delay="0"/>
                                          </p:stCondLst>
                                        </p:cTn>
                                        <p:tgtEl>
                                          <p:spTgt spid="108">
                                            <p:txEl>
                                              <p:pRg st="1" end="1"/>
                                            </p:txEl>
                                          </p:spTgt>
                                        </p:tgtEl>
                                        <p:attrNameLst>
                                          <p:attrName>style.visibility</p:attrName>
                                        </p:attrNameLst>
                                      </p:cBhvr>
                                      <p:to>
                                        <p:strVal val="visible"/>
                                      </p:to>
                                    </p:set>
                                  </p:childTnLst>
                                </p:cTn>
                              </p:par>
                            </p:childTnLst>
                          </p:cTn>
                        </p:par>
                      </p:childTnLst>
                    </p:cTn>
                  </p:par>
                  <p:par>
                    <p:cTn id="767" fill="hold">
                      <p:stCondLst>
                        <p:cond delay="indefinite"/>
                      </p:stCondLst>
                      <p:childTnLst>
                        <p:par>
                          <p:cTn id="768" fill="hold">
                            <p:stCondLst>
                              <p:cond delay="0"/>
                            </p:stCondLst>
                            <p:childTnLst>
                              <p:par>
                                <p:cTn id="769" presetID="1" presetClass="entr" presetSubtype="0" fill="hold" nodeType="clickEffect">
                                  <p:stCondLst>
                                    <p:cond delay="0"/>
                                  </p:stCondLst>
                                  <p:childTnLst>
                                    <p:set>
                                      <p:cBhvr>
                                        <p:cTn id="770" dur="1" fill="hold">
                                          <p:stCondLst>
                                            <p:cond delay="0"/>
                                          </p:stCondLst>
                                        </p:cTn>
                                        <p:tgtEl>
                                          <p:spTgt spid="108">
                                            <p:txEl>
                                              <p:pRg st="2" end="2"/>
                                            </p:txEl>
                                          </p:spTgt>
                                        </p:tgtEl>
                                        <p:attrNameLst>
                                          <p:attrName>style.visibility</p:attrName>
                                        </p:attrNameLst>
                                      </p:cBhvr>
                                      <p:to>
                                        <p:strVal val="visible"/>
                                      </p:to>
                                    </p:set>
                                  </p:childTnLst>
                                </p:cTn>
                              </p:par>
                            </p:childTnLst>
                          </p:cTn>
                        </p:par>
                      </p:childTnLst>
                    </p:cTn>
                  </p:par>
                  <p:par>
                    <p:cTn id="771" fill="hold">
                      <p:stCondLst>
                        <p:cond delay="indefinite"/>
                      </p:stCondLst>
                      <p:childTnLst>
                        <p:par>
                          <p:cTn id="772" fill="hold">
                            <p:stCondLst>
                              <p:cond delay="0"/>
                            </p:stCondLst>
                            <p:childTnLst>
                              <p:par>
                                <p:cTn id="773" presetID="1" presetClass="entr" presetSubtype="0" fill="hold" nodeType="clickEffect">
                                  <p:stCondLst>
                                    <p:cond delay="0"/>
                                  </p:stCondLst>
                                  <p:childTnLst>
                                    <p:set>
                                      <p:cBhvr>
                                        <p:cTn id="774" dur="1" fill="hold">
                                          <p:stCondLst>
                                            <p:cond delay="0"/>
                                          </p:stCondLst>
                                        </p:cTn>
                                        <p:tgtEl>
                                          <p:spTgt spid="108">
                                            <p:txEl>
                                              <p:pRg st="3" end="3"/>
                                            </p:txEl>
                                          </p:spTgt>
                                        </p:tgtEl>
                                        <p:attrNameLst>
                                          <p:attrName>style.visibility</p:attrName>
                                        </p:attrNameLst>
                                      </p:cBhvr>
                                      <p:to>
                                        <p:strVal val="visible"/>
                                      </p:to>
                                    </p:set>
                                  </p:childTnLst>
                                </p:cTn>
                              </p:par>
                            </p:childTnLst>
                          </p:cTn>
                        </p:par>
                      </p:childTnLst>
                    </p:cTn>
                  </p:par>
                  <p:par>
                    <p:cTn id="775" fill="hold">
                      <p:stCondLst>
                        <p:cond delay="indefinite"/>
                      </p:stCondLst>
                      <p:childTnLst>
                        <p:par>
                          <p:cTn id="776" fill="hold">
                            <p:stCondLst>
                              <p:cond delay="0"/>
                            </p:stCondLst>
                            <p:childTnLst>
                              <p:par>
                                <p:cTn id="777" presetID="1" presetClass="entr" presetSubtype="0" fill="hold" nodeType="clickEffect">
                                  <p:stCondLst>
                                    <p:cond delay="0"/>
                                  </p:stCondLst>
                                  <p:childTnLst>
                                    <p:set>
                                      <p:cBhvr>
                                        <p:cTn id="778" dur="1" fill="hold">
                                          <p:stCondLst>
                                            <p:cond delay="0"/>
                                          </p:stCondLst>
                                        </p:cTn>
                                        <p:tgtEl>
                                          <p:spTgt spid="108">
                                            <p:txEl>
                                              <p:pRg st="4" end="4"/>
                                            </p:txEl>
                                          </p:spTgt>
                                        </p:tgtEl>
                                        <p:attrNameLst>
                                          <p:attrName>style.visibility</p:attrName>
                                        </p:attrNameLst>
                                      </p:cBhvr>
                                      <p:to>
                                        <p:strVal val="visible"/>
                                      </p:to>
                                    </p:set>
                                  </p:childTnLst>
                                </p:cTn>
                              </p:par>
                            </p:childTnLst>
                          </p:cTn>
                        </p:par>
                      </p:childTnLst>
                    </p:cTn>
                  </p:par>
                  <p:par>
                    <p:cTn id="779" fill="hold">
                      <p:stCondLst>
                        <p:cond delay="indefinite"/>
                      </p:stCondLst>
                      <p:childTnLst>
                        <p:par>
                          <p:cTn id="780" fill="hold">
                            <p:stCondLst>
                              <p:cond delay="0"/>
                            </p:stCondLst>
                            <p:childTnLst>
                              <p:par>
                                <p:cTn id="781" presetID="1" presetClass="entr" presetSubtype="0" fill="hold" nodeType="clickEffect">
                                  <p:stCondLst>
                                    <p:cond delay="0"/>
                                  </p:stCondLst>
                                  <p:childTnLst>
                                    <p:set>
                                      <p:cBhvr>
                                        <p:cTn id="782" dur="1" fill="hold">
                                          <p:stCondLst>
                                            <p:cond delay="0"/>
                                          </p:stCondLst>
                                        </p:cTn>
                                        <p:tgtEl>
                                          <p:spTgt spid="108">
                                            <p:txEl>
                                              <p:pRg st="5" end="5"/>
                                            </p:txEl>
                                          </p:spTgt>
                                        </p:tgtEl>
                                        <p:attrNameLst>
                                          <p:attrName>style.visibility</p:attrName>
                                        </p:attrNameLst>
                                      </p:cBhvr>
                                      <p:to>
                                        <p:strVal val="visible"/>
                                      </p:to>
                                    </p:set>
                                  </p:childTnLst>
                                </p:cTn>
                              </p:par>
                            </p:childTnLst>
                          </p:cTn>
                        </p:par>
                      </p:childTnLst>
                    </p:cTn>
                  </p:par>
                  <p:par>
                    <p:cTn id="783" fill="hold">
                      <p:stCondLst>
                        <p:cond delay="indefinite"/>
                      </p:stCondLst>
                      <p:childTnLst>
                        <p:par>
                          <p:cTn id="784" fill="hold">
                            <p:stCondLst>
                              <p:cond delay="0"/>
                            </p:stCondLst>
                            <p:childTnLst>
                              <p:par>
                                <p:cTn id="785" presetID="1" presetClass="entr" presetSubtype="0" fill="hold" nodeType="clickEffect">
                                  <p:stCondLst>
                                    <p:cond delay="0"/>
                                  </p:stCondLst>
                                  <p:childTnLst>
                                    <p:set>
                                      <p:cBhvr>
                                        <p:cTn id="786" dur="1" fill="hold">
                                          <p:stCondLst>
                                            <p:cond delay="0"/>
                                          </p:stCondLst>
                                        </p:cTn>
                                        <p:tgtEl>
                                          <p:spTgt spid="108">
                                            <p:txEl>
                                              <p:pRg st="6" end="6"/>
                                            </p:txEl>
                                          </p:spTgt>
                                        </p:tgtEl>
                                        <p:attrNameLst>
                                          <p:attrName>style.visibility</p:attrName>
                                        </p:attrNameLst>
                                      </p:cBhvr>
                                      <p:to>
                                        <p:strVal val="visible"/>
                                      </p:to>
                                    </p:set>
                                  </p:childTnLst>
                                </p:cTn>
                              </p:par>
                            </p:childTnLst>
                          </p:cTn>
                        </p:par>
                      </p:childTnLst>
                    </p:cTn>
                  </p:par>
                  <p:par>
                    <p:cTn id="787" fill="hold">
                      <p:stCondLst>
                        <p:cond delay="indefinite"/>
                      </p:stCondLst>
                      <p:childTnLst>
                        <p:par>
                          <p:cTn id="788" fill="hold">
                            <p:stCondLst>
                              <p:cond delay="0"/>
                            </p:stCondLst>
                            <p:childTnLst>
                              <p:par>
                                <p:cTn id="789" presetID="1" presetClass="entr" presetSubtype="0" fill="hold" nodeType="clickEffect">
                                  <p:stCondLst>
                                    <p:cond delay="0"/>
                                  </p:stCondLst>
                                  <p:childTnLst>
                                    <p:set>
                                      <p:cBhvr>
                                        <p:cTn id="790" dur="1" fill="hold">
                                          <p:stCondLst>
                                            <p:cond delay="0"/>
                                          </p:stCondLst>
                                        </p:cTn>
                                        <p:tgtEl>
                                          <p:spTgt spid="108">
                                            <p:txEl>
                                              <p:pRg st="7" end="7"/>
                                            </p:txEl>
                                          </p:spTgt>
                                        </p:tgtEl>
                                        <p:attrNameLst>
                                          <p:attrName>style.visibility</p:attrName>
                                        </p:attrNameLst>
                                      </p:cBhvr>
                                      <p:to>
                                        <p:strVal val="visible"/>
                                      </p:to>
                                    </p:set>
                                  </p:childTnLst>
                                </p:cTn>
                              </p:par>
                            </p:childTnLst>
                          </p:cTn>
                        </p:par>
                      </p:childTnLst>
                    </p:cTn>
                  </p:par>
                  <p:par>
                    <p:cTn id="791" fill="hold">
                      <p:stCondLst>
                        <p:cond delay="indefinite"/>
                      </p:stCondLst>
                      <p:childTnLst>
                        <p:par>
                          <p:cTn id="792" fill="hold">
                            <p:stCondLst>
                              <p:cond delay="0"/>
                            </p:stCondLst>
                            <p:childTnLst>
                              <p:par>
                                <p:cTn id="793" presetID="1" presetClass="entr" presetSubtype="0" fill="hold" nodeType="clickEffect">
                                  <p:stCondLst>
                                    <p:cond delay="0"/>
                                  </p:stCondLst>
                                  <p:childTnLst>
                                    <p:set>
                                      <p:cBhvr>
                                        <p:cTn id="794" dur="1" fill="hold">
                                          <p:stCondLst>
                                            <p:cond delay="0"/>
                                          </p:stCondLst>
                                        </p:cTn>
                                        <p:tgtEl>
                                          <p:spTgt spid="108">
                                            <p:txEl>
                                              <p:pRg st="8" end="8"/>
                                            </p:txEl>
                                          </p:spTgt>
                                        </p:tgtEl>
                                        <p:attrNameLst>
                                          <p:attrName>style.visibility</p:attrName>
                                        </p:attrNameLst>
                                      </p:cBhvr>
                                      <p:to>
                                        <p:strVal val="visible"/>
                                      </p:to>
                                    </p:set>
                                  </p:childTnLst>
                                </p:cTn>
                              </p:par>
                            </p:childTnLst>
                          </p:cTn>
                        </p:par>
                      </p:childTnLst>
                    </p:cTn>
                  </p:par>
                  <p:par>
                    <p:cTn id="795" fill="hold">
                      <p:stCondLst>
                        <p:cond delay="indefinite"/>
                      </p:stCondLst>
                      <p:childTnLst>
                        <p:par>
                          <p:cTn id="796" fill="hold">
                            <p:stCondLst>
                              <p:cond delay="0"/>
                            </p:stCondLst>
                            <p:childTnLst>
                              <p:par>
                                <p:cTn id="797" presetID="1" presetClass="entr" presetSubtype="0" fill="hold" nodeType="clickEffect">
                                  <p:stCondLst>
                                    <p:cond delay="0"/>
                                  </p:stCondLst>
                                  <p:childTnLst>
                                    <p:set>
                                      <p:cBhvr>
                                        <p:cTn id="798" dur="1" fill="hold">
                                          <p:stCondLst>
                                            <p:cond delay="0"/>
                                          </p:stCondLst>
                                        </p:cTn>
                                        <p:tgtEl>
                                          <p:spTgt spid="109">
                                            <p:txEl>
                                              <p:pRg st="0" end="0"/>
                                            </p:txEl>
                                          </p:spTgt>
                                        </p:tgtEl>
                                        <p:attrNameLst>
                                          <p:attrName>style.visibility</p:attrName>
                                        </p:attrNameLst>
                                      </p:cBhvr>
                                      <p:to>
                                        <p:strVal val="visible"/>
                                      </p:to>
                                    </p:set>
                                  </p:childTnLst>
                                </p:cTn>
                              </p:par>
                            </p:childTnLst>
                          </p:cTn>
                        </p:par>
                      </p:childTnLst>
                    </p:cTn>
                  </p:par>
                  <p:par>
                    <p:cTn id="799" fill="hold">
                      <p:stCondLst>
                        <p:cond delay="indefinite"/>
                      </p:stCondLst>
                      <p:childTnLst>
                        <p:par>
                          <p:cTn id="800" fill="hold">
                            <p:stCondLst>
                              <p:cond delay="0"/>
                            </p:stCondLst>
                            <p:childTnLst>
                              <p:par>
                                <p:cTn id="801" presetID="1" presetClass="entr" presetSubtype="0" fill="hold" nodeType="clickEffect">
                                  <p:stCondLst>
                                    <p:cond delay="0"/>
                                  </p:stCondLst>
                                  <p:childTnLst>
                                    <p:set>
                                      <p:cBhvr>
                                        <p:cTn id="802" dur="1" fill="hold">
                                          <p:stCondLst>
                                            <p:cond delay="0"/>
                                          </p:stCondLst>
                                        </p:cTn>
                                        <p:tgtEl>
                                          <p:spTgt spid="109">
                                            <p:txEl>
                                              <p:pRg st="1" end="1"/>
                                            </p:txEl>
                                          </p:spTgt>
                                        </p:tgtEl>
                                        <p:attrNameLst>
                                          <p:attrName>style.visibility</p:attrName>
                                        </p:attrNameLst>
                                      </p:cBhvr>
                                      <p:to>
                                        <p:strVal val="visible"/>
                                      </p:to>
                                    </p:set>
                                  </p:childTnLst>
                                </p:cTn>
                              </p:par>
                            </p:childTnLst>
                          </p:cTn>
                        </p:par>
                      </p:childTnLst>
                    </p:cTn>
                  </p:par>
                  <p:par>
                    <p:cTn id="803" fill="hold">
                      <p:stCondLst>
                        <p:cond delay="indefinite"/>
                      </p:stCondLst>
                      <p:childTnLst>
                        <p:par>
                          <p:cTn id="804" fill="hold">
                            <p:stCondLst>
                              <p:cond delay="0"/>
                            </p:stCondLst>
                            <p:childTnLst>
                              <p:par>
                                <p:cTn id="805" presetID="1" presetClass="entr" presetSubtype="0" fill="hold" nodeType="clickEffect">
                                  <p:stCondLst>
                                    <p:cond delay="0"/>
                                  </p:stCondLst>
                                  <p:childTnLst>
                                    <p:set>
                                      <p:cBhvr>
                                        <p:cTn id="806" dur="1" fill="hold">
                                          <p:stCondLst>
                                            <p:cond delay="0"/>
                                          </p:stCondLst>
                                        </p:cTn>
                                        <p:tgtEl>
                                          <p:spTgt spid="109">
                                            <p:txEl>
                                              <p:pRg st="2" end="2"/>
                                            </p:txEl>
                                          </p:spTgt>
                                        </p:tgtEl>
                                        <p:attrNameLst>
                                          <p:attrName>style.visibility</p:attrName>
                                        </p:attrNameLst>
                                      </p:cBhvr>
                                      <p:to>
                                        <p:strVal val="visible"/>
                                      </p:to>
                                    </p:set>
                                  </p:childTnLst>
                                </p:cTn>
                              </p:par>
                            </p:childTnLst>
                          </p:cTn>
                        </p:par>
                      </p:childTnLst>
                    </p:cTn>
                  </p:par>
                  <p:par>
                    <p:cTn id="807" fill="hold">
                      <p:stCondLst>
                        <p:cond delay="indefinite"/>
                      </p:stCondLst>
                      <p:childTnLst>
                        <p:par>
                          <p:cTn id="808" fill="hold">
                            <p:stCondLst>
                              <p:cond delay="0"/>
                            </p:stCondLst>
                            <p:childTnLst>
                              <p:par>
                                <p:cTn id="809" presetID="1" presetClass="entr" presetSubtype="0" fill="hold" nodeType="clickEffect">
                                  <p:stCondLst>
                                    <p:cond delay="0"/>
                                  </p:stCondLst>
                                  <p:childTnLst>
                                    <p:set>
                                      <p:cBhvr>
                                        <p:cTn id="810" dur="1" fill="hold">
                                          <p:stCondLst>
                                            <p:cond delay="0"/>
                                          </p:stCondLst>
                                        </p:cTn>
                                        <p:tgtEl>
                                          <p:spTgt spid="109">
                                            <p:txEl>
                                              <p:pRg st="3" end="3"/>
                                            </p:txEl>
                                          </p:spTgt>
                                        </p:tgtEl>
                                        <p:attrNameLst>
                                          <p:attrName>style.visibility</p:attrName>
                                        </p:attrNameLst>
                                      </p:cBhvr>
                                      <p:to>
                                        <p:strVal val="visible"/>
                                      </p:to>
                                    </p:set>
                                  </p:childTnLst>
                                </p:cTn>
                              </p:par>
                            </p:childTnLst>
                          </p:cTn>
                        </p:par>
                      </p:childTnLst>
                    </p:cTn>
                  </p:par>
                  <p:par>
                    <p:cTn id="811" fill="hold">
                      <p:stCondLst>
                        <p:cond delay="indefinite"/>
                      </p:stCondLst>
                      <p:childTnLst>
                        <p:par>
                          <p:cTn id="812" fill="hold">
                            <p:stCondLst>
                              <p:cond delay="0"/>
                            </p:stCondLst>
                            <p:childTnLst>
                              <p:par>
                                <p:cTn id="813" presetID="1" presetClass="entr" presetSubtype="0" fill="hold" nodeType="clickEffect">
                                  <p:stCondLst>
                                    <p:cond delay="0"/>
                                  </p:stCondLst>
                                  <p:childTnLst>
                                    <p:set>
                                      <p:cBhvr>
                                        <p:cTn id="814" dur="1" fill="hold">
                                          <p:stCondLst>
                                            <p:cond delay="0"/>
                                          </p:stCondLst>
                                        </p:cTn>
                                        <p:tgtEl>
                                          <p:spTgt spid="109">
                                            <p:txEl>
                                              <p:pRg st="4" end="4"/>
                                            </p:txEl>
                                          </p:spTgt>
                                        </p:tgtEl>
                                        <p:attrNameLst>
                                          <p:attrName>style.visibility</p:attrName>
                                        </p:attrNameLst>
                                      </p:cBhvr>
                                      <p:to>
                                        <p:strVal val="visible"/>
                                      </p:to>
                                    </p:set>
                                  </p:childTnLst>
                                </p:cTn>
                              </p:par>
                            </p:childTnLst>
                          </p:cTn>
                        </p:par>
                      </p:childTnLst>
                    </p:cTn>
                  </p:par>
                  <p:par>
                    <p:cTn id="815" fill="hold">
                      <p:stCondLst>
                        <p:cond delay="indefinite"/>
                      </p:stCondLst>
                      <p:childTnLst>
                        <p:par>
                          <p:cTn id="816" fill="hold">
                            <p:stCondLst>
                              <p:cond delay="0"/>
                            </p:stCondLst>
                            <p:childTnLst>
                              <p:par>
                                <p:cTn id="817" presetID="1" presetClass="entr" presetSubtype="0" fill="hold" nodeType="clickEffect">
                                  <p:stCondLst>
                                    <p:cond delay="0"/>
                                  </p:stCondLst>
                                  <p:childTnLst>
                                    <p:set>
                                      <p:cBhvr>
                                        <p:cTn id="818" dur="1" fill="hold">
                                          <p:stCondLst>
                                            <p:cond delay="0"/>
                                          </p:stCondLst>
                                        </p:cTn>
                                        <p:tgtEl>
                                          <p:spTgt spid="109">
                                            <p:txEl>
                                              <p:pRg st="5" end="5"/>
                                            </p:txEl>
                                          </p:spTgt>
                                        </p:tgtEl>
                                        <p:attrNameLst>
                                          <p:attrName>style.visibility</p:attrName>
                                        </p:attrNameLst>
                                      </p:cBhvr>
                                      <p:to>
                                        <p:strVal val="visible"/>
                                      </p:to>
                                    </p:set>
                                  </p:childTnLst>
                                </p:cTn>
                              </p:par>
                            </p:childTnLst>
                          </p:cTn>
                        </p:par>
                      </p:childTnLst>
                    </p:cTn>
                  </p:par>
                  <p:par>
                    <p:cTn id="819" fill="hold">
                      <p:stCondLst>
                        <p:cond delay="indefinite"/>
                      </p:stCondLst>
                      <p:childTnLst>
                        <p:par>
                          <p:cTn id="820" fill="hold">
                            <p:stCondLst>
                              <p:cond delay="0"/>
                            </p:stCondLst>
                            <p:childTnLst>
                              <p:par>
                                <p:cTn id="821" presetID="1" presetClass="entr" presetSubtype="0" fill="hold" nodeType="clickEffect">
                                  <p:stCondLst>
                                    <p:cond delay="0"/>
                                  </p:stCondLst>
                                  <p:childTnLst>
                                    <p:set>
                                      <p:cBhvr>
                                        <p:cTn id="822" dur="1" fill="hold">
                                          <p:stCondLst>
                                            <p:cond delay="0"/>
                                          </p:stCondLst>
                                        </p:cTn>
                                        <p:tgtEl>
                                          <p:spTgt spid="109">
                                            <p:txEl>
                                              <p:pRg st="6" end="6"/>
                                            </p:txEl>
                                          </p:spTgt>
                                        </p:tgtEl>
                                        <p:attrNameLst>
                                          <p:attrName>style.visibility</p:attrName>
                                        </p:attrNameLst>
                                      </p:cBhvr>
                                      <p:to>
                                        <p:strVal val="visible"/>
                                      </p:to>
                                    </p:set>
                                  </p:childTnLst>
                                </p:cTn>
                              </p:par>
                            </p:childTnLst>
                          </p:cTn>
                        </p:par>
                      </p:childTnLst>
                    </p:cTn>
                  </p:par>
                  <p:par>
                    <p:cTn id="823" fill="hold">
                      <p:stCondLst>
                        <p:cond delay="indefinite"/>
                      </p:stCondLst>
                      <p:childTnLst>
                        <p:par>
                          <p:cTn id="824" fill="hold">
                            <p:stCondLst>
                              <p:cond delay="0"/>
                            </p:stCondLst>
                            <p:childTnLst>
                              <p:par>
                                <p:cTn id="825" presetID="1" presetClass="entr" presetSubtype="0" fill="hold" nodeType="clickEffect">
                                  <p:stCondLst>
                                    <p:cond delay="0"/>
                                  </p:stCondLst>
                                  <p:childTnLst>
                                    <p:set>
                                      <p:cBhvr>
                                        <p:cTn id="826" dur="1" fill="hold">
                                          <p:stCondLst>
                                            <p:cond delay="0"/>
                                          </p:stCondLst>
                                        </p:cTn>
                                        <p:tgtEl>
                                          <p:spTgt spid="109">
                                            <p:txEl>
                                              <p:pRg st="7" end="7"/>
                                            </p:txEl>
                                          </p:spTgt>
                                        </p:tgtEl>
                                        <p:attrNameLst>
                                          <p:attrName>style.visibility</p:attrName>
                                        </p:attrNameLst>
                                      </p:cBhvr>
                                      <p:to>
                                        <p:strVal val="visible"/>
                                      </p:to>
                                    </p:set>
                                  </p:childTnLst>
                                </p:cTn>
                              </p:par>
                            </p:childTnLst>
                          </p:cTn>
                        </p:par>
                      </p:childTnLst>
                    </p:cTn>
                  </p:par>
                  <p:par>
                    <p:cTn id="827" fill="hold">
                      <p:stCondLst>
                        <p:cond delay="indefinite"/>
                      </p:stCondLst>
                      <p:childTnLst>
                        <p:par>
                          <p:cTn id="828" fill="hold">
                            <p:stCondLst>
                              <p:cond delay="0"/>
                            </p:stCondLst>
                            <p:childTnLst>
                              <p:par>
                                <p:cTn id="829" presetID="1" presetClass="entr" presetSubtype="0" fill="hold" nodeType="clickEffect">
                                  <p:stCondLst>
                                    <p:cond delay="0"/>
                                  </p:stCondLst>
                                  <p:childTnLst>
                                    <p:set>
                                      <p:cBhvr>
                                        <p:cTn id="830" dur="1" fill="hold">
                                          <p:stCondLst>
                                            <p:cond delay="0"/>
                                          </p:stCondLst>
                                        </p:cTn>
                                        <p:tgtEl>
                                          <p:spTgt spid="109">
                                            <p:txEl>
                                              <p:pRg st="8" end="8"/>
                                            </p:txEl>
                                          </p:spTgt>
                                        </p:tgtEl>
                                        <p:attrNameLst>
                                          <p:attrName>style.visibility</p:attrName>
                                        </p:attrNameLst>
                                      </p:cBhvr>
                                      <p:to>
                                        <p:strVal val="visible"/>
                                      </p:to>
                                    </p:set>
                                  </p:childTnLst>
                                </p:cTn>
                              </p:par>
                            </p:childTnLst>
                          </p:cTn>
                        </p:par>
                      </p:childTnLst>
                    </p:cTn>
                  </p:par>
                  <p:par>
                    <p:cTn id="831" fill="hold">
                      <p:stCondLst>
                        <p:cond delay="indefinite"/>
                      </p:stCondLst>
                      <p:childTnLst>
                        <p:par>
                          <p:cTn id="832" fill="hold">
                            <p:stCondLst>
                              <p:cond delay="0"/>
                            </p:stCondLst>
                            <p:childTnLst>
                              <p:par>
                                <p:cTn id="833" presetID="1" presetClass="entr" presetSubtype="0" fill="hold" nodeType="clickEffect">
                                  <p:stCondLst>
                                    <p:cond delay="0"/>
                                  </p:stCondLst>
                                  <p:childTnLst>
                                    <p:set>
                                      <p:cBhvr>
                                        <p:cTn id="834" dur="1" fill="hold">
                                          <p:stCondLst>
                                            <p:cond delay="0"/>
                                          </p:stCondLst>
                                        </p:cTn>
                                        <p:tgtEl>
                                          <p:spTgt spid="110">
                                            <p:txEl>
                                              <p:pRg st="0" end="0"/>
                                            </p:txEl>
                                          </p:spTgt>
                                        </p:tgtEl>
                                        <p:attrNameLst>
                                          <p:attrName>style.visibility</p:attrName>
                                        </p:attrNameLst>
                                      </p:cBhvr>
                                      <p:to>
                                        <p:strVal val="visible"/>
                                      </p:to>
                                    </p:set>
                                  </p:childTnLst>
                                </p:cTn>
                              </p:par>
                            </p:childTnLst>
                          </p:cTn>
                        </p:par>
                      </p:childTnLst>
                    </p:cTn>
                  </p:par>
                  <p:par>
                    <p:cTn id="835" fill="hold">
                      <p:stCondLst>
                        <p:cond delay="indefinite"/>
                      </p:stCondLst>
                      <p:childTnLst>
                        <p:par>
                          <p:cTn id="836" fill="hold">
                            <p:stCondLst>
                              <p:cond delay="0"/>
                            </p:stCondLst>
                            <p:childTnLst>
                              <p:par>
                                <p:cTn id="837" presetID="1" presetClass="entr" presetSubtype="0" fill="hold" nodeType="clickEffect">
                                  <p:stCondLst>
                                    <p:cond delay="0"/>
                                  </p:stCondLst>
                                  <p:childTnLst>
                                    <p:set>
                                      <p:cBhvr>
                                        <p:cTn id="838" dur="1" fill="hold">
                                          <p:stCondLst>
                                            <p:cond delay="0"/>
                                          </p:stCondLst>
                                        </p:cTn>
                                        <p:tgtEl>
                                          <p:spTgt spid="110">
                                            <p:txEl>
                                              <p:pRg st="1" end="1"/>
                                            </p:txEl>
                                          </p:spTgt>
                                        </p:tgtEl>
                                        <p:attrNameLst>
                                          <p:attrName>style.visibility</p:attrName>
                                        </p:attrNameLst>
                                      </p:cBhvr>
                                      <p:to>
                                        <p:strVal val="visible"/>
                                      </p:to>
                                    </p:set>
                                  </p:childTnLst>
                                </p:cTn>
                              </p:par>
                            </p:childTnLst>
                          </p:cTn>
                        </p:par>
                      </p:childTnLst>
                    </p:cTn>
                  </p:par>
                  <p:par>
                    <p:cTn id="839" fill="hold">
                      <p:stCondLst>
                        <p:cond delay="indefinite"/>
                      </p:stCondLst>
                      <p:childTnLst>
                        <p:par>
                          <p:cTn id="840" fill="hold">
                            <p:stCondLst>
                              <p:cond delay="0"/>
                            </p:stCondLst>
                            <p:childTnLst>
                              <p:par>
                                <p:cTn id="841" presetID="1" presetClass="entr" presetSubtype="0" fill="hold" nodeType="clickEffect">
                                  <p:stCondLst>
                                    <p:cond delay="0"/>
                                  </p:stCondLst>
                                  <p:childTnLst>
                                    <p:set>
                                      <p:cBhvr>
                                        <p:cTn id="842" dur="1" fill="hold">
                                          <p:stCondLst>
                                            <p:cond delay="0"/>
                                          </p:stCondLst>
                                        </p:cTn>
                                        <p:tgtEl>
                                          <p:spTgt spid="110">
                                            <p:txEl>
                                              <p:pRg st="2" end="2"/>
                                            </p:txEl>
                                          </p:spTgt>
                                        </p:tgtEl>
                                        <p:attrNameLst>
                                          <p:attrName>style.visibility</p:attrName>
                                        </p:attrNameLst>
                                      </p:cBhvr>
                                      <p:to>
                                        <p:strVal val="visible"/>
                                      </p:to>
                                    </p:set>
                                  </p:childTnLst>
                                </p:cTn>
                              </p:par>
                            </p:childTnLst>
                          </p:cTn>
                        </p:par>
                      </p:childTnLst>
                    </p:cTn>
                  </p:par>
                  <p:par>
                    <p:cTn id="843" fill="hold">
                      <p:stCondLst>
                        <p:cond delay="indefinite"/>
                      </p:stCondLst>
                      <p:childTnLst>
                        <p:par>
                          <p:cTn id="844" fill="hold">
                            <p:stCondLst>
                              <p:cond delay="0"/>
                            </p:stCondLst>
                            <p:childTnLst>
                              <p:par>
                                <p:cTn id="845" presetID="1" presetClass="entr" presetSubtype="0" fill="hold" nodeType="clickEffect">
                                  <p:stCondLst>
                                    <p:cond delay="0"/>
                                  </p:stCondLst>
                                  <p:childTnLst>
                                    <p:set>
                                      <p:cBhvr>
                                        <p:cTn id="846" dur="1" fill="hold">
                                          <p:stCondLst>
                                            <p:cond delay="0"/>
                                          </p:stCondLst>
                                        </p:cTn>
                                        <p:tgtEl>
                                          <p:spTgt spid="110">
                                            <p:txEl>
                                              <p:pRg st="3" end="3"/>
                                            </p:txEl>
                                          </p:spTgt>
                                        </p:tgtEl>
                                        <p:attrNameLst>
                                          <p:attrName>style.visibility</p:attrName>
                                        </p:attrNameLst>
                                      </p:cBhvr>
                                      <p:to>
                                        <p:strVal val="visible"/>
                                      </p:to>
                                    </p:set>
                                  </p:childTnLst>
                                </p:cTn>
                              </p:par>
                            </p:childTnLst>
                          </p:cTn>
                        </p:par>
                      </p:childTnLst>
                    </p:cTn>
                  </p:par>
                  <p:par>
                    <p:cTn id="847" fill="hold">
                      <p:stCondLst>
                        <p:cond delay="indefinite"/>
                      </p:stCondLst>
                      <p:childTnLst>
                        <p:par>
                          <p:cTn id="848" fill="hold">
                            <p:stCondLst>
                              <p:cond delay="0"/>
                            </p:stCondLst>
                            <p:childTnLst>
                              <p:par>
                                <p:cTn id="849" presetID="1" presetClass="entr" presetSubtype="0" fill="hold" nodeType="clickEffect">
                                  <p:stCondLst>
                                    <p:cond delay="0"/>
                                  </p:stCondLst>
                                  <p:childTnLst>
                                    <p:set>
                                      <p:cBhvr>
                                        <p:cTn id="850" dur="1" fill="hold">
                                          <p:stCondLst>
                                            <p:cond delay="0"/>
                                          </p:stCondLst>
                                        </p:cTn>
                                        <p:tgtEl>
                                          <p:spTgt spid="110">
                                            <p:txEl>
                                              <p:pRg st="4" end="4"/>
                                            </p:txEl>
                                          </p:spTgt>
                                        </p:tgtEl>
                                        <p:attrNameLst>
                                          <p:attrName>style.visibility</p:attrName>
                                        </p:attrNameLst>
                                      </p:cBhvr>
                                      <p:to>
                                        <p:strVal val="visible"/>
                                      </p:to>
                                    </p:set>
                                  </p:childTnLst>
                                </p:cTn>
                              </p:par>
                            </p:childTnLst>
                          </p:cTn>
                        </p:par>
                      </p:childTnLst>
                    </p:cTn>
                  </p:par>
                  <p:par>
                    <p:cTn id="851" fill="hold">
                      <p:stCondLst>
                        <p:cond delay="indefinite"/>
                      </p:stCondLst>
                      <p:childTnLst>
                        <p:par>
                          <p:cTn id="852" fill="hold">
                            <p:stCondLst>
                              <p:cond delay="0"/>
                            </p:stCondLst>
                            <p:childTnLst>
                              <p:par>
                                <p:cTn id="853" presetID="1" presetClass="entr" presetSubtype="0" fill="hold" nodeType="clickEffect">
                                  <p:stCondLst>
                                    <p:cond delay="0"/>
                                  </p:stCondLst>
                                  <p:childTnLst>
                                    <p:set>
                                      <p:cBhvr>
                                        <p:cTn id="854" dur="1" fill="hold">
                                          <p:stCondLst>
                                            <p:cond delay="0"/>
                                          </p:stCondLst>
                                        </p:cTn>
                                        <p:tgtEl>
                                          <p:spTgt spid="110">
                                            <p:txEl>
                                              <p:pRg st="5" end="5"/>
                                            </p:txEl>
                                          </p:spTgt>
                                        </p:tgtEl>
                                        <p:attrNameLst>
                                          <p:attrName>style.visibility</p:attrName>
                                        </p:attrNameLst>
                                      </p:cBhvr>
                                      <p:to>
                                        <p:strVal val="visible"/>
                                      </p:to>
                                    </p:set>
                                  </p:childTnLst>
                                </p:cTn>
                              </p:par>
                            </p:childTnLst>
                          </p:cTn>
                        </p:par>
                      </p:childTnLst>
                    </p:cTn>
                  </p:par>
                  <p:par>
                    <p:cTn id="855" fill="hold">
                      <p:stCondLst>
                        <p:cond delay="indefinite"/>
                      </p:stCondLst>
                      <p:childTnLst>
                        <p:par>
                          <p:cTn id="856" fill="hold">
                            <p:stCondLst>
                              <p:cond delay="0"/>
                            </p:stCondLst>
                            <p:childTnLst>
                              <p:par>
                                <p:cTn id="857" presetID="1" presetClass="entr" presetSubtype="0" fill="hold" nodeType="clickEffect">
                                  <p:stCondLst>
                                    <p:cond delay="0"/>
                                  </p:stCondLst>
                                  <p:childTnLst>
                                    <p:set>
                                      <p:cBhvr>
                                        <p:cTn id="858" dur="1" fill="hold">
                                          <p:stCondLst>
                                            <p:cond delay="0"/>
                                          </p:stCondLst>
                                        </p:cTn>
                                        <p:tgtEl>
                                          <p:spTgt spid="110">
                                            <p:txEl>
                                              <p:pRg st="6" end="6"/>
                                            </p:txEl>
                                          </p:spTgt>
                                        </p:tgtEl>
                                        <p:attrNameLst>
                                          <p:attrName>style.visibility</p:attrName>
                                        </p:attrNameLst>
                                      </p:cBhvr>
                                      <p:to>
                                        <p:strVal val="visible"/>
                                      </p:to>
                                    </p:set>
                                  </p:childTnLst>
                                </p:cTn>
                              </p:par>
                            </p:childTnLst>
                          </p:cTn>
                        </p:par>
                      </p:childTnLst>
                    </p:cTn>
                  </p:par>
                  <p:par>
                    <p:cTn id="859" fill="hold">
                      <p:stCondLst>
                        <p:cond delay="indefinite"/>
                      </p:stCondLst>
                      <p:childTnLst>
                        <p:par>
                          <p:cTn id="860" fill="hold">
                            <p:stCondLst>
                              <p:cond delay="0"/>
                            </p:stCondLst>
                            <p:childTnLst>
                              <p:par>
                                <p:cTn id="861" presetID="1" presetClass="entr" presetSubtype="0" fill="hold" nodeType="clickEffect">
                                  <p:stCondLst>
                                    <p:cond delay="0"/>
                                  </p:stCondLst>
                                  <p:childTnLst>
                                    <p:set>
                                      <p:cBhvr>
                                        <p:cTn id="862" dur="1" fill="hold">
                                          <p:stCondLst>
                                            <p:cond delay="0"/>
                                          </p:stCondLst>
                                        </p:cTn>
                                        <p:tgtEl>
                                          <p:spTgt spid="110">
                                            <p:txEl>
                                              <p:pRg st="7" end="7"/>
                                            </p:txEl>
                                          </p:spTgt>
                                        </p:tgtEl>
                                        <p:attrNameLst>
                                          <p:attrName>style.visibility</p:attrName>
                                        </p:attrNameLst>
                                      </p:cBhvr>
                                      <p:to>
                                        <p:strVal val="visible"/>
                                      </p:to>
                                    </p:set>
                                  </p:childTnLst>
                                </p:cTn>
                              </p:par>
                            </p:childTnLst>
                          </p:cTn>
                        </p:par>
                      </p:childTnLst>
                    </p:cTn>
                  </p:par>
                  <p:par>
                    <p:cTn id="863" fill="hold">
                      <p:stCondLst>
                        <p:cond delay="indefinite"/>
                      </p:stCondLst>
                      <p:childTnLst>
                        <p:par>
                          <p:cTn id="864" fill="hold">
                            <p:stCondLst>
                              <p:cond delay="0"/>
                            </p:stCondLst>
                            <p:childTnLst>
                              <p:par>
                                <p:cTn id="865" presetID="1" presetClass="entr" presetSubtype="0" fill="hold" nodeType="clickEffect">
                                  <p:stCondLst>
                                    <p:cond delay="0"/>
                                  </p:stCondLst>
                                  <p:childTnLst>
                                    <p:set>
                                      <p:cBhvr>
                                        <p:cTn id="866" dur="1" fill="hold">
                                          <p:stCondLst>
                                            <p:cond delay="0"/>
                                          </p:stCondLst>
                                        </p:cTn>
                                        <p:tgtEl>
                                          <p:spTgt spid="110">
                                            <p:txEl>
                                              <p:pRg st="8" end="8"/>
                                            </p:txEl>
                                          </p:spTgt>
                                        </p:tgtEl>
                                        <p:attrNameLst>
                                          <p:attrName>style.visibility</p:attrName>
                                        </p:attrNameLst>
                                      </p:cBhvr>
                                      <p:to>
                                        <p:strVal val="visible"/>
                                      </p:to>
                                    </p:set>
                                  </p:childTnLst>
                                </p:cTn>
                              </p:par>
                            </p:childTnLst>
                          </p:cTn>
                        </p:par>
                      </p:childTnLst>
                    </p:cTn>
                  </p:par>
                  <p:par>
                    <p:cTn id="867" fill="hold">
                      <p:stCondLst>
                        <p:cond delay="indefinite"/>
                      </p:stCondLst>
                      <p:childTnLst>
                        <p:par>
                          <p:cTn id="868" fill="hold">
                            <p:stCondLst>
                              <p:cond delay="0"/>
                            </p:stCondLst>
                            <p:childTnLst>
                              <p:par>
                                <p:cTn id="869" presetID="1" presetClass="entr" presetSubtype="0" fill="hold" nodeType="clickEffect">
                                  <p:stCondLst>
                                    <p:cond delay="0"/>
                                  </p:stCondLst>
                                  <p:childTnLst>
                                    <p:set>
                                      <p:cBhvr>
                                        <p:cTn id="870" dur="1" fill="hold">
                                          <p:stCondLst>
                                            <p:cond delay="0"/>
                                          </p:stCondLst>
                                        </p:cTn>
                                        <p:tgtEl>
                                          <p:spTgt spid="111">
                                            <p:txEl>
                                              <p:pRg st="0" end="0"/>
                                            </p:txEl>
                                          </p:spTgt>
                                        </p:tgtEl>
                                        <p:attrNameLst>
                                          <p:attrName>style.visibility</p:attrName>
                                        </p:attrNameLst>
                                      </p:cBhvr>
                                      <p:to>
                                        <p:strVal val="visible"/>
                                      </p:to>
                                    </p:set>
                                  </p:childTnLst>
                                </p:cTn>
                              </p:par>
                            </p:childTnLst>
                          </p:cTn>
                        </p:par>
                      </p:childTnLst>
                    </p:cTn>
                  </p:par>
                  <p:par>
                    <p:cTn id="871" fill="hold">
                      <p:stCondLst>
                        <p:cond delay="indefinite"/>
                      </p:stCondLst>
                      <p:childTnLst>
                        <p:par>
                          <p:cTn id="872" fill="hold">
                            <p:stCondLst>
                              <p:cond delay="0"/>
                            </p:stCondLst>
                            <p:childTnLst>
                              <p:par>
                                <p:cTn id="873" presetID="1" presetClass="entr" presetSubtype="0" fill="hold" nodeType="clickEffect">
                                  <p:stCondLst>
                                    <p:cond delay="0"/>
                                  </p:stCondLst>
                                  <p:childTnLst>
                                    <p:set>
                                      <p:cBhvr>
                                        <p:cTn id="874" dur="1" fill="hold">
                                          <p:stCondLst>
                                            <p:cond delay="0"/>
                                          </p:stCondLst>
                                        </p:cTn>
                                        <p:tgtEl>
                                          <p:spTgt spid="111">
                                            <p:txEl>
                                              <p:pRg st="1" end="1"/>
                                            </p:txEl>
                                          </p:spTgt>
                                        </p:tgtEl>
                                        <p:attrNameLst>
                                          <p:attrName>style.visibility</p:attrName>
                                        </p:attrNameLst>
                                      </p:cBhvr>
                                      <p:to>
                                        <p:strVal val="visible"/>
                                      </p:to>
                                    </p:set>
                                  </p:childTnLst>
                                </p:cTn>
                              </p:par>
                            </p:childTnLst>
                          </p:cTn>
                        </p:par>
                      </p:childTnLst>
                    </p:cTn>
                  </p:par>
                  <p:par>
                    <p:cTn id="875" fill="hold">
                      <p:stCondLst>
                        <p:cond delay="indefinite"/>
                      </p:stCondLst>
                      <p:childTnLst>
                        <p:par>
                          <p:cTn id="876" fill="hold">
                            <p:stCondLst>
                              <p:cond delay="0"/>
                            </p:stCondLst>
                            <p:childTnLst>
                              <p:par>
                                <p:cTn id="877" presetID="1" presetClass="entr" presetSubtype="0" fill="hold" nodeType="clickEffect">
                                  <p:stCondLst>
                                    <p:cond delay="0"/>
                                  </p:stCondLst>
                                  <p:childTnLst>
                                    <p:set>
                                      <p:cBhvr>
                                        <p:cTn id="878" dur="1" fill="hold">
                                          <p:stCondLst>
                                            <p:cond delay="0"/>
                                          </p:stCondLst>
                                        </p:cTn>
                                        <p:tgtEl>
                                          <p:spTgt spid="111">
                                            <p:txEl>
                                              <p:pRg st="2" end="2"/>
                                            </p:txEl>
                                          </p:spTgt>
                                        </p:tgtEl>
                                        <p:attrNameLst>
                                          <p:attrName>style.visibility</p:attrName>
                                        </p:attrNameLst>
                                      </p:cBhvr>
                                      <p:to>
                                        <p:strVal val="visible"/>
                                      </p:to>
                                    </p:set>
                                  </p:childTnLst>
                                </p:cTn>
                              </p:par>
                            </p:childTnLst>
                          </p:cTn>
                        </p:par>
                      </p:childTnLst>
                    </p:cTn>
                  </p:par>
                  <p:par>
                    <p:cTn id="879" fill="hold">
                      <p:stCondLst>
                        <p:cond delay="indefinite"/>
                      </p:stCondLst>
                      <p:childTnLst>
                        <p:par>
                          <p:cTn id="880" fill="hold">
                            <p:stCondLst>
                              <p:cond delay="0"/>
                            </p:stCondLst>
                            <p:childTnLst>
                              <p:par>
                                <p:cTn id="881" presetID="1" presetClass="entr" presetSubtype="0" fill="hold" nodeType="clickEffect">
                                  <p:stCondLst>
                                    <p:cond delay="0"/>
                                  </p:stCondLst>
                                  <p:childTnLst>
                                    <p:set>
                                      <p:cBhvr>
                                        <p:cTn id="882" dur="1" fill="hold">
                                          <p:stCondLst>
                                            <p:cond delay="0"/>
                                          </p:stCondLst>
                                        </p:cTn>
                                        <p:tgtEl>
                                          <p:spTgt spid="111">
                                            <p:txEl>
                                              <p:pRg st="3" end="3"/>
                                            </p:txEl>
                                          </p:spTgt>
                                        </p:tgtEl>
                                        <p:attrNameLst>
                                          <p:attrName>style.visibility</p:attrName>
                                        </p:attrNameLst>
                                      </p:cBhvr>
                                      <p:to>
                                        <p:strVal val="visible"/>
                                      </p:to>
                                    </p:set>
                                  </p:childTnLst>
                                </p:cTn>
                              </p:par>
                            </p:childTnLst>
                          </p:cTn>
                        </p:par>
                      </p:childTnLst>
                    </p:cTn>
                  </p:par>
                  <p:par>
                    <p:cTn id="883" fill="hold">
                      <p:stCondLst>
                        <p:cond delay="indefinite"/>
                      </p:stCondLst>
                      <p:childTnLst>
                        <p:par>
                          <p:cTn id="884" fill="hold">
                            <p:stCondLst>
                              <p:cond delay="0"/>
                            </p:stCondLst>
                            <p:childTnLst>
                              <p:par>
                                <p:cTn id="885" presetID="1" presetClass="entr" presetSubtype="0" fill="hold" nodeType="clickEffect">
                                  <p:stCondLst>
                                    <p:cond delay="0"/>
                                  </p:stCondLst>
                                  <p:childTnLst>
                                    <p:set>
                                      <p:cBhvr>
                                        <p:cTn id="886" dur="1" fill="hold">
                                          <p:stCondLst>
                                            <p:cond delay="0"/>
                                          </p:stCondLst>
                                        </p:cTn>
                                        <p:tgtEl>
                                          <p:spTgt spid="111">
                                            <p:txEl>
                                              <p:pRg st="4" end="4"/>
                                            </p:txEl>
                                          </p:spTgt>
                                        </p:tgtEl>
                                        <p:attrNameLst>
                                          <p:attrName>style.visibility</p:attrName>
                                        </p:attrNameLst>
                                      </p:cBhvr>
                                      <p:to>
                                        <p:strVal val="visible"/>
                                      </p:to>
                                    </p:set>
                                  </p:childTnLst>
                                </p:cTn>
                              </p:par>
                            </p:childTnLst>
                          </p:cTn>
                        </p:par>
                      </p:childTnLst>
                    </p:cTn>
                  </p:par>
                  <p:par>
                    <p:cTn id="887" fill="hold">
                      <p:stCondLst>
                        <p:cond delay="indefinite"/>
                      </p:stCondLst>
                      <p:childTnLst>
                        <p:par>
                          <p:cTn id="888" fill="hold">
                            <p:stCondLst>
                              <p:cond delay="0"/>
                            </p:stCondLst>
                            <p:childTnLst>
                              <p:par>
                                <p:cTn id="889" presetID="1" presetClass="entr" presetSubtype="0" fill="hold" nodeType="clickEffect">
                                  <p:stCondLst>
                                    <p:cond delay="0"/>
                                  </p:stCondLst>
                                  <p:childTnLst>
                                    <p:set>
                                      <p:cBhvr>
                                        <p:cTn id="890" dur="1" fill="hold">
                                          <p:stCondLst>
                                            <p:cond delay="0"/>
                                          </p:stCondLst>
                                        </p:cTn>
                                        <p:tgtEl>
                                          <p:spTgt spid="111">
                                            <p:txEl>
                                              <p:pRg st="5" end="5"/>
                                            </p:txEl>
                                          </p:spTgt>
                                        </p:tgtEl>
                                        <p:attrNameLst>
                                          <p:attrName>style.visibility</p:attrName>
                                        </p:attrNameLst>
                                      </p:cBhvr>
                                      <p:to>
                                        <p:strVal val="visible"/>
                                      </p:to>
                                    </p:set>
                                  </p:childTnLst>
                                </p:cTn>
                              </p:par>
                            </p:childTnLst>
                          </p:cTn>
                        </p:par>
                      </p:childTnLst>
                    </p:cTn>
                  </p:par>
                  <p:par>
                    <p:cTn id="891" fill="hold">
                      <p:stCondLst>
                        <p:cond delay="indefinite"/>
                      </p:stCondLst>
                      <p:childTnLst>
                        <p:par>
                          <p:cTn id="892" fill="hold">
                            <p:stCondLst>
                              <p:cond delay="0"/>
                            </p:stCondLst>
                            <p:childTnLst>
                              <p:par>
                                <p:cTn id="893" presetID="1" presetClass="entr" presetSubtype="0" fill="hold" nodeType="clickEffect">
                                  <p:stCondLst>
                                    <p:cond delay="0"/>
                                  </p:stCondLst>
                                  <p:childTnLst>
                                    <p:set>
                                      <p:cBhvr>
                                        <p:cTn id="894" dur="1" fill="hold">
                                          <p:stCondLst>
                                            <p:cond delay="0"/>
                                          </p:stCondLst>
                                        </p:cTn>
                                        <p:tgtEl>
                                          <p:spTgt spid="111">
                                            <p:txEl>
                                              <p:pRg st="6" end="6"/>
                                            </p:txEl>
                                          </p:spTgt>
                                        </p:tgtEl>
                                        <p:attrNameLst>
                                          <p:attrName>style.visibility</p:attrName>
                                        </p:attrNameLst>
                                      </p:cBhvr>
                                      <p:to>
                                        <p:strVal val="visible"/>
                                      </p:to>
                                    </p:set>
                                  </p:childTnLst>
                                </p:cTn>
                              </p:par>
                            </p:childTnLst>
                          </p:cTn>
                        </p:par>
                      </p:childTnLst>
                    </p:cTn>
                  </p:par>
                  <p:par>
                    <p:cTn id="895" fill="hold">
                      <p:stCondLst>
                        <p:cond delay="indefinite"/>
                      </p:stCondLst>
                      <p:childTnLst>
                        <p:par>
                          <p:cTn id="896" fill="hold">
                            <p:stCondLst>
                              <p:cond delay="0"/>
                            </p:stCondLst>
                            <p:childTnLst>
                              <p:par>
                                <p:cTn id="897" presetID="1" presetClass="entr" presetSubtype="0" fill="hold" nodeType="clickEffect">
                                  <p:stCondLst>
                                    <p:cond delay="0"/>
                                  </p:stCondLst>
                                  <p:childTnLst>
                                    <p:set>
                                      <p:cBhvr>
                                        <p:cTn id="898" dur="1" fill="hold">
                                          <p:stCondLst>
                                            <p:cond delay="0"/>
                                          </p:stCondLst>
                                        </p:cTn>
                                        <p:tgtEl>
                                          <p:spTgt spid="111">
                                            <p:txEl>
                                              <p:pRg st="7" end="7"/>
                                            </p:txEl>
                                          </p:spTgt>
                                        </p:tgtEl>
                                        <p:attrNameLst>
                                          <p:attrName>style.visibility</p:attrName>
                                        </p:attrNameLst>
                                      </p:cBhvr>
                                      <p:to>
                                        <p:strVal val="visible"/>
                                      </p:to>
                                    </p:set>
                                  </p:childTnLst>
                                </p:cTn>
                              </p:par>
                            </p:childTnLst>
                          </p:cTn>
                        </p:par>
                      </p:childTnLst>
                    </p:cTn>
                  </p:par>
                  <p:par>
                    <p:cTn id="899" fill="hold">
                      <p:stCondLst>
                        <p:cond delay="indefinite"/>
                      </p:stCondLst>
                      <p:childTnLst>
                        <p:par>
                          <p:cTn id="900" fill="hold">
                            <p:stCondLst>
                              <p:cond delay="0"/>
                            </p:stCondLst>
                            <p:childTnLst>
                              <p:par>
                                <p:cTn id="901" presetID="1" presetClass="entr" presetSubtype="0" fill="hold" nodeType="clickEffect">
                                  <p:stCondLst>
                                    <p:cond delay="0"/>
                                  </p:stCondLst>
                                  <p:childTnLst>
                                    <p:set>
                                      <p:cBhvr>
                                        <p:cTn id="902" dur="1" fill="hold">
                                          <p:stCondLst>
                                            <p:cond delay="0"/>
                                          </p:stCondLst>
                                        </p:cTn>
                                        <p:tgtEl>
                                          <p:spTgt spid="111">
                                            <p:txEl>
                                              <p:pRg st="8" end="8"/>
                                            </p:txEl>
                                          </p:spTgt>
                                        </p:tgtEl>
                                        <p:attrNameLst>
                                          <p:attrName>style.visibility</p:attrName>
                                        </p:attrNameLst>
                                      </p:cBhvr>
                                      <p:to>
                                        <p:strVal val="visible"/>
                                      </p:to>
                                    </p:set>
                                  </p:childTnLst>
                                </p:cTn>
                              </p:par>
                            </p:childTnLst>
                          </p:cTn>
                        </p:par>
                      </p:childTnLst>
                    </p:cTn>
                  </p:par>
                  <p:par>
                    <p:cTn id="903" fill="hold">
                      <p:stCondLst>
                        <p:cond delay="indefinite"/>
                      </p:stCondLst>
                      <p:childTnLst>
                        <p:par>
                          <p:cTn id="904" fill="hold">
                            <p:stCondLst>
                              <p:cond delay="0"/>
                            </p:stCondLst>
                            <p:childTnLst>
                              <p:par>
                                <p:cTn id="905" presetID="1" presetClass="entr" presetSubtype="0" fill="hold" nodeType="clickEffect">
                                  <p:stCondLst>
                                    <p:cond delay="0"/>
                                  </p:stCondLst>
                                  <p:childTnLst>
                                    <p:set>
                                      <p:cBhvr>
                                        <p:cTn id="906" dur="1" fill="hold">
                                          <p:stCondLst>
                                            <p:cond delay="0"/>
                                          </p:stCondLst>
                                        </p:cTn>
                                        <p:tgtEl>
                                          <p:spTgt spid="112">
                                            <p:txEl>
                                              <p:pRg st="0" end="0"/>
                                            </p:txEl>
                                          </p:spTgt>
                                        </p:tgtEl>
                                        <p:attrNameLst>
                                          <p:attrName>style.visibility</p:attrName>
                                        </p:attrNameLst>
                                      </p:cBhvr>
                                      <p:to>
                                        <p:strVal val="visible"/>
                                      </p:to>
                                    </p:set>
                                  </p:childTnLst>
                                </p:cTn>
                              </p:par>
                            </p:childTnLst>
                          </p:cTn>
                        </p:par>
                      </p:childTnLst>
                    </p:cTn>
                  </p:par>
                  <p:par>
                    <p:cTn id="907" fill="hold">
                      <p:stCondLst>
                        <p:cond delay="indefinite"/>
                      </p:stCondLst>
                      <p:childTnLst>
                        <p:par>
                          <p:cTn id="908" fill="hold">
                            <p:stCondLst>
                              <p:cond delay="0"/>
                            </p:stCondLst>
                            <p:childTnLst>
                              <p:par>
                                <p:cTn id="909" presetID="1" presetClass="entr" presetSubtype="0" fill="hold" nodeType="clickEffect">
                                  <p:stCondLst>
                                    <p:cond delay="0"/>
                                  </p:stCondLst>
                                  <p:childTnLst>
                                    <p:set>
                                      <p:cBhvr>
                                        <p:cTn id="910" dur="1" fill="hold">
                                          <p:stCondLst>
                                            <p:cond delay="0"/>
                                          </p:stCondLst>
                                        </p:cTn>
                                        <p:tgtEl>
                                          <p:spTgt spid="112">
                                            <p:txEl>
                                              <p:pRg st="1" end="1"/>
                                            </p:txEl>
                                          </p:spTgt>
                                        </p:tgtEl>
                                        <p:attrNameLst>
                                          <p:attrName>style.visibility</p:attrName>
                                        </p:attrNameLst>
                                      </p:cBhvr>
                                      <p:to>
                                        <p:strVal val="visible"/>
                                      </p:to>
                                    </p:set>
                                  </p:childTnLst>
                                </p:cTn>
                              </p:par>
                            </p:childTnLst>
                          </p:cTn>
                        </p:par>
                      </p:childTnLst>
                    </p:cTn>
                  </p:par>
                  <p:par>
                    <p:cTn id="911" fill="hold">
                      <p:stCondLst>
                        <p:cond delay="indefinite"/>
                      </p:stCondLst>
                      <p:childTnLst>
                        <p:par>
                          <p:cTn id="912" fill="hold">
                            <p:stCondLst>
                              <p:cond delay="0"/>
                            </p:stCondLst>
                            <p:childTnLst>
                              <p:par>
                                <p:cTn id="913" presetID="1" presetClass="entr" presetSubtype="0" fill="hold" nodeType="clickEffect">
                                  <p:stCondLst>
                                    <p:cond delay="0"/>
                                  </p:stCondLst>
                                  <p:childTnLst>
                                    <p:set>
                                      <p:cBhvr>
                                        <p:cTn id="914" dur="1" fill="hold">
                                          <p:stCondLst>
                                            <p:cond delay="0"/>
                                          </p:stCondLst>
                                        </p:cTn>
                                        <p:tgtEl>
                                          <p:spTgt spid="112">
                                            <p:txEl>
                                              <p:pRg st="2" end="2"/>
                                            </p:txEl>
                                          </p:spTgt>
                                        </p:tgtEl>
                                        <p:attrNameLst>
                                          <p:attrName>style.visibility</p:attrName>
                                        </p:attrNameLst>
                                      </p:cBhvr>
                                      <p:to>
                                        <p:strVal val="visible"/>
                                      </p:to>
                                    </p:set>
                                  </p:childTnLst>
                                </p:cTn>
                              </p:par>
                            </p:childTnLst>
                          </p:cTn>
                        </p:par>
                      </p:childTnLst>
                    </p:cTn>
                  </p:par>
                  <p:par>
                    <p:cTn id="915" fill="hold">
                      <p:stCondLst>
                        <p:cond delay="indefinite"/>
                      </p:stCondLst>
                      <p:childTnLst>
                        <p:par>
                          <p:cTn id="916" fill="hold">
                            <p:stCondLst>
                              <p:cond delay="0"/>
                            </p:stCondLst>
                            <p:childTnLst>
                              <p:par>
                                <p:cTn id="917" presetID="1" presetClass="entr" presetSubtype="0" fill="hold" nodeType="clickEffect">
                                  <p:stCondLst>
                                    <p:cond delay="0"/>
                                  </p:stCondLst>
                                  <p:childTnLst>
                                    <p:set>
                                      <p:cBhvr>
                                        <p:cTn id="918" dur="1" fill="hold">
                                          <p:stCondLst>
                                            <p:cond delay="0"/>
                                          </p:stCondLst>
                                        </p:cTn>
                                        <p:tgtEl>
                                          <p:spTgt spid="112">
                                            <p:txEl>
                                              <p:pRg st="3" end="3"/>
                                            </p:txEl>
                                          </p:spTgt>
                                        </p:tgtEl>
                                        <p:attrNameLst>
                                          <p:attrName>style.visibility</p:attrName>
                                        </p:attrNameLst>
                                      </p:cBhvr>
                                      <p:to>
                                        <p:strVal val="visible"/>
                                      </p:to>
                                    </p:set>
                                  </p:childTnLst>
                                </p:cTn>
                              </p:par>
                            </p:childTnLst>
                          </p:cTn>
                        </p:par>
                      </p:childTnLst>
                    </p:cTn>
                  </p:par>
                  <p:par>
                    <p:cTn id="919" fill="hold">
                      <p:stCondLst>
                        <p:cond delay="indefinite"/>
                      </p:stCondLst>
                      <p:childTnLst>
                        <p:par>
                          <p:cTn id="920" fill="hold">
                            <p:stCondLst>
                              <p:cond delay="0"/>
                            </p:stCondLst>
                            <p:childTnLst>
                              <p:par>
                                <p:cTn id="921" presetID="1" presetClass="entr" presetSubtype="0" fill="hold" nodeType="clickEffect">
                                  <p:stCondLst>
                                    <p:cond delay="0"/>
                                  </p:stCondLst>
                                  <p:childTnLst>
                                    <p:set>
                                      <p:cBhvr>
                                        <p:cTn id="922" dur="1" fill="hold">
                                          <p:stCondLst>
                                            <p:cond delay="0"/>
                                          </p:stCondLst>
                                        </p:cTn>
                                        <p:tgtEl>
                                          <p:spTgt spid="112">
                                            <p:txEl>
                                              <p:pRg st="4" end="4"/>
                                            </p:txEl>
                                          </p:spTgt>
                                        </p:tgtEl>
                                        <p:attrNameLst>
                                          <p:attrName>style.visibility</p:attrName>
                                        </p:attrNameLst>
                                      </p:cBhvr>
                                      <p:to>
                                        <p:strVal val="visible"/>
                                      </p:to>
                                    </p:set>
                                  </p:childTnLst>
                                </p:cTn>
                              </p:par>
                            </p:childTnLst>
                          </p:cTn>
                        </p:par>
                      </p:childTnLst>
                    </p:cTn>
                  </p:par>
                  <p:par>
                    <p:cTn id="923" fill="hold">
                      <p:stCondLst>
                        <p:cond delay="indefinite"/>
                      </p:stCondLst>
                      <p:childTnLst>
                        <p:par>
                          <p:cTn id="924" fill="hold">
                            <p:stCondLst>
                              <p:cond delay="0"/>
                            </p:stCondLst>
                            <p:childTnLst>
                              <p:par>
                                <p:cTn id="925" presetID="1" presetClass="entr" presetSubtype="0" fill="hold" nodeType="clickEffect">
                                  <p:stCondLst>
                                    <p:cond delay="0"/>
                                  </p:stCondLst>
                                  <p:childTnLst>
                                    <p:set>
                                      <p:cBhvr>
                                        <p:cTn id="926" dur="1" fill="hold">
                                          <p:stCondLst>
                                            <p:cond delay="0"/>
                                          </p:stCondLst>
                                        </p:cTn>
                                        <p:tgtEl>
                                          <p:spTgt spid="112">
                                            <p:txEl>
                                              <p:pRg st="5" end="5"/>
                                            </p:txEl>
                                          </p:spTgt>
                                        </p:tgtEl>
                                        <p:attrNameLst>
                                          <p:attrName>style.visibility</p:attrName>
                                        </p:attrNameLst>
                                      </p:cBhvr>
                                      <p:to>
                                        <p:strVal val="visible"/>
                                      </p:to>
                                    </p:set>
                                  </p:childTnLst>
                                </p:cTn>
                              </p:par>
                            </p:childTnLst>
                          </p:cTn>
                        </p:par>
                      </p:childTnLst>
                    </p:cTn>
                  </p:par>
                  <p:par>
                    <p:cTn id="927" fill="hold">
                      <p:stCondLst>
                        <p:cond delay="indefinite"/>
                      </p:stCondLst>
                      <p:childTnLst>
                        <p:par>
                          <p:cTn id="928" fill="hold">
                            <p:stCondLst>
                              <p:cond delay="0"/>
                            </p:stCondLst>
                            <p:childTnLst>
                              <p:par>
                                <p:cTn id="929" presetID="1" presetClass="entr" presetSubtype="0" fill="hold" nodeType="clickEffect">
                                  <p:stCondLst>
                                    <p:cond delay="0"/>
                                  </p:stCondLst>
                                  <p:childTnLst>
                                    <p:set>
                                      <p:cBhvr>
                                        <p:cTn id="930" dur="1" fill="hold">
                                          <p:stCondLst>
                                            <p:cond delay="0"/>
                                          </p:stCondLst>
                                        </p:cTn>
                                        <p:tgtEl>
                                          <p:spTgt spid="112">
                                            <p:txEl>
                                              <p:pRg st="6" end="6"/>
                                            </p:txEl>
                                          </p:spTgt>
                                        </p:tgtEl>
                                        <p:attrNameLst>
                                          <p:attrName>style.visibility</p:attrName>
                                        </p:attrNameLst>
                                      </p:cBhvr>
                                      <p:to>
                                        <p:strVal val="visible"/>
                                      </p:to>
                                    </p:set>
                                  </p:childTnLst>
                                </p:cTn>
                              </p:par>
                            </p:childTnLst>
                          </p:cTn>
                        </p:par>
                      </p:childTnLst>
                    </p:cTn>
                  </p:par>
                  <p:par>
                    <p:cTn id="931" fill="hold">
                      <p:stCondLst>
                        <p:cond delay="indefinite"/>
                      </p:stCondLst>
                      <p:childTnLst>
                        <p:par>
                          <p:cTn id="932" fill="hold">
                            <p:stCondLst>
                              <p:cond delay="0"/>
                            </p:stCondLst>
                            <p:childTnLst>
                              <p:par>
                                <p:cTn id="933" presetID="1" presetClass="entr" presetSubtype="0" fill="hold" nodeType="clickEffect">
                                  <p:stCondLst>
                                    <p:cond delay="0"/>
                                  </p:stCondLst>
                                  <p:childTnLst>
                                    <p:set>
                                      <p:cBhvr>
                                        <p:cTn id="934" dur="1" fill="hold">
                                          <p:stCondLst>
                                            <p:cond delay="0"/>
                                          </p:stCondLst>
                                        </p:cTn>
                                        <p:tgtEl>
                                          <p:spTgt spid="112">
                                            <p:txEl>
                                              <p:pRg st="7" end="7"/>
                                            </p:txEl>
                                          </p:spTgt>
                                        </p:tgtEl>
                                        <p:attrNameLst>
                                          <p:attrName>style.visibility</p:attrName>
                                        </p:attrNameLst>
                                      </p:cBhvr>
                                      <p:to>
                                        <p:strVal val="visible"/>
                                      </p:to>
                                    </p:set>
                                  </p:childTnLst>
                                </p:cTn>
                              </p:par>
                            </p:childTnLst>
                          </p:cTn>
                        </p:par>
                      </p:childTnLst>
                    </p:cTn>
                  </p:par>
                  <p:par>
                    <p:cTn id="935" fill="hold">
                      <p:stCondLst>
                        <p:cond delay="indefinite"/>
                      </p:stCondLst>
                      <p:childTnLst>
                        <p:par>
                          <p:cTn id="936" fill="hold">
                            <p:stCondLst>
                              <p:cond delay="0"/>
                            </p:stCondLst>
                            <p:childTnLst>
                              <p:par>
                                <p:cTn id="937" presetID="1" presetClass="entr" presetSubtype="0" fill="hold" nodeType="clickEffect">
                                  <p:stCondLst>
                                    <p:cond delay="0"/>
                                  </p:stCondLst>
                                  <p:childTnLst>
                                    <p:set>
                                      <p:cBhvr>
                                        <p:cTn id="938" dur="1" fill="hold">
                                          <p:stCondLst>
                                            <p:cond delay="0"/>
                                          </p:stCondLst>
                                        </p:cTn>
                                        <p:tgtEl>
                                          <p:spTgt spid="112">
                                            <p:txEl>
                                              <p:pRg st="8" end="8"/>
                                            </p:txEl>
                                          </p:spTgt>
                                        </p:tgtEl>
                                        <p:attrNameLst>
                                          <p:attrName>style.visibility</p:attrName>
                                        </p:attrNameLst>
                                      </p:cBhvr>
                                      <p:to>
                                        <p:strVal val="visible"/>
                                      </p:to>
                                    </p:set>
                                  </p:childTnLst>
                                </p:cTn>
                              </p:par>
                            </p:childTnLst>
                          </p:cTn>
                        </p:par>
                      </p:childTnLst>
                    </p:cTn>
                  </p:par>
                  <p:par>
                    <p:cTn id="939" fill="hold">
                      <p:stCondLst>
                        <p:cond delay="indefinite"/>
                      </p:stCondLst>
                      <p:childTnLst>
                        <p:par>
                          <p:cTn id="940" fill="hold">
                            <p:stCondLst>
                              <p:cond delay="0"/>
                            </p:stCondLst>
                            <p:childTnLst>
                              <p:par>
                                <p:cTn id="941" presetID="1" presetClass="entr" presetSubtype="0" fill="hold" nodeType="clickEffect">
                                  <p:stCondLst>
                                    <p:cond delay="0"/>
                                  </p:stCondLst>
                                  <p:childTnLst>
                                    <p:set>
                                      <p:cBhvr>
                                        <p:cTn id="942" dur="1" fill="hold">
                                          <p:stCondLst>
                                            <p:cond delay="0"/>
                                          </p:stCondLst>
                                        </p:cTn>
                                        <p:tgtEl>
                                          <p:spTgt spid="113">
                                            <p:txEl>
                                              <p:pRg st="0" end="0"/>
                                            </p:txEl>
                                          </p:spTgt>
                                        </p:tgtEl>
                                        <p:attrNameLst>
                                          <p:attrName>style.visibility</p:attrName>
                                        </p:attrNameLst>
                                      </p:cBhvr>
                                      <p:to>
                                        <p:strVal val="visible"/>
                                      </p:to>
                                    </p:set>
                                  </p:childTnLst>
                                </p:cTn>
                              </p:par>
                            </p:childTnLst>
                          </p:cTn>
                        </p:par>
                      </p:childTnLst>
                    </p:cTn>
                  </p:par>
                  <p:par>
                    <p:cTn id="943" fill="hold">
                      <p:stCondLst>
                        <p:cond delay="indefinite"/>
                      </p:stCondLst>
                      <p:childTnLst>
                        <p:par>
                          <p:cTn id="944" fill="hold">
                            <p:stCondLst>
                              <p:cond delay="0"/>
                            </p:stCondLst>
                            <p:childTnLst>
                              <p:par>
                                <p:cTn id="945" presetID="1" presetClass="entr" presetSubtype="0" fill="hold" nodeType="clickEffect">
                                  <p:stCondLst>
                                    <p:cond delay="0"/>
                                  </p:stCondLst>
                                  <p:childTnLst>
                                    <p:set>
                                      <p:cBhvr>
                                        <p:cTn id="946" dur="1" fill="hold">
                                          <p:stCondLst>
                                            <p:cond delay="0"/>
                                          </p:stCondLst>
                                        </p:cTn>
                                        <p:tgtEl>
                                          <p:spTgt spid="113">
                                            <p:txEl>
                                              <p:pRg st="1" end="1"/>
                                            </p:txEl>
                                          </p:spTgt>
                                        </p:tgtEl>
                                        <p:attrNameLst>
                                          <p:attrName>style.visibility</p:attrName>
                                        </p:attrNameLst>
                                      </p:cBhvr>
                                      <p:to>
                                        <p:strVal val="visible"/>
                                      </p:to>
                                    </p:set>
                                  </p:childTnLst>
                                </p:cTn>
                              </p:par>
                            </p:childTnLst>
                          </p:cTn>
                        </p:par>
                      </p:childTnLst>
                    </p:cTn>
                  </p:par>
                  <p:par>
                    <p:cTn id="947" fill="hold">
                      <p:stCondLst>
                        <p:cond delay="indefinite"/>
                      </p:stCondLst>
                      <p:childTnLst>
                        <p:par>
                          <p:cTn id="948" fill="hold">
                            <p:stCondLst>
                              <p:cond delay="0"/>
                            </p:stCondLst>
                            <p:childTnLst>
                              <p:par>
                                <p:cTn id="949" presetID="1" presetClass="entr" presetSubtype="0" fill="hold" nodeType="clickEffect">
                                  <p:stCondLst>
                                    <p:cond delay="0"/>
                                  </p:stCondLst>
                                  <p:childTnLst>
                                    <p:set>
                                      <p:cBhvr>
                                        <p:cTn id="950" dur="1" fill="hold">
                                          <p:stCondLst>
                                            <p:cond delay="0"/>
                                          </p:stCondLst>
                                        </p:cTn>
                                        <p:tgtEl>
                                          <p:spTgt spid="113">
                                            <p:txEl>
                                              <p:pRg st="2" end="2"/>
                                            </p:txEl>
                                          </p:spTgt>
                                        </p:tgtEl>
                                        <p:attrNameLst>
                                          <p:attrName>style.visibility</p:attrName>
                                        </p:attrNameLst>
                                      </p:cBhvr>
                                      <p:to>
                                        <p:strVal val="visible"/>
                                      </p:to>
                                    </p:set>
                                  </p:childTnLst>
                                </p:cTn>
                              </p:par>
                            </p:childTnLst>
                          </p:cTn>
                        </p:par>
                      </p:childTnLst>
                    </p:cTn>
                  </p:par>
                  <p:par>
                    <p:cTn id="951" fill="hold">
                      <p:stCondLst>
                        <p:cond delay="indefinite"/>
                      </p:stCondLst>
                      <p:childTnLst>
                        <p:par>
                          <p:cTn id="952" fill="hold">
                            <p:stCondLst>
                              <p:cond delay="0"/>
                            </p:stCondLst>
                            <p:childTnLst>
                              <p:par>
                                <p:cTn id="953" presetID="1" presetClass="entr" presetSubtype="0" fill="hold" nodeType="clickEffect">
                                  <p:stCondLst>
                                    <p:cond delay="0"/>
                                  </p:stCondLst>
                                  <p:childTnLst>
                                    <p:set>
                                      <p:cBhvr>
                                        <p:cTn id="954" dur="1" fill="hold">
                                          <p:stCondLst>
                                            <p:cond delay="0"/>
                                          </p:stCondLst>
                                        </p:cTn>
                                        <p:tgtEl>
                                          <p:spTgt spid="113">
                                            <p:txEl>
                                              <p:pRg st="3" end="3"/>
                                            </p:txEl>
                                          </p:spTgt>
                                        </p:tgtEl>
                                        <p:attrNameLst>
                                          <p:attrName>style.visibility</p:attrName>
                                        </p:attrNameLst>
                                      </p:cBhvr>
                                      <p:to>
                                        <p:strVal val="visible"/>
                                      </p:to>
                                    </p:set>
                                  </p:childTnLst>
                                </p:cTn>
                              </p:par>
                            </p:childTnLst>
                          </p:cTn>
                        </p:par>
                      </p:childTnLst>
                    </p:cTn>
                  </p:par>
                  <p:par>
                    <p:cTn id="955" fill="hold">
                      <p:stCondLst>
                        <p:cond delay="indefinite"/>
                      </p:stCondLst>
                      <p:childTnLst>
                        <p:par>
                          <p:cTn id="956" fill="hold">
                            <p:stCondLst>
                              <p:cond delay="0"/>
                            </p:stCondLst>
                            <p:childTnLst>
                              <p:par>
                                <p:cTn id="957" presetID="1" presetClass="entr" presetSubtype="0" fill="hold" nodeType="clickEffect">
                                  <p:stCondLst>
                                    <p:cond delay="0"/>
                                  </p:stCondLst>
                                  <p:childTnLst>
                                    <p:set>
                                      <p:cBhvr>
                                        <p:cTn id="958" dur="1" fill="hold">
                                          <p:stCondLst>
                                            <p:cond delay="0"/>
                                          </p:stCondLst>
                                        </p:cTn>
                                        <p:tgtEl>
                                          <p:spTgt spid="113">
                                            <p:txEl>
                                              <p:pRg st="4" end="4"/>
                                            </p:txEl>
                                          </p:spTgt>
                                        </p:tgtEl>
                                        <p:attrNameLst>
                                          <p:attrName>style.visibility</p:attrName>
                                        </p:attrNameLst>
                                      </p:cBhvr>
                                      <p:to>
                                        <p:strVal val="visible"/>
                                      </p:to>
                                    </p:set>
                                  </p:childTnLst>
                                </p:cTn>
                              </p:par>
                            </p:childTnLst>
                          </p:cTn>
                        </p:par>
                      </p:childTnLst>
                    </p:cTn>
                  </p:par>
                  <p:par>
                    <p:cTn id="959" fill="hold">
                      <p:stCondLst>
                        <p:cond delay="indefinite"/>
                      </p:stCondLst>
                      <p:childTnLst>
                        <p:par>
                          <p:cTn id="960" fill="hold">
                            <p:stCondLst>
                              <p:cond delay="0"/>
                            </p:stCondLst>
                            <p:childTnLst>
                              <p:par>
                                <p:cTn id="961" presetID="1" presetClass="entr" presetSubtype="0" fill="hold" nodeType="clickEffect">
                                  <p:stCondLst>
                                    <p:cond delay="0"/>
                                  </p:stCondLst>
                                  <p:childTnLst>
                                    <p:set>
                                      <p:cBhvr>
                                        <p:cTn id="962" dur="1" fill="hold">
                                          <p:stCondLst>
                                            <p:cond delay="0"/>
                                          </p:stCondLst>
                                        </p:cTn>
                                        <p:tgtEl>
                                          <p:spTgt spid="113">
                                            <p:txEl>
                                              <p:pRg st="5" end="5"/>
                                            </p:txEl>
                                          </p:spTgt>
                                        </p:tgtEl>
                                        <p:attrNameLst>
                                          <p:attrName>style.visibility</p:attrName>
                                        </p:attrNameLst>
                                      </p:cBhvr>
                                      <p:to>
                                        <p:strVal val="visible"/>
                                      </p:to>
                                    </p:set>
                                  </p:childTnLst>
                                </p:cTn>
                              </p:par>
                            </p:childTnLst>
                          </p:cTn>
                        </p:par>
                      </p:childTnLst>
                    </p:cTn>
                  </p:par>
                  <p:par>
                    <p:cTn id="963" fill="hold">
                      <p:stCondLst>
                        <p:cond delay="indefinite"/>
                      </p:stCondLst>
                      <p:childTnLst>
                        <p:par>
                          <p:cTn id="964" fill="hold">
                            <p:stCondLst>
                              <p:cond delay="0"/>
                            </p:stCondLst>
                            <p:childTnLst>
                              <p:par>
                                <p:cTn id="965" presetID="1" presetClass="entr" presetSubtype="0" fill="hold" nodeType="clickEffect">
                                  <p:stCondLst>
                                    <p:cond delay="0"/>
                                  </p:stCondLst>
                                  <p:childTnLst>
                                    <p:set>
                                      <p:cBhvr>
                                        <p:cTn id="966" dur="1" fill="hold">
                                          <p:stCondLst>
                                            <p:cond delay="0"/>
                                          </p:stCondLst>
                                        </p:cTn>
                                        <p:tgtEl>
                                          <p:spTgt spid="113">
                                            <p:txEl>
                                              <p:pRg st="6" end="6"/>
                                            </p:txEl>
                                          </p:spTgt>
                                        </p:tgtEl>
                                        <p:attrNameLst>
                                          <p:attrName>style.visibility</p:attrName>
                                        </p:attrNameLst>
                                      </p:cBhvr>
                                      <p:to>
                                        <p:strVal val="visible"/>
                                      </p:to>
                                    </p:set>
                                  </p:childTnLst>
                                </p:cTn>
                              </p:par>
                            </p:childTnLst>
                          </p:cTn>
                        </p:par>
                      </p:childTnLst>
                    </p:cTn>
                  </p:par>
                  <p:par>
                    <p:cTn id="967" fill="hold">
                      <p:stCondLst>
                        <p:cond delay="indefinite"/>
                      </p:stCondLst>
                      <p:childTnLst>
                        <p:par>
                          <p:cTn id="968" fill="hold">
                            <p:stCondLst>
                              <p:cond delay="0"/>
                            </p:stCondLst>
                            <p:childTnLst>
                              <p:par>
                                <p:cTn id="969" presetID="1" presetClass="entr" presetSubtype="0" fill="hold" nodeType="clickEffect">
                                  <p:stCondLst>
                                    <p:cond delay="0"/>
                                  </p:stCondLst>
                                  <p:childTnLst>
                                    <p:set>
                                      <p:cBhvr>
                                        <p:cTn id="970" dur="1" fill="hold">
                                          <p:stCondLst>
                                            <p:cond delay="0"/>
                                          </p:stCondLst>
                                        </p:cTn>
                                        <p:tgtEl>
                                          <p:spTgt spid="113">
                                            <p:txEl>
                                              <p:pRg st="7" end="7"/>
                                            </p:txEl>
                                          </p:spTgt>
                                        </p:tgtEl>
                                        <p:attrNameLst>
                                          <p:attrName>style.visibility</p:attrName>
                                        </p:attrNameLst>
                                      </p:cBhvr>
                                      <p:to>
                                        <p:strVal val="visible"/>
                                      </p:to>
                                    </p:set>
                                  </p:childTnLst>
                                </p:cTn>
                              </p:par>
                            </p:childTnLst>
                          </p:cTn>
                        </p:par>
                      </p:childTnLst>
                    </p:cTn>
                  </p:par>
                  <p:par>
                    <p:cTn id="971" fill="hold">
                      <p:stCondLst>
                        <p:cond delay="indefinite"/>
                      </p:stCondLst>
                      <p:childTnLst>
                        <p:par>
                          <p:cTn id="972" fill="hold">
                            <p:stCondLst>
                              <p:cond delay="0"/>
                            </p:stCondLst>
                            <p:childTnLst>
                              <p:par>
                                <p:cTn id="973" presetID="1" presetClass="entr" presetSubtype="0" fill="hold" nodeType="clickEffect">
                                  <p:stCondLst>
                                    <p:cond delay="0"/>
                                  </p:stCondLst>
                                  <p:childTnLst>
                                    <p:set>
                                      <p:cBhvr>
                                        <p:cTn id="974" dur="1" fill="hold">
                                          <p:stCondLst>
                                            <p:cond delay="0"/>
                                          </p:stCondLst>
                                        </p:cTn>
                                        <p:tgtEl>
                                          <p:spTgt spid="113">
                                            <p:txEl>
                                              <p:pRg st="8" end="8"/>
                                            </p:txEl>
                                          </p:spTgt>
                                        </p:tgtEl>
                                        <p:attrNameLst>
                                          <p:attrName>style.visibility</p:attrName>
                                        </p:attrNameLst>
                                      </p:cBhvr>
                                      <p:to>
                                        <p:strVal val="visible"/>
                                      </p:to>
                                    </p:set>
                                  </p:childTnLst>
                                </p:cTn>
                              </p:par>
                            </p:childTnLst>
                          </p:cTn>
                        </p:par>
                      </p:childTnLst>
                    </p:cTn>
                  </p:par>
                  <p:par>
                    <p:cTn id="975" fill="hold">
                      <p:stCondLst>
                        <p:cond delay="indefinite"/>
                      </p:stCondLst>
                      <p:childTnLst>
                        <p:par>
                          <p:cTn id="976" fill="hold">
                            <p:stCondLst>
                              <p:cond delay="0"/>
                            </p:stCondLst>
                            <p:childTnLst>
                              <p:par>
                                <p:cTn id="977" presetID="1" presetClass="entr" presetSubtype="0" fill="hold" nodeType="clickEffect">
                                  <p:stCondLst>
                                    <p:cond delay="0"/>
                                  </p:stCondLst>
                                  <p:childTnLst>
                                    <p:set>
                                      <p:cBhvr>
                                        <p:cTn id="978" dur="1" fill="hold">
                                          <p:stCondLst>
                                            <p:cond delay="0"/>
                                          </p:stCondLst>
                                        </p:cTn>
                                        <p:tgtEl>
                                          <p:spTgt spid="114">
                                            <p:txEl>
                                              <p:pRg st="0" end="0"/>
                                            </p:txEl>
                                          </p:spTgt>
                                        </p:tgtEl>
                                        <p:attrNameLst>
                                          <p:attrName>style.visibility</p:attrName>
                                        </p:attrNameLst>
                                      </p:cBhvr>
                                      <p:to>
                                        <p:strVal val="visible"/>
                                      </p:to>
                                    </p:set>
                                  </p:childTnLst>
                                </p:cTn>
                              </p:par>
                            </p:childTnLst>
                          </p:cTn>
                        </p:par>
                      </p:childTnLst>
                    </p:cTn>
                  </p:par>
                  <p:par>
                    <p:cTn id="979" fill="hold">
                      <p:stCondLst>
                        <p:cond delay="indefinite"/>
                      </p:stCondLst>
                      <p:childTnLst>
                        <p:par>
                          <p:cTn id="980" fill="hold">
                            <p:stCondLst>
                              <p:cond delay="0"/>
                            </p:stCondLst>
                            <p:childTnLst>
                              <p:par>
                                <p:cTn id="981" presetID="1" presetClass="entr" presetSubtype="0" fill="hold" nodeType="clickEffect">
                                  <p:stCondLst>
                                    <p:cond delay="0"/>
                                  </p:stCondLst>
                                  <p:childTnLst>
                                    <p:set>
                                      <p:cBhvr>
                                        <p:cTn id="982" dur="1" fill="hold">
                                          <p:stCondLst>
                                            <p:cond delay="0"/>
                                          </p:stCondLst>
                                        </p:cTn>
                                        <p:tgtEl>
                                          <p:spTgt spid="114">
                                            <p:txEl>
                                              <p:pRg st="1" end="1"/>
                                            </p:txEl>
                                          </p:spTgt>
                                        </p:tgtEl>
                                        <p:attrNameLst>
                                          <p:attrName>style.visibility</p:attrName>
                                        </p:attrNameLst>
                                      </p:cBhvr>
                                      <p:to>
                                        <p:strVal val="visible"/>
                                      </p:to>
                                    </p:set>
                                  </p:childTnLst>
                                </p:cTn>
                              </p:par>
                            </p:childTnLst>
                          </p:cTn>
                        </p:par>
                      </p:childTnLst>
                    </p:cTn>
                  </p:par>
                  <p:par>
                    <p:cTn id="983" fill="hold">
                      <p:stCondLst>
                        <p:cond delay="indefinite"/>
                      </p:stCondLst>
                      <p:childTnLst>
                        <p:par>
                          <p:cTn id="984" fill="hold">
                            <p:stCondLst>
                              <p:cond delay="0"/>
                            </p:stCondLst>
                            <p:childTnLst>
                              <p:par>
                                <p:cTn id="985" presetID="1" presetClass="entr" presetSubtype="0" fill="hold" nodeType="clickEffect">
                                  <p:stCondLst>
                                    <p:cond delay="0"/>
                                  </p:stCondLst>
                                  <p:childTnLst>
                                    <p:set>
                                      <p:cBhvr>
                                        <p:cTn id="986" dur="1" fill="hold">
                                          <p:stCondLst>
                                            <p:cond delay="0"/>
                                          </p:stCondLst>
                                        </p:cTn>
                                        <p:tgtEl>
                                          <p:spTgt spid="114">
                                            <p:txEl>
                                              <p:pRg st="2" end="2"/>
                                            </p:txEl>
                                          </p:spTgt>
                                        </p:tgtEl>
                                        <p:attrNameLst>
                                          <p:attrName>style.visibility</p:attrName>
                                        </p:attrNameLst>
                                      </p:cBhvr>
                                      <p:to>
                                        <p:strVal val="visible"/>
                                      </p:to>
                                    </p:set>
                                  </p:childTnLst>
                                </p:cTn>
                              </p:par>
                            </p:childTnLst>
                          </p:cTn>
                        </p:par>
                      </p:childTnLst>
                    </p:cTn>
                  </p:par>
                  <p:par>
                    <p:cTn id="987" fill="hold">
                      <p:stCondLst>
                        <p:cond delay="indefinite"/>
                      </p:stCondLst>
                      <p:childTnLst>
                        <p:par>
                          <p:cTn id="988" fill="hold">
                            <p:stCondLst>
                              <p:cond delay="0"/>
                            </p:stCondLst>
                            <p:childTnLst>
                              <p:par>
                                <p:cTn id="989" presetID="1" presetClass="entr" presetSubtype="0" fill="hold" nodeType="clickEffect">
                                  <p:stCondLst>
                                    <p:cond delay="0"/>
                                  </p:stCondLst>
                                  <p:childTnLst>
                                    <p:set>
                                      <p:cBhvr>
                                        <p:cTn id="990" dur="1" fill="hold">
                                          <p:stCondLst>
                                            <p:cond delay="0"/>
                                          </p:stCondLst>
                                        </p:cTn>
                                        <p:tgtEl>
                                          <p:spTgt spid="114">
                                            <p:txEl>
                                              <p:pRg st="3" end="3"/>
                                            </p:txEl>
                                          </p:spTgt>
                                        </p:tgtEl>
                                        <p:attrNameLst>
                                          <p:attrName>style.visibility</p:attrName>
                                        </p:attrNameLst>
                                      </p:cBhvr>
                                      <p:to>
                                        <p:strVal val="visible"/>
                                      </p:to>
                                    </p:set>
                                  </p:childTnLst>
                                </p:cTn>
                              </p:par>
                            </p:childTnLst>
                          </p:cTn>
                        </p:par>
                      </p:childTnLst>
                    </p:cTn>
                  </p:par>
                  <p:par>
                    <p:cTn id="991" fill="hold">
                      <p:stCondLst>
                        <p:cond delay="indefinite"/>
                      </p:stCondLst>
                      <p:childTnLst>
                        <p:par>
                          <p:cTn id="992" fill="hold">
                            <p:stCondLst>
                              <p:cond delay="0"/>
                            </p:stCondLst>
                            <p:childTnLst>
                              <p:par>
                                <p:cTn id="993" presetID="1" presetClass="entr" presetSubtype="0" fill="hold" nodeType="clickEffect">
                                  <p:stCondLst>
                                    <p:cond delay="0"/>
                                  </p:stCondLst>
                                  <p:childTnLst>
                                    <p:set>
                                      <p:cBhvr>
                                        <p:cTn id="994" dur="1" fill="hold">
                                          <p:stCondLst>
                                            <p:cond delay="0"/>
                                          </p:stCondLst>
                                        </p:cTn>
                                        <p:tgtEl>
                                          <p:spTgt spid="114">
                                            <p:txEl>
                                              <p:pRg st="4" end="4"/>
                                            </p:txEl>
                                          </p:spTgt>
                                        </p:tgtEl>
                                        <p:attrNameLst>
                                          <p:attrName>style.visibility</p:attrName>
                                        </p:attrNameLst>
                                      </p:cBhvr>
                                      <p:to>
                                        <p:strVal val="visible"/>
                                      </p:to>
                                    </p:set>
                                  </p:childTnLst>
                                </p:cTn>
                              </p:par>
                            </p:childTnLst>
                          </p:cTn>
                        </p:par>
                      </p:childTnLst>
                    </p:cTn>
                  </p:par>
                  <p:par>
                    <p:cTn id="995" fill="hold">
                      <p:stCondLst>
                        <p:cond delay="indefinite"/>
                      </p:stCondLst>
                      <p:childTnLst>
                        <p:par>
                          <p:cTn id="996" fill="hold">
                            <p:stCondLst>
                              <p:cond delay="0"/>
                            </p:stCondLst>
                            <p:childTnLst>
                              <p:par>
                                <p:cTn id="997" presetID="1" presetClass="entr" presetSubtype="0" fill="hold" nodeType="clickEffect">
                                  <p:stCondLst>
                                    <p:cond delay="0"/>
                                  </p:stCondLst>
                                  <p:childTnLst>
                                    <p:set>
                                      <p:cBhvr>
                                        <p:cTn id="998" dur="1" fill="hold">
                                          <p:stCondLst>
                                            <p:cond delay="0"/>
                                          </p:stCondLst>
                                        </p:cTn>
                                        <p:tgtEl>
                                          <p:spTgt spid="114">
                                            <p:txEl>
                                              <p:pRg st="5" end="5"/>
                                            </p:txEl>
                                          </p:spTgt>
                                        </p:tgtEl>
                                        <p:attrNameLst>
                                          <p:attrName>style.visibility</p:attrName>
                                        </p:attrNameLst>
                                      </p:cBhvr>
                                      <p:to>
                                        <p:strVal val="visible"/>
                                      </p:to>
                                    </p:set>
                                  </p:childTnLst>
                                </p:cTn>
                              </p:par>
                            </p:childTnLst>
                          </p:cTn>
                        </p:par>
                      </p:childTnLst>
                    </p:cTn>
                  </p:par>
                  <p:par>
                    <p:cTn id="999" fill="hold">
                      <p:stCondLst>
                        <p:cond delay="indefinite"/>
                      </p:stCondLst>
                      <p:childTnLst>
                        <p:par>
                          <p:cTn id="1000" fill="hold">
                            <p:stCondLst>
                              <p:cond delay="0"/>
                            </p:stCondLst>
                            <p:childTnLst>
                              <p:par>
                                <p:cTn id="1001" presetID="1" presetClass="entr" presetSubtype="0" fill="hold" nodeType="clickEffect">
                                  <p:stCondLst>
                                    <p:cond delay="0"/>
                                  </p:stCondLst>
                                  <p:childTnLst>
                                    <p:set>
                                      <p:cBhvr>
                                        <p:cTn id="1002" dur="1" fill="hold">
                                          <p:stCondLst>
                                            <p:cond delay="0"/>
                                          </p:stCondLst>
                                        </p:cTn>
                                        <p:tgtEl>
                                          <p:spTgt spid="114">
                                            <p:txEl>
                                              <p:pRg st="6" end="6"/>
                                            </p:txEl>
                                          </p:spTgt>
                                        </p:tgtEl>
                                        <p:attrNameLst>
                                          <p:attrName>style.visibility</p:attrName>
                                        </p:attrNameLst>
                                      </p:cBhvr>
                                      <p:to>
                                        <p:strVal val="visible"/>
                                      </p:to>
                                    </p:set>
                                  </p:childTnLst>
                                </p:cTn>
                              </p:par>
                            </p:childTnLst>
                          </p:cTn>
                        </p:par>
                      </p:childTnLst>
                    </p:cTn>
                  </p:par>
                  <p:par>
                    <p:cTn id="1003" fill="hold">
                      <p:stCondLst>
                        <p:cond delay="indefinite"/>
                      </p:stCondLst>
                      <p:childTnLst>
                        <p:par>
                          <p:cTn id="1004" fill="hold">
                            <p:stCondLst>
                              <p:cond delay="0"/>
                            </p:stCondLst>
                            <p:childTnLst>
                              <p:par>
                                <p:cTn id="1005" presetID="1" presetClass="entr" presetSubtype="0" fill="hold" nodeType="clickEffect">
                                  <p:stCondLst>
                                    <p:cond delay="0"/>
                                  </p:stCondLst>
                                  <p:childTnLst>
                                    <p:set>
                                      <p:cBhvr>
                                        <p:cTn id="1006" dur="1" fill="hold">
                                          <p:stCondLst>
                                            <p:cond delay="0"/>
                                          </p:stCondLst>
                                        </p:cTn>
                                        <p:tgtEl>
                                          <p:spTgt spid="114">
                                            <p:txEl>
                                              <p:pRg st="7" end="7"/>
                                            </p:txEl>
                                          </p:spTgt>
                                        </p:tgtEl>
                                        <p:attrNameLst>
                                          <p:attrName>style.visibility</p:attrName>
                                        </p:attrNameLst>
                                      </p:cBhvr>
                                      <p:to>
                                        <p:strVal val="visible"/>
                                      </p:to>
                                    </p:set>
                                  </p:childTnLst>
                                </p:cTn>
                              </p:par>
                            </p:childTnLst>
                          </p:cTn>
                        </p:par>
                      </p:childTnLst>
                    </p:cTn>
                  </p:par>
                  <p:par>
                    <p:cTn id="1007" fill="hold">
                      <p:stCondLst>
                        <p:cond delay="indefinite"/>
                      </p:stCondLst>
                      <p:childTnLst>
                        <p:par>
                          <p:cTn id="1008" fill="hold">
                            <p:stCondLst>
                              <p:cond delay="0"/>
                            </p:stCondLst>
                            <p:childTnLst>
                              <p:par>
                                <p:cTn id="1009" presetID="1" presetClass="entr" presetSubtype="0" fill="hold" nodeType="clickEffect">
                                  <p:stCondLst>
                                    <p:cond delay="0"/>
                                  </p:stCondLst>
                                  <p:childTnLst>
                                    <p:set>
                                      <p:cBhvr>
                                        <p:cTn id="1010" dur="1" fill="hold">
                                          <p:stCondLst>
                                            <p:cond delay="0"/>
                                          </p:stCondLst>
                                        </p:cTn>
                                        <p:tgtEl>
                                          <p:spTgt spid="114">
                                            <p:txEl>
                                              <p:pRg st="8" end="8"/>
                                            </p:txEl>
                                          </p:spTgt>
                                        </p:tgtEl>
                                        <p:attrNameLst>
                                          <p:attrName>style.visibility</p:attrName>
                                        </p:attrNameLst>
                                      </p:cBhvr>
                                      <p:to>
                                        <p:strVal val="visible"/>
                                      </p:to>
                                    </p:set>
                                  </p:childTnLst>
                                </p:cTn>
                              </p:par>
                            </p:childTnLst>
                          </p:cTn>
                        </p:par>
                      </p:childTnLst>
                    </p:cTn>
                  </p:par>
                  <p:par>
                    <p:cTn id="1011" fill="hold">
                      <p:stCondLst>
                        <p:cond delay="indefinite"/>
                      </p:stCondLst>
                      <p:childTnLst>
                        <p:par>
                          <p:cTn id="1012" fill="hold">
                            <p:stCondLst>
                              <p:cond delay="0"/>
                            </p:stCondLst>
                            <p:childTnLst>
                              <p:par>
                                <p:cTn id="1013" presetID="1" presetClass="entr" presetSubtype="0" fill="hold" nodeType="clickEffect">
                                  <p:stCondLst>
                                    <p:cond delay="0"/>
                                  </p:stCondLst>
                                  <p:childTnLst>
                                    <p:set>
                                      <p:cBhvr>
                                        <p:cTn id="1014"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1015" fill="hold">
                      <p:stCondLst>
                        <p:cond delay="indefinite"/>
                      </p:stCondLst>
                      <p:childTnLst>
                        <p:par>
                          <p:cTn id="1016" fill="hold">
                            <p:stCondLst>
                              <p:cond delay="0"/>
                            </p:stCondLst>
                            <p:childTnLst>
                              <p:par>
                                <p:cTn id="1017" presetID="1" presetClass="entr" presetSubtype="0" fill="hold" nodeType="clickEffect">
                                  <p:stCondLst>
                                    <p:cond delay="0"/>
                                  </p:stCondLst>
                                  <p:childTnLst>
                                    <p:set>
                                      <p:cBhvr>
                                        <p:cTn id="1018" dur="1" fill="hold">
                                          <p:stCondLst>
                                            <p:cond delay="0"/>
                                          </p:stCondLst>
                                        </p:cTn>
                                        <p:tgtEl>
                                          <p:spTgt spid="115">
                                            <p:txEl>
                                              <p:pRg st="1" end="1"/>
                                            </p:txEl>
                                          </p:spTgt>
                                        </p:tgtEl>
                                        <p:attrNameLst>
                                          <p:attrName>style.visibility</p:attrName>
                                        </p:attrNameLst>
                                      </p:cBhvr>
                                      <p:to>
                                        <p:strVal val="visible"/>
                                      </p:to>
                                    </p:set>
                                  </p:childTnLst>
                                </p:cTn>
                              </p:par>
                            </p:childTnLst>
                          </p:cTn>
                        </p:par>
                      </p:childTnLst>
                    </p:cTn>
                  </p:par>
                  <p:par>
                    <p:cTn id="1019" fill="hold">
                      <p:stCondLst>
                        <p:cond delay="indefinite"/>
                      </p:stCondLst>
                      <p:childTnLst>
                        <p:par>
                          <p:cTn id="1020" fill="hold">
                            <p:stCondLst>
                              <p:cond delay="0"/>
                            </p:stCondLst>
                            <p:childTnLst>
                              <p:par>
                                <p:cTn id="1021" presetID="1" presetClass="entr" presetSubtype="0" fill="hold" nodeType="clickEffect">
                                  <p:stCondLst>
                                    <p:cond delay="0"/>
                                  </p:stCondLst>
                                  <p:childTnLst>
                                    <p:set>
                                      <p:cBhvr>
                                        <p:cTn id="1022" dur="1" fill="hold">
                                          <p:stCondLst>
                                            <p:cond delay="0"/>
                                          </p:stCondLst>
                                        </p:cTn>
                                        <p:tgtEl>
                                          <p:spTgt spid="115">
                                            <p:txEl>
                                              <p:pRg st="2" end="2"/>
                                            </p:txEl>
                                          </p:spTgt>
                                        </p:tgtEl>
                                        <p:attrNameLst>
                                          <p:attrName>style.visibility</p:attrName>
                                        </p:attrNameLst>
                                      </p:cBhvr>
                                      <p:to>
                                        <p:strVal val="visible"/>
                                      </p:to>
                                    </p:set>
                                  </p:childTnLst>
                                </p:cTn>
                              </p:par>
                            </p:childTnLst>
                          </p:cTn>
                        </p:par>
                      </p:childTnLst>
                    </p:cTn>
                  </p:par>
                  <p:par>
                    <p:cTn id="1023" fill="hold">
                      <p:stCondLst>
                        <p:cond delay="indefinite"/>
                      </p:stCondLst>
                      <p:childTnLst>
                        <p:par>
                          <p:cTn id="1024" fill="hold">
                            <p:stCondLst>
                              <p:cond delay="0"/>
                            </p:stCondLst>
                            <p:childTnLst>
                              <p:par>
                                <p:cTn id="1025" presetID="1" presetClass="entr" presetSubtype="0" fill="hold" nodeType="clickEffect">
                                  <p:stCondLst>
                                    <p:cond delay="0"/>
                                  </p:stCondLst>
                                  <p:childTnLst>
                                    <p:set>
                                      <p:cBhvr>
                                        <p:cTn id="1026" dur="1" fill="hold">
                                          <p:stCondLst>
                                            <p:cond delay="0"/>
                                          </p:stCondLst>
                                        </p:cTn>
                                        <p:tgtEl>
                                          <p:spTgt spid="115">
                                            <p:txEl>
                                              <p:pRg st="3" end="3"/>
                                            </p:txEl>
                                          </p:spTgt>
                                        </p:tgtEl>
                                        <p:attrNameLst>
                                          <p:attrName>style.visibility</p:attrName>
                                        </p:attrNameLst>
                                      </p:cBhvr>
                                      <p:to>
                                        <p:strVal val="visible"/>
                                      </p:to>
                                    </p:set>
                                  </p:childTnLst>
                                </p:cTn>
                              </p:par>
                            </p:childTnLst>
                          </p:cTn>
                        </p:par>
                      </p:childTnLst>
                    </p:cTn>
                  </p:par>
                  <p:par>
                    <p:cTn id="1027" fill="hold">
                      <p:stCondLst>
                        <p:cond delay="indefinite"/>
                      </p:stCondLst>
                      <p:childTnLst>
                        <p:par>
                          <p:cTn id="1028" fill="hold">
                            <p:stCondLst>
                              <p:cond delay="0"/>
                            </p:stCondLst>
                            <p:childTnLst>
                              <p:par>
                                <p:cTn id="1029" presetID="1" presetClass="entr" presetSubtype="0" fill="hold" nodeType="clickEffect">
                                  <p:stCondLst>
                                    <p:cond delay="0"/>
                                  </p:stCondLst>
                                  <p:childTnLst>
                                    <p:set>
                                      <p:cBhvr>
                                        <p:cTn id="1030" dur="1" fill="hold">
                                          <p:stCondLst>
                                            <p:cond delay="0"/>
                                          </p:stCondLst>
                                        </p:cTn>
                                        <p:tgtEl>
                                          <p:spTgt spid="115">
                                            <p:txEl>
                                              <p:pRg st="4" end="4"/>
                                            </p:txEl>
                                          </p:spTgt>
                                        </p:tgtEl>
                                        <p:attrNameLst>
                                          <p:attrName>style.visibility</p:attrName>
                                        </p:attrNameLst>
                                      </p:cBhvr>
                                      <p:to>
                                        <p:strVal val="visible"/>
                                      </p:to>
                                    </p:set>
                                  </p:childTnLst>
                                </p:cTn>
                              </p:par>
                            </p:childTnLst>
                          </p:cTn>
                        </p:par>
                      </p:childTnLst>
                    </p:cTn>
                  </p:par>
                  <p:par>
                    <p:cTn id="1031" fill="hold">
                      <p:stCondLst>
                        <p:cond delay="indefinite"/>
                      </p:stCondLst>
                      <p:childTnLst>
                        <p:par>
                          <p:cTn id="1032" fill="hold">
                            <p:stCondLst>
                              <p:cond delay="0"/>
                            </p:stCondLst>
                            <p:childTnLst>
                              <p:par>
                                <p:cTn id="1033" presetID="1" presetClass="entr" presetSubtype="0" fill="hold" nodeType="clickEffect">
                                  <p:stCondLst>
                                    <p:cond delay="0"/>
                                  </p:stCondLst>
                                  <p:childTnLst>
                                    <p:set>
                                      <p:cBhvr>
                                        <p:cTn id="1034" dur="1" fill="hold">
                                          <p:stCondLst>
                                            <p:cond delay="0"/>
                                          </p:stCondLst>
                                        </p:cTn>
                                        <p:tgtEl>
                                          <p:spTgt spid="115">
                                            <p:txEl>
                                              <p:pRg st="5" end="5"/>
                                            </p:txEl>
                                          </p:spTgt>
                                        </p:tgtEl>
                                        <p:attrNameLst>
                                          <p:attrName>style.visibility</p:attrName>
                                        </p:attrNameLst>
                                      </p:cBhvr>
                                      <p:to>
                                        <p:strVal val="visible"/>
                                      </p:to>
                                    </p:set>
                                  </p:childTnLst>
                                </p:cTn>
                              </p:par>
                            </p:childTnLst>
                          </p:cTn>
                        </p:par>
                      </p:childTnLst>
                    </p:cTn>
                  </p:par>
                  <p:par>
                    <p:cTn id="1035" fill="hold">
                      <p:stCondLst>
                        <p:cond delay="indefinite"/>
                      </p:stCondLst>
                      <p:childTnLst>
                        <p:par>
                          <p:cTn id="1036" fill="hold">
                            <p:stCondLst>
                              <p:cond delay="0"/>
                            </p:stCondLst>
                            <p:childTnLst>
                              <p:par>
                                <p:cTn id="1037" presetID="1" presetClass="entr" presetSubtype="0" fill="hold" nodeType="clickEffect">
                                  <p:stCondLst>
                                    <p:cond delay="0"/>
                                  </p:stCondLst>
                                  <p:childTnLst>
                                    <p:set>
                                      <p:cBhvr>
                                        <p:cTn id="1038" dur="1" fill="hold">
                                          <p:stCondLst>
                                            <p:cond delay="0"/>
                                          </p:stCondLst>
                                        </p:cTn>
                                        <p:tgtEl>
                                          <p:spTgt spid="115">
                                            <p:txEl>
                                              <p:pRg st="6" end="6"/>
                                            </p:txEl>
                                          </p:spTgt>
                                        </p:tgtEl>
                                        <p:attrNameLst>
                                          <p:attrName>style.visibility</p:attrName>
                                        </p:attrNameLst>
                                      </p:cBhvr>
                                      <p:to>
                                        <p:strVal val="visible"/>
                                      </p:to>
                                    </p:set>
                                  </p:childTnLst>
                                </p:cTn>
                              </p:par>
                            </p:childTnLst>
                          </p:cTn>
                        </p:par>
                      </p:childTnLst>
                    </p:cTn>
                  </p:par>
                  <p:par>
                    <p:cTn id="1039" fill="hold">
                      <p:stCondLst>
                        <p:cond delay="indefinite"/>
                      </p:stCondLst>
                      <p:childTnLst>
                        <p:par>
                          <p:cTn id="1040" fill="hold">
                            <p:stCondLst>
                              <p:cond delay="0"/>
                            </p:stCondLst>
                            <p:childTnLst>
                              <p:par>
                                <p:cTn id="1041" presetID="1" presetClass="entr" presetSubtype="0" fill="hold" nodeType="clickEffect">
                                  <p:stCondLst>
                                    <p:cond delay="0"/>
                                  </p:stCondLst>
                                  <p:childTnLst>
                                    <p:set>
                                      <p:cBhvr>
                                        <p:cTn id="1042" dur="1" fill="hold">
                                          <p:stCondLst>
                                            <p:cond delay="0"/>
                                          </p:stCondLst>
                                        </p:cTn>
                                        <p:tgtEl>
                                          <p:spTgt spid="115">
                                            <p:txEl>
                                              <p:pRg st="7" end="7"/>
                                            </p:txEl>
                                          </p:spTgt>
                                        </p:tgtEl>
                                        <p:attrNameLst>
                                          <p:attrName>style.visibility</p:attrName>
                                        </p:attrNameLst>
                                      </p:cBhvr>
                                      <p:to>
                                        <p:strVal val="visible"/>
                                      </p:to>
                                    </p:set>
                                  </p:childTnLst>
                                </p:cTn>
                              </p:par>
                            </p:childTnLst>
                          </p:cTn>
                        </p:par>
                      </p:childTnLst>
                    </p:cTn>
                  </p:par>
                  <p:par>
                    <p:cTn id="1043" fill="hold">
                      <p:stCondLst>
                        <p:cond delay="indefinite"/>
                      </p:stCondLst>
                      <p:childTnLst>
                        <p:par>
                          <p:cTn id="1044" fill="hold">
                            <p:stCondLst>
                              <p:cond delay="0"/>
                            </p:stCondLst>
                            <p:childTnLst>
                              <p:par>
                                <p:cTn id="1045" presetID="1" presetClass="entr" presetSubtype="0" fill="hold" nodeType="clickEffect">
                                  <p:stCondLst>
                                    <p:cond delay="0"/>
                                  </p:stCondLst>
                                  <p:childTnLst>
                                    <p:set>
                                      <p:cBhvr>
                                        <p:cTn id="1046" dur="1" fill="hold">
                                          <p:stCondLst>
                                            <p:cond delay="0"/>
                                          </p:stCondLst>
                                        </p:cTn>
                                        <p:tgtEl>
                                          <p:spTgt spid="115">
                                            <p:txEl>
                                              <p:pRg st="8" end="8"/>
                                            </p:txEl>
                                          </p:spTgt>
                                        </p:tgtEl>
                                        <p:attrNameLst>
                                          <p:attrName>style.visibility</p:attrName>
                                        </p:attrNameLst>
                                      </p:cBhvr>
                                      <p:to>
                                        <p:strVal val="visible"/>
                                      </p:to>
                                    </p:set>
                                  </p:childTnLst>
                                </p:cTn>
                              </p:par>
                            </p:childTnLst>
                          </p:cTn>
                        </p:par>
                      </p:childTnLst>
                    </p:cTn>
                  </p:par>
                  <p:par>
                    <p:cTn id="1047" fill="hold">
                      <p:stCondLst>
                        <p:cond delay="indefinite"/>
                      </p:stCondLst>
                      <p:childTnLst>
                        <p:par>
                          <p:cTn id="1048" fill="hold">
                            <p:stCondLst>
                              <p:cond delay="0"/>
                            </p:stCondLst>
                            <p:childTnLst>
                              <p:par>
                                <p:cTn id="1049" presetID="1" presetClass="entr" presetSubtype="0" fill="hold" nodeType="clickEffect">
                                  <p:stCondLst>
                                    <p:cond delay="0"/>
                                  </p:stCondLst>
                                  <p:childTnLst>
                                    <p:set>
                                      <p:cBhvr>
                                        <p:cTn id="1050" dur="1" fill="hold">
                                          <p:stCondLst>
                                            <p:cond delay="0"/>
                                          </p:stCondLst>
                                        </p:cTn>
                                        <p:tgtEl>
                                          <p:spTgt spid="116">
                                            <p:txEl>
                                              <p:pRg st="0" end="0"/>
                                            </p:txEl>
                                          </p:spTgt>
                                        </p:tgtEl>
                                        <p:attrNameLst>
                                          <p:attrName>style.visibility</p:attrName>
                                        </p:attrNameLst>
                                      </p:cBhvr>
                                      <p:to>
                                        <p:strVal val="visible"/>
                                      </p:to>
                                    </p:set>
                                  </p:childTnLst>
                                </p:cTn>
                              </p:par>
                            </p:childTnLst>
                          </p:cTn>
                        </p:par>
                      </p:childTnLst>
                    </p:cTn>
                  </p:par>
                  <p:par>
                    <p:cTn id="1051" fill="hold">
                      <p:stCondLst>
                        <p:cond delay="indefinite"/>
                      </p:stCondLst>
                      <p:childTnLst>
                        <p:par>
                          <p:cTn id="1052" fill="hold">
                            <p:stCondLst>
                              <p:cond delay="0"/>
                            </p:stCondLst>
                            <p:childTnLst>
                              <p:par>
                                <p:cTn id="1053" presetID="1" presetClass="entr" presetSubtype="0" fill="hold" nodeType="clickEffect">
                                  <p:stCondLst>
                                    <p:cond delay="0"/>
                                  </p:stCondLst>
                                  <p:childTnLst>
                                    <p:set>
                                      <p:cBhvr>
                                        <p:cTn id="1054" dur="1" fill="hold">
                                          <p:stCondLst>
                                            <p:cond delay="0"/>
                                          </p:stCondLst>
                                        </p:cTn>
                                        <p:tgtEl>
                                          <p:spTgt spid="116">
                                            <p:txEl>
                                              <p:pRg st="1" end="1"/>
                                            </p:txEl>
                                          </p:spTgt>
                                        </p:tgtEl>
                                        <p:attrNameLst>
                                          <p:attrName>style.visibility</p:attrName>
                                        </p:attrNameLst>
                                      </p:cBhvr>
                                      <p:to>
                                        <p:strVal val="visible"/>
                                      </p:to>
                                    </p:set>
                                  </p:childTnLst>
                                </p:cTn>
                              </p:par>
                            </p:childTnLst>
                          </p:cTn>
                        </p:par>
                      </p:childTnLst>
                    </p:cTn>
                  </p:par>
                  <p:par>
                    <p:cTn id="1055" fill="hold">
                      <p:stCondLst>
                        <p:cond delay="indefinite"/>
                      </p:stCondLst>
                      <p:childTnLst>
                        <p:par>
                          <p:cTn id="1056" fill="hold">
                            <p:stCondLst>
                              <p:cond delay="0"/>
                            </p:stCondLst>
                            <p:childTnLst>
                              <p:par>
                                <p:cTn id="1057" presetID="1" presetClass="entr" presetSubtype="0" fill="hold" nodeType="clickEffect">
                                  <p:stCondLst>
                                    <p:cond delay="0"/>
                                  </p:stCondLst>
                                  <p:childTnLst>
                                    <p:set>
                                      <p:cBhvr>
                                        <p:cTn id="1058" dur="1" fill="hold">
                                          <p:stCondLst>
                                            <p:cond delay="0"/>
                                          </p:stCondLst>
                                        </p:cTn>
                                        <p:tgtEl>
                                          <p:spTgt spid="116">
                                            <p:txEl>
                                              <p:pRg st="2" end="2"/>
                                            </p:txEl>
                                          </p:spTgt>
                                        </p:tgtEl>
                                        <p:attrNameLst>
                                          <p:attrName>style.visibility</p:attrName>
                                        </p:attrNameLst>
                                      </p:cBhvr>
                                      <p:to>
                                        <p:strVal val="visible"/>
                                      </p:to>
                                    </p:set>
                                  </p:childTnLst>
                                </p:cTn>
                              </p:par>
                            </p:childTnLst>
                          </p:cTn>
                        </p:par>
                      </p:childTnLst>
                    </p:cTn>
                  </p:par>
                  <p:par>
                    <p:cTn id="1059" fill="hold">
                      <p:stCondLst>
                        <p:cond delay="indefinite"/>
                      </p:stCondLst>
                      <p:childTnLst>
                        <p:par>
                          <p:cTn id="1060" fill="hold">
                            <p:stCondLst>
                              <p:cond delay="0"/>
                            </p:stCondLst>
                            <p:childTnLst>
                              <p:par>
                                <p:cTn id="1061" presetID="1" presetClass="entr" presetSubtype="0" fill="hold" nodeType="clickEffect">
                                  <p:stCondLst>
                                    <p:cond delay="0"/>
                                  </p:stCondLst>
                                  <p:childTnLst>
                                    <p:set>
                                      <p:cBhvr>
                                        <p:cTn id="1062" dur="1" fill="hold">
                                          <p:stCondLst>
                                            <p:cond delay="0"/>
                                          </p:stCondLst>
                                        </p:cTn>
                                        <p:tgtEl>
                                          <p:spTgt spid="116">
                                            <p:txEl>
                                              <p:pRg st="3" end="3"/>
                                            </p:txEl>
                                          </p:spTgt>
                                        </p:tgtEl>
                                        <p:attrNameLst>
                                          <p:attrName>style.visibility</p:attrName>
                                        </p:attrNameLst>
                                      </p:cBhvr>
                                      <p:to>
                                        <p:strVal val="visible"/>
                                      </p:to>
                                    </p:set>
                                  </p:childTnLst>
                                </p:cTn>
                              </p:par>
                            </p:childTnLst>
                          </p:cTn>
                        </p:par>
                      </p:childTnLst>
                    </p:cTn>
                  </p:par>
                  <p:par>
                    <p:cTn id="1063" fill="hold">
                      <p:stCondLst>
                        <p:cond delay="indefinite"/>
                      </p:stCondLst>
                      <p:childTnLst>
                        <p:par>
                          <p:cTn id="1064" fill="hold">
                            <p:stCondLst>
                              <p:cond delay="0"/>
                            </p:stCondLst>
                            <p:childTnLst>
                              <p:par>
                                <p:cTn id="1065" presetID="1" presetClass="entr" presetSubtype="0" fill="hold" nodeType="clickEffect">
                                  <p:stCondLst>
                                    <p:cond delay="0"/>
                                  </p:stCondLst>
                                  <p:childTnLst>
                                    <p:set>
                                      <p:cBhvr>
                                        <p:cTn id="1066" dur="1" fill="hold">
                                          <p:stCondLst>
                                            <p:cond delay="0"/>
                                          </p:stCondLst>
                                        </p:cTn>
                                        <p:tgtEl>
                                          <p:spTgt spid="116">
                                            <p:txEl>
                                              <p:pRg st="4" end="4"/>
                                            </p:txEl>
                                          </p:spTgt>
                                        </p:tgtEl>
                                        <p:attrNameLst>
                                          <p:attrName>style.visibility</p:attrName>
                                        </p:attrNameLst>
                                      </p:cBhvr>
                                      <p:to>
                                        <p:strVal val="visible"/>
                                      </p:to>
                                    </p:set>
                                  </p:childTnLst>
                                </p:cTn>
                              </p:par>
                            </p:childTnLst>
                          </p:cTn>
                        </p:par>
                      </p:childTnLst>
                    </p:cTn>
                  </p:par>
                  <p:par>
                    <p:cTn id="1067" fill="hold">
                      <p:stCondLst>
                        <p:cond delay="indefinite"/>
                      </p:stCondLst>
                      <p:childTnLst>
                        <p:par>
                          <p:cTn id="1068" fill="hold">
                            <p:stCondLst>
                              <p:cond delay="0"/>
                            </p:stCondLst>
                            <p:childTnLst>
                              <p:par>
                                <p:cTn id="1069" presetID="1" presetClass="entr" presetSubtype="0" fill="hold" nodeType="clickEffect">
                                  <p:stCondLst>
                                    <p:cond delay="0"/>
                                  </p:stCondLst>
                                  <p:childTnLst>
                                    <p:set>
                                      <p:cBhvr>
                                        <p:cTn id="1070" dur="1" fill="hold">
                                          <p:stCondLst>
                                            <p:cond delay="0"/>
                                          </p:stCondLst>
                                        </p:cTn>
                                        <p:tgtEl>
                                          <p:spTgt spid="116">
                                            <p:txEl>
                                              <p:pRg st="5" end="5"/>
                                            </p:txEl>
                                          </p:spTgt>
                                        </p:tgtEl>
                                        <p:attrNameLst>
                                          <p:attrName>style.visibility</p:attrName>
                                        </p:attrNameLst>
                                      </p:cBhvr>
                                      <p:to>
                                        <p:strVal val="visible"/>
                                      </p:to>
                                    </p:set>
                                  </p:childTnLst>
                                </p:cTn>
                              </p:par>
                            </p:childTnLst>
                          </p:cTn>
                        </p:par>
                      </p:childTnLst>
                    </p:cTn>
                  </p:par>
                  <p:par>
                    <p:cTn id="1071" fill="hold">
                      <p:stCondLst>
                        <p:cond delay="indefinite"/>
                      </p:stCondLst>
                      <p:childTnLst>
                        <p:par>
                          <p:cTn id="1072" fill="hold">
                            <p:stCondLst>
                              <p:cond delay="0"/>
                            </p:stCondLst>
                            <p:childTnLst>
                              <p:par>
                                <p:cTn id="1073" presetID="1" presetClass="entr" presetSubtype="0" fill="hold" nodeType="clickEffect">
                                  <p:stCondLst>
                                    <p:cond delay="0"/>
                                  </p:stCondLst>
                                  <p:childTnLst>
                                    <p:set>
                                      <p:cBhvr>
                                        <p:cTn id="1074" dur="1" fill="hold">
                                          <p:stCondLst>
                                            <p:cond delay="0"/>
                                          </p:stCondLst>
                                        </p:cTn>
                                        <p:tgtEl>
                                          <p:spTgt spid="116">
                                            <p:txEl>
                                              <p:pRg st="6" end="6"/>
                                            </p:txEl>
                                          </p:spTgt>
                                        </p:tgtEl>
                                        <p:attrNameLst>
                                          <p:attrName>style.visibility</p:attrName>
                                        </p:attrNameLst>
                                      </p:cBhvr>
                                      <p:to>
                                        <p:strVal val="visible"/>
                                      </p:to>
                                    </p:set>
                                  </p:childTnLst>
                                </p:cTn>
                              </p:par>
                            </p:childTnLst>
                          </p:cTn>
                        </p:par>
                      </p:childTnLst>
                    </p:cTn>
                  </p:par>
                  <p:par>
                    <p:cTn id="1075" fill="hold">
                      <p:stCondLst>
                        <p:cond delay="indefinite"/>
                      </p:stCondLst>
                      <p:childTnLst>
                        <p:par>
                          <p:cTn id="1076" fill="hold">
                            <p:stCondLst>
                              <p:cond delay="0"/>
                            </p:stCondLst>
                            <p:childTnLst>
                              <p:par>
                                <p:cTn id="1077" presetID="1" presetClass="entr" presetSubtype="0" fill="hold" nodeType="clickEffect">
                                  <p:stCondLst>
                                    <p:cond delay="0"/>
                                  </p:stCondLst>
                                  <p:childTnLst>
                                    <p:set>
                                      <p:cBhvr>
                                        <p:cTn id="1078" dur="1" fill="hold">
                                          <p:stCondLst>
                                            <p:cond delay="0"/>
                                          </p:stCondLst>
                                        </p:cTn>
                                        <p:tgtEl>
                                          <p:spTgt spid="116">
                                            <p:txEl>
                                              <p:pRg st="7" end="7"/>
                                            </p:txEl>
                                          </p:spTgt>
                                        </p:tgtEl>
                                        <p:attrNameLst>
                                          <p:attrName>style.visibility</p:attrName>
                                        </p:attrNameLst>
                                      </p:cBhvr>
                                      <p:to>
                                        <p:strVal val="visible"/>
                                      </p:to>
                                    </p:set>
                                  </p:childTnLst>
                                </p:cTn>
                              </p:par>
                            </p:childTnLst>
                          </p:cTn>
                        </p:par>
                      </p:childTnLst>
                    </p:cTn>
                  </p:par>
                  <p:par>
                    <p:cTn id="1079" fill="hold">
                      <p:stCondLst>
                        <p:cond delay="indefinite"/>
                      </p:stCondLst>
                      <p:childTnLst>
                        <p:par>
                          <p:cTn id="1080" fill="hold">
                            <p:stCondLst>
                              <p:cond delay="0"/>
                            </p:stCondLst>
                            <p:childTnLst>
                              <p:par>
                                <p:cTn id="1081" presetID="1" presetClass="entr" presetSubtype="0" fill="hold" nodeType="clickEffect">
                                  <p:stCondLst>
                                    <p:cond delay="0"/>
                                  </p:stCondLst>
                                  <p:childTnLst>
                                    <p:set>
                                      <p:cBhvr>
                                        <p:cTn id="1082" dur="1" fill="hold">
                                          <p:stCondLst>
                                            <p:cond delay="0"/>
                                          </p:stCondLst>
                                        </p:cTn>
                                        <p:tgtEl>
                                          <p:spTgt spid="116">
                                            <p:txEl>
                                              <p:pRg st="8" end="8"/>
                                            </p:txEl>
                                          </p:spTgt>
                                        </p:tgtEl>
                                        <p:attrNameLst>
                                          <p:attrName>style.visibility</p:attrName>
                                        </p:attrNameLst>
                                      </p:cBhvr>
                                      <p:to>
                                        <p:strVal val="visible"/>
                                      </p:to>
                                    </p:set>
                                  </p:childTnLst>
                                </p:cTn>
                              </p:par>
                            </p:childTnLst>
                          </p:cTn>
                        </p:par>
                      </p:childTnLst>
                    </p:cTn>
                  </p:par>
                  <p:par>
                    <p:cTn id="1083" fill="hold">
                      <p:stCondLst>
                        <p:cond delay="indefinite"/>
                      </p:stCondLst>
                      <p:childTnLst>
                        <p:par>
                          <p:cTn id="1084" fill="hold">
                            <p:stCondLst>
                              <p:cond delay="0"/>
                            </p:stCondLst>
                            <p:childTnLst>
                              <p:par>
                                <p:cTn id="1085" presetID="1" presetClass="entr" presetSubtype="0" fill="hold" nodeType="clickEffect">
                                  <p:stCondLst>
                                    <p:cond delay="0"/>
                                  </p:stCondLst>
                                  <p:childTnLst>
                                    <p:set>
                                      <p:cBhvr>
                                        <p:cTn id="1086" dur="1" fill="hold">
                                          <p:stCondLst>
                                            <p:cond delay="0"/>
                                          </p:stCondLst>
                                        </p:cTn>
                                        <p:tgtEl>
                                          <p:spTgt spid="117">
                                            <p:txEl>
                                              <p:pRg st="0" end="0"/>
                                            </p:txEl>
                                          </p:spTgt>
                                        </p:tgtEl>
                                        <p:attrNameLst>
                                          <p:attrName>style.visibility</p:attrName>
                                        </p:attrNameLst>
                                      </p:cBhvr>
                                      <p:to>
                                        <p:strVal val="visible"/>
                                      </p:to>
                                    </p:set>
                                  </p:childTnLst>
                                </p:cTn>
                              </p:par>
                            </p:childTnLst>
                          </p:cTn>
                        </p:par>
                      </p:childTnLst>
                    </p:cTn>
                  </p:par>
                  <p:par>
                    <p:cTn id="1087" fill="hold">
                      <p:stCondLst>
                        <p:cond delay="indefinite"/>
                      </p:stCondLst>
                      <p:childTnLst>
                        <p:par>
                          <p:cTn id="1088" fill="hold">
                            <p:stCondLst>
                              <p:cond delay="0"/>
                            </p:stCondLst>
                            <p:childTnLst>
                              <p:par>
                                <p:cTn id="1089" presetID="1" presetClass="entr" presetSubtype="0" fill="hold" nodeType="clickEffect">
                                  <p:stCondLst>
                                    <p:cond delay="0"/>
                                  </p:stCondLst>
                                  <p:childTnLst>
                                    <p:set>
                                      <p:cBhvr>
                                        <p:cTn id="1090" dur="1" fill="hold">
                                          <p:stCondLst>
                                            <p:cond delay="0"/>
                                          </p:stCondLst>
                                        </p:cTn>
                                        <p:tgtEl>
                                          <p:spTgt spid="117">
                                            <p:txEl>
                                              <p:pRg st="1" end="1"/>
                                            </p:txEl>
                                          </p:spTgt>
                                        </p:tgtEl>
                                        <p:attrNameLst>
                                          <p:attrName>style.visibility</p:attrName>
                                        </p:attrNameLst>
                                      </p:cBhvr>
                                      <p:to>
                                        <p:strVal val="visible"/>
                                      </p:to>
                                    </p:set>
                                  </p:childTnLst>
                                </p:cTn>
                              </p:par>
                            </p:childTnLst>
                          </p:cTn>
                        </p:par>
                      </p:childTnLst>
                    </p:cTn>
                  </p:par>
                  <p:par>
                    <p:cTn id="1091" fill="hold">
                      <p:stCondLst>
                        <p:cond delay="indefinite"/>
                      </p:stCondLst>
                      <p:childTnLst>
                        <p:par>
                          <p:cTn id="1092" fill="hold">
                            <p:stCondLst>
                              <p:cond delay="0"/>
                            </p:stCondLst>
                            <p:childTnLst>
                              <p:par>
                                <p:cTn id="1093" presetID="1" presetClass="entr" presetSubtype="0" fill="hold" nodeType="clickEffect">
                                  <p:stCondLst>
                                    <p:cond delay="0"/>
                                  </p:stCondLst>
                                  <p:childTnLst>
                                    <p:set>
                                      <p:cBhvr>
                                        <p:cTn id="1094" dur="1" fill="hold">
                                          <p:stCondLst>
                                            <p:cond delay="0"/>
                                          </p:stCondLst>
                                        </p:cTn>
                                        <p:tgtEl>
                                          <p:spTgt spid="117">
                                            <p:txEl>
                                              <p:pRg st="2" end="2"/>
                                            </p:txEl>
                                          </p:spTgt>
                                        </p:tgtEl>
                                        <p:attrNameLst>
                                          <p:attrName>style.visibility</p:attrName>
                                        </p:attrNameLst>
                                      </p:cBhvr>
                                      <p:to>
                                        <p:strVal val="visible"/>
                                      </p:to>
                                    </p:set>
                                  </p:childTnLst>
                                </p:cTn>
                              </p:par>
                            </p:childTnLst>
                          </p:cTn>
                        </p:par>
                      </p:childTnLst>
                    </p:cTn>
                  </p:par>
                  <p:par>
                    <p:cTn id="1095" fill="hold">
                      <p:stCondLst>
                        <p:cond delay="indefinite"/>
                      </p:stCondLst>
                      <p:childTnLst>
                        <p:par>
                          <p:cTn id="1096" fill="hold">
                            <p:stCondLst>
                              <p:cond delay="0"/>
                            </p:stCondLst>
                            <p:childTnLst>
                              <p:par>
                                <p:cTn id="1097" presetID="1" presetClass="entr" presetSubtype="0" fill="hold" nodeType="clickEffect">
                                  <p:stCondLst>
                                    <p:cond delay="0"/>
                                  </p:stCondLst>
                                  <p:childTnLst>
                                    <p:set>
                                      <p:cBhvr>
                                        <p:cTn id="1098" dur="1" fill="hold">
                                          <p:stCondLst>
                                            <p:cond delay="0"/>
                                          </p:stCondLst>
                                        </p:cTn>
                                        <p:tgtEl>
                                          <p:spTgt spid="117">
                                            <p:txEl>
                                              <p:pRg st="3" end="3"/>
                                            </p:txEl>
                                          </p:spTgt>
                                        </p:tgtEl>
                                        <p:attrNameLst>
                                          <p:attrName>style.visibility</p:attrName>
                                        </p:attrNameLst>
                                      </p:cBhvr>
                                      <p:to>
                                        <p:strVal val="visible"/>
                                      </p:to>
                                    </p:set>
                                  </p:childTnLst>
                                </p:cTn>
                              </p:par>
                            </p:childTnLst>
                          </p:cTn>
                        </p:par>
                      </p:childTnLst>
                    </p:cTn>
                  </p:par>
                  <p:par>
                    <p:cTn id="1099" fill="hold">
                      <p:stCondLst>
                        <p:cond delay="indefinite"/>
                      </p:stCondLst>
                      <p:childTnLst>
                        <p:par>
                          <p:cTn id="1100" fill="hold">
                            <p:stCondLst>
                              <p:cond delay="0"/>
                            </p:stCondLst>
                            <p:childTnLst>
                              <p:par>
                                <p:cTn id="1101" presetID="1" presetClass="entr" presetSubtype="0" fill="hold" nodeType="clickEffect">
                                  <p:stCondLst>
                                    <p:cond delay="0"/>
                                  </p:stCondLst>
                                  <p:childTnLst>
                                    <p:set>
                                      <p:cBhvr>
                                        <p:cTn id="1102" dur="1" fill="hold">
                                          <p:stCondLst>
                                            <p:cond delay="0"/>
                                          </p:stCondLst>
                                        </p:cTn>
                                        <p:tgtEl>
                                          <p:spTgt spid="117">
                                            <p:txEl>
                                              <p:pRg st="4" end="4"/>
                                            </p:txEl>
                                          </p:spTgt>
                                        </p:tgtEl>
                                        <p:attrNameLst>
                                          <p:attrName>style.visibility</p:attrName>
                                        </p:attrNameLst>
                                      </p:cBhvr>
                                      <p:to>
                                        <p:strVal val="visible"/>
                                      </p:to>
                                    </p:set>
                                  </p:childTnLst>
                                </p:cTn>
                              </p:par>
                            </p:childTnLst>
                          </p:cTn>
                        </p:par>
                      </p:childTnLst>
                    </p:cTn>
                  </p:par>
                  <p:par>
                    <p:cTn id="1103" fill="hold">
                      <p:stCondLst>
                        <p:cond delay="indefinite"/>
                      </p:stCondLst>
                      <p:childTnLst>
                        <p:par>
                          <p:cTn id="1104" fill="hold">
                            <p:stCondLst>
                              <p:cond delay="0"/>
                            </p:stCondLst>
                            <p:childTnLst>
                              <p:par>
                                <p:cTn id="1105" presetID="1" presetClass="entr" presetSubtype="0" fill="hold" nodeType="clickEffect">
                                  <p:stCondLst>
                                    <p:cond delay="0"/>
                                  </p:stCondLst>
                                  <p:childTnLst>
                                    <p:set>
                                      <p:cBhvr>
                                        <p:cTn id="1106" dur="1" fill="hold">
                                          <p:stCondLst>
                                            <p:cond delay="0"/>
                                          </p:stCondLst>
                                        </p:cTn>
                                        <p:tgtEl>
                                          <p:spTgt spid="117">
                                            <p:txEl>
                                              <p:pRg st="5" end="5"/>
                                            </p:txEl>
                                          </p:spTgt>
                                        </p:tgtEl>
                                        <p:attrNameLst>
                                          <p:attrName>style.visibility</p:attrName>
                                        </p:attrNameLst>
                                      </p:cBhvr>
                                      <p:to>
                                        <p:strVal val="visible"/>
                                      </p:to>
                                    </p:set>
                                  </p:childTnLst>
                                </p:cTn>
                              </p:par>
                            </p:childTnLst>
                          </p:cTn>
                        </p:par>
                      </p:childTnLst>
                    </p:cTn>
                  </p:par>
                  <p:par>
                    <p:cTn id="1107" fill="hold">
                      <p:stCondLst>
                        <p:cond delay="indefinite"/>
                      </p:stCondLst>
                      <p:childTnLst>
                        <p:par>
                          <p:cTn id="1108" fill="hold">
                            <p:stCondLst>
                              <p:cond delay="0"/>
                            </p:stCondLst>
                            <p:childTnLst>
                              <p:par>
                                <p:cTn id="1109" presetID="1" presetClass="entr" presetSubtype="0" fill="hold" nodeType="clickEffect">
                                  <p:stCondLst>
                                    <p:cond delay="0"/>
                                  </p:stCondLst>
                                  <p:childTnLst>
                                    <p:set>
                                      <p:cBhvr>
                                        <p:cTn id="1110" dur="1" fill="hold">
                                          <p:stCondLst>
                                            <p:cond delay="0"/>
                                          </p:stCondLst>
                                        </p:cTn>
                                        <p:tgtEl>
                                          <p:spTgt spid="117">
                                            <p:txEl>
                                              <p:pRg st="6" end="6"/>
                                            </p:txEl>
                                          </p:spTgt>
                                        </p:tgtEl>
                                        <p:attrNameLst>
                                          <p:attrName>style.visibility</p:attrName>
                                        </p:attrNameLst>
                                      </p:cBhvr>
                                      <p:to>
                                        <p:strVal val="visible"/>
                                      </p:to>
                                    </p:set>
                                  </p:childTnLst>
                                </p:cTn>
                              </p:par>
                            </p:childTnLst>
                          </p:cTn>
                        </p:par>
                      </p:childTnLst>
                    </p:cTn>
                  </p:par>
                  <p:par>
                    <p:cTn id="1111" fill="hold">
                      <p:stCondLst>
                        <p:cond delay="indefinite"/>
                      </p:stCondLst>
                      <p:childTnLst>
                        <p:par>
                          <p:cTn id="1112" fill="hold">
                            <p:stCondLst>
                              <p:cond delay="0"/>
                            </p:stCondLst>
                            <p:childTnLst>
                              <p:par>
                                <p:cTn id="1113" presetID="1" presetClass="entr" presetSubtype="0" fill="hold" nodeType="clickEffect">
                                  <p:stCondLst>
                                    <p:cond delay="0"/>
                                  </p:stCondLst>
                                  <p:childTnLst>
                                    <p:set>
                                      <p:cBhvr>
                                        <p:cTn id="1114" dur="1" fill="hold">
                                          <p:stCondLst>
                                            <p:cond delay="0"/>
                                          </p:stCondLst>
                                        </p:cTn>
                                        <p:tgtEl>
                                          <p:spTgt spid="117">
                                            <p:txEl>
                                              <p:pRg st="7" end="7"/>
                                            </p:txEl>
                                          </p:spTgt>
                                        </p:tgtEl>
                                        <p:attrNameLst>
                                          <p:attrName>style.visibility</p:attrName>
                                        </p:attrNameLst>
                                      </p:cBhvr>
                                      <p:to>
                                        <p:strVal val="visible"/>
                                      </p:to>
                                    </p:set>
                                  </p:childTnLst>
                                </p:cTn>
                              </p:par>
                            </p:childTnLst>
                          </p:cTn>
                        </p:par>
                      </p:childTnLst>
                    </p:cTn>
                  </p:par>
                  <p:par>
                    <p:cTn id="1115" fill="hold">
                      <p:stCondLst>
                        <p:cond delay="indefinite"/>
                      </p:stCondLst>
                      <p:childTnLst>
                        <p:par>
                          <p:cTn id="1116" fill="hold">
                            <p:stCondLst>
                              <p:cond delay="0"/>
                            </p:stCondLst>
                            <p:childTnLst>
                              <p:par>
                                <p:cTn id="1117" presetID="1" presetClass="entr" presetSubtype="0" fill="hold" nodeType="clickEffect">
                                  <p:stCondLst>
                                    <p:cond delay="0"/>
                                  </p:stCondLst>
                                  <p:childTnLst>
                                    <p:set>
                                      <p:cBhvr>
                                        <p:cTn id="1118" dur="1" fill="hold">
                                          <p:stCondLst>
                                            <p:cond delay="0"/>
                                          </p:stCondLst>
                                        </p:cTn>
                                        <p:tgtEl>
                                          <p:spTgt spid="117">
                                            <p:txEl>
                                              <p:pRg st="8" end="8"/>
                                            </p:txEl>
                                          </p:spTgt>
                                        </p:tgtEl>
                                        <p:attrNameLst>
                                          <p:attrName>style.visibility</p:attrName>
                                        </p:attrNameLst>
                                      </p:cBhvr>
                                      <p:to>
                                        <p:strVal val="visible"/>
                                      </p:to>
                                    </p:set>
                                  </p:childTnLst>
                                </p:cTn>
                              </p:par>
                            </p:childTnLst>
                          </p:cTn>
                        </p:par>
                      </p:childTnLst>
                    </p:cTn>
                  </p:par>
                  <p:par>
                    <p:cTn id="1119" fill="hold">
                      <p:stCondLst>
                        <p:cond delay="indefinite"/>
                      </p:stCondLst>
                      <p:childTnLst>
                        <p:par>
                          <p:cTn id="1120" fill="hold">
                            <p:stCondLst>
                              <p:cond delay="0"/>
                            </p:stCondLst>
                            <p:childTnLst>
                              <p:par>
                                <p:cTn id="1121" presetID="1" presetClass="entr" presetSubtype="0" fill="hold" nodeType="clickEffect">
                                  <p:stCondLst>
                                    <p:cond delay="0"/>
                                  </p:stCondLst>
                                  <p:childTnLst>
                                    <p:set>
                                      <p:cBhvr>
                                        <p:cTn id="1122"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par>
                    <p:cTn id="1123" fill="hold">
                      <p:stCondLst>
                        <p:cond delay="indefinite"/>
                      </p:stCondLst>
                      <p:childTnLst>
                        <p:par>
                          <p:cTn id="1124" fill="hold">
                            <p:stCondLst>
                              <p:cond delay="0"/>
                            </p:stCondLst>
                            <p:childTnLst>
                              <p:par>
                                <p:cTn id="1125" presetID="1" presetClass="entr" presetSubtype="0" fill="hold" nodeType="clickEffect">
                                  <p:stCondLst>
                                    <p:cond delay="0"/>
                                  </p:stCondLst>
                                  <p:childTnLst>
                                    <p:set>
                                      <p:cBhvr>
                                        <p:cTn id="112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1127" fill="hold">
                      <p:stCondLst>
                        <p:cond delay="indefinite"/>
                      </p:stCondLst>
                      <p:childTnLst>
                        <p:par>
                          <p:cTn id="1128" fill="hold">
                            <p:stCondLst>
                              <p:cond delay="0"/>
                            </p:stCondLst>
                            <p:childTnLst>
                              <p:par>
                                <p:cTn id="1129" presetID="1" presetClass="entr" presetSubtype="0" fill="hold" nodeType="clickEffect">
                                  <p:stCondLst>
                                    <p:cond delay="0"/>
                                  </p:stCondLst>
                                  <p:childTnLst>
                                    <p:set>
                                      <p:cBhvr>
                                        <p:cTn id="1130"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1131" fill="hold">
                      <p:stCondLst>
                        <p:cond delay="indefinite"/>
                      </p:stCondLst>
                      <p:childTnLst>
                        <p:par>
                          <p:cTn id="1132" fill="hold">
                            <p:stCondLst>
                              <p:cond delay="0"/>
                            </p:stCondLst>
                            <p:childTnLst>
                              <p:par>
                                <p:cTn id="1133" presetID="1" presetClass="entr" presetSubtype="0" fill="hold" nodeType="clickEffect">
                                  <p:stCondLst>
                                    <p:cond delay="0"/>
                                  </p:stCondLst>
                                  <p:childTnLst>
                                    <p:set>
                                      <p:cBhvr>
                                        <p:cTn id="1134"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35" fill="hold">
                      <p:stCondLst>
                        <p:cond delay="indefinite"/>
                      </p:stCondLst>
                      <p:childTnLst>
                        <p:par>
                          <p:cTn id="1136" fill="hold">
                            <p:stCondLst>
                              <p:cond delay="0"/>
                            </p:stCondLst>
                            <p:childTnLst>
                              <p:par>
                                <p:cTn id="1137" presetID="1" presetClass="entr" presetSubtype="0" fill="hold" nodeType="clickEffect">
                                  <p:stCondLst>
                                    <p:cond delay="0"/>
                                  </p:stCondLst>
                                  <p:childTnLst>
                                    <p:set>
                                      <p:cBhvr>
                                        <p:cTn id="1138"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39" fill="hold">
                      <p:stCondLst>
                        <p:cond delay="indefinite"/>
                      </p:stCondLst>
                      <p:childTnLst>
                        <p:par>
                          <p:cTn id="1140" fill="hold">
                            <p:stCondLst>
                              <p:cond delay="0"/>
                            </p:stCondLst>
                            <p:childTnLst>
                              <p:par>
                                <p:cTn id="1141" presetID="1" presetClass="entr" presetSubtype="0" fill="hold" nodeType="clickEffect">
                                  <p:stCondLst>
                                    <p:cond delay="0"/>
                                  </p:stCondLst>
                                  <p:childTnLst>
                                    <p:set>
                                      <p:cBhvr>
                                        <p:cTn id="1142"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43" fill="hold">
                      <p:stCondLst>
                        <p:cond delay="indefinite"/>
                      </p:stCondLst>
                      <p:childTnLst>
                        <p:par>
                          <p:cTn id="1144" fill="hold">
                            <p:stCondLst>
                              <p:cond delay="0"/>
                            </p:stCondLst>
                            <p:childTnLst>
                              <p:par>
                                <p:cTn id="1145" presetID="1" presetClass="entr" presetSubtype="0" fill="hold" nodeType="clickEffect">
                                  <p:stCondLst>
                                    <p:cond delay="0"/>
                                  </p:stCondLst>
                                  <p:childTnLst>
                                    <p:set>
                                      <p:cBhvr>
                                        <p:cTn id="114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47" fill="hold">
                      <p:stCondLst>
                        <p:cond delay="indefinite"/>
                      </p:stCondLst>
                      <p:childTnLst>
                        <p:par>
                          <p:cTn id="1148" fill="hold">
                            <p:stCondLst>
                              <p:cond delay="0"/>
                            </p:stCondLst>
                            <p:childTnLst>
                              <p:par>
                                <p:cTn id="1149" presetID="1" presetClass="entr" presetSubtype="0" fill="hold" nodeType="clickEffect">
                                  <p:stCondLst>
                                    <p:cond delay="0"/>
                                  </p:stCondLst>
                                  <p:childTnLst>
                                    <p:set>
                                      <p:cBhvr>
                                        <p:cTn id="115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151" fill="hold">
                      <p:stCondLst>
                        <p:cond delay="indefinite"/>
                      </p:stCondLst>
                      <p:childTnLst>
                        <p:par>
                          <p:cTn id="1152" fill="hold">
                            <p:stCondLst>
                              <p:cond delay="0"/>
                            </p:stCondLst>
                            <p:childTnLst>
                              <p:par>
                                <p:cTn id="1153" presetID="1" presetClass="entr" presetSubtype="0" fill="hold" nodeType="clickEffect">
                                  <p:stCondLst>
                                    <p:cond delay="0"/>
                                  </p:stCondLst>
                                  <p:childTnLst>
                                    <p:set>
                                      <p:cBhvr>
                                        <p:cTn id="115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155" fill="hold">
                      <p:stCondLst>
                        <p:cond delay="indefinite"/>
                      </p:stCondLst>
                      <p:childTnLst>
                        <p:par>
                          <p:cTn id="1156" fill="hold">
                            <p:stCondLst>
                              <p:cond delay="0"/>
                            </p:stCondLst>
                            <p:childTnLst>
                              <p:par>
                                <p:cTn id="1157" presetID="1" presetClass="entr" presetSubtype="0" fill="hold" nodeType="clickEffect">
                                  <p:stCondLst>
                                    <p:cond delay="0"/>
                                  </p:stCondLst>
                                  <p:childTnLst>
                                    <p:set>
                                      <p:cBhvr>
                                        <p:cTn id="1158" dur="1" fill="hold">
                                          <p:stCondLst>
                                            <p:cond delay="0"/>
                                          </p:stCondLst>
                                        </p:cTn>
                                        <p:tgtEl>
                                          <p:spTgt spid="119">
                                            <p:txEl>
                                              <p:pRg st="0" end="0"/>
                                            </p:txEl>
                                          </p:spTgt>
                                        </p:tgtEl>
                                        <p:attrNameLst>
                                          <p:attrName>style.visibility</p:attrName>
                                        </p:attrNameLst>
                                      </p:cBhvr>
                                      <p:to>
                                        <p:strVal val="visible"/>
                                      </p:to>
                                    </p:set>
                                  </p:childTnLst>
                                </p:cTn>
                              </p:par>
                            </p:childTnLst>
                          </p:cTn>
                        </p:par>
                      </p:childTnLst>
                    </p:cTn>
                  </p:par>
                  <p:par>
                    <p:cTn id="1159" fill="hold">
                      <p:stCondLst>
                        <p:cond delay="indefinite"/>
                      </p:stCondLst>
                      <p:childTnLst>
                        <p:par>
                          <p:cTn id="1160" fill="hold">
                            <p:stCondLst>
                              <p:cond delay="0"/>
                            </p:stCondLst>
                            <p:childTnLst>
                              <p:par>
                                <p:cTn id="1161" presetID="1" presetClass="entr" presetSubtype="0" fill="hold" nodeType="clickEffect">
                                  <p:stCondLst>
                                    <p:cond delay="0"/>
                                  </p:stCondLst>
                                  <p:childTnLst>
                                    <p:set>
                                      <p:cBhvr>
                                        <p:cTn id="1162" dur="1" fill="hold">
                                          <p:stCondLst>
                                            <p:cond delay="0"/>
                                          </p:stCondLst>
                                        </p:cTn>
                                        <p:tgtEl>
                                          <p:spTgt spid="119">
                                            <p:txEl>
                                              <p:pRg st="1" end="1"/>
                                            </p:txEl>
                                          </p:spTgt>
                                        </p:tgtEl>
                                        <p:attrNameLst>
                                          <p:attrName>style.visibility</p:attrName>
                                        </p:attrNameLst>
                                      </p:cBhvr>
                                      <p:to>
                                        <p:strVal val="visible"/>
                                      </p:to>
                                    </p:set>
                                  </p:childTnLst>
                                </p:cTn>
                              </p:par>
                            </p:childTnLst>
                          </p:cTn>
                        </p:par>
                      </p:childTnLst>
                    </p:cTn>
                  </p:par>
                  <p:par>
                    <p:cTn id="1163" fill="hold">
                      <p:stCondLst>
                        <p:cond delay="indefinite"/>
                      </p:stCondLst>
                      <p:childTnLst>
                        <p:par>
                          <p:cTn id="1164" fill="hold">
                            <p:stCondLst>
                              <p:cond delay="0"/>
                            </p:stCondLst>
                            <p:childTnLst>
                              <p:par>
                                <p:cTn id="1165" presetID="1" presetClass="entr" presetSubtype="0" fill="hold" nodeType="clickEffect">
                                  <p:stCondLst>
                                    <p:cond delay="0"/>
                                  </p:stCondLst>
                                  <p:childTnLst>
                                    <p:set>
                                      <p:cBhvr>
                                        <p:cTn id="1166" dur="1" fill="hold">
                                          <p:stCondLst>
                                            <p:cond delay="0"/>
                                          </p:stCondLst>
                                        </p:cTn>
                                        <p:tgtEl>
                                          <p:spTgt spid="119">
                                            <p:txEl>
                                              <p:pRg st="2" end="2"/>
                                            </p:txEl>
                                          </p:spTgt>
                                        </p:tgtEl>
                                        <p:attrNameLst>
                                          <p:attrName>style.visibility</p:attrName>
                                        </p:attrNameLst>
                                      </p:cBhvr>
                                      <p:to>
                                        <p:strVal val="visible"/>
                                      </p:to>
                                    </p:set>
                                  </p:childTnLst>
                                </p:cTn>
                              </p:par>
                            </p:childTnLst>
                          </p:cTn>
                        </p:par>
                      </p:childTnLst>
                    </p:cTn>
                  </p:par>
                  <p:par>
                    <p:cTn id="1167" fill="hold">
                      <p:stCondLst>
                        <p:cond delay="indefinite"/>
                      </p:stCondLst>
                      <p:childTnLst>
                        <p:par>
                          <p:cTn id="1168" fill="hold">
                            <p:stCondLst>
                              <p:cond delay="0"/>
                            </p:stCondLst>
                            <p:childTnLst>
                              <p:par>
                                <p:cTn id="1169" presetID="1" presetClass="entr" presetSubtype="0" fill="hold" nodeType="clickEffect">
                                  <p:stCondLst>
                                    <p:cond delay="0"/>
                                  </p:stCondLst>
                                  <p:childTnLst>
                                    <p:set>
                                      <p:cBhvr>
                                        <p:cTn id="1170" dur="1" fill="hold">
                                          <p:stCondLst>
                                            <p:cond delay="0"/>
                                          </p:stCondLst>
                                        </p:cTn>
                                        <p:tgtEl>
                                          <p:spTgt spid="119">
                                            <p:txEl>
                                              <p:pRg st="3" end="3"/>
                                            </p:txEl>
                                          </p:spTgt>
                                        </p:tgtEl>
                                        <p:attrNameLst>
                                          <p:attrName>style.visibility</p:attrName>
                                        </p:attrNameLst>
                                      </p:cBhvr>
                                      <p:to>
                                        <p:strVal val="visible"/>
                                      </p:to>
                                    </p:set>
                                  </p:childTnLst>
                                </p:cTn>
                              </p:par>
                            </p:childTnLst>
                          </p:cTn>
                        </p:par>
                      </p:childTnLst>
                    </p:cTn>
                  </p:par>
                  <p:par>
                    <p:cTn id="1171" fill="hold">
                      <p:stCondLst>
                        <p:cond delay="indefinite"/>
                      </p:stCondLst>
                      <p:childTnLst>
                        <p:par>
                          <p:cTn id="1172" fill="hold">
                            <p:stCondLst>
                              <p:cond delay="0"/>
                            </p:stCondLst>
                            <p:childTnLst>
                              <p:par>
                                <p:cTn id="1173" presetID="1" presetClass="entr" presetSubtype="0" fill="hold" nodeType="clickEffect">
                                  <p:stCondLst>
                                    <p:cond delay="0"/>
                                  </p:stCondLst>
                                  <p:childTnLst>
                                    <p:set>
                                      <p:cBhvr>
                                        <p:cTn id="1174" dur="1" fill="hold">
                                          <p:stCondLst>
                                            <p:cond delay="0"/>
                                          </p:stCondLst>
                                        </p:cTn>
                                        <p:tgtEl>
                                          <p:spTgt spid="119">
                                            <p:txEl>
                                              <p:pRg st="4" end="4"/>
                                            </p:txEl>
                                          </p:spTgt>
                                        </p:tgtEl>
                                        <p:attrNameLst>
                                          <p:attrName>style.visibility</p:attrName>
                                        </p:attrNameLst>
                                      </p:cBhvr>
                                      <p:to>
                                        <p:strVal val="visible"/>
                                      </p:to>
                                    </p:set>
                                  </p:childTnLst>
                                </p:cTn>
                              </p:par>
                            </p:childTnLst>
                          </p:cTn>
                        </p:par>
                      </p:childTnLst>
                    </p:cTn>
                  </p:par>
                  <p:par>
                    <p:cTn id="1175" fill="hold">
                      <p:stCondLst>
                        <p:cond delay="indefinite"/>
                      </p:stCondLst>
                      <p:childTnLst>
                        <p:par>
                          <p:cTn id="1176" fill="hold">
                            <p:stCondLst>
                              <p:cond delay="0"/>
                            </p:stCondLst>
                            <p:childTnLst>
                              <p:par>
                                <p:cTn id="1177" presetID="1" presetClass="entr" presetSubtype="0" fill="hold" nodeType="clickEffect">
                                  <p:stCondLst>
                                    <p:cond delay="0"/>
                                  </p:stCondLst>
                                  <p:childTnLst>
                                    <p:set>
                                      <p:cBhvr>
                                        <p:cTn id="1178" dur="1" fill="hold">
                                          <p:stCondLst>
                                            <p:cond delay="0"/>
                                          </p:stCondLst>
                                        </p:cTn>
                                        <p:tgtEl>
                                          <p:spTgt spid="119">
                                            <p:txEl>
                                              <p:pRg st="5" end="5"/>
                                            </p:txEl>
                                          </p:spTgt>
                                        </p:tgtEl>
                                        <p:attrNameLst>
                                          <p:attrName>style.visibility</p:attrName>
                                        </p:attrNameLst>
                                      </p:cBhvr>
                                      <p:to>
                                        <p:strVal val="visible"/>
                                      </p:to>
                                    </p:set>
                                  </p:childTnLst>
                                </p:cTn>
                              </p:par>
                            </p:childTnLst>
                          </p:cTn>
                        </p:par>
                      </p:childTnLst>
                    </p:cTn>
                  </p:par>
                  <p:par>
                    <p:cTn id="1179" fill="hold">
                      <p:stCondLst>
                        <p:cond delay="indefinite"/>
                      </p:stCondLst>
                      <p:childTnLst>
                        <p:par>
                          <p:cTn id="1180" fill="hold">
                            <p:stCondLst>
                              <p:cond delay="0"/>
                            </p:stCondLst>
                            <p:childTnLst>
                              <p:par>
                                <p:cTn id="1181" presetID="1" presetClass="entr" presetSubtype="0" fill="hold" nodeType="clickEffect">
                                  <p:stCondLst>
                                    <p:cond delay="0"/>
                                  </p:stCondLst>
                                  <p:childTnLst>
                                    <p:set>
                                      <p:cBhvr>
                                        <p:cTn id="1182" dur="1" fill="hold">
                                          <p:stCondLst>
                                            <p:cond delay="0"/>
                                          </p:stCondLst>
                                        </p:cTn>
                                        <p:tgtEl>
                                          <p:spTgt spid="119">
                                            <p:txEl>
                                              <p:pRg st="6" end="6"/>
                                            </p:txEl>
                                          </p:spTgt>
                                        </p:tgtEl>
                                        <p:attrNameLst>
                                          <p:attrName>style.visibility</p:attrName>
                                        </p:attrNameLst>
                                      </p:cBhvr>
                                      <p:to>
                                        <p:strVal val="visible"/>
                                      </p:to>
                                    </p:set>
                                  </p:childTnLst>
                                </p:cTn>
                              </p:par>
                            </p:childTnLst>
                          </p:cTn>
                        </p:par>
                      </p:childTnLst>
                    </p:cTn>
                  </p:par>
                  <p:par>
                    <p:cTn id="1183" fill="hold">
                      <p:stCondLst>
                        <p:cond delay="indefinite"/>
                      </p:stCondLst>
                      <p:childTnLst>
                        <p:par>
                          <p:cTn id="1184" fill="hold">
                            <p:stCondLst>
                              <p:cond delay="0"/>
                            </p:stCondLst>
                            <p:childTnLst>
                              <p:par>
                                <p:cTn id="1185" presetID="1" presetClass="entr" presetSubtype="0" fill="hold" nodeType="clickEffect">
                                  <p:stCondLst>
                                    <p:cond delay="0"/>
                                  </p:stCondLst>
                                  <p:childTnLst>
                                    <p:set>
                                      <p:cBhvr>
                                        <p:cTn id="1186" dur="1" fill="hold">
                                          <p:stCondLst>
                                            <p:cond delay="0"/>
                                          </p:stCondLst>
                                        </p:cTn>
                                        <p:tgtEl>
                                          <p:spTgt spid="119">
                                            <p:txEl>
                                              <p:pRg st="7" end="7"/>
                                            </p:txEl>
                                          </p:spTgt>
                                        </p:tgtEl>
                                        <p:attrNameLst>
                                          <p:attrName>style.visibility</p:attrName>
                                        </p:attrNameLst>
                                      </p:cBhvr>
                                      <p:to>
                                        <p:strVal val="visible"/>
                                      </p:to>
                                    </p:set>
                                  </p:childTnLst>
                                </p:cTn>
                              </p:par>
                            </p:childTnLst>
                          </p:cTn>
                        </p:par>
                      </p:childTnLst>
                    </p:cTn>
                  </p:par>
                  <p:par>
                    <p:cTn id="1187" fill="hold">
                      <p:stCondLst>
                        <p:cond delay="indefinite"/>
                      </p:stCondLst>
                      <p:childTnLst>
                        <p:par>
                          <p:cTn id="1188" fill="hold">
                            <p:stCondLst>
                              <p:cond delay="0"/>
                            </p:stCondLst>
                            <p:childTnLst>
                              <p:par>
                                <p:cTn id="1189" presetID="1" presetClass="entr" presetSubtype="0" fill="hold" nodeType="clickEffect">
                                  <p:stCondLst>
                                    <p:cond delay="0"/>
                                  </p:stCondLst>
                                  <p:childTnLst>
                                    <p:set>
                                      <p:cBhvr>
                                        <p:cTn id="1190" dur="1" fill="hold">
                                          <p:stCondLst>
                                            <p:cond delay="0"/>
                                          </p:stCondLst>
                                        </p:cTn>
                                        <p:tgtEl>
                                          <p:spTgt spid="119">
                                            <p:txEl>
                                              <p:pRg st="8" end="8"/>
                                            </p:txEl>
                                          </p:spTgt>
                                        </p:tgtEl>
                                        <p:attrNameLst>
                                          <p:attrName>style.visibility</p:attrName>
                                        </p:attrNameLst>
                                      </p:cBhvr>
                                      <p:to>
                                        <p:strVal val="visible"/>
                                      </p:to>
                                    </p:set>
                                  </p:childTnLst>
                                </p:cTn>
                              </p:par>
                            </p:childTnLst>
                          </p:cTn>
                        </p:par>
                      </p:childTnLst>
                    </p:cTn>
                  </p:par>
                  <p:par>
                    <p:cTn id="1191" fill="hold">
                      <p:stCondLst>
                        <p:cond delay="indefinite"/>
                      </p:stCondLst>
                      <p:childTnLst>
                        <p:par>
                          <p:cTn id="1192" fill="hold">
                            <p:stCondLst>
                              <p:cond delay="0"/>
                            </p:stCondLst>
                            <p:childTnLst>
                              <p:par>
                                <p:cTn id="1193" presetID="1" presetClass="entr" presetSubtype="0" fill="hold" nodeType="clickEffect">
                                  <p:stCondLst>
                                    <p:cond delay="0"/>
                                  </p:stCondLst>
                                  <p:childTnLst>
                                    <p:set>
                                      <p:cBhvr>
                                        <p:cTn id="1194" dur="1" fill="hold">
                                          <p:stCondLst>
                                            <p:cond delay="0"/>
                                          </p:stCondLst>
                                        </p:cTn>
                                        <p:tgtEl>
                                          <p:spTgt spid="120">
                                            <p:txEl>
                                              <p:pRg st="0" end="0"/>
                                            </p:txEl>
                                          </p:spTgt>
                                        </p:tgtEl>
                                        <p:attrNameLst>
                                          <p:attrName>style.visibility</p:attrName>
                                        </p:attrNameLst>
                                      </p:cBhvr>
                                      <p:to>
                                        <p:strVal val="visible"/>
                                      </p:to>
                                    </p:set>
                                  </p:childTnLst>
                                </p:cTn>
                              </p:par>
                            </p:childTnLst>
                          </p:cTn>
                        </p:par>
                      </p:childTnLst>
                    </p:cTn>
                  </p:par>
                  <p:par>
                    <p:cTn id="1195" fill="hold">
                      <p:stCondLst>
                        <p:cond delay="indefinite"/>
                      </p:stCondLst>
                      <p:childTnLst>
                        <p:par>
                          <p:cTn id="1196" fill="hold">
                            <p:stCondLst>
                              <p:cond delay="0"/>
                            </p:stCondLst>
                            <p:childTnLst>
                              <p:par>
                                <p:cTn id="1197" presetID="1" presetClass="entr" presetSubtype="0" fill="hold" nodeType="clickEffect">
                                  <p:stCondLst>
                                    <p:cond delay="0"/>
                                  </p:stCondLst>
                                  <p:childTnLst>
                                    <p:set>
                                      <p:cBhvr>
                                        <p:cTn id="1198" dur="1" fill="hold">
                                          <p:stCondLst>
                                            <p:cond delay="0"/>
                                          </p:stCondLst>
                                        </p:cTn>
                                        <p:tgtEl>
                                          <p:spTgt spid="120">
                                            <p:txEl>
                                              <p:pRg st="1" end="1"/>
                                            </p:txEl>
                                          </p:spTgt>
                                        </p:tgtEl>
                                        <p:attrNameLst>
                                          <p:attrName>style.visibility</p:attrName>
                                        </p:attrNameLst>
                                      </p:cBhvr>
                                      <p:to>
                                        <p:strVal val="visible"/>
                                      </p:to>
                                    </p:set>
                                  </p:childTnLst>
                                </p:cTn>
                              </p:par>
                            </p:childTnLst>
                          </p:cTn>
                        </p:par>
                      </p:childTnLst>
                    </p:cTn>
                  </p:par>
                  <p:par>
                    <p:cTn id="1199" fill="hold">
                      <p:stCondLst>
                        <p:cond delay="indefinite"/>
                      </p:stCondLst>
                      <p:childTnLst>
                        <p:par>
                          <p:cTn id="1200" fill="hold">
                            <p:stCondLst>
                              <p:cond delay="0"/>
                            </p:stCondLst>
                            <p:childTnLst>
                              <p:par>
                                <p:cTn id="1201" presetID="1" presetClass="entr" presetSubtype="0" fill="hold" nodeType="clickEffect">
                                  <p:stCondLst>
                                    <p:cond delay="0"/>
                                  </p:stCondLst>
                                  <p:childTnLst>
                                    <p:set>
                                      <p:cBhvr>
                                        <p:cTn id="1202" dur="1" fill="hold">
                                          <p:stCondLst>
                                            <p:cond delay="0"/>
                                          </p:stCondLst>
                                        </p:cTn>
                                        <p:tgtEl>
                                          <p:spTgt spid="120">
                                            <p:txEl>
                                              <p:pRg st="2" end="2"/>
                                            </p:txEl>
                                          </p:spTgt>
                                        </p:tgtEl>
                                        <p:attrNameLst>
                                          <p:attrName>style.visibility</p:attrName>
                                        </p:attrNameLst>
                                      </p:cBhvr>
                                      <p:to>
                                        <p:strVal val="visible"/>
                                      </p:to>
                                    </p:set>
                                  </p:childTnLst>
                                </p:cTn>
                              </p:par>
                            </p:childTnLst>
                          </p:cTn>
                        </p:par>
                      </p:childTnLst>
                    </p:cTn>
                  </p:par>
                  <p:par>
                    <p:cTn id="1203" fill="hold">
                      <p:stCondLst>
                        <p:cond delay="indefinite"/>
                      </p:stCondLst>
                      <p:childTnLst>
                        <p:par>
                          <p:cTn id="1204" fill="hold">
                            <p:stCondLst>
                              <p:cond delay="0"/>
                            </p:stCondLst>
                            <p:childTnLst>
                              <p:par>
                                <p:cTn id="1205" presetID="1" presetClass="entr" presetSubtype="0" fill="hold" nodeType="clickEffect">
                                  <p:stCondLst>
                                    <p:cond delay="0"/>
                                  </p:stCondLst>
                                  <p:childTnLst>
                                    <p:set>
                                      <p:cBhvr>
                                        <p:cTn id="1206" dur="1" fill="hold">
                                          <p:stCondLst>
                                            <p:cond delay="0"/>
                                          </p:stCondLst>
                                        </p:cTn>
                                        <p:tgtEl>
                                          <p:spTgt spid="120">
                                            <p:txEl>
                                              <p:pRg st="3" end="3"/>
                                            </p:txEl>
                                          </p:spTgt>
                                        </p:tgtEl>
                                        <p:attrNameLst>
                                          <p:attrName>style.visibility</p:attrName>
                                        </p:attrNameLst>
                                      </p:cBhvr>
                                      <p:to>
                                        <p:strVal val="visible"/>
                                      </p:to>
                                    </p:set>
                                  </p:childTnLst>
                                </p:cTn>
                              </p:par>
                            </p:childTnLst>
                          </p:cTn>
                        </p:par>
                      </p:childTnLst>
                    </p:cTn>
                  </p:par>
                  <p:par>
                    <p:cTn id="1207" fill="hold">
                      <p:stCondLst>
                        <p:cond delay="indefinite"/>
                      </p:stCondLst>
                      <p:childTnLst>
                        <p:par>
                          <p:cTn id="1208" fill="hold">
                            <p:stCondLst>
                              <p:cond delay="0"/>
                            </p:stCondLst>
                            <p:childTnLst>
                              <p:par>
                                <p:cTn id="1209" presetID="1" presetClass="entr" presetSubtype="0" fill="hold" nodeType="clickEffect">
                                  <p:stCondLst>
                                    <p:cond delay="0"/>
                                  </p:stCondLst>
                                  <p:childTnLst>
                                    <p:set>
                                      <p:cBhvr>
                                        <p:cTn id="1210" dur="1" fill="hold">
                                          <p:stCondLst>
                                            <p:cond delay="0"/>
                                          </p:stCondLst>
                                        </p:cTn>
                                        <p:tgtEl>
                                          <p:spTgt spid="120">
                                            <p:txEl>
                                              <p:pRg st="4" end="4"/>
                                            </p:txEl>
                                          </p:spTgt>
                                        </p:tgtEl>
                                        <p:attrNameLst>
                                          <p:attrName>style.visibility</p:attrName>
                                        </p:attrNameLst>
                                      </p:cBhvr>
                                      <p:to>
                                        <p:strVal val="visible"/>
                                      </p:to>
                                    </p:set>
                                  </p:childTnLst>
                                </p:cTn>
                              </p:par>
                            </p:childTnLst>
                          </p:cTn>
                        </p:par>
                      </p:childTnLst>
                    </p:cTn>
                  </p:par>
                  <p:par>
                    <p:cTn id="1211" fill="hold">
                      <p:stCondLst>
                        <p:cond delay="indefinite"/>
                      </p:stCondLst>
                      <p:childTnLst>
                        <p:par>
                          <p:cTn id="1212" fill="hold">
                            <p:stCondLst>
                              <p:cond delay="0"/>
                            </p:stCondLst>
                            <p:childTnLst>
                              <p:par>
                                <p:cTn id="1213" presetID="1" presetClass="entr" presetSubtype="0" fill="hold" nodeType="clickEffect">
                                  <p:stCondLst>
                                    <p:cond delay="0"/>
                                  </p:stCondLst>
                                  <p:childTnLst>
                                    <p:set>
                                      <p:cBhvr>
                                        <p:cTn id="1214" dur="1" fill="hold">
                                          <p:stCondLst>
                                            <p:cond delay="0"/>
                                          </p:stCondLst>
                                        </p:cTn>
                                        <p:tgtEl>
                                          <p:spTgt spid="120">
                                            <p:txEl>
                                              <p:pRg st="5" end="5"/>
                                            </p:txEl>
                                          </p:spTgt>
                                        </p:tgtEl>
                                        <p:attrNameLst>
                                          <p:attrName>style.visibility</p:attrName>
                                        </p:attrNameLst>
                                      </p:cBhvr>
                                      <p:to>
                                        <p:strVal val="visible"/>
                                      </p:to>
                                    </p:set>
                                  </p:childTnLst>
                                </p:cTn>
                              </p:par>
                            </p:childTnLst>
                          </p:cTn>
                        </p:par>
                      </p:childTnLst>
                    </p:cTn>
                  </p:par>
                  <p:par>
                    <p:cTn id="1215" fill="hold">
                      <p:stCondLst>
                        <p:cond delay="indefinite"/>
                      </p:stCondLst>
                      <p:childTnLst>
                        <p:par>
                          <p:cTn id="1216" fill="hold">
                            <p:stCondLst>
                              <p:cond delay="0"/>
                            </p:stCondLst>
                            <p:childTnLst>
                              <p:par>
                                <p:cTn id="1217" presetID="1" presetClass="entr" presetSubtype="0" fill="hold" nodeType="clickEffect">
                                  <p:stCondLst>
                                    <p:cond delay="0"/>
                                  </p:stCondLst>
                                  <p:childTnLst>
                                    <p:set>
                                      <p:cBhvr>
                                        <p:cTn id="1218" dur="1" fill="hold">
                                          <p:stCondLst>
                                            <p:cond delay="0"/>
                                          </p:stCondLst>
                                        </p:cTn>
                                        <p:tgtEl>
                                          <p:spTgt spid="120">
                                            <p:txEl>
                                              <p:pRg st="6" end="6"/>
                                            </p:txEl>
                                          </p:spTgt>
                                        </p:tgtEl>
                                        <p:attrNameLst>
                                          <p:attrName>style.visibility</p:attrName>
                                        </p:attrNameLst>
                                      </p:cBhvr>
                                      <p:to>
                                        <p:strVal val="visible"/>
                                      </p:to>
                                    </p:set>
                                  </p:childTnLst>
                                </p:cTn>
                              </p:par>
                            </p:childTnLst>
                          </p:cTn>
                        </p:par>
                      </p:childTnLst>
                    </p:cTn>
                  </p:par>
                  <p:par>
                    <p:cTn id="1219" fill="hold">
                      <p:stCondLst>
                        <p:cond delay="indefinite"/>
                      </p:stCondLst>
                      <p:childTnLst>
                        <p:par>
                          <p:cTn id="1220" fill="hold">
                            <p:stCondLst>
                              <p:cond delay="0"/>
                            </p:stCondLst>
                            <p:childTnLst>
                              <p:par>
                                <p:cTn id="1221" presetID="1" presetClass="entr" presetSubtype="0" fill="hold" nodeType="clickEffect">
                                  <p:stCondLst>
                                    <p:cond delay="0"/>
                                  </p:stCondLst>
                                  <p:childTnLst>
                                    <p:set>
                                      <p:cBhvr>
                                        <p:cTn id="1222" dur="1" fill="hold">
                                          <p:stCondLst>
                                            <p:cond delay="0"/>
                                          </p:stCondLst>
                                        </p:cTn>
                                        <p:tgtEl>
                                          <p:spTgt spid="120">
                                            <p:txEl>
                                              <p:pRg st="7" end="7"/>
                                            </p:txEl>
                                          </p:spTgt>
                                        </p:tgtEl>
                                        <p:attrNameLst>
                                          <p:attrName>style.visibility</p:attrName>
                                        </p:attrNameLst>
                                      </p:cBhvr>
                                      <p:to>
                                        <p:strVal val="visible"/>
                                      </p:to>
                                    </p:set>
                                  </p:childTnLst>
                                </p:cTn>
                              </p:par>
                            </p:childTnLst>
                          </p:cTn>
                        </p:par>
                      </p:childTnLst>
                    </p:cTn>
                  </p:par>
                  <p:par>
                    <p:cTn id="1223" fill="hold">
                      <p:stCondLst>
                        <p:cond delay="indefinite"/>
                      </p:stCondLst>
                      <p:childTnLst>
                        <p:par>
                          <p:cTn id="1224" fill="hold">
                            <p:stCondLst>
                              <p:cond delay="0"/>
                            </p:stCondLst>
                            <p:childTnLst>
                              <p:par>
                                <p:cTn id="1225" presetID="1" presetClass="entr" presetSubtype="0" fill="hold" nodeType="clickEffect">
                                  <p:stCondLst>
                                    <p:cond delay="0"/>
                                  </p:stCondLst>
                                  <p:childTnLst>
                                    <p:set>
                                      <p:cBhvr>
                                        <p:cTn id="1226" dur="1" fill="hold">
                                          <p:stCondLst>
                                            <p:cond delay="0"/>
                                          </p:stCondLst>
                                        </p:cTn>
                                        <p:tgtEl>
                                          <p:spTgt spid="120">
                                            <p:txEl>
                                              <p:pRg st="8" end="8"/>
                                            </p:txEl>
                                          </p:spTgt>
                                        </p:tgtEl>
                                        <p:attrNameLst>
                                          <p:attrName>style.visibility</p:attrName>
                                        </p:attrNameLst>
                                      </p:cBhvr>
                                      <p:to>
                                        <p:strVal val="visible"/>
                                      </p:to>
                                    </p:set>
                                  </p:childTnLst>
                                </p:cTn>
                              </p:par>
                            </p:childTnLst>
                          </p:cTn>
                        </p:par>
                      </p:childTnLst>
                    </p:cTn>
                  </p:par>
                  <p:par>
                    <p:cTn id="1227" fill="hold">
                      <p:stCondLst>
                        <p:cond delay="indefinite"/>
                      </p:stCondLst>
                      <p:childTnLst>
                        <p:par>
                          <p:cTn id="1228" fill="hold">
                            <p:stCondLst>
                              <p:cond delay="0"/>
                            </p:stCondLst>
                            <p:childTnLst>
                              <p:par>
                                <p:cTn id="1229" presetID="1" presetClass="entr" presetSubtype="0" fill="hold" nodeType="clickEffect">
                                  <p:stCondLst>
                                    <p:cond delay="0"/>
                                  </p:stCondLst>
                                  <p:childTnLst>
                                    <p:set>
                                      <p:cBhvr>
                                        <p:cTn id="1230" dur="1" fill="hold">
                                          <p:stCondLst>
                                            <p:cond delay="0"/>
                                          </p:stCondLst>
                                        </p:cTn>
                                        <p:tgtEl>
                                          <p:spTgt spid="121">
                                            <p:txEl>
                                              <p:pRg st="0" end="0"/>
                                            </p:txEl>
                                          </p:spTgt>
                                        </p:tgtEl>
                                        <p:attrNameLst>
                                          <p:attrName>style.visibility</p:attrName>
                                        </p:attrNameLst>
                                      </p:cBhvr>
                                      <p:to>
                                        <p:strVal val="visible"/>
                                      </p:to>
                                    </p:set>
                                  </p:childTnLst>
                                </p:cTn>
                              </p:par>
                            </p:childTnLst>
                          </p:cTn>
                        </p:par>
                      </p:childTnLst>
                    </p:cTn>
                  </p:par>
                  <p:par>
                    <p:cTn id="1231" fill="hold">
                      <p:stCondLst>
                        <p:cond delay="indefinite"/>
                      </p:stCondLst>
                      <p:childTnLst>
                        <p:par>
                          <p:cTn id="1232" fill="hold">
                            <p:stCondLst>
                              <p:cond delay="0"/>
                            </p:stCondLst>
                            <p:childTnLst>
                              <p:par>
                                <p:cTn id="1233" presetID="1" presetClass="entr" presetSubtype="0" fill="hold" nodeType="clickEffect">
                                  <p:stCondLst>
                                    <p:cond delay="0"/>
                                  </p:stCondLst>
                                  <p:childTnLst>
                                    <p:set>
                                      <p:cBhvr>
                                        <p:cTn id="1234" dur="1" fill="hold">
                                          <p:stCondLst>
                                            <p:cond delay="0"/>
                                          </p:stCondLst>
                                        </p:cTn>
                                        <p:tgtEl>
                                          <p:spTgt spid="121">
                                            <p:txEl>
                                              <p:pRg st="1" end="1"/>
                                            </p:txEl>
                                          </p:spTgt>
                                        </p:tgtEl>
                                        <p:attrNameLst>
                                          <p:attrName>style.visibility</p:attrName>
                                        </p:attrNameLst>
                                      </p:cBhvr>
                                      <p:to>
                                        <p:strVal val="visible"/>
                                      </p:to>
                                    </p:set>
                                  </p:childTnLst>
                                </p:cTn>
                              </p:par>
                            </p:childTnLst>
                          </p:cTn>
                        </p:par>
                      </p:childTnLst>
                    </p:cTn>
                  </p:par>
                  <p:par>
                    <p:cTn id="1235" fill="hold">
                      <p:stCondLst>
                        <p:cond delay="indefinite"/>
                      </p:stCondLst>
                      <p:childTnLst>
                        <p:par>
                          <p:cTn id="1236" fill="hold">
                            <p:stCondLst>
                              <p:cond delay="0"/>
                            </p:stCondLst>
                            <p:childTnLst>
                              <p:par>
                                <p:cTn id="1237" presetID="1" presetClass="entr" presetSubtype="0" fill="hold" nodeType="clickEffect">
                                  <p:stCondLst>
                                    <p:cond delay="0"/>
                                  </p:stCondLst>
                                  <p:childTnLst>
                                    <p:set>
                                      <p:cBhvr>
                                        <p:cTn id="1238" dur="1" fill="hold">
                                          <p:stCondLst>
                                            <p:cond delay="0"/>
                                          </p:stCondLst>
                                        </p:cTn>
                                        <p:tgtEl>
                                          <p:spTgt spid="121">
                                            <p:txEl>
                                              <p:pRg st="2" end="2"/>
                                            </p:txEl>
                                          </p:spTgt>
                                        </p:tgtEl>
                                        <p:attrNameLst>
                                          <p:attrName>style.visibility</p:attrName>
                                        </p:attrNameLst>
                                      </p:cBhvr>
                                      <p:to>
                                        <p:strVal val="visible"/>
                                      </p:to>
                                    </p:set>
                                  </p:childTnLst>
                                </p:cTn>
                              </p:par>
                            </p:childTnLst>
                          </p:cTn>
                        </p:par>
                      </p:childTnLst>
                    </p:cTn>
                  </p:par>
                  <p:par>
                    <p:cTn id="1239" fill="hold">
                      <p:stCondLst>
                        <p:cond delay="indefinite"/>
                      </p:stCondLst>
                      <p:childTnLst>
                        <p:par>
                          <p:cTn id="1240" fill="hold">
                            <p:stCondLst>
                              <p:cond delay="0"/>
                            </p:stCondLst>
                            <p:childTnLst>
                              <p:par>
                                <p:cTn id="1241" presetID="1" presetClass="entr" presetSubtype="0" fill="hold" nodeType="clickEffect">
                                  <p:stCondLst>
                                    <p:cond delay="0"/>
                                  </p:stCondLst>
                                  <p:childTnLst>
                                    <p:set>
                                      <p:cBhvr>
                                        <p:cTn id="1242" dur="1" fill="hold">
                                          <p:stCondLst>
                                            <p:cond delay="0"/>
                                          </p:stCondLst>
                                        </p:cTn>
                                        <p:tgtEl>
                                          <p:spTgt spid="121">
                                            <p:txEl>
                                              <p:pRg st="3" end="3"/>
                                            </p:txEl>
                                          </p:spTgt>
                                        </p:tgtEl>
                                        <p:attrNameLst>
                                          <p:attrName>style.visibility</p:attrName>
                                        </p:attrNameLst>
                                      </p:cBhvr>
                                      <p:to>
                                        <p:strVal val="visible"/>
                                      </p:to>
                                    </p:set>
                                  </p:childTnLst>
                                </p:cTn>
                              </p:par>
                            </p:childTnLst>
                          </p:cTn>
                        </p:par>
                      </p:childTnLst>
                    </p:cTn>
                  </p:par>
                  <p:par>
                    <p:cTn id="1243" fill="hold">
                      <p:stCondLst>
                        <p:cond delay="indefinite"/>
                      </p:stCondLst>
                      <p:childTnLst>
                        <p:par>
                          <p:cTn id="1244" fill="hold">
                            <p:stCondLst>
                              <p:cond delay="0"/>
                            </p:stCondLst>
                            <p:childTnLst>
                              <p:par>
                                <p:cTn id="1245" presetID="1" presetClass="entr" presetSubtype="0" fill="hold" nodeType="clickEffect">
                                  <p:stCondLst>
                                    <p:cond delay="0"/>
                                  </p:stCondLst>
                                  <p:childTnLst>
                                    <p:set>
                                      <p:cBhvr>
                                        <p:cTn id="1246" dur="1" fill="hold">
                                          <p:stCondLst>
                                            <p:cond delay="0"/>
                                          </p:stCondLst>
                                        </p:cTn>
                                        <p:tgtEl>
                                          <p:spTgt spid="121">
                                            <p:txEl>
                                              <p:pRg st="4" end="4"/>
                                            </p:txEl>
                                          </p:spTgt>
                                        </p:tgtEl>
                                        <p:attrNameLst>
                                          <p:attrName>style.visibility</p:attrName>
                                        </p:attrNameLst>
                                      </p:cBhvr>
                                      <p:to>
                                        <p:strVal val="visible"/>
                                      </p:to>
                                    </p:set>
                                  </p:childTnLst>
                                </p:cTn>
                              </p:par>
                            </p:childTnLst>
                          </p:cTn>
                        </p:par>
                      </p:childTnLst>
                    </p:cTn>
                  </p:par>
                  <p:par>
                    <p:cTn id="1247" fill="hold">
                      <p:stCondLst>
                        <p:cond delay="indefinite"/>
                      </p:stCondLst>
                      <p:childTnLst>
                        <p:par>
                          <p:cTn id="1248" fill="hold">
                            <p:stCondLst>
                              <p:cond delay="0"/>
                            </p:stCondLst>
                            <p:childTnLst>
                              <p:par>
                                <p:cTn id="1249" presetID="1" presetClass="entr" presetSubtype="0" fill="hold" nodeType="clickEffect">
                                  <p:stCondLst>
                                    <p:cond delay="0"/>
                                  </p:stCondLst>
                                  <p:childTnLst>
                                    <p:set>
                                      <p:cBhvr>
                                        <p:cTn id="1250" dur="1" fill="hold">
                                          <p:stCondLst>
                                            <p:cond delay="0"/>
                                          </p:stCondLst>
                                        </p:cTn>
                                        <p:tgtEl>
                                          <p:spTgt spid="121">
                                            <p:txEl>
                                              <p:pRg st="5" end="5"/>
                                            </p:txEl>
                                          </p:spTgt>
                                        </p:tgtEl>
                                        <p:attrNameLst>
                                          <p:attrName>style.visibility</p:attrName>
                                        </p:attrNameLst>
                                      </p:cBhvr>
                                      <p:to>
                                        <p:strVal val="visible"/>
                                      </p:to>
                                    </p:set>
                                  </p:childTnLst>
                                </p:cTn>
                              </p:par>
                            </p:childTnLst>
                          </p:cTn>
                        </p:par>
                      </p:childTnLst>
                    </p:cTn>
                  </p:par>
                  <p:par>
                    <p:cTn id="1251" fill="hold">
                      <p:stCondLst>
                        <p:cond delay="indefinite"/>
                      </p:stCondLst>
                      <p:childTnLst>
                        <p:par>
                          <p:cTn id="1252" fill="hold">
                            <p:stCondLst>
                              <p:cond delay="0"/>
                            </p:stCondLst>
                            <p:childTnLst>
                              <p:par>
                                <p:cTn id="1253" presetID="1" presetClass="entr" presetSubtype="0" fill="hold" nodeType="clickEffect">
                                  <p:stCondLst>
                                    <p:cond delay="0"/>
                                  </p:stCondLst>
                                  <p:childTnLst>
                                    <p:set>
                                      <p:cBhvr>
                                        <p:cTn id="1254" dur="1" fill="hold">
                                          <p:stCondLst>
                                            <p:cond delay="0"/>
                                          </p:stCondLst>
                                        </p:cTn>
                                        <p:tgtEl>
                                          <p:spTgt spid="121">
                                            <p:txEl>
                                              <p:pRg st="6" end="6"/>
                                            </p:txEl>
                                          </p:spTgt>
                                        </p:tgtEl>
                                        <p:attrNameLst>
                                          <p:attrName>style.visibility</p:attrName>
                                        </p:attrNameLst>
                                      </p:cBhvr>
                                      <p:to>
                                        <p:strVal val="visible"/>
                                      </p:to>
                                    </p:set>
                                  </p:childTnLst>
                                </p:cTn>
                              </p:par>
                            </p:childTnLst>
                          </p:cTn>
                        </p:par>
                      </p:childTnLst>
                    </p:cTn>
                  </p:par>
                  <p:par>
                    <p:cTn id="1255" fill="hold">
                      <p:stCondLst>
                        <p:cond delay="indefinite"/>
                      </p:stCondLst>
                      <p:childTnLst>
                        <p:par>
                          <p:cTn id="1256" fill="hold">
                            <p:stCondLst>
                              <p:cond delay="0"/>
                            </p:stCondLst>
                            <p:childTnLst>
                              <p:par>
                                <p:cTn id="1257" presetID="1" presetClass="entr" presetSubtype="0" fill="hold" nodeType="clickEffect">
                                  <p:stCondLst>
                                    <p:cond delay="0"/>
                                  </p:stCondLst>
                                  <p:childTnLst>
                                    <p:set>
                                      <p:cBhvr>
                                        <p:cTn id="1258" dur="1" fill="hold">
                                          <p:stCondLst>
                                            <p:cond delay="0"/>
                                          </p:stCondLst>
                                        </p:cTn>
                                        <p:tgtEl>
                                          <p:spTgt spid="121">
                                            <p:txEl>
                                              <p:pRg st="7" end="7"/>
                                            </p:txEl>
                                          </p:spTgt>
                                        </p:tgtEl>
                                        <p:attrNameLst>
                                          <p:attrName>style.visibility</p:attrName>
                                        </p:attrNameLst>
                                      </p:cBhvr>
                                      <p:to>
                                        <p:strVal val="visible"/>
                                      </p:to>
                                    </p:set>
                                  </p:childTnLst>
                                </p:cTn>
                              </p:par>
                            </p:childTnLst>
                          </p:cTn>
                        </p:par>
                      </p:childTnLst>
                    </p:cTn>
                  </p:par>
                  <p:par>
                    <p:cTn id="1259" fill="hold">
                      <p:stCondLst>
                        <p:cond delay="indefinite"/>
                      </p:stCondLst>
                      <p:childTnLst>
                        <p:par>
                          <p:cTn id="1260" fill="hold">
                            <p:stCondLst>
                              <p:cond delay="0"/>
                            </p:stCondLst>
                            <p:childTnLst>
                              <p:par>
                                <p:cTn id="1261" presetID="1" presetClass="entr" presetSubtype="0" fill="hold" nodeType="clickEffect">
                                  <p:stCondLst>
                                    <p:cond delay="0"/>
                                  </p:stCondLst>
                                  <p:childTnLst>
                                    <p:set>
                                      <p:cBhvr>
                                        <p:cTn id="1262" dur="1" fill="hold">
                                          <p:stCondLst>
                                            <p:cond delay="0"/>
                                          </p:stCondLst>
                                        </p:cTn>
                                        <p:tgtEl>
                                          <p:spTgt spid="121">
                                            <p:txEl>
                                              <p:pRg st="8" end="8"/>
                                            </p:txEl>
                                          </p:spTgt>
                                        </p:tgtEl>
                                        <p:attrNameLst>
                                          <p:attrName>style.visibility</p:attrName>
                                        </p:attrNameLst>
                                      </p:cBhvr>
                                      <p:to>
                                        <p:strVal val="visible"/>
                                      </p:to>
                                    </p:set>
                                  </p:childTnLst>
                                </p:cTn>
                              </p:par>
                            </p:childTnLst>
                          </p:cTn>
                        </p:par>
                      </p:childTnLst>
                    </p:cTn>
                  </p:par>
                  <p:par>
                    <p:cTn id="1263" fill="hold">
                      <p:stCondLst>
                        <p:cond delay="indefinite"/>
                      </p:stCondLst>
                      <p:childTnLst>
                        <p:par>
                          <p:cTn id="1264" fill="hold">
                            <p:stCondLst>
                              <p:cond delay="0"/>
                            </p:stCondLst>
                            <p:childTnLst>
                              <p:par>
                                <p:cTn id="1265" presetID="1" presetClass="entr" presetSubtype="0" fill="hold" nodeType="clickEffect">
                                  <p:stCondLst>
                                    <p:cond delay="0"/>
                                  </p:stCondLst>
                                  <p:childTnLst>
                                    <p:set>
                                      <p:cBhvr>
                                        <p:cTn id="1266" dur="1" fill="hold">
                                          <p:stCondLst>
                                            <p:cond delay="0"/>
                                          </p:stCondLst>
                                        </p:cTn>
                                        <p:tgtEl>
                                          <p:spTgt spid="122">
                                            <p:txEl>
                                              <p:pRg st="0" end="0"/>
                                            </p:txEl>
                                          </p:spTgt>
                                        </p:tgtEl>
                                        <p:attrNameLst>
                                          <p:attrName>style.visibility</p:attrName>
                                        </p:attrNameLst>
                                      </p:cBhvr>
                                      <p:to>
                                        <p:strVal val="visible"/>
                                      </p:to>
                                    </p:set>
                                  </p:childTnLst>
                                </p:cTn>
                              </p:par>
                            </p:childTnLst>
                          </p:cTn>
                        </p:par>
                      </p:childTnLst>
                    </p:cTn>
                  </p:par>
                  <p:par>
                    <p:cTn id="1267" fill="hold">
                      <p:stCondLst>
                        <p:cond delay="indefinite"/>
                      </p:stCondLst>
                      <p:childTnLst>
                        <p:par>
                          <p:cTn id="1268" fill="hold">
                            <p:stCondLst>
                              <p:cond delay="0"/>
                            </p:stCondLst>
                            <p:childTnLst>
                              <p:par>
                                <p:cTn id="1269" presetID="1" presetClass="entr" presetSubtype="0" fill="hold" nodeType="clickEffect">
                                  <p:stCondLst>
                                    <p:cond delay="0"/>
                                  </p:stCondLst>
                                  <p:childTnLst>
                                    <p:set>
                                      <p:cBhvr>
                                        <p:cTn id="1270" dur="1" fill="hold">
                                          <p:stCondLst>
                                            <p:cond delay="0"/>
                                          </p:stCondLst>
                                        </p:cTn>
                                        <p:tgtEl>
                                          <p:spTgt spid="122">
                                            <p:txEl>
                                              <p:pRg st="1" end="1"/>
                                            </p:txEl>
                                          </p:spTgt>
                                        </p:tgtEl>
                                        <p:attrNameLst>
                                          <p:attrName>style.visibility</p:attrName>
                                        </p:attrNameLst>
                                      </p:cBhvr>
                                      <p:to>
                                        <p:strVal val="visible"/>
                                      </p:to>
                                    </p:set>
                                  </p:childTnLst>
                                </p:cTn>
                              </p:par>
                            </p:childTnLst>
                          </p:cTn>
                        </p:par>
                      </p:childTnLst>
                    </p:cTn>
                  </p:par>
                  <p:par>
                    <p:cTn id="1271" fill="hold">
                      <p:stCondLst>
                        <p:cond delay="indefinite"/>
                      </p:stCondLst>
                      <p:childTnLst>
                        <p:par>
                          <p:cTn id="1272" fill="hold">
                            <p:stCondLst>
                              <p:cond delay="0"/>
                            </p:stCondLst>
                            <p:childTnLst>
                              <p:par>
                                <p:cTn id="1273" presetID="1" presetClass="entr" presetSubtype="0" fill="hold" nodeType="clickEffect">
                                  <p:stCondLst>
                                    <p:cond delay="0"/>
                                  </p:stCondLst>
                                  <p:childTnLst>
                                    <p:set>
                                      <p:cBhvr>
                                        <p:cTn id="1274" dur="1" fill="hold">
                                          <p:stCondLst>
                                            <p:cond delay="0"/>
                                          </p:stCondLst>
                                        </p:cTn>
                                        <p:tgtEl>
                                          <p:spTgt spid="122">
                                            <p:txEl>
                                              <p:pRg st="2" end="2"/>
                                            </p:txEl>
                                          </p:spTgt>
                                        </p:tgtEl>
                                        <p:attrNameLst>
                                          <p:attrName>style.visibility</p:attrName>
                                        </p:attrNameLst>
                                      </p:cBhvr>
                                      <p:to>
                                        <p:strVal val="visible"/>
                                      </p:to>
                                    </p:set>
                                  </p:childTnLst>
                                </p:cTn>
                              </p:par>
                            </p:childTnLst>
                          </p:cTn>
                        </p:par>
                      </p:childTnLst>
                    </p:cTn>
                  </p:par>
                  <p:par>
                    <p:cTn id="1275" fill="hold">
                      <p:stCondLst>
                        <p:cond delay="indefinite"/>
                      </p:stCondLst>
                      <p:childTnLst>
                        <p:par>
                          <p:cTn id="1276" fill="hold">
                            <p:stCondLst>
                              <p:cond delay="0"/>
                            </p:stCondLst>
                            <p:childTnLst>
                              <p:par>
                                <p:cTn id="1277" presetID="1" presetClass="entr" presetSubtype="0" fill="hold" nodeType="clickEffect">
                                  <p:stCondLst>
                                    <p:cond delay="0"/>
                                  </p:stCondLst>
                                  <p:childTnLst>
                                    <p:set>
                                      <p:cBhvr>
                                        <p:cTn id="1278" dur="1" fill="hold">
                                          <p:stCondLst>
                                            <p:cond delay="0"/>
                                          </p:stCondLst>
                                        </p:cTn>
                                        <p:tgtEl>
                                          <p:spTgt spid="122">
                                            <p:txEl>
                                              <p:pRg st="3" end="3"/>
                                            </p:txEl>
                                          </p:spTgt>
                                        </p:tgtEl>
                                        <p:attrNameLst>
                                          <p:attrName>style.visibility</p:attrName>
                                        </p:attrNameLst>
                                      </p:cBhvr>
                                      <p:to>
                                        <p:strVal val="visible"/>
                                      </p:to>
                                    </p:set>
                                  </p:childTnLst>
                                </p:cTn>
                              </p:par>
                            </p:childTnLst>
                          </p:cTn>
                        </p:par>
                      </p:childTnLst>
                    </p:cTn>
                  </p:par>
                  <p:par>
                    <p:cTn id="1279" fill="hold">
                      <p:stCondLst>
                        <p:cond delay="indefinite"/>
                      </p:stCondLst>
                      <p:childTnLst>
                        <p:par>
                          <p:cTn id="1280" fill="hold">
                            <p:stCondLst>
                              <p:cond delay="0"/>
                            </p:stCondLst>
                            <p:childTnLst>
                              <p:par>
                                <p:cTn id="1281" presetID="1" presetClass="entr" presetSubtype="0" fill="hold" nodeType="clickEffect">
                                  <p:stCondLst>
                                    <p:cond delay="0"/>
                                  </p:stCondLst>
                                  <p:childTnLst>
                                    <p:set>
                                      <p:cBhvr>
                                        <p:cTn id="1282" dur="1" fill="hold">
                                          <p:stCondLst>
                                            <p:cond delay="0"/>
                                          </p:stCondLst>
                                        </p:cTn>
                                        <p:tgtEl>
                                          <p:spTgt spid="122">
                                            <p:txEl>
                                              <p:pRg st="4" end="4"/>
                                            </p:txEl>
                                          </p:spTgt>
                                        </p:tgtEl>
                                        <p:attrNameLst>
                                          <p:attrName>style.visibility</p:attrName>
                                        </p:attrNameLst>
                                      </p:cBhvr>
                                      <p:to>
                                        <p:strVal val="visible"/>
                                      </p:to>
                                    </p:set>
                                  </p:childTnLst>
                                </p:cTn>
                              </p:par>
                            </p:childTnLst>
                          </p:cTn>
                        </p:par>
                      </p:childTnLst>
                    </p:cTn>
                  </p:par>
                  <p:par>
                    <p:cTn id="1283" fill="hold">
                      <p:stCondLst>
                        <p:cond delay="indefinite"/>
                      </p:stCondLst>
                      <p:childTnLst>
                        <p:par>
                          <p:cTn id="1284" fill="hold">
                            <p:stCondLst>
                              <p:cond delay="0"/>
                            </p:stCondLst>
                            <p:childTnLst>
                              <p:par>
                                <p:cTn id="1285" presetID="1" presetClass="entr" presetSubtype="0" fill="hold" nodeType="clickEffect">
                                  <p:stCondLst>
                                    <p:cond delay="0"/>
                                  </p:stCondLst>
                                  <p:childTnLst>
                                    <p:set>
                                      <p:cBhvr>
                                        <p:cTn id="1286" dur="1" fill="hold">
                                          <p:stCondLst>
                                            <p:cond delay="0"/>
                                          </p:stCondLst>
                                        </p:cTn>
                                        <p:tgtEl>
                                          <p:spTgt spid="122">
                                            <p:txEl>
                                              <p:pRg st="5" end="5"/>
                                            </p:txEl>
                                          </p:spTgt>
                                        </p:tgtEl>
                                        <p:attrNameLst>
                                          <p:attrName>style.visibility</p:attrName>
                                        </p:attrNameLst>
                                      </p:cBhvr>
                                      <p:to>
                                        <p:strVal val="visible"/>
                                      </p:to>
                                    </p:set>
                                  </p:childTnLst>
                                </p:cTn>
                              </p:par>
                            </p:childTnLst>
                          </p:cTn>
                        </p:par>
                      </p:childTnLst>
                    </p:cTn>
                  </p:par>
                  <p:par>
                    <p:cTn id="1287" fill="hold">
                      <p:stCondLst>
                        <p:cond delay="indefinite"/>
                      </p:stCondLst>
                      <p:childTnLst>
                        <p:par>
                          <p:cTn id="1288" fill="hold">
                            <p:stCondLst>
                              <p:cond delay="0"/>
                            </p:stCondLst>
                            <p:childTnLst>
                              <p:par>
                                <p:cTn id="1289" presetID="1" presetClass="entr" presetSubtype="0" fill="hold" nodeType="clickEffect">
                                  <p:stCondLst>
                                    <p:cond delay="0"/>
                                  </p:stCondLst>
                                  <p:childTnLst>
                                    <p:set>
                                      <p:cBhvr>
                                        <p:cTn id="1290" dur="1" fill="hold">
                                          <p:stCondLst>
                                            <p:cond delay="0"/>
                                          </p:stCondLst>
                                        </p:cTn>
                                        <p:tgtEl>
                                          <p:spTgt spid="122">
                                            <p:txEl>
                                              <p:pRg st="6" end="6"/>
                                            </p:txEl>
                                          </p:spTgt>
                                        </p:tgtEl>
                                        <p:attrNameLst>
                                          <p:attrName>style.visibility</p:attrName>
                                        </p:attrNameLst>
                                      </p:cBhvr>
                                      <p:to>
                                        <p:strVal val="visible"/>
                                      </p:to>
                                    </p:set>
                                  </p:childTnLst>
                                </p:cTn>
                              </p:par>
                            </p:childTnLst>
                          </p:cTn>
                        </p:par>
                      </p:childTnLst>
                    </p:cTn>
                  </p:par>
                  <p:par>
                    <p:cTn id="1291" fill="hold">
                      <p:stCondLst>
                        <p:cond delay="indefinite"/>
                      </p:stCondLst>
                      <p:childTnLst>
                        <p:par>
                          <p:cTn id="1292" fill="hold">
                            <p:stCondLst>
                              <p:cond delay="0"/>
                            </p:stCondLst>
                            <p:childTnLst>
                              <p:par>
                                <p:cTn id="1293" presetID="1" presetClass="entr" presetSubtype="0" fill="hold" nodeType="clickEffect">
                                  <p:stCondLst>
                                    <p:cond delay="0"/>
                                  </p:stCondLst>
                                  <p:childTnLst>
                                    <p:set>
                                      <p:cBhvr>
                                        <p:cTn id="1294" dur="1" fill="hold">
                                          <p:stCondLst>
                                            <p:cond delay="0"/>
                                          </p:stCondLst>
                                        </p:cTn>
                                        <p:tgtEl>
                                          <p:spTgt spid="122">
                                            <p:txEl>
                                              <p:pRg st="7" end="7"/>
                                            </p:txEl>
                                          </p:spTgt>
                                        </p:tgtEl>
                                        <p:attrNameLst>
                                          <p:attrName>style.visibility</p:attrName>
                                        </p:attrNameLst>
                                      </p:cBhvr>
                                      <p:to>
                                        <p:strVal val="visible"/>
                                      </p:to>
                                    </p:set>
                                  </p:childTnLst>
                                </p:cTn>
                              </p:par>
                            </p:childTnLst>
                          </p:cTn>
                        </p:par>
                      </p:childTnLst>
                    </p:cTn>
                  </p:par>
                  <p:par>
                    <p:cTn id="1295" fill="hold">
                      <p:stCondLst>
                        <p:cond delay="indefinite"/>
                      </p:stCondLst>
                      <p:childTnLst>
                        <p:par>
                          <p:cTn id="1296" fill="hold">
                            <p:stCondLst>
                              <p:cond delay="0"/>
                            </p:stCondLst>
                            <p:childTnLst>
                              <p:par>
                                <p:cTn id="1297" presetID="1" presetClass="entr" presetSubtype="0" fill="hold" nodeType="clickEffect">
                                  <p:stCondLst>
                                    <p:cond delay="0"/>
                                  </p:stCondLst>
                                  <p:childTnLst>
                                    <p:set>
                                      <p:cBhvr>
                                        <p:cTn id="1298" dur="1" fill="hold">
                                          <p:stCondLst>
                                            <p:cond delay="0"/>
                                          </p:stCondLst>
                                        </p:cTn>
                                        <p:tgtEl>
                                          <p:spTgt spid="122">
                                            <p:txEl>
                                              <p:pRg st="8" end="8"/>
                                            </p:txEl>
                                          </p:spTgt>
                                        </p:tgtEl>
                                        <p:attrNameLst>
                                          <p:attrName>style.visibility</p:attrName>
                                        </p:attrNameLst>
                                      </p:cBhvr>
                                      <p:to>
                                        <p:strVal val="visible"/>
                                      </p:to>
                                    </p:set>
                                  </p:childTnLst>
                                </p:cTn>
                              </p:par>
                            </p:childTnLst>
                          </p:cTn>
                        </p:par>
                      </p:childTnLst>
                    </p:cTn>
                  </p:par>
                  <p:par>
                    <p:cTn id="1299" fill="hold">
                      <p:stCondLst>
                        <p:cond delay="indefinite"/>
                      </p:stCondLst>
                      <p:childTnLst>
                        <p:par>
                          <p:cTn id="1300" fill="hold">
                            <p:stCondLst>
                              <p:cond delay="0"/>
                            </p:stCondLst>
                            <p:childTnLst>
                              <p:par>
                                <p:cTn id="1301" presetID="1" presetClass="entr" presetSubtype="0" fill="hold" nodeType="clickEffect">
                                  <p:stCondLst>
                                    <p:cond delay="0"/>
                                  </p:stCondLst>
                                  <p:childTnLst>
                                    <p:set>
                                      <p:cBhvr>
                                        <p:cTn id="1302" dur="1" fill="hold">
                                          <p:stCondLst>
                                            <p:cond delay="0"/>
                                          </p:stCondLst>
                                        </p:cTn>
                                        <p:tgtEl>
                                          <p:spTgt spid="123">
                                            <p:txEl>
                                              <p:pRg st="0" end="0"/>
                                            </p:txEl>
                                          </p:spTgt>
                                        </p:tgtEl>
                                        <p:attrNameLst>
                                          <p:attrName>style.visibility</p:attrName>
                                        </p:attrNameLst>
                                      </p:cBhvr>
                                      <p:to>
                                        <p:strVal val="visible"/>
                                      </p:to>
                                    </p:set>
                                  </p:childTnLst>
                                </p:cTn>
                              </p:par>
                            </p:childTnLst>
                          </p:cTn>
                        </p:par>
                      </p:childTnLst>
                    </p:cTn>
                  </p:par>
                  <p:par>
                    <p:cTn id="1303" fill="hold">
                      <p:stCondLst>
                        <p:cond delay="indefinite"/>
                      </p:stCondLst>
                      <p:childTnLst>
                        <p:par>
                          <p:cTn id="1304" fill="hold">
                            <p:stCondLst>
                              <p:cond delay="0"/>
                            </p:stCondLst>
                            <p:childTnLst>
                              <p:par>
                                <p:cTn id="1305" presetID="1" presetClass="entr" presetSubtype="0" fill="hold" nodeType="clickEffect">
                                  <p:stCondLst>
                                    <p:cond delay="0"/>
                                  </p:stCondLst>
                                  <p:childTnLst>
                                    <p:set>
                                      <p:cBhvr>
                                        <p:cTn id="1306" dur="1" fill="hold">
                                          <p:stCondLst>
                                            <p:cond delay="0"/>
                                          </p:stCondLst>
                                        </p:cTn>
                                        <p:tgtEl>
                                          <p:spTgt spid="123">
                                            <p:txEl>
                                              <p:pRg st="1" end="1"/>
                                            </p:txEl>
                                          </p:spTgt>
                                        </p:tgtEl>
                                        <p:attrNameLst>
                                          <p:attrName>style.visibility</p:attrName>
                                        </p:attrNameLst>
                                      </p:cBhvr>
                                      <p:to>
                                        <p:strVal val="visible"/>
                                      </p:to>
                                    </p:set>
                                  </p:childTnLst>
                                </p:cTn>
                              </p:par>
                            </p:childTnLst>
                          </p:cTn>
                        </p:par>
                      </p:childTnLst>
                    </p:cTn>
                  </p:par>
                  <p:par>
                    <p:cTn id="1307" fill="hold">
                      <p:stCondLst>
                        <p:cond delay="indefinite"/>
                      </p:stCondLst>
                      <p:childTnLst>
                        <p:par>
                          <p:cTn id="1308" fill="hold">
                            <p:stCondLst>
                              <p:cond delay="0"/>
                            </p:stCondLst>
                            <p:childTnLst>
                              <p:par>
                                <p:cTn id="1309" presetID="1" presetClass="entr" presetSubtype="0" fill="hold" nodeType="clickEffect">
                                  <p:stCondLst>
                                    <p:cond delay="0"/>
                                  </p:stCondLst>
                                  <p:childTnLst>
                                    <p:set>
                                      <p:cBhvr>
                                        <p:cTn id="1310" dur="1" fill="hold">
                                          <p:stCondLst>
                                            <p:cond delay="0"/>
                                          </p:stCondLst>
                                        </p:cTn>
                                        <p:tgtEl>
                                          <p:spTgt spid="123">
                                            <p:txEl>
                                              <p:pRg st="2" end="2"/>
                                            </p:txEl>
                                          </p:spTgt>
                                        </p:tgtEl>
                                        <p:attrNameLst>
                                          <p:attrName>style.visibility</p:attrName>
                                        </p:attrNameLst>
                                      </p:cBhvr>
                                      <p:to>
                                        <p:strVal val="visible"/>
                                      </p:to>
                                    </p:set>
                                  </p:childTnLst>
                                </p:cTn>
                              </p:par>
                            </p:childTnLst>
                          </p:cTn>
                        </p:par>
                      </p:childTnLst>
                    </p:cTn>
                  </p:par>
                  <p:par>
                    <p:cTn id="1311" fill="hold">
                      <p:stCondLst>
                        <p:cond delay="indefinite"/>
                      </p:stCondLst>
                      <p:childTnLst>
                        <p:par>
                          <p:cTn id="1312" fill="hold">
                            <p:stCondLst>
                              <p:cond delay="0"/>
                            </p:stCondLst>
                            <p:childTnLst>
                              <p:par>
                                <p:cTn id="1313" presetID="1" presetClass="entr" presetSubtype="0" fill="hold" nodeType="clickEffect">
                                  <p:stCondLst>
                                    <p:cond delay="0"/>
                                  </p:stCondLst>
                                  <p:childTnLst>
                                    <p:set>
                                      <p:cBhvr>
                                        <p:cTn id="1314" dur="1" fill="hold">
                                          <p:stCondLst>
                                            <p:cond delay="0"/>
                                          </p:stCondLst>
                                        </p:cTn>
                                        <p:tgtEl>
                                          <p:spTgt spid="123">
                                            <p:txEl>
                                              <p:pRg st="3" end="3"/>
                                            </p:txEl>
                                          </p:spTgt>
                                        </p:tgtEl>
                                        <p:attrNameLst>
                                          <p:attrName>style.visibility</p:attrName>
                                        </p:attrNameLst>
                                      </p:cBhvr>
                                      <p:to>
                                        <p:strVal val="visible"/>
                                      </p:to>
                                    </p:set>
                                  </p:childTnLst>
                                </p:cTn>
                              </p:par>
                            </p:childTnLst>
                          </p:cTn>
                        </p:par>
                      </p:childTnLst>
                    </p:cTn>
                  </p:par>
                  <p:par>
                    <p:cTn id="1315" fill="hold">
                      <p:stCondLst>
                        <p:cond delay="indefinite"/>
                      </p:stCondLst>
                      <p:childTnLst>
                        <p:par>
                          <p:cTn id="1316" fill="hold">
                            <p:stCondLst>
                              <p:cond delay="0"/>
                            </p:stCondLst>
                            <p:childTnLst>
                              <p:par>
                                <p:cTn id="1317" presetID="1" presetClass="entr" presetSubtype="0" fill="hold" nodeType="clickEffect">
                                  <p:stCondLst>
                                    <p:cond delay="0"/>
                                  </p:stCondLst>
                                  <p:childTnLst>
                                    <p:set>
                                      <p:cBhvr>
                                        <p:cTn id="1318" dur="1" fill="hold">
                                          <p:stCondLst>
                                            <p:cond delay="0"/>
                                          </p:stCondLst>
                                        </p:cTn>
                                        <p:tgtEl>
                                          <p:spTgt spid="123">
                                            <p:txEl>
                                              <p:pRg st="4" end="4"/>
                                            </p:txEl>
                                          </p:spTgt>
                                        </p:tgtEl>
                                        <p:attrNameLst>
                                          <p:attrName>style.visibility</p:attrName>
                                        </p:attrNameLst>
                                      </p:cBhvr>
                                      <p:to>
                                        <p:strVal val="visible"/>
                                      </p:to>
                                    </p:set>
                                  </p:childTnLst>
                                </p:cTn>
                              </p:par>
                            </p:childTnLst>
                          </p:cTn>
                        </p:par>
                      </p:childTnLst>
                    </p:cTn>
                  </p:par>
                  <p:par>
                    <p:cTn id="1319" fill="hold">
                      <p:stCondLst>
                        <p:cond delay="indefinite"/>
                      </p:stCondLst>
                      <p:childTnLst>
                        <p:par>
                          <p:cTn id="1320" fill="hold">
                            <p:stCondLst>
                              <p:cond delay="0"/>
                            </p:stCondLst>
                            <p:childTnLst>
                              <p:par>
                                <p:cTn id="1321" presetID="1" presetClass="entr" presetSubtype="0" fill="hold" nodeType="clickEffect">
                                  <p:stCondLst>
                                    <p:cond delay="0"/>
                                  </p:stCondLst>
                                  <p:childTnLst>
                                    <p:set>
                                      <p:cBhvr>
                                        <p:cTn id="1322" dur="1" fill="hold">
                                          <p:stCondLst>
                                            <p:cond delay="0"/>
                                          </p:stCondLst>
                                        </p:cTn>
                                        <p:tgtEl>
                                          <p:spTgt spid="123">
                                            <p:txEl>
                                              <p:pRg st="5" end="5"/>
                                            </p:txEl>
                                          </p:spTgt>
                                        </p:tgtEl>
                                        <p:attrNameLst>
                                          <p:attrName>style.visibility</p:attrName>
                                        </p:attrNameLst>
                                      </p:cBhvr>
                                      <p:to>
                                        <p:strVal val="visible"/>
                                      </p:to>
                                    </p:set>
                                  </p:childTnLst>
                                </p:cTn>
                              </p:par>
                            </p:childTnLst>
                          </p:cTn>
                        </p:par>
                      </p:childTnLst>
                    </p:cTn>
                  </p:par>
                  <p:par>
                    <p:cTn id="1323" fill="hold">
                      <p:stCondLst>
                        <p:cond delay="indefinite"/>
                      </p:stCondLst>
                      <p:childTnLst>
                        <p:par>
                          <p:cTn id="1324" fill="hold">
                            <p:stCondLst>
                              <p:cond delay="0"/>
                            </p:stCondLst>
                            <p:childTnLst>
                              <p:par>
                                <p:cTn id="1325" presetID="1" presetClass="entr" presetSubtype="0" fill="hold" nodeType="clickEffect">
                                  <p:stCondLst>
                                    <p:cond delay="0"/>
                                  </p:stCondLst>
                                  <p:childTnLst>
                                    <p:set>
                                      <p:cBhvr>
                                        <p:cTn id="1326" dur="1" fill="hold">
                                          <p:stCondLst>
                                            <p:cond delay="0"/>
                                          </p:stCondLst>
                                        </p:cTn>
                                        <p:tgtEl>
                                          <p:spTgt spid="123">
                                            <p:txEl>
                                              <p:pRg st="6" end="6"/>
                                            </p:txEl>
                                          </p:spTgt>
                                        </p:tgtEl>
                                        <p:attrNameLst>
                                          <p:attrName>style.visibility</p:attrName>
                                        </p:attrNameLst>
                                      </p:cBhvr>
                                      <p:to>
                                        <p:strVal val="visible"/>
                                      </p:to>
                                    </p:set>
                                  </p:childTnLst>
                                </p:cTn>
                              </p:par>
                            </p:childTnLst>
                          </p:cTn>
                        </p:par>
                      </p:childTnLst>
                    </p:cTn>
                  </p:par>
                  <p:par>
                    <p:cTn id="1327" fill="hold">
                      <p:stCondLst>
                        <p:cond delay="indefinite"/>
                      </p:stCondLst>
                      <p:childTnLst>
                        <p:par>
                          <p:cTn id="1328" fill="hold">
                            <p:stCondLst>
                              <p:cond delay="0"/>
                            </p:stCondLst>
                            <p:childTnLst>
                              <p:par>
                                <p:cTn id="1329" presetID="1" presetClass="entr" presetSubtype="0" fill="hold" nodeType="clickEffect">
                                  <p:stCondLst>
                                    <p:cond delay="0"/>
                                  </p:stCondLst>
                                  <p:childTnLst>
                                    <p:set>
                                      <p:cBhvr>
                                        <p:cTn id="1330" dur="1" fill="hold">
                                          <p:stCondLst>
                                            <p:cond delay="0"/>
                                          </p:stCondLst>
                                        </p:cTn>
                                        <p:tgtEl>
                                          <p:spTgt spid="123">
                                            <p:txEl>
                                              <p:pRg st="7" end="7"/>
                                            </p:txEl>
                                          </p:spTgt>
                                        </p:tgtEl>
                                        <p:attrNameLst>
                                          <p:attrName>style.visibility</p:attrName>
                                        </p:attrNameLst>
                                      </p:cBhvr>
                                      <p:to>
                                        <p:strVal val="visible"/>
                                      </p:to>
                                    </p:set>
                                  </p:childTnLst>
                                </p:cTn>
                              </p:par>
                            </p:childTnLst>
                          </p:cTn>
                        </p:par>
                      </p:childTnLst>
                    </p:cTn>
                  </p:par>
                  <p:par>
                    <p:cTn id="1331" fill="hold">
                      <p:stCondLst>
                        <p:cond delay="indefinite"/>
                      </p:stCondLst>
                      <p:childTnLst>
                        <p:par>
                          <p:cTn id="1332" fill="hold">
                            <p:stCondLst>
                              <p:cond delay="0"/>
                            </p:stCondLst>
                            <p:childTnLst>
                              <p:par>
                                <p:cTn id="1333" presetID="1" presetClass="entr" presetSubtype="0" fill="hold" nodeType="clickEffect">
                                  <p:stCondLst>
                                    <p:cond delay="0"/>
                                  </p:stCondLst>
                                  <p:childTnLst>
                                    <p:set>
                                      <p:cBhvr>
                                        <p:cTn id="1334" dur="1" fill="hold">
                                          <p:stCondLst>
                                            <p:cond delay="0"/>
                                          </p:stCondLst>
                                        </p:cTn>
                                        <p:tgtEl>
                                          <p:spTgt spid="123">
                                            <p:txEl>
                                              <p:pRg st="8" end="8"/>
                                            </p:txEl>
                                          </p:spTgt>
                                        </p:tgtEl>
                                        <p:attrNameLst>
                                          <p:attrName>style.visibility</p:attrName>
                                        </p:attrNameLst>
                                      </p:cBhvr>
                                      <p:to>
                                        <p:strVal val="visible"/>
                                      </p:to>
                                    </p:set>
                                  </p:childTnLst>
                                </p:cTn>
                              </p:par>
                            </p:childTnLst>
                          </p:cTn>
                        </p:par>
                      </p:childTnLst>
                    </p:cTn>
                  </p:par>
                  <p:par>
                    <p:cTn id="1335" fill="hold">
                      <p:stCondLst>
                        <p:cond delay="indefinite"/>
                      </p:stCondLst>
                      <p:childTnLst>
                        <p:par>
                          <p:cTn id="1336" fill="hold">
                            <p:stCondLst>
                              <p:cond delay="0"/>
                            </p:stCondLst>
                            <p:childTnLst>
                              <p:par>
                                <p:cTn id="1337" presetID="1" presetClass="entr" presetSubtype="0" fill="hold" nodeType="clickEffect">
                                  <p:stCondLst>
                                    <p:cond delay="0"/>
                                  </p:stCondLst>
                                  <p:childTnLst>
                                    <p:set>
                                      <p:cBhvr>
                                        <p:cTn id="1338" dur="1" fill="hold">
                                          <p:stCondLst>
                                            <p:cond delay="0"/>
                                          </p:stCondLst>
                                        </p:cTn>
                                        <p:tgtEl>
                                          <p:spTgt spid="124">
                                            <p:txEl>
                                              <p:pRg st="0" end="0"/>
                                            </p:txEl>
                                          </p:spTgt>
                                        </p:tgtEl>
                                        <p:attrNameLst>
                                          <p:attrName>style.visibility</p:attrName>
                                        </p:attrNameLst>
                                      </p:cBhvr>
                                      <p:to>
                                        <p:strVal val="visible"/>
                                      </p:to>
                                    </p:set>
                                  </p:childTnLst>
                                </p:cTn>
                              </p:par>
                            </p:childTnLst>
                          </p:cTn>
                        </p:par>
                      </p:childTnLst>
                    </p:cTn>
                  </p:par>
                  <p:par>
                    <p:cTn id="1339" fill="hold">
                      <p:stCondLst>
                        <p:cond delay="indefinite"/>
                      </p:stCondLst>
                      <p:childTnLst>
                        <p:par>
                          <p:cTn id="1340" fill="hold">
                            <p:stCondLst>
                              <p:cond delay="0"/>
                            </p:stCondLst>
                            <p:childTnLst>
                              <p:par>
                                <p:cTn id="1341" presetID="1" presetClass="entr" presetSubtype="0" fill="hold" nodeType="clickEffect">
                                  <p:stCondLst>
                                    <p:cond delay="0"/>
                                  </p:stCondLst>
                                  <p:childTnLst>
                                    <p:set>
                                      <p:cBhvr>
                                        <p:cTn id="1342" dur="1" fill="hold">
                                          <p:stCondLst>
                                            <p:cond delay="0"/>
                                          </p:stCondLst>
                                        </p:cTn>
                                        <p:tgtEl>
                                          <p:spTgt spid="124">
                                            <p:txEl>
                                              <p:pRg st="1" end="1"/>
                                            </p:txEl>
                                          </p:spTgt>
                                        </p:tgtEl>
                                        <p:attrNameLst>
                                          <p:attrName>style.visibility</p:attrName>
                                        </p:attrNameLst>
                                      </p:cBhvr>
                                      <p:to>
                                        <p:strVal val="visible"/>
                                      </p:to>
                                    </p:set>
                                  </p:childTnLst>
                                </p:cTn>
                              </p:par>
                            </p:childTnLst>
                          </p:cTn>
                        </p:par>
                      </p:childTnLst>
                    </p:cTn>
                  </p:par>
                  <p:par>
                    <p:cTn id="1343" fill="hold">
                      <p:stCondLst>
                        <p:cond delay="indefinite"/>
                      </p:stCondLst>
                      <p:childTnLst>
                        <p:par>
                          <p:cTn id="1344" fill="hold">
                            <p:stCondLst>
                              <p:cond delay="0"/>
                            </p:stCondLst>
                            <p:childTnLst>
                              <p:par>
                                <p:cTn id="1345" presetID="1" presetClass="entr" presetSubtype="0" fill="hold" nodeType="clickEffect">
                                  <p:stCondLst>
                                    <p:cond delay="0"/>
                                  </p:stCondLst>
                                  <p:childTnLst>
                                    <p:set>
                                      <p:cBhvr>
                                        <p:cTn id="1346" dur="1" fill="hold">
                                          <p:stCondLst>
                                            <p:cond delay="0"/>
                                          </p:stCondLst>
                                        </p:cTn>
                                        <p:tgtEl>
                                          <p:spTgt spid="124">
                                            <p:txEl>
                                              <p:pRg st="2" end="2"/>
                                            </p:txEl>
                                          </p:spTgt>
                                        </p:tgtEl>
                                        <p:attrNameLst>
                                          <p:attrName>style.visibility</p:attrName>
                                        </p:attrNameLst>
                                      </p:cBhvr>
                                      <p:to>
                                        <p:strVal val="visible"/>
                                      </p:to>
                                    </p:set>
                                  </p:childTnLst>
                                </p:cTn>
                              </p:par>
                            </p:childTnLst>
                          </p:cTn>
                        </p:par>
                      </p:childTnLst>
                    </p:cTn>
                  </p:par>
                  <p:par>
                    <p:cTn id="1347" fill="hold">
                      <p:stCondLst>
                        <p:cond delay="indefinite"/>
                      </p:stCondLst>
                      <p:childTnLst>
                        <p:par>
                          <p:cTn id="1348" fill="hold">
                            <p:stCondLst>
                              <p:cond delay="0"/>
                            </p:stCondLst>
                            <p:childTnLst>
                              <p:par>
                                <p:cTn id="1349" presetID="1" presetClass="entr" presetSubtype="0" fill="hold" nodeType="clickEffect">
                                  <p:stCondLst>
                                    <p:cond delay="0"/>
                                  </p:stCondLst>
                                  <p:childTnLst>
                                    <p:set>
                                      <p:cBhvr>
                                        <p:cTn id="1350" dur="1" fill="hold">
                                          <p:stCondLst>
                                            <p:cond delay="0"/>
                                          </p:stCondLst>
                                        </p:cTn>
                                        <p:tgtEl>
                                          <p:spTgt spid="124">
                                            <p:txEl>
                                              <p:pRg st="3" end="3"/>
                                            </p:txEl>
                                          </p:spTgt>
                                        </p:tgtEl>
                                        <p:attrNameLst>
                                          <p:attrName>style.visibility</p:attrName>
                                        </p:attrNameLst>
                                      </p:cBhvr>
                                      <p:to>
                                        <p:strVal val="visible"/>
                                      </p:to>
                                    </p:set>
                                  </p:childTnLst>
                                </p:cTn>
                              </p:par>
                            </p:childTnLst>
                          </p:cTn>
                        </p:par>
                      </p:childTnLst>
                    </p:cTn>
                  </p:par>
                  <p:par>
                    <p:cTn id="1351" fill="hold">
                      <p:stCondLst>
                        <p:cond delay="indefinite"/>
                      </p:stCondLst>
                      <p:childTnLst>
                        <p:par>
                          <p:cTn id="1352" fill="hold">
                            <p:stCondLst>
                              <p:cond delay="0"/>
                            </p:stCondLst>
                            <p:childTnLst>
                              <p:par>
                                <p:cTn id="1353" presetID="1" presetClass="entr" presetSubtype="0" fill="hold" nodeType="clickEffect">
                                  <p:stCondLst>
                                    <p:cond delay="0"/>
                                  </p:stCondLst>
                                  <p:childTnLst>
                                    <p:set>
                                      <p:cBhvr>
                                        <p:cTn id="1354" dur="1" fill="hold">
                                          <p:stCondLst>
                                            <p:cond delay="0"/>
                                          </p:stCondLst>
                                        </p:cTn>
                                        <p:tgtEl>
                                          <p:spTgt spid="124">
                                            <p:txEl>
                                              <p:pRg st="4" end="4"/>
                                            </p:txEl>
                                          </p:spTgt>
                                        </p:tgtEl>
                                        <p:attrNameLst>
                                          <p:attrName>style.visibility</p:attrName>
                                        </p:attrNameLst>
                                      </p:cBhvr>
                                      <p:to>
                                        <p:strVal val="visible"/>
                                      </p:to>
                                    </p:set>
                                  </p:childTnLst>
                                </p:cTn>
                              </p:par>
                            </p:childTnLst>
                          </p:cTn>
                        </p:par>
                      </p:childTnLst>
                    </p:cTn>
                  </p:par>
                  <p:par>
                    <p:cTn id="1355" fill="hold">
                      <p:stCondLst>
                        <p:cond delay="indefinite"/>
                      </p:stCondLst>
                      <p:childTnLst>
                        <p:par>
                          <p:cTn id="1356" fill="hold">
                            <p:stCondLst>
                              <p:cond delay="0"/>
                            </p:stCondLst>
                            <p:childTnLst>
                              <p:par>
                                <p:cTn id="1357" presetID="1" presetClass="entr" presetSubtype="0" fill="hold" nodeType="clickEffect">
                                  <p:stCondLst>
                                    <p:cond delay="0"/>
                                  </p:stCondLst>
                                  <p:childTnLst>
                                    <p:set>
                                      <p:cBhvr>
                                        <p:cTn id="1358" dur="1" fill="hold">
                                          <p:stCondLst>
                                            <p:cond delay="0"/>
                                          </p:stCondLst>
                                        </p:cTn>
                                        <p:tgtEl>
                                          <p:spTgt spid="124">
                                            <p:txEl>
                                              <p:pRg st="5" end="5"/>
                                            </p:txEl>
                                          </p:spTgt>
                                        </p:tgtEl>
                                        <p:attrNameLst>
                                          <p:attrName>style.visibility</p:attrName>
                                        </p:attrNameLst>
                                      </p:cBhvr>
                                      <p:to>
                                        <p:strVal val="visible"/>
                                      </p:to>
                                    </p:set>
                                  </p:childTnLst>
                                </p:cTn>
                              </p:par>
                            </p:childTnLst>
                          </p:cTn>
                        </p:par>
                      </p:childTnLst>
                    </p:cTn>
                  </p:par>
                  <p:par>
                    <p:cTn id="1359" fill="hold">
                      <p:stCondLst>
                        <p:cond delay="indefinite"/>
                      </p:stCondLst>
                      <p:childTnLst>
                        <p:par>
                          <p:cTn id="1360" fill="hold">
                            <p:stCondLst>
                              <p:cond delay="0"/>
                            </p:stCondLst>
                            <p:childTnLst>
                              <p:par>
                                <p:cTn id="1361" presetID="1" presetClass="entr" presetSubtype="0" fill="hold" nodeType="clickEffect">
                                  <p:stCondLst>
                                    <p:cond delay="0"/>
                                  </p:stCondLst>
                                  <p:childTnLst>
                                    <p:set>
                                      <p:cBhvr>
                                        <p:cTn id="1362" dur="1" fill="hold">
                                          <p:stCondLst>
                                            <p:cond delay="0"/>
                                          </p:stCondLst>
                                        </p:cTn>
                                        <p:tgtEl>
                                          <p:spTgt spid="124">
                                            <p:txEl>
                                              <p:pRg st="6" end="6"/>
                                            </p:txEl>
                                          </p:spTgt>
                                        </p:tgtEl>
                                        <p:attrNameLst>
                                          <p:attrName>style.visibility</p:attrName>
                                        </p:attrNameLst>
                                      </p:cBhvr>
                                      <p:to>
                                        <p:strVal val="visible"/>
                                      </p:to>
                                    </p:set>
                                  </p:childTnLst>
                                </p:cTn>
                              </p:par>
                            </p:childTnLst>
                          </p:cTn>
                        </p:par>
                      </p:childTnLst>
                    </p:cTn>
                  </p:par>
                  <p:par>
                    <p:cTn id="1363" fill="hold">
                      <p:stCondLst>
                        <p:cond delay="indefinite"/>
                      </p:stCondLst>
                      <p:childTnLst>
                        <p:par>
                          <p:cTn id="1364" fill="hold">
                            <p:stCondLst>
                              <p:cond delay="0"/>
                            </p:stCondLst>
                            <p:childTnLst>
                              <p:par>
                                <p:cTn id="1365" presetID="1" presetClass="entr" presetSubtype="0" fill="hold" nodeType="clickEffect">
                                  <p:stCondLst>
                                    <p:cond delay="0"/>
                                  </p:stCondLst>
                                  <p:childTnLst>
                                    <p:set>
                                      <p:cBhvr>
                                        <p:cTn id="1366" dur="1" fill="hold">
                                          <p:stCondLst>
                                            <p:cond delay="0"/>
                                          </p:stCondLst>
                                        </p:cTn>
                                        <p:tgtEl>
                                          <p:spTgt spid="124">
                                            <p:txEl>
                                              <p:pRg st="7" end="7"/>
                                            </p:txEl>
                                          </p:spTgt>
                                        </p:tgtEl>
                                        <p:attrNameLst>
                                          <p:attrName>style.visibility</p:attrName>
                                        </p:attrNameLst>
                                      </p:cBhvr>
                                      <p:to>
                                        <p:strVal val="visible"/>
                                      </p:to>
                                    </p:set>
                                  </p:childTnLst>
                                </p:cTn>
                              </p:par>
                            </p:childTnLst>
                          </p:cTn>
                        </p:par>
                      </p:childTnLst>
                    </p:cTn>
                  </p:par>
                  <p:par>
                    <p:cTn id="1367" fill="hold">
                      <p:stCondLst>
                        <p:cond delay="indefinite"/>
                      </p:stCondLst>
                      <p:childTnLst>
                        <p:par>
                          <p:cTn id="1368" fill="hold">
                            <p:stCondLst>
                              <p:cond delay="0"/>
                            </p:stCondLst>
                            <p:childTnLst>
                              <p:par>
                                <p:cTn id="1369" presetID="1" presetClass="entr" presetSubtype="0" fill="hold" nodeType="clickEffect">
                                  <p:stCondLst>
                                    <p:cond delay="0"/>
                                  </p:stCondLst>
                                  <p:childTnLst>
                                    <p:set>
                                      <p:cBhvr>
                                        <p:cTn id="1370" dur="1" fill="hold">
                                          <p:stCondLst>
                                            <p:cond delay="0"/>
                                          </p:stCondLst>
                                        </p:cTn>
                                        <p:tgtEl>
                                          <p:spTgt spid="124">
                                            <p:txEl>
                                              <p:pRg st="8" end="8"/>
                                            </p:txEl>
                                          </p:spTgt>
                                        </p:tgtEl>
                                        <p:attrNameLst>
                                          <p:attrName>style.visibility</p:attrName>
                                        </p:attrNameLst>
                                      </p:cBhvr>
                                      <p:to>
                                        <p:strVal val="visible"/>
                                      </p:to>
                                    </p:set>
                                  </p:childTnLst>
                                </p:cTn>
                              </p:par>
                            </p:childTnLst>
                          </p:cTn>
                        </p:par>
                      </p:childTnLst>
                    </p:cTn>
                  </p:par>
                  <p:par>
                    <p:cTn id="1371" fill="hold">
                      <p:stCondLst>
                        <p:cond delay="indefinite"/>
                      </p:stCondLst>
                      <p:childTnLst>
                        <p:par>
                          <p:cTn id="1372" fill="hold">
                            <p:stCondLst>
                              <p:cond delay="0"/>
                            </p:stCondLst>
                            <p:childTnLst>
                              <p:par>
                                <p:cTn id="1373" presetID="1" presetClass="entr" presetSubtype="0" fill="hold" nodeType="clickEffect">
                                  <p:stCondLst>
                                    <p:cond delay="0"/>
                                  </p:stCondLst>
                                  <p:childTnLst>
                                    <p:set>
                                      <p:cBhvr>
                                        <p:cTn id="1374" dur="1" fill="hold">
                                          <p:stCondLst>
                                            <p:cond delay="0"/>
                                          </p:stCondLst>
                                        </p:cTn>
                                        <p:tgtEl>
                                          <p:spTgt spid="125">
                                            <p:txEl>
                                              <p:pRg st="0" end="0"/>
                                            </p:txEl>
                                          </p:spTgt>
                                        </p:tgtEl>
                                        <p:attrNameLst>
                                          <p:attrName>style.visibility</p:attrName>
                                        </p:attrNameLst>
                                      </p:cBhvr>
                                      <p:to>
                                        <p:strVal val="visible"/>
                                      </p:to>
                                    </p:set>
                                  </p:childTnLst>
                                </p:cTn>
                              </p:par>
                            </p:childTnLst>
                          </p:cTn>
                        </p:par>
                      </p:childTnLst>
                    </p:cTn>
                  </p:par>
                  <p:par>
                    <p:cTn id="1375" fill="hold">
                      <p:stCondLst>
                        <p:cond delay="indefinite"/>
                      </p:stCondLst>
                      <p:childTnLst>
                        <p:par>
                          <p:cTn id="1376" fill="hold">
                            <p:stCondLst>
                              <p:cond delay="0"/>
                            </p:stCondLst>
                            <p:childTnLst>
                              <p:par>
                                <p:cTn id="1377" presetID="1" presetClass="entr" presetSubtype="0" fill="hold" nodeType="clickEffect">
                                  <p:stCondLst>
                                    <p:cond delay="0"/>
                                  </p:stCondLst>
                                  <p:childTnLst>
                                    <p:set>
                                      <p:cBhvr>
                                        <p:cTn id="1378" dur="1" fill="hold">
                                          <p:stCondLst>
                                            <p:cond delay="0"/>
                                          </p:stCondLst>
                                        </p:cTn>
                                        <p:tgtEl>
                                          <p:spTgt spid="125">
                                            <p:txEl>
                                              <p:pRg st="1" end="1"/>
                                            </p:txEl>
                                          </p:spTgt>
                                        </p:tgtEl>
                                        <p:attrNameLst>
                                          <p:attrName>style.visibility</p:attrName>
                                        </p:attrNameLst>
                                      </p:cBhvr>
                                      <p:to>
                                        <p:strVal val="visible"/>
                                      </p:to>
                                    </p:set>
                                  </p:childTnLst>
                                </p:cTn>
                              </p:par>
                            </p:childTnLst>
                          </p:cTn>
                        </p:par>
                      </p:childTnLst>
                    </p:cTn>
                  </p:par>
                  <p:par>
                    <p:cTn id="1379" fill="hold">
                      <p:stCondLst>
                        <p:cond delay="indefinite"/>
                      </p:stCondLst>
                      <p:childTnLst>
                        <p:par>
                          <p:cTn id="1380" fill="hold">
                            <p:stCondLst>
                              <p:cond delay="0"/>
                            </p:stCondLst>
                            <p:childTnLst>
                              <p:par>
                                <p:cTn id="1381" presetID="1" presetClass="entr" presetSubtype="0" fill="hold" nodeType="clickEffect">
                                  <p:stCondLst>
                                    <p:cond delay="0"/>
                                  </p:stCondLst>
                                  <p:childTnLst>
                                    <p:set>
                                      <p:cBhvr>
                                        <p:cTn id="1382" dur="1" fill="hold">
                                          <p:stCondLst>
                                            <p:cond delay="0"/>
                                          </p:stCondLst>
                                        </p:cTn>
                                        <p:tgtEl>
                                          <p:spTgt spid="125">
                                            <p:txEl>
                                              <p:pRg st="2" end="2"/>
                                            </p:txEl>
                                          </p:spTgt>
                                        </p:tgtEl>
                                        <p:attrNameLst>
                                          <p:attrName>style.visibility</p:attrName>
                                        </p:attrNameLst>
                                      </p:cBhvr>
                                      <p:to>
                                        <p:strVal val="visible"/>
                                      </p:to>
                                    </p:set>
                                  </p:childTnLst>
                                </p:cTn>
                              </p:par>
                            </p:childTnLst>
                          </p:cTn>
                        </p:par>
                      </p:childTnLst>
                    </p:cTn>
                  </p:par>
                  <p:par>
                    <p:cTn id="1383" fill="hold">
                      <p:stCondLst>
                        <p:cond delay="indefinite"/>
                      </p:stCondLst>
                      <p:childTnLst>
                        <p:par>
                          <p:cTn id="1384" fill="hold">
                            <p:stCondLst>
                              <p:cond delay="0"/>
                            </p:stCondLst>
                            <p:childTnLst>
                              <p:par>
                                <p:cTn id="1385" presetID="1" presetClass="entr" presetSubtype="0" fill="hold" nodeType="clickEffect">
                                  <p:stCondLst>
                                    <p:cond delay="0"/>
                                  </p:stCondLst>
                                  <p:childTnLst>
                                    <p:set>
                                      <p:cBhvr>
                                        <p:cTn id="1386" dur="1" fill="hold">
                                          <p:stCondLst>
                                            <p:cond delay="0"/>
                                          </p:stCondLst>
                                        </p:cTn>
                                        <p:tgtEl>
                                          <p:spTgt spid="125">
                                            <p:txEl>
                                              <p:pRg st="3" end="3"/>
                                            </p:txEl>
                                          </p:spTgt>
                                        </p:tgtEl>
                                        <p:attrNameLst>
                                          <p:attrName>style.visibility</p:attrName>
                                        </p:attrNameLst>
                                      </p:cBhvr>
                                      <p:to>
                                        <p:strVal val="visible"/>
                                      </p:to>
                                    </p:set>
                                  </p:childTnLst>
                                </p:cTn>
                              </p:par>
                            </p:childTnLst>
                          </p:cTn>
                        </p:par>
                      </p:childTnLst>
                    </p:cTn>
                  </p:par>
                  <p:par>
                    <p:cTn id="1387" fill="hold">
                      <p:stCondLst>
                        <p:cond delay="indefinite"/>
                      </p:stCondLst>
                      <p:childTnLst>
                        <p:par>
                          <p:cTn id="1388" fill="hold">
                            <p:stCondLst>
                              <p:cond delay="0"/>
                            </p:stCondLst>
                            <p:childTnLst>
                              <p:par>
                                <p:cTn id="1389" presetID="1" presetClass="entr" presetSubtype="0" fill="hold" nodeType="clickEffect">
                                  <p:stCondLst>
                                    <p:cond delay="0"/>
                                  </p:stCondLst>
                                  <p:childTnLst>
                                    <p:set>
                                      <p:cBhvr>
                                        <p:cTn id="1390" dur="1" fill="hold">
                                          <p:stCondLst>
                                            <p:cond delay="0"/>
                                          </p:stCondLst>
                                        </p:cTn>
                                        <p:tgtEl>
                                          <p:spTgt spid="125">
                                            <p:txEl>
                                              <p:pRg st="4" end="4"/>
                                            </p:txEl>
                                          </p:spTgt>
                                        </p:tgtEl>
                                        <p:attrNameLst>
                                          <p:attrName>style.visibility</p:attrName>
                                        </p:attrNameLst>
                                      </p:cBhvr>
                                      <p:to>
                                        <p:strVal val="visible"/>
                                      </p:to>
                                    </p:set>
                                  </p:childTnLst>
                                </p:cTn>
                              </p:par>
                            </p:childTnLst>
                          </p:cTn>
                        </p:par>
                      </p:childTnLst>
                    </p:cTn>
                  </p:par>
                  <p:par>
                    <p:cTn id="1391" fill="hold">
                      <p:stCondLst>
                        <p:cond delay="indefinite"/>
                      </p:stCondLst>
                      <p:childTnLst>
                        <p:par>
                          <p:cTn id="1392" fill="hold">
                            <p:stCondLst>
                              <p:cond delay="0"/>
                            </p:stCondLst>
                            <p:childTnLst>
                              <p:par>
                                <p:cTn id="1393" presetID="1" presetClass="entr" presetSubtype="0" fill="hold" nodeType="clickEffect">
                                  <p:stCondLst>
                                    <p:cond delay="0"/>
                                  </p:stCondLst>
                                  <p:childTnLst>
                                    <p:set>
                                      <p:cBhvr>
                                        <p:cTn id="1394" dur="1" fill="hold">
                                          <p:stCondLst>
                                            <p:cond delay="0"/>
                                          </p:stCondLst>
                                        </p:cTn>
                                        <p:tgtEl>
                                          <p:spTgt spid="125">
                                            <p:txEl>
                                              <p:pRg st="5" end="5"/>
                                            </p:txEl>
                                          </p:spTgt>
                                        </p:tgtEl>
                                        <p:attrNameLst>
                                          <p:attrName>style.visibility</p:attrName>
                                        </p:attrNameLst>
                                      </p:cBhvr>
                                      <p:to>
                                        <p:strVal val="visible"/>
                                      </p:to>
                                    </p:set>
                                  </p:childTnLst>
                                </p:cTn>
                              </p:par>
                            </p:childTnLst>
                          </p:cTn>
                        </p:par>
                      </p:childTnLst>
                    </p:cTn>
                  </p:par>
                  <p:par>
                    <p:cTn id="1395" fill="hold">
                      <p:stCondLst>
                        <p:cond delay="indefinite"/>
                      </p:stCondLst>
                      <p:childTnLst>
                        <p:par>
                          <p:cTn id="1396" fill="hold">
                            <p:stCondLst>
                              <p:cond delay="0"/>
                            </p:stCondLst>
                            <p:childTnLst>
                              <p:par>
                                <p:cTn id="1397" presetID="1" presetClass="entr" presetSubtype="0" fill="hold" nodeType="clickEffect">
                                  <p:stCondLst>
                                    <p:cond delay="0"/>
                                  </p:stCondLst>
                                  <p:childTnLst>
                                    <p:set>
                                      <p:cBhvr>
                                        <p:cTn id="1398" dur="1" fill="hold">
                                          <p:stCondLst>
                                            <p:cond delay="0"/>
                                          </p:stCondLst>
                                        </p:cTn>
                                        <p:tgtEl>
                                          <p:spTgt spid="125">
                                            <p:txEl>
                                              <p:pRg st="6" end="6"/>
                                            </p:txEl>
                                          </p:spTgt>
                                        </p:tgtEl>
                                        <p:attrNameLst>
                                          <p:attrName>style.visibility</p:attrName>
                                        </p:attrNameLst>
                                      </p:cBhvr>
                                      <p:to>
                                        <p:strVal val="visible"/>
                                      </p:to>
                                    </p:set>
                                  </p:childTnLst>
                                </p:cTn>
                              </p:par>
                            </p:childTnLst>
                          </p:cTn>
                        </p:par>
                      </p:childTnLst>
                    </p:cTn>
                  </p:par>
                  <p:par>
                    <p:cTn id="1399" fill="hold">
                      <p:stCondLst>
                        <p:cond delay="indefinite"/>
                      </p:stCondLst>
                      <p:childTnLst>
                        <p:par>
                          <p:cTn id="1400" fill="hold">
                            <p:stCondLst>
                              <p:cond delay="0"/>
                            </p:stCondLst>
                            <p:childTnLst>
                              <p:par>
                                <p:cTn id="1401" presetID="1" presetClass="entr" presetSubtype="0" fill="hold" nodeType="clickEffect">
                                  <p:stCondLst>
                                    <p:cond delay="0"/>
                                  </p:stCondLst>
                                  <p:childTnLst>
                                    <p:set>
                                      <p:cBhvr>
                                        <p:cTn id="1402" dur="1" fill="hold">
                                          <p:stCondLst>
                                            <p:cond delay="0"/>
                                          </p:stCondLst>
                                        </p:cTn>
                                        <p:tgtEl>
                                          <p:spTgt spid="125">
                                            <p:txEl>
                                              <p:pRg st="7" end="7"/>
                                            </p:txEl>
                                          </p:spTgt>
                                        </p:tgtEl>
                                        <p:attrNameLst>
                                          <p:attrName>style.visibility</p:attrName>
                                        </p:attrNameLst>
                                      </p:cBhvr>
                                      <p:to>
                                        <p:strVal val="visible"/>
                                      </p:to>
                                    </p:set>
                                  </p:childTnLst>
                                </p:cTn>
                              </p:par>
                            </p:childTnLst>
                          </p:cTn>
                        </p:par>
                      </p:childTnLst>
                    </p:cTn>
                  </p:par>
                  <p:par>
                    <p:cTn id="1403" fill="hold">
                      <p:stCondLst>
                        <p:cond delay="indefinite"/>
                      </p:stCondLst>
                      <p:childTnLst>
                        <p:par>
                          <p:cTn id="1404" fill="hold">
                            <p:stCondLst>
                              <p:cond delay="0"/>
                            </p:stCondLst>
                            <p:childTnLst>
                              <p:par>
                                <p:cTn id="1405" presetID="1" presetClass="entr" presetSubtype="0" fill="hold" nodeType="clickEffect">
                                  <p:stCondLst>
                                    <p:cond delay="0"/>
                                  </p:stCondLst>
                                  <p:childTnLst>
                                    <p:set>
                                      <p:cBhvr>
                                        <p:cTn id="1406" dur="1" fill="hold">
                                          <p:stCondLst>
                                            <p:cond delay="0"/>
                                          </p:stCondLst>
                                        </p:cTn>
                                        <p:tgtEl>
                                          <p:spTgt spid="125">
                                            <p:txEl>
                                              <p:pRg st="8" end="8"/>
                                            </p:txEl>
                                          </p:spTgt>
                                        </p:tgtEl>
                                        <p:attrNameLst>
                                          <p:attrName>style.visibility</p:attrName>
                                        </p:attrNameLst>
                                      </p:cBhvr>
                                      <p:to>
                                        <p:strVal val="visible"/>
                                      </p:to>
                                    </p:set>
                                  </p:childTnLst>
                                </p:cTn>
                              </p:par>
                            </p:childTnLst>
                          </p:cTn>
                        </p:par>
                      </p:childTnLst>
                    </p:cTn>
                  </p:par>
                  <p:par>
                    <p:cTn id="1407" fill="hold">
                      <p:stCondLst>
                        <p:cond delay="indefinite"/>
                      </p:stCondLst>
                      <p:childTnLst>
                        <p:par>
                          <p:cTn id="1408" fill="hold">
                            <p:stCondLst>
                              <p:cond delay="0"/>
                            </p:stCondLst>
                            <p:childTnLst>
                              <p:par>
                                <p:cTn id="1409" presetID="1" presetClass="entr" presetSubtype="0" fill="hold" nodeType="clickEffect">
                                  <p:stCondLst>
                                    <p:cond delay="0"/>
                                  </p:stCondLst>
                                  <p:childTnLst>
                                    <p:set>
                                      <p:cBhvr>
                                        <p:cTn id="1410" dur="1" fill="hold">
                                          <p:stCondLst>
                                            <p:cond delay="0"/>
                                          </p:stCondLst>
                                        </p:cTn>
                                        <p:tgtEl>
                                          <p:spTgt spid="126">
                                            <p:txEl>
                                              <p:pRg st="0" end="0"/>
                                            </p:txEl>
                                          </p:spTgt>
                                        </p:tgtEl>
                                        <p:attrNameLst>
                                          <p:attrName>style.visibility</p:attrName>
                                        </p:attrNameLst>
                                      </p:cBhvr>
                                      <p:to>
                                        <p:strVal val="visible"/>
                                      </p:to>
                                    </p:set>
                                  </p:childTnLst>
                                </p:cTn>
                              </p:par>
                            </p:childTnLst>
                          </p:cTn>
                        </p:par>
                      </p:childTnLst>
                    </p:cTn>
                  </p:par>
                  <p:par>
                    <p:cTn id="1411" fill="hold">
                      <p:stCondLst>
                        <p:cond delay="indefinite"/>
                      </p:stCondLst>
                      <p:childTnLst>
                        <p:par>
                          <p:cTn id="1412" fill="hold">
                            <p:stCondLst>
                              <p:cond delay="0"/>
                            </p:stCondLst>
                            <p:childTnLst>
                              <p:par>
                                <p:cTn id="1413" presetID="1" presetClass="entr" presetSubtype="0" fill="hold" nodeType="clickEffect">
                                  <p:stCondLst>
                                    <p:cond delay="0"/>
                                  </p:stCondLst>
                                  <p:childTnLst>
                                    <p:set>
                                      <p:cBhvr>
                                        <p:cTn id="1414" dur="1" fill="hold">
                                          <p:stCondLst>
                                            <p:cond delay="0"/>
                                          </p:stCondLst>
                                        </p:cTn>
                                        <p:tgtEl>
                                          <p:spTgt spid="126">
                                            <p:txEl>
                                              <p:pRg st="1" end="1"/>
                                            </p:txEl>
                                          </p:spTgt>
                                        </p:tgtEl>
                                        <p:attrNameLst>
                                          <p:attrName>style.visibility</p:attrName>
                                        </p:attrNameLst>
                                      </p:cBhvr>
                                      <p:to>
                                        <p:strVal val="visible"/>
                                      </p:to>
                                    </p:set>
                                  </p:childTnLst>
                                </p:cTn>
                              </p:par>
                            </p:childTnLst>
                          </p:cTn>
                        </p:par>
                      </p:childTnLst>
                    </p:cTn>
                  </p:par>
                  <p:par>
                    <p:cTn id="1415" fill="hold">
                      <p:stCondLst>
                        <p:cond delay="indefinite"/>
                      </p:stCondLst>
                      <p:childTnLst>
                        <p:par>
                          <p:cTn id="1416" fill="hold">
                            <p:stCondLst>
                              <p:cond delay="0"/>
                            </p:stCondLst>
                            <p:childTnLst>
                              <p:par>
                                <p:cTn id="1417" presetID="1" presetClass="entr" presetSubtype="0" fill="hold" nodeType="clickEffect">
                                  <p:stCondLst>
                                    <p:cond delay="0"/>
                                  </p:stCondLst>
                                  <p:childTnLst>
                                    <p:set>
                                      <p:cBhvr>
                                        <p:cTn id="1418" dur="1" fill="hold">
                                          <p:stCondLst>
                                            <p:cond delay="0"/>
                                          </p:stCondLst>
                                        </p:cTn>
                                        <p:tgtEl>
                                          <p:spTgt spid="126">
                                            <p:txEl>
                                              <p:pRg st="2" end="2"/>
                                            </p:txEl>
                                          </p:spTgt>
                                        </p:tgtEl>
                                        <p:attrNameLst>
                                          <p:attrName>style.visibility</p:attrName>
                                        </p:attrNameLst>
                                      </p:cBhvr>
                                      <p:to>
                                        <p:strVal val="visible"/>
                                      </p:to>
                                    </p:set>
                                  </p:childTnLst>
                                </p:cTn>
                              </p:par>
                            </p:childTnLst>
                          </p:cTn>
                        </p:par>
                      </p:childTnLst>
                    </p:cTn>
                  </p:par>
                  <p:par>
                    <p:cTn id="1419" fill="hold">
                      <p:stCondLst>
                        <p:cond delay="indefinite"/>
                      </p:stCondLst>
                      <p:childTnLst>
                        <p:par>
                          <p:cTn id="1420" fill="hold">
                            <p:stCondLst>
                              <p:cond delay="0"/>
                            </p:stCondLst>
                            <p:childTnLst>
                              <p:par>
                                <p:cTn id="1421" presetID="1" presetClass="entr" presetSubtype="0" fill="hold" nodeType="clickEffect">
                                  <p:stCondLst>
                                    <p:cond delay="0"/>
                                  </p:stCondLst>
                                  <p:childTnLst>
                                    <p:set>
                                      <p:cBhvr>
                                        <p:cTn id="1422" dur="1" fill="hold">
                                          <p:stCondLst>
                                            <p:cond delay="0"/>
                                          </p:stCondLst>
                                        </p:cTn>
                                        <p:tgtEl>
                                          <p:spTgt spid="126">
                                            <p:txEl>
                                              <p:pRg st="3" end="3"/>
                                            </p:txEl>
                                          </p:spTgt>
                                        </p:tgtEl>
                                        <p:attrNameLst>
                                          <p:attrName>style.visibility</p:attrName>
                                        </p:attrNameLst>
                                      </p:cBhvr>
                                      <p:to>
                                        <p:strVal val="visible"/>
                                      </p:to>
                                    </p:set>
                                  </p:childTnLst>
                                </p:cTn>
                              </p:par>
                            </p:childTnLst>
                          </p:cTn>
                        </p:par>
                      </p:childTnLst>
                    </p:cTn>
                  </p:par>
                  <p:par>
                    <p:cTn id="1423" fill="hold">
                      <p:stCondLst>
                        <p:cond delay="indefinite"/>
                      </p:stCondLst>
                      <p:childTnLst>
                        <p:par>
                          <p:cTn id="1424" fill="hold">
                            <p:stCondLst>
                              <p:cond delay="0"/>
                            </p:stCondLst>
                            <p:childTnLst>
                              <p:par>
                                <p:cTn id="1425" presetID="1" presetClass="entr" presetSubtype="0" fill="hold" nodeType="clickEffect">
                                  <p:stCondLst>
                                    <p:cond delay="0"/>
                                  </p:stCondLst>
                                  <p:childTnLst>
                                    <p:set>
                                      <p:cBhvr>
                                        <p:cTn id="1426" dur="1" fill="hold">
                                          <p:stCondLst>
                                            <p:cond delay="0"/>
                                          </p:stCondLst>
                                        </p:cTn>
                                        <p:tgtEl>
                                          <p:spTgt spid="126">
                                            <p:txEl>
                                              <p:pRg st="4" end="4"/>
                                            </p:txEl>
                                          </p:spTgt>
                                        </p:tgtEl>
                                        <p:attrNameLst>
                                          <p:attrName>style.visibility</p:attrName>
                                        </p:attrNameLst>
                                      </p:cBhvr>
                                      <p:to>
                                        <p:strVal val="visible"/>
                                      </p:to>
                                    </p:set>
                                  </p:childTnLst>
                                </p:cTn>
                              </p:par>
                            </p:childTnLst>
                          </p:cTn>
                        </p:par>
                      </p:childTnLst>
                    </p:cTn>
                  </p:par>
                  <p:par>
                    <p:cTn id="1427" fill="hold">
                      <p:stCondLst>
                        <p:cond delay="indefinite"/>
                      </p:stCondLst>
                      <p:childTnLst>
                        <p:par>
                          <p:cTn id="1428" fill="hold">
                            <p:stCondLst>
                              <p:cond delay="0"/>
                            </p:stCondLst>
                            <p:childTnLst>
                              <p:par>
                                <p:cTn id="1429" presetID="1" presetClass="entr" presetSubtype="0" fill="hold" nodeType="clickEffect">
                                  <p:stCondLst>
                                    <p:cond delay="0"/>
                                  </p:stCondLst>
                                  <p:childTnLst>
                                    <p:set>
                                      <p:cBhvr>
                                        <p:cTn id="1430" dur="1" fill="hold">
                                          <p:stCondLst>
                                            <p:cond delay="0"/>
                                          </p:stCondLst>
                                        </p:cTn>
                                        <p:tgtEl>
                                          <p:spTgt spid="126">
                                            <p:txEl>
                                              <p:pRg st="5" end="5"/>
                                            </p:txEl>
                                          </p:spTgt>
                                        </p:tgtEl>
                                        <p:attrNameLst>
                                          <p:attrName>style.visibility</p:attrName>
                                        </p:attrNameLst>
                                      </p:cBhvr>
                                      <p:to>
                                        <p:strVal val="visible"/>
                                      </p:to>
                                    </p:set>
                                  </p:childTnLst>
                                </p:cTn>
                              </p:par>
                            </p:childTnLst>
                          </p:cTn>
                        </p:par>
                      </p:childTnLst>
                    </p:cTn>
                  </p:par>
                  <p:par>
                    <p:cTn id="1431" fill="hold">
                      <p:stCondLst>
                        <p:cond delay="indefinite"/>
                      </p:stCondLst>
                      <p:childTnLst>
                        <p:par>
                          <p:cTn id="1432" fill="hold">
                            <p:stCondLst>
                              <p:cond delay="0"/>
                            </p:stCondLst>
                            <p:childTnLst>
                              <p:par>
                                <p:cTn id="1433" presetID="1" presetClass="entr" presetSubtype="0" fill="hold" nodeType="clickEffect">
                                  <p:stCondLst>
                                    <p:cond delay="0"/>
                                  </p:stCondLst>
                                  <p:childTnLst>
                                    <p:set>
                                      <p:cBhvr>
                                        <p:cTn id="1434" dur="1" fill="hold">
                                          <p:stCondLst>
                                            <p:cond delay="0"/>
                                          </p:stCondLst>
                                        </p:cTn>
                                        <p:tgtEl>
                                          <p:spTgt spid="126">
                                            <p:txEl>
                                              <p:pRg st="6" end="6"/>
                                            </p:txEl>
                                          </p:spTgt>
                                        </p:tgtEl>
                                        <p:attrNameLst>
                                          <p:attrName>style.visibility</p:attrName>
                                        </p:attrNameLst>
                                      </p:cBhvr>
                                      <p:to>
                                        <p:strVal val="visible"/>
                                      </p:to>
                                    </p:set>
                                  </p:childTnLst>
                                </p:cTn>
                              </p:par>
                            </p:childTnLst>
                          </p:cTn>
                        </p:par>
                      </p:childTnLst>
                    </p:cTn>
                  </p:par>
                  <p:par>
                    <p:cTn id="1435" fill="hold">
                      <p:stCondLst>
                        <p:cond delay="indefinite"/>
                      </p:stCondLst>
                      <p:childTnLst>
                        <p:par>
                          <p:cTn id="1436" fill="hold">
                            <p:stCondLst>
                              <p:cond delay="0"/>
                            </p:stCondLst>
                            <p:childTnLst>
                              <p:par>
                                <p:cTn id="1437" presetID="1" presetClass="entr" presetSubtype="0" fill="hold" nodeType="clickEffect">
                                  <p:stCondLst>
                                    <p:cond delay="0"/>
                                  </p:stCondLst>
                                  <p:childTnLst>
                                    <p:set>
                                      <p:cBhvr>
                                        <p:cTn id="1438" dur="1" fill="hold">
                                          <p:stCondLst>
                                            <p:cond delay="0"/>
                                          </p:stCondLst>
                                        </p:cTn>
                                        <p:tgtEl>
                                          <p:spTgt spid="126">
                                            <p:txEl>
                                              <p:pRg st="7" end="7"/>
                                            </p:txEl>
                                          </p:spTgt>
                                        </p:tgtEl>
                                        <p:attrNameLst>
                                          <p:attrName>style.visibility</p:attrName>
                                        </p:attrNameLst>
                                      </p:cBhvr>
                                      <p:to>
                                        <p:strVal val="visible"/>
                                      </p:to>
                                    </p:set>
                                  </p:childTnLst>
                                </p:cTn>
                              </p:par>
                            </p:childTnLst>
                          </p:cTn>
                        </p:par>
                      </p:childTnLst>
                    </p:cTn>
                  </p:par>
                  <p:par>
                    <p:cTn id="1439" fill="hold">
                      <p:stCondLst>
                        <p:cond delay="indefinite"/>
                      </p:stCondLst>
                      <p:childTnLst>
                        <p:par>
                          <p:cTn id="1440" fill="hold">
                            <p:stCondLst>
                              <p:cond delay="0"/>
                            </p:stCondLst>
                            <p:childTnLst>
                              <p:par>
                                <p:cTn id="1441" presetID="1" presetClass="entr" presetSubtype="0" fill="hold" nodeType="clickEffect">
                                  <p:stCondLst>
                                    <p:cond delay="0"/>
                                  </p:stCondLst>
                                  <p:childTnLst>
                                    <p:set>
                                      <p:cBhvr>
                                        <p:cTn id="1442" dur="1" fill="hold">
                                          <p:stCondLst>
                                            <p:cond delay="0"/>
                                          </p:stCondLst>
                                        </p:cTn>
                                        <p:tgtEl>
                                          <p:spTgt spid="126">
                                            <p:txEl>
                                              <p:pRg st="8" end="8"/>
                                            </p:txEl>
                                          </p:spTgt>
                                        </p:tgtEl>
                                        <p:attrNameLst>
                                          <p:attrName>style.visibility</p:attrName>
                                        </p:attrNameLst>
                                      </p:cBhvr>
                                      <p:to>
                                        <p:strVal val="visible"/>
                                      </p:to>
                                    </p:set>
                                  </p:childTnLst>
                                </p:cTn>
                              </p:par>
                            </p:childTnLst>
                          </p:cTn>
                        </p:par>
                      </p:childTnLst>
                    </p:cTn>
                  </p:par>
                  <p:par>
                    <p:cTn id="1443" fill="hold">
                      <p:stCondLst>
                        <p:cond delay="indefinite"/>
                      </p:stCondLst>
                      <p:childTnLst>
                        <p:par>
                          <p:cTn id="1444" fill="hold">
                            <p:stCondLst>
                              <p:cond delay="0"/>
                            </p:stCondLst>
                            <p:childTnLst>
                              <p:par>
                                <p:cTn id="1445" presetID="1" presetClass="entr" presetSubtype="0" fill="hold" nodeType="clickEffect">
                                  <p:stCondLst>
                                    <p:cond delay="0"/>
                                  </p:stCondLst>
                                  <p:childTnLst>
                                    <p:set>
                                      <p:cBhvr>
                                        <p:cTn id="1446" dur="1" fill="hold">
                                          <p:stCondLst>
                                            <p:cond delay="0"/>
                                          </p:stCondLst>
                                        </p:cTn>
                                        <p:tgtEl>
                                          <p:spTgt spid="127">
                                            <p:txEl>
                                              <p:pRg st="0" end="0"/>
                                            </p:txEl>
                                          </p:spTgt>
                                        </p:tgtEl>
                                        <p:attrNameLst>
                                          <p:attrName>style.visibility</p:attrName>
                                        </p:attrNameLst>
                                      </p:cBhvr>
                                      <p:to>
                                        <p:strVal val="visible"/>
                                      </p:to>
                                    </p:set>
                                  </p:childTnLst>
                                </p:cTn>
                              </p:par>
                            </p:childTnLst>
                          </p:cTn>
                        </p:par>
                      </p:childTnLst>
                    </p:cTn>
                  </p:par>
                  <p:par>
                    <p:cTn id="1447" fill="hold">
                      <p:stCondLst>
                        <p:cond delay="indefinite"/>
                      </p:stCondLst>
                      <p:childTnLst>
                        <p:par>
                          <p:cTn id="1448" fill="hold">
                            <p:stCondLst>
                              <p:cond delay="0"/>
                            </p:stCondLst>
                            <p:childTnLst>
                              <p:par>
                                <p:cTn id="1449" presetID="1" presetClass="entr" presetSubtype="0" fill="hold" nodeType="clickEffect">
                                  <p:stCondLst>
                                    <p:cond delay="0"/>
                                  </p:stCondLst>
                                  <p:childTnLst>
                                    <p:set>
                                      <p:cBhvr>
                                        <p:cTn id="1450" dur="1" fill="hold">
                                          <p:stCondLst>
                                            <p:cond delay="0"/>
                                          </p:stCondLst>
                                        </p:cTn>
                                        <p:tgtEl>
                                          <p:spTgt spid="127">
                                            <p:txEl>
                                              <p:pRg st="1" end="1"/>
                                            </p:txEl>
                                          </p:spTgt>
                                        </p:tgtEl>
                                        <p:attrNameLst>
                                          <p:attrName>style.visibility</p:attrName>
                                        </p:attrNameLst>
                                      </p:cBhvr>
                                      <p:to>
                                        <p:strVal val="visible"/>
                                      </p:to>
                                    </p:set>
                                  </p:childTnLst>
                                </p:cTn>
                              </p:par>
                            </p:childTnLst>
                          </p:cTn>
                        </p:par>
                      </p:childTnLst>
                    </p:cTn>
                  </p:par>
                  <p:par>
                    <p:cTn id="1451" fill="hold">
                      <p:stCondLst>
                        <p:cond delay="indefinite"/>
                      </p:stCondLst>
                      <p:childTnLst>
                        <p:par>
                          <p:cTn id="1452" fill="hold">
                            <p:stCondLst>
                              <p:cond delay="0"/>
                            </p:stCondLst>
                            <p:childTnLst>
                              <p:par>
                                <p:cTn id="1453" presetID="1" presetClass="entr" presetSubtype="0" fill="hold" nodeType="clickEffect">
                                  <p:stCondLst>
                                    <p:cond delay="0"/>
                                  </p:stCondLst>
                                  <p:childTnLst>
                                    <p:set>
                                      <p:cBhvr>
                                        <p:cTn id="1454" dur="1" fill="hold">
                                          <p:stCondLst>
                                            <p:cond delay="0"/>
                                          </p:stCondLst>
                                        </p:cTn>
                                        <p:tgtEl>
                                          <p:spTgt spid="127">
                                            <p:txEl>
                                              <p:pRg st="2" end="2"/>
                                            </p:txEl>
                                          </p:spTgt>
                                        </p:tgtEl>
                                        <p:attrNameLst>
                                          <p:attrName>style.visibility</p:attrName>
                                        </p:attrNameLst>
                                      </p:cBhvr>
                                      <p:to>
                                        <p:strVal val="visible"/>
                                      </p:to>
                                    </p:set>
                                  </p:childTnLst>
                                </p:cTn>
                              </p:par>
                            </p:childTnLst>
                          </p:cTn>
                        </p:par>
                      </p:childTnLst>
                    </p:cTn>
                  </p:par>
                  <p:par>
                    <p:cTn id="1455" fill="hold">
                      <p:stCondLst>
                        <p:cond delay="indefinite"/>
                      </p:stCondLst>
                      <p:childTnLst>
                        <p:par>
                          <p:cTn id="1456" fill="hold">
                            <p:stCondLst>
                              <p:cond delay="0"/>
                            </p:stCondLst>
                            <p:childTnLst>
                              <p:par>
                                <p:cTn id="1457" presetID="1" presetClass="entr" presetSubtype="0" fill="hold" nodeType="clickEffect">
                                  <p:stCondLst>
                                    <p:cond delay="0"/>
                                  </p:stCondLst>
                                  <p:childTnLst>
                                    <p:set>
                                      <p:cBhvr>
                                        <p:cTn id="1458" dur="1" fill="hold">
                                          <p:stCondLst>
                                            <p:cond delay="0"/>
                                          </p:stCondLst>
                                        </p:cTn>
                                        <p:tgtEl>
                                          <p:spTgt spid="127">
                                            <p:txEl>
                                              <p:pRg st="3" end="3"/>
                                            </p:txEl>
                                          </p:spTgt>
                                        </p:tgtEl>
                                        <p:attrNameLst>
                                          <p:attrName>style.visibility</p:attrName>
                                        </p:attrNameLst>
                                      </p:cBhvr>
                                      <p:to>
                                        <p:strVal val="visible"/>
                                      </p:to>
                                    </p:set>
                                  </p:childTnLst>
                                </p:cTn>
                              </p:par>
                            </p:childTnLst>
                          </p:cTn>
                        </p:par>
                      </p:childTnLst>
                    </p:cTn>
                  </p:par>
                  <p:par>
                    <p:cTn id="1459" fill="hold">
                      <p:stCondLst>
                        <p:cond delay="indefinite"/>
                      </p:stCondLst>
                      <p:childTnLst>
                        <p:par>
                          <p:cTn id="1460" fill="hold">
                            <p:stCondLst>
                              <p:cond delay="0"/>
                            </p:stCondLst>
                            <p:childTnLst>
                              <p:par>
                                <p:cTn id="1461" presetID="1" presetClass="entr" presetSubtype="0" fill="hold" nodeType="clickEffect">
                                  <p:stCondLst>
                                    <p:cond delay="0"/>
                                  </p:stCondLst>
                                  <p:childTnLst>
                                    <p:set>
                                      <p:cBhvr>
                                        <p:cTn id="1462" dur="1" fill="hold">
                                          <p:stCondLst>
                                            <p:cond delay="0"/>
                                          </p:stCondLst>
                                        </p:cTn>
                                        <p:tgtEl>
                                          <p:spTgt spid="127">
                                            <p:txEl>
                                              <p:pRg st="4" end="4"/>
                                            </p:txEl>
                                          </p:spTgt>
                                        </p:tgtEl>
                                        <p:attrNameLst>
                                          <p:attrName>style.visibility</p:attrName>
                                        </p:attrNameLst>
                                      </p:cBhvr>
                                      <p:to>
                                        <p:strVal val="visible"/>
                                      </p:to>
                                    </p:set>
                                  </p:childTnLst>
                                </p:cTn>
                              </p:par>
                            </p:childTnLst>
                          </p:cTn>
                        </p:par>
                      </p:childTnLst>
                    </p:cTn>
                  </p:par>
                  <p:par>
                    <p:cTn id="1463" fill="hold">
                      <p:stCondLst>
                        <p:cond delay="indefinite"/>
                      </p:stCondLst>
                      <p:childTnLst>
                        <p:par>
                          <p:cTn id="1464" fill="hold">
                            <p:stCondLst>
                              <p:cond delay="0"/>
                            </p:stCondLst>
                            <p:childTnLst>
                              <p:par>
                                <p:cTn id="1465" presetID="1" presetClass="entr" presetSubtype="0" fill="hold" nodeType="clickEffect">
                                  <p:stCondLst>
                                    <p:cond delay="0"/>
                                  </p:stCondLst>
                                  <p:childTnLst>
                                    <p:set>
                                      <p:cBhvr>
                                        <p:cTn id="1466" dur="1" fill="hold">
                                          <p:stCondLst>
                                            <p:cond delay="0"/>
                                          </p:stCondLst>
                                        </p:cTn>
                                        <p:tgtEl>
                                          <p:spTgt spid="127">
                                            <p:txEl>
                                              <p:pRg st="5" end="5"/>
                                            </p:txEl>
                                          </p:spTgt>
                                        </p:tgtEl>
                                        <p:attrNameLst>
                                          <p:attrName>style.visibility</p:attrName>
                                        </p:attrNameLst>
                                      </p:cBhvr>
                                      <p:to>
                                        <p:strVal val="visible"/>
                                      </p:to>
                                    </p:set>
                                  </p:childTnLst>
                                </p:cTn>
                              </p:par>
                            </p:childTnLst>
                          </p:cTn>
                        </p:par>
                      </p:childTnLst>
                    </p:cTn>
                  </p:par>
                  <p:par>
                    <p:cTn id="1467" fill="hold">
                      <p:stCondLst>
                        <p:cond delay="indefinite"/>
                      </p:stCondLst>
                      <p:childTnLst>
                        <p:par>
                          <p:cTn id="1468" fill="hold">
                            <p:stCondLst>
                              <p:cond delay="0"/>
                            </p:stCondLst>
                            <p:childTnLst>
                              <p:par>
                                <p:cTn id="1469" presetID="1" presetClass="entr" presetSubtype="0" fill="hold" nodeType="clickEffect">
                                  <p:stCondLst>
                                    <p:cond delay="0"/>
                                  </p:stCondLst>
                                  <p:childTnLst>
                                    <p:set>
                                      <p:cBhvr>
                                        <p:cTn id="1470" dur="1" fill="hold">
                                          <p:stCondLst>
                                            <p:cond delay="0"/>
                                          </p:stCondLst>
                                        </p:cTn>
                                        <p:tgtEl>
                                          <p:spTgt spid="127">
                                            <p:txEl>
                                              <p:pRg st="6" end="6"/>
                                            </p:txEl>
                                          </p:spTgt>
                                        </p:tgtEl>
                                        <p:attrNameLst>
                                          <p:attrName>style.visibility</p:attrName>
                                        </p:attrNameLst>
                                      </p:cBhvr>
                                      <p:to>
                                        <p:strVal val="visible"/>
                                      </p:to>
                                    </p:set>
                                  </p:childTnLst>
                                </p:cTn>
                              </p:par>
                            </p:childTnLst>
                          </p:cTn>
                        </p:par>
                      </p:childTnLst>
                    </p:cTn>
                  </p:par>
                  <p:par>
                    <p:cTn id="1471" fill="hold">
                      <p:stCondLst>
                        <p:cond delay="indefinite"/>
                      </p:stCondLst>
                      <p:childTnLst>
                        <p:par>
                          <p:cTn id="1472" fill="hold">
                            <p:stCondLst>
                              <p:cond delay="0"/>
                            </p:stCondLst>
                            <p:childTnLst>
                              <p:par>
                                <p:cTn id="1473" presetID="1" presetClass="entr" presetSubtype="0" fill="hold" nodeType="clickEffect">
                                  <p:stCondLst>
                                    <p:cond delay="0"/>
                                  </p:stCondLst>
                                  <p:childTnLst>
                                    <p:set>
                                      <p:cBhvr>
                                        <p:cTn id="1474" dur="1" fill="hold">
                                          <p:stCondLst>
                                            <p:cond delay="0"/>
                                          </p:stCondLst>
                                        </p:cTn>
                                        <p:tgtEl>
                                          <p:spTgt spid="127">
                                            <p:txEl>
                                              <p:pRg st="7" end="7"/>
                                            </p:txEl>
                                          </p:spTgt>
                                        </p:tgtEl>
                                        <p:attrNameLst>
                                          <p:attrName>style.visibility</p:attrName>
                                        </p:attrNameLst>
                                      </p:cBhvr>
                                      <p:to>
                                        <p:strVal val="visible"/>
                                      </p:to>
                                    </p:set>
                                  </p:childTnLst>
                                </p:cTn>
                              </p:par>
                            </p:childTnLst>
                          </p:cTn>
                        </p:par>
                      </p:childTnLst>
                    </p:cTn>
                  </p:par>
                  <p:par>
                    <p:cTn id="1475" fill="hold">
                      <p:stCondLst>
                        <p:cond delay="indefinite"/>
                      </p:stCondLst>
                      <p:childTnLst>
                        <p:par>
                          <p:cTn id="1476" fill="hold">
                            <p:stCondLst>
                              <p:cond delay="0"/>
                            </p:stCondLst>
                            <p:childTnLst>
                              <p:par>
                                <p:cTn id="1477" presetID="1" presetClass="entr" presetSubtype="0" fill="hold" nodeType="clickEffect">
                                  <p:stCondLst>
                                    <p:cond delay="0"/>
                                  </p:stCondLst>
                                  <p:childTnLst>
                                    <p:set>
                                      <p:cBhvr>
                                        <p:cTn id="1478" dur="1" fill="hold">
                                          <p:stCondLst>
                                            <p:cond delay="0"/>
                                          </p:stCondLst>
                                        </p:cTn>
                                        <p:tgtEl>
                                          <p:spTgt spid="127">
                                            <p:txEl>
                                              <p:pRg st="8" end="8"/>
                                            </p:txEl>
                                          </p:spTgt>
                                        </p:tgtEl>
                                        <p:attrNameLst>
                                          <p:attrName>style.visibility</p:attrName>
                                        </p:attrNameLst>
                                      </p:cBhvr>
                                      <p:to>
                                        <p:strVal val="visible"/>
                                      </p:to>
                                    </p:set>
                                  </p:childTnLst>
                                </p:cTn>
                              </p:par>
                            </p:childTnLst>
                          </p:cTn>
                        </p:par>
                      </p:childTnLst>
                    </p:cTn>
                  </p:par>
                  <p:par>
                    <p:cTn id="1479" fill="hold">
                      <p:stCondLst>
                        <p:cond delay="indefinite"/>
                      </p:stCondLst>
                      <p:childTnLst>
                        <p:par>
                          <p:cTn id="1480" fill="hold">
                            <p:stCondLst>
                              <p:cond delay="0"/>
                            </p:stCondLst>
                            <p:childTnLst>
                              <p:par>
                                <p:cTn id="1481" presetID="1" presetClass="entr" presetSubtype="0" fill="hold" nodeType="clickEffect">
                                  <p:stCondLst>
                                    <p:cond delay="0"/>
                                  </p:stCondLst>
                                  <p:childTnLst>
                                    <p:set>
                                      <p:cBhvr>
                                        <p:cTn id="1482" dur="1" fill="hold">
                                          <p:stCondLst>
                                            <p:cond delay="0"/>
                                          </p:stCondLst>
                                        </p:cTn>
                                        <p:tgtEl>
                                          <p:spTgt spid="128">
                                            <p:txEl>
                                              <p:pRg st="0" end="0"/>
                                            </p:txEl>
                                          </p:spTgt>
                                        </p:tgtEl>
                                        <p:attrNameLst>
                                          <p:attrName>style.visibility</p:attrName>
                                        </p:attrNameLst>
                                      </p:cBhvr>
                                      <p:to>
                                        <p:strVal val="visible"/>
                                      </p:to>
                                    </p:set>
                                  </p:childTnLst>
                                </p:cTn>
                              </p:par>
                            </p:childTnLst>
                          </p:cTn>
                        </p:par>
                      </p:childTnLst>
                    </p:cTn>
                  </p:par>
                  <p:par>
                    <p:cTn id="1483" fill="hold">
                      <p:stCondLst>
                        <p:cond delay="indefinite"/>
                      </p:stCondLst>
                      <p:childTnLst>
                        <p:par>
                          <p:cTn id="1484" fill="hold">
                            <p:stCondLst>
                              <p:cond delay="0"/>
                            </p:stCondLst>
                            <p:childTnLst>
                              <p:par>
                                <p:cTn id="1485" presetID="1" presetClass="entr" presetSubtype="0" fill="hold" nodeType="clickEffect">
                                  <p:stCondLst>
                                    <p:cond delay="0"/>
                                  </p:stCondLst>
                                  <p:childTnLst>
                                    <p:set>
                                      <p:cBhvr>
                                        <p:cTn id="1486" dur="1" fill="hold">
                                          <p:stCondLst>
                                            <p:cond delay="0"/>
                                          </p:stCondLst>
                                        </p:cTn>
                                        <p:tgtEl>
                                          <p:spTgt spid="128">
                                            <p:txEl>
                                              <p:pRg st="1" end="1"/>
                                            </p:txEl>
                                          </p:spTgt>
                                        </p:tgtEl>
                                        <p:attrNameLst>
                                          <p:attrName>style.visibility</p:attrName>
                                        </p:attrNameLst>
                                      </p:cBhvr>
                                      <p:to>
                                        <p:strVal val="visible"/>
                                      </p:to>
                                    </p:set>
                                  </p:childTnLst>
                                </p:cTn>
                              </p:par>
                            </p:childTnLst>
                          </p:cTn>
                        </p:par>
                      </p:childTnLst>
                    </p:cTn>
                  </p:par>
                  <p:par>
                    <p:cTn id="1487" fill="hold">
                      <p:stCondLst>
                        <p:cond delay="indefinite"/>
                      </p:stCondLst>
                      <p:childTnLst>
                        <p:par>
                          <p:cTn id="1488" fill="hold">
                            <p:stCondLst>
                              <p:cond delay="0"/>
                            </p:stCondLst>
                            <p:childTnLst>
                              <p:par>
                                <p:cTn id="1489" presetID="1" presetClass="entr" presetSubtype="0" fill="hold" nodeType="clickEffect">
                                  <p:stCondLst>
                                    <p:cond delay="0"/>
                                  </p:stCondLst>
                                  <p:childTnLst>
                                    <p:set>
                                      <p:cBhvr>
                                        <p:cTn id="1490" dur="1" fill="hold">
                                          <p:stCondLst>
                                            <p:cond delay="0"/>
                                          </p:stCondLst>
                                        </p:cTn>
                                        <p:tgtEl>
                                          <p:spTgt spid="128">
                                            <p:txEl>
                                              <p:pRg st="2" end="2"/>
                                            </p:txEl>
                                          </p:spTgt>
                                        </p:tgtEl>
                                        <p:attrNameLst>
                                          <p:attrName>style.visibility</p:attrName>
                                        </p:attrNameLst>
                                      </p:cBhvr>
                                      <p:to>
                                        <p:strVal val="visible"/>
                                      </p:to>
                                    </p:set>
                                  </p:childTnLst>
                                </p:cTn>
                              </p:par>
                            </p:childTnLst>
                          </p:cTn>
                        </p:par>
                      </p:childTnLst>
                    </p:cTn>
                  </p:par>
                  <p:par>
                    <p:cTn id="1491" fill="hold">
                      <p:stCondLst>
                        <p:cond delay="indefinite"/>
                      </p:stCondLst>
                      <p:childTnLst>
                        <p:par>
                          <p:cTn id="1492" fill="hold">
                            <p:stCondLst>
                              <p:cond delay="0"/>
                            </p:stCondLst>
                            <p:childTnLst>
                              <p:par>
                                <p:cTn id="1493" presetID="1" presetClass="entr" presetSubtype="0" fill="hold" nodeType="clickEffect">
                                  <p:stCondLst>
                                    <p:cond delay="0"/>
                                  </p:stCondLst>
                                  <p:childTnLst>
                                    <p:set>
                                      <p:cBhvr>
                                        <p:cTn id="1494" dur="1" fill="hold">
                                          <p:stCondLst>
                                            <p:cond delay="0"/>
                                          </p:stCondLst>
                                        </p:cTn>
                                        <p:tgtEl>
                                          <p:spTgt spid="128">
                                            <p:txEl>
                                              <p:pRg st="3" end="3"/>
                                            </p:txEl>
                                          </p:spTgt>
                                        </p:tgtEl>
                                        <p:attrNameLst>
                                          <p:attrName>style.visibility</p:attrName>
                                        </p:attrNameLst>
                                      </p:cBhvr>
                                      <p:to>
                                        <p:strVal val="visible"/>
                                      </p:to>
                                    </p:set>
                                  </p:childTnLst>
                                </p:cTn>
                              </p:par>
                            </p:childTnLst>
                          </p:cTn>
                        </p:par>
                      </p:childTnLst>
                    </p:cTn>
                  </p:par>
                  <p:par>
                    <p:cTn id="1495" fill="hold">
                      <p:stCondLst>
                        <p:cond delay="indefinite"/>
                      </p:stCondLst>
                      <p:childTnLst>
                        <p:par>
                          <p:cTn id="1496" fill="hold">
                            <p:stCondLst>
                              <p:cond delay="0"/>
                            </p:stCondLst>
                            <p:childTnLst>
                              <p:par>
                                <p:cTn id="1497" presetID="1" presetClass="entr" presetSubtype="0" fill="hold" nodeType="clickEffect">
                                  <p:stCondLst>
                                    <p:cond delay="0"/>
                                  </p:stCondLst>
                                  <p:childTnLst>
                                    <p:set>
                                      <p:cBhvr>
                                        <p:cTn id="1498" dur="1" fill="hold">
                                          <p:stCondLst>
                                            <p:cond delay="0"/>
                                          </p:stCondLst>
                                        </p:cTn>
                                        <p:tgtEl>
                                          <p:spTgt spid="128">
                                            <p:txEl>
                                              <p:pRg st="4" end="4"/>
                                            </p:txEl>
                                          </p:spTgt>
                                        </p:tgtEl>
                                        <p:attrNameLst>
                                          <p:attrName>style.visibility</p:attrName>
                                        </p:attrNameLst>
                                      </p:cBhvr>
                                      <p:to>
                                        <p:strVal val="visible"/>
                                      </p:to>
                                    </p:set>
                                  </p:childTnLst>
                                </p:cTn>
                              </p:par>
                            </p:childTnLst>
                          </p:cTn>
                        </p:par>
                      </p:childTnLst>
                    </p:cTn>
                  </p:par>
                  <p:par>
                    <p:cTn id="1499" fill="hold">
                      <p:stCondLst>
                        <p:cond delay="indefinite"/>
                      </p:stCondLst>
                      <p:childTnLst>
                        <p:par>
                          <p:cTn id="1500" fill="hold">
                            <p:stCondLst>
                              <p:cond delay="0"/>
                            </p:stCondLst>
                            <p:childTnLst>
                              <p:par>
                                <p:cTn id="1501" presetID="1" presetClass="entr" presetSubtype="0" fill="hold" nodeType="clickEffect">
                                  <p:stCondLst>
                                    <p:cond delay="0"/>
                                  </p:stCondLst>
                                  <p:childTnLst>
                                    <p:set>
                                      <p:cBhvr>
                                        <p:cTn id="1502" dur="1" fill="hold">
                                          <p:stCondLst>
                                            <p:cond delay="0"/>
                                          </p:stCondLst>
                                        </p:cTn>
                                        <p:tgtEl>
                                          <p:spTgt spid="128">
                                            <p:txEl>
                                              <p:pRg st="5" end="5"/>
                                            </p:txEl>
                                          </p:spTgt>
                                        </p:tgtEl>
                                        <p:attrNameLst>
                                          <p:attrName>style.visibility</p:attrName>
                                        </p:attrNameLst>
                                      </p:cBhvr>
                                      <p:to>
                                        <p:strVal val="visible"/>
                                      </p:to>
                                    </p:set>
                                  </p:childTnLst>
                                </p:cTn>
                              </p:par>
                            </p:childTnLst>
                          </p:cTn>
                        </p:par>
                      </p:childTnLst>
                    </p:cTn>
                  </p:par>
                  <p:par>
                    <p:cTn id="1503" fill="hold">
                      <p:stCondLst>
                        <p:cond delay="indefinite"/>
                      </p:stCondLst>
                      <p:childTnLst>
                        <p:par>
                          <p:cTn id="1504" fill="hold">
                            <p:stCondLst>
                              <p:cond delay="0"/>
                            </p:stCondLst>
                            <p:childTnLst>
                              <p:par>
                                <p:cTn id="1505" presetID="1" presetClass="entr" presetSubtype="0" fill="hold" nodeType="clickEffect">
                                  <p:stCondLst>
                                    <p:cond delay="0"/>
                                  </p:stCondLst>
                                  <p:childTnLst>
                                    <p:set>
                                      <p:cBhvr>
                                        <p:cTn id="1506" dur="1" fill="hold">
                                          <p:stCondLst>
                                            <p:cond delay="0"/>
                                          </p:stCondLst>
                                        </p:cTn>
                                        <p:tgtEl>
                                          <p:spTgt spid="128">
                                            <p:txEl>
                                              <p:pRg st="6" end="6"/>
                                            </p:txEl>
                                          </p:spTgt>
                                        </p:tgtEl>
                                        <p:attrNameLst>
                                          <p:attrName>style.visibility</p:attrName>
                                        </p:attrNameLst>
                                      </p:cBhvr>
                                      <p:to>
                                        <p:strVal val="visible"/>
                                      </p:to>
                                    </p:set>
                                  </p:childTnLst>
                                </p:cTn>
                              </p:par>
                            </p:childTnLst>
                          </p:cTn>
                        </p:par>
                      </p:childTnLst>
                    </p:cTn>
                  </p:par>
                  <p:par>
                    <p:cTn id="1507" fill="hold">
                      <p:stCondLst>
                        <p:cond delay="indefinite"/>
                      </p:stCondLst>
                      <p:childTnLst>
                        <p:par>
                          <p:cTn id="1508" fill="hold">
                            <p:stCondLst>
                              <p:cond delay="0"/>
                            </p:stCondLst>
                            <p:childTnLst>
                              <p:par>
                                <p:cTn id="1509" presetID="1" presetClass="entr" presetSubtype="0" fill="hold" nodeType="clickEffect">
                                  <p:stCondLst>
                                    <p:cond delay="0"/>
                                  </p:stCondLst>
                                  <p:childTnLst>
                                    <p:set>
                                      <p:cBhvr>
                                        <p:cTn id="1510" dur="1" fill="hold">
                                          <p:stCondLst>
                                            <p:cond delay="0"/>
                                          </p:stCondLst>
                                        </p:cTn>
                                        <p:tgtEl>
                                          <p:spTgt spid="128">
                                            <p:txEl>
                                              <p:pRg st="7" end="7"/>
                                            </p:txEl>
                                          </p:spTgt>
                                        </p:tgtEl>
                                        <p:attrNameLst>
                                          <p:attrName>style.visibility</p:attrName>
                                        </p:attrNameLst>
                                      </p:cBhvr>
                                      <p:to>
                                        <p:strVal val="visible"/>
                                      </p:to>
                                    </p:set>
                                  </p:childTnLst>
                                </p:cTn>
                              </p:par>
                            </p:childTnLst>
                          </p:cTn>
                        </p:par>
                      </p:childTnLst>
                    </p:cTn>
                  </p:par>
                  <p:par>
                    <p:cTn id="1511" fill="hold">
                      <p:stCondLst>
                        <p:cond delay="indefinite"/>
                      </p:stCondLst>
                      <p:childTnLst>
                        <p:par>
                          <p:cTn id="1512" fill="hold">
                            <p:stCondLst>
                              <p:cond delay="0"/>
                            </p:stCondLst>
                            <p:childTnLst>
                              <p:par>
                                <p:cTn id="1513" presetID="1" presetClass="entr" presetSubtype="0" fill="hold" nodeType="clickEffect">
                                  <p:stCondLst>
                                    <p:cond delay="0"/>
                                  </p:stCondLst>
                                  <p:childTnLst>
                                    <p:set>
                                      <p:cBhvr>
                                        <p:cTn id="1514" dur="1" fill="hold">
                                          <p:stCondLst>
                                            <p:cond delay="0"/>
                                          </p:stCondLst>
                                        </p:cTn>
                                        <p:tgtEl>
                                          <p:spTgt spid="12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ctivity">
  <p:cSld name="Activity">
    <p:spTree>
      <p:nvGrpSpPr>
        <p:cNvPr id="1" name="Shape 129"/>
        <p:cNvGrpSpPr/>
        <p:nvPr/>
      </p:nvGrpSpPr>
      <p:grpSpPr>
        <a:xfrm>
          <a:off x="0" y="0"/>
          <a:ext cx="0" cy="0"/>
          <a:chOff x="0" y="0"/>
          <a:chExt cx="0" cy="0"/>
        </a:xfrm>
      </p:grpSpPr>
      <p:sp>
        <p:nvSpPr>
          <p:cNvPr id="130" name="Google Shape;130;p17"/>
          <p:cNvSpPr txBox="1">
            <a:spLocks noGrp="1"/>
          </p:cNvSpPr>
          <p:nvPr>
            <p:ph type="title"/>
          </p:nvPr>
        </p:nvSpPr>
        <p:spPr>
          <a:xfrm>
            <a:off x="1039579" y="119975"/>
            <a:ext cx="7795200" cy="577200"/>
          </a:xfrm>
          <a:prstGeom prst="rect">
            <a:avLst/>
          </a:prstGeom>
          <a:noFill/>
          <a:ln>
            <a:noFill/>
          </a:ln>
        </p:spPr>
        <p:txBody>
          <a:bodyPr spcFirstLastPara="1" wrap="square" lIns="68575" tIns="34275" rIns="68575" bIns="34275" anchor="ctr" anchorCtr="0">
            <a:normAutofit/>
          </a:bodyPr>
          <a:lstStyle>
            <a:lvl1pPr lvl="0" algn="l" rtl="0">
              <a:lnSpc>
                <a:spcPct val="10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1" name="Google Shape;131;p17"/>
          <p:cNvSpPr txBox="1">
            <a:spLocks noGrp="1"/>
          </p:cNvSpPr>
          <p:nvPr>
            <p:ph type="body" idx="1"/>
          </p:nvPr>
        </p:nvSpPr>
        <p:spPr>
          <a:xfrm>
            <a:off x="300382" y="768629"/>
            <a:ext cx="3399300" cy="38643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None/>
              <a:defRPr sz="1800"/>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cxnSp>
        <p:nvCxnSpPr>
          <p:cNvPr id="132" name="Google Shape;132;p17"/>
          <p:cNvCxnSpPr/>
          <p:nvPr/>
        </p:nvCxnSpPr>
        <p:spPr>
          <a:xfrm>
            <a:off x="300382" y="736560"/>
            <a:ext cx="8534400" cy="0"/>
          </a:xfrm>
          <a:prstGeom prst="straightConnector1">
            <a:avLst/>
          </a:prstGeom>
          <a:noFill/>
          <a:ln w="63500" cap="flat" cmpd="thickThin">
            <a:solidFill>
              <a:schemeClr val="lt2"/>
            </a:solidFill>
            <a:prstDash val="solid"/>
            <a:miter lim="800000"/>
            <a:headEnd type="none" w="sm" len="sm"/>
            <a:tailEnd type="none" w="sm" len="sm"/>
          </a:ln>
        </p:spPr>
      </p:cxnSp>
      <p:sp>
        <p:nvSpPr>
          <p:cNvPr id="133" name="Google Shape;133;p17"/>
          <p:cNvSpPr txBox="1">
            <a:spLocks noGrp="1"/>
          </p:cNvSpPr>
          <p:nvPr>
            <p:ph type="body" idx="2"/>
          </p:nvPr>
        </p:nvSpPr>
        <p:spPr>
          <a:xfrm>
            <a:off x="3699710" y="784668"/>
            <a:ext cx="5135100" cy="4258500"/>
          </a:xfrm>
          <a:prstGeom prst="rect">
            <a:avLst/>
          </a:prstGeom>
          <a:noFill/>
          <a:ln w="38100"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4" name="Google Shape;134;p17"/>
          <p:cNvSpPr txBox="1">
            <a:spLocks noGrp="1"/>
          </p:cNvSpPr>
          <p:nvPr>
            <p:ph type="body" idx="3"/>
          </p:nvPr>
        </p:nvSpPr>
        <p:spPr>
          <a:xfrm>
            <a:off x="-2811780" y="23094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5" name="Google Shape;135;p17"/>
          <p:cNvSpPr txBox="1">
            <a:spLocks noGrp="1"/>
          </p:cNvSpPr>
          <p:nvPr>
            <p:ph type="body" idx="4"/>
          </p:nvPr>
        </p:nvSpPr>
        <p:spPr>
          <a:xfrm>
            <a:off x="-2811780" y="4671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6" name="Google Shape;136;p17"/>
          <p:cNvSpPr txBox="1">
            <a:spLocks noGrp="1"/>
          </p:cNvSpPr>
          <p:nvPr>
            <p:ph type="body" idx="5"/>
          </p:nvPr>
        </p:nvSpPr>
        <p:spPr>
          <a:xfrm>
            <a:off x="-2811780" y="6928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7" name="Google Shape;137;p17"/>
          <p:cNvSpPr txBox="1">
            <a:spLocks noGrp="1"/>
          </p:cNvSpPr>
          <p:nvPr>
            <p:ph type="body" idx="6"/>
          </p:nvPr>
        </p:nvSpPr>
        <p:spPr>
          <a:xfrm>
            <a:off x="-2811780" y="9172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8" name="Google Shape;138;p17"/>
          <p:cNvSpPr txBox="1">
            <a:spLocks noGrp="1"/>
          </p:cNvSpPr>
          <p:nvPr>
            <p:ph type="body" idx="7"/>
          </p:nvPr>
        </p:nvSpPr>
        <p:spPr>
          <a:xfrm>
            <a:off x="-2811780" y="114021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9" name="Google Shape;139;p17"/>
          <p:cNvSpPr txBox="1">
            <a:spLocks noGrp="1"/>
          </p:cNvSpPr>
          <p:nvPr>
            <p:ph type="body" idx="8"/>
          </p:nvPr>
        </p:nvSpPr>
        <p:spPr>
          <a:xfrm>
            <a:off x="-2811780" y="137082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0" name="Google Shape;140;p17"/>
          <p:cNvSpPr txBox="1">
            <a:spLocks noGrp="1"/>
          </p:cNvSpPr>
          <p:nvPr>
            <p:ph type="body" idx="9"/>
          </p:nvPr>
        </p:nvSpPr>
        <p:spPr>
          <a:xfrm>
            <a:off x="-2811780" y="159516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1" name="Google Shape;141;p17"/>
          <p:cNvSpPr txBox="1">
            <a:spLocks noGrp="1"/>
          </p:cNvSpPr>
          <p:nvPr>
            <p:ph type="body" idx="13"/>
          </p:nvPr>
        </p:nvSpPr>
        <p:spPr>
          <a:xfrm>
            <a:off x="-2811780" y="18263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2" name="Google Shape;142;p17"/>
          <p:cNvSpPr txBox="1">
            <a:spLocks noGrp="1"/>
          </p:cNvSpPr>
          <p:nvPr>
            <p:ph type="body" idx="14"/>
          </p:nvPr>
        </p:nvSpPr>
        <p:spPr>
          <a:xfrm>
            <a:off x="-2811780" y="207015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3" name="Google Shape;143;p17"/>
          <p:cNvSpPr txBox="1">
            <a:spLocks noGrp="1"/>
          </p:cNvSpPr>
          <p:nvPr>
            <p:ph type="body" idx="15"/>
          </p:nvPr>
        </p:nvSpPr>
        <p:spPr>
          <a:xfrm>
            <a:off x="-2811780" y="230701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4" name="Google Shape;144;p17"/>
          <p:cNvSpPr txBox="1">
            <a:spLocks noGrp="1"/>
          </p:cNvSpPr>
          <p:nvPr>
            <p:ph type="body" idx="16"/>
          </p:nvPr>
        </p:nvSpPr>
        <p:spPr>
          <a:xfrm>
            <a:off x="-2811780" y="253135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5" name="Google Shape;145;p17"/>
          <p:cNvSpPr txBox="1">
            <a:spLocks noGrp="1"/>
          </p:cNvSpPr>
          <p:nvPr>
            <p:ph type="body" idx="17"/>
          </p:nvPr>
        </p:nvSpPr>
        <p:spPr>
          <a:xfrm>
            <a:off x="-2811780" y="275021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6" name="Google Shape;146;p17"/>
          <p:cNvSpPr/>
          <p:nvPr/>
        </p:nvSpPr>
        <p:spPr>
          <a:xfrm>
            <a:off x="277239" y="109654"/>
            <a:ext cx="633000" cy="578700"/>
          </a:xfrm>
          <a:prstGeom prst="roundRect">
            <a:avLst>
              <a:gd name="adj" fmla="val 16667"/>
            </a:avLst>
          </a:prstGeom>
          <a:gradFill>
            <a:gsLst>
              <a:gs pos="0">
                <a:srgbClr val="FFFFFF"/>
              </a:gs>
              <a:gs pos="66000">
                <a:srgbClr val="FFFFFF"/>
              </a:gs>
              <a:gs pos="100000">
                <a:schemeClr val="dk2"/>
              </a:gs>
            </a:gsLst>
            <a:path path="circle">
              <a:fillToRect l="50000" t="50000" r="50000" b="50000"/>
            </a:path>
            <a:tileRect/>
          </a:gradFill>
          <a:ln w="12700" cap="flat" cmpd="sng">
            <a:solidFill>
              <a:srgbClr val="A246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47" name="Google Shape;147;p17"/>
          <p:cNvSpPr/>
          <p:nvPr/>
        </p:nvSpPr>
        <p:spPr>
          <a:xfrm>
            <a:off x="412441" y="97590"/>
            <a:ext cx="394800" cy="5772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3300" b="1" cap="none">
                <a:solidFill>
                  <a:schemeClr val="dk2"/>
                </a:solidFill>
                <a:latin typeface="Calibri"/>
                <a:ea typeface="Calibri"/>
                <a:cs typeface="Calibri"/>
                <a:sym typeface="Calibri"/>
              </a:rPr>
              <a:t>A</a:t>
            </a:r>
            <a:endParaRPr sz="1100"/>
          </a:p>
        </p:txBody>
      </p:sp>
      <p:sp>
        <p:nvSpPr>
          <p:cNvPr id="148" name="Google Shape;148;p17"/>
          <p:cNvSpPr txBox="1">
            <a:spLocks noGrp="1"/>
          </p:cNvSpPr>
          <p:nvPr>
            <p:ph type="body" idx="18"/>
          </p:nvPr>
        </p:nvSpPr>
        <p:spPr>
          <a:xfrm>
            <a:off x="-2811780" y="30367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9" name="Google Shape;149;p17"/>
          <p:cNvSpPr txBox="1">
            <a:spLocks noGrp="1"/>
          </p:cNvSpPr>
          <p:nvPr>
            <p:ph type="body" idx="19"/>
          </p:nvPr>
        </p:nvSpPr>
        <p:spPr>
          <a:xfrm>
            <a:off x="-2811780" y="326764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50" name="Google Shape;150;p17"/>
          <p:cNvSpPr txBox="1">
            <a:spLocks noGrp="1"/>
          </p:cNvSpPr>
          <p:nvPr>
            <p:ph type="body" idx="20"/>
          </p:nvPr>
        </p:nvSpPr>
        <p:spPr>
          <a:xfrm>
            <a:off x="-2811780" y="350389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51" name="Google Shape;151;p17"/>
          <p:cNvSpPr txBox="1">
            <a:spLocks noGrp="1"/>
          </p:cNvSpPr>
          <p:nvPr>
            <p:ph type="body" idx="21"/>
          </p:nvPr>
        </p:nvSpPr>
        <p:spPr>
          <a:xfrm>
            <a:off x="-2811780" y="37295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52" name="Google Shape;152;p17"/>
          <p:cNvSpPr txBox="1">
            <a:spLocks noGrp="1"/>
          </p:cNvSpPr>
          <p:nvPr>
            <p:ph type="body" idx="22"/>
          </p:nvPr>
        </p:nvSpPr>
        <p:spPr>
          <a:xfrm>
            <a:off x="-2811780" y="39539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53" name="Google Shape;153;p17"/>
          <p:cNvSpPr txBox="1">
            <a:spLocks noGrp="1"/>
          </p:cNvSpPr>
          <p:nvPr>
            <p:ph type="body" idx="23"/>
          </p:nvPr>
        </p:nvSpPr>
        <p:spPr>
          <a:xfrm>
            <a:off x="-2811780" y="417691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54" name="Google Shape;154;p17"/>
          <p:cNvSpPr txBox="1">
            <a:spLocks noGrp="1"/>
          </p:cNvSpPr>
          <p:nvPr>
            <p:ph type="body" idx="24"/>
          </p:nvPr>
        </p:nvSpPr>
        <p:spPr>
          <a:xfrm>
            <a:off x="-2811780" y="4407526"/>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55" name="Google Shape;155;p17"/>
          <p:cNvSpPr txBox="1">
            <a:spLocks noGrp="1"/>
          </p:cNvSpPr>
          <p:nvPr>
            <p:ph type="body" idx="25"/>
          </p:nvPr>
        </p:nvSpPr>
        <p:spPr>
          <a:xfrm>
            <a:off x="-2811780" y="46318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4">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4">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4">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4">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34">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34">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34">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34">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34">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35">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35">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35">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35">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35">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35">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35">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35">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35">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36">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36">
                                            <p:txEl>
                                              <p:pRg st="1" end="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36">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36">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36">
                                            <p:txEl>
                                              <p:pRg st="4" end="4"/>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36">
                                            <p:txEl>
                                              <p:pRg st="5" end="5"/>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36">
                                            <p:txEl>
                                              <p:pRg st="6" end="6"/>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36">
                                            <p:txEl>
                                              <p:pRg st="7" end="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36">
                                            <p:txEl>
                                              <p:pRg st="8" end="8"/>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37">
                                            <p:txEl>
                                              <p:pRg st="1" end="1"/>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37">
                                            <p:txEl>
                                              <p:pRg st="3" end="3"/>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37">
                                            <p:txEl>
                                              <p:pRg st="5" end="5"/>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37">
                                            <p:txEl>
                                              <p:pRg st="7" end="7"/>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38">
                                            <p:txEl>
                                              <p:pRg st="1" end="1"/>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38">
                                            <p:txEl>
                                              <p:pRg st="3" end="3"/>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38">
                                            <p:txEl>
                                              <p:pRg st="5" end="5"/>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138">
                                            <p:txEl>
                                              <p:pRg st="6" end="6"/>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38">
                                            <p:txEl>
                                              <p:pRg st="7" end="7"/>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138">
                                            <p:txEl>
                                              <p:pRg st="8" end="8"/>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139">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39">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139">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139">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139">
                                            <p:txEl>
                                              <p:pRg st="6" end="6"/>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39">
                                            <p:txEl>
                                              <p:pRg st="7" end="7"/>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139">
                                            <p:txEl>
                                              <p:pRg st="8" end="8"/>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140">
                                            <p:txEl>
                                              <p:pRg st="0" end="0"/>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140">
                                            <p:txEl>
                                              <p:pRg st="1" end="1"/>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140">
                                            <p:txEl>
                                              <p:pRg st="2" end="2"/>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140">
                                            <p:txEl>
                                              <p:pRg st="3" end="3"/>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140">
                                            <p:txEl>
                                              <p:pRg st="4" end="4"/>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140">
                                            <p:txEl>
                                              <p:pRg st="5" end="5"/>
                                            </p:txEl>
                                          </p:spTgt>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140">
                                            <p:txEl>
                                              <p:pRg st="6" end="6"/>
                                            </p:txEl>
                                          </p:spTgt>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140">
                                            <p:txEl>
                                              <p:pRg st="7" end="7"/>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140">
                                            <p:txEl>
                                              <p:pRg st="8" end="8"/>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141">
                                            <p:txEl>
                                              <p:pRg st="1" end="1"/>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141">
                                            <p:txEl>
                                              <p:pRg st="2" end="2"/>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141">
                                            <p:txEl>
                                              <p:pRg st="3" end="3"/>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141">
                                            <p:txEl>
                                              <p:pRg st="4" end="4"/>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141">
                                            <p:txEl>
                                              <p:pRg st="5" end="5"/>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141">
                                            <p:txEl>
                                              <p:pRg st="6" end="6"/>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141">
                                            <p:txEl>
                                              <p:pRg st="7" end="7"/>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141">
                                            <p:txEl>
                                              <p:pRg st="8" end="8"/>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142">
                                            <p:txEl>
                                              <p:pRg st="0" end="0"/>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142">
                                            <p:txEl>
                                              <p:pRg st="1" end="1"/>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142">
                                            <p:txEl>
                                              <p:pRg st="2" end="2"/>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142">
                                            <p:txEl>
                                              <p:pRg st="3" end="3"/>
                                            </p:txEl>
                                          </p:spTgt>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142">
                                            <p:txEl>
                                              <p:pRg st="4" end="4"/>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142">
                                            <p:txEl>
                                              <p:pRg st="5" end="5"/>
                                            </p:txEl>
                                          </p:spTgt>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nodeType="clickEffect">
                                  <p:stCondLst>
                                    <p:cond delay="0"/>
                                  </p:stCondLst>
                                  <p:childTnLst>
                                    <p:set>
                                      <p:cBhvr>
                                        <p:cTn id="354" dur="1" fill="hold">
                                          <p:stCondLst>
                                            <p:cond delay="0"/>
                                          </p:stCondLst>
                                        </p:cTn>
                                        <p:tgtEl>
                                          <p:spTgt spid="142">
                                            <p:txEl>
                                              <p:pRg st="6" end="6"/>
                                            </p:txEl>
                                          </p:spTgt>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142">
                                            <p:txEl>
                                              <p:pRg st="7" end="7"/>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nodeType="clickEffect">
                                  <p:stCondLst>
                                    <p:cond delay="0"/>
                                  </p:stCondLst>
                                  <p:childTnLst>
                                    <p:set>
                                      <p:cBhvr>
                                        <p:cTn id="362" dur="1" fill="hold">
                                          <p:stCondLst>
                                            <p:cond delay="0"/>
                                          </p:stCondLst>
                                        </p:cTn>
                                        <p:tgtEl>
                                          <p:spTgt spid="142">
                                            <p:txEl>
                                              <p:pRg st="8" end="8"/>
                                            </p:txEl>
                                          </p:spTgt>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143">
                                            <p:txEl>
                                              <p:pRg st="0" end="0"/>
                                            </p:txEl>
                                          </p:spTgt>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nodeType="clickEffect">
                                  <p:stCondLst>
                                    <p:cond delay="0"/>
                                  </p:stCondLst>
                                  <p:childTnLst>
                                    <p:set>
                                      <p:cBhvr>
                                        <p:cTn id="370" dur="1" fill="hold">
                                          <p:stCondLst>
                                            <p:cond delay="0"/>
                                          </p:stCondLst>
                                        </p:cTn>
                                        <p:tgtEl>
                                          <p:spTgt spid="143">
                                            <p:txEl>
                                              <p:pRg st="1" end="1"/>
                                            </p:txEl>
                                          </p:spTgt>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143">
                                            <p:txEl>
                                              <p:pRg st="2" end="2"/>
                                            </p:txEl>
                                          </p:spTgt>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nodeType="clickEffect">
                                  <p:stCondLst>
                                    <p:cond delay="0"/>
                                  </p:stCondLst>
                                  <p:childTnLst>
                                    <p:set>
                                      <p:cBhvr>
                                        <p:cTn id="378" dur="1" fill="hold">
                                          <p:stCondLst>
                                            <p:cond delay="0"/>
                                          </p:stCondLst>
                                        </p:cTn>
                                        <p:tgtEl>
                                          <p:spTgt spid="143">
                                            <p:txEl>
                                              <p:pRg st="3" end="3"/>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143">
                                            <p:txEl>
                                              <p:pRg st="4" end="4"/>
                                            </p:txEl>
                                          </p:spTgt>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nodeType="clickEffect">
                                  <p:stCondLst>
                                    <p:cond delay="0"/>
                                  </p:stCondLst>
                                  <p:childTnLst>
                                    <p:set>
                                      <p:cBhvr>
                                        <p:cTn id="386" dur="1" fill="hold">
                                          <p:stCondLst>
                                            <p:cond delay="0"/>
                                          </p:stCondLst>
                                        </p:cTn>
                                        <p:tgtEl>
                                          <p:spTgt spid="143">
                                            <p:txEl>
                                              <p:pRg st="5" end="5"/>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nodeType="clickEffect">
                                  <p:stCondLst>
                                    <p:cond delay="0"/>
                                  </p:stCondLst>
                                  <p:childTnLst>
                                    <p:set>
                                      <p:cBhvr>
                                        <p:cTn id="390" dur="1" fill="hold">
                                          <p:stCondLst>
                                            <p:cond delay="0"/>
                                          </p:stCondLst>
                                        </p:cTn>
                                        <p:tgtEl>
                                          <p:spTgt spid="143">
                                            <p:txEl>
                                              <p:pRg st="6" end="6"/>
                                            </p:txEl>
                                          </p:spTgt>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nodeType="clickEffect">
                                  <p:stCondLst>
                                    <p:cond delay="0"/>
                                  </p:stCondLst>
                                  <p:childTnLst>
                                    <p:set>
                                      <p:cBhvr>
                                        <p:cTn id="394" dur="1" fill="hold">
                                          <p:stCondLst>
                                            <p:cond delay="0"/>
                                          </p:stCondLst>
                                        </p:cTn>
                                        <p:tgtEl>
                                          <p:spTgt spid="143">
                                            <p:txEl>
                                              <p:pRg st="7" end="7"/>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nodeType="clickEffect">
                                  <p:stCondLst>
                                    <p:cond delay="0"/>
                                  </p:stCondLst>
                                  <p:childTnLst>
                                    <p:set>
                                      <p:cBhvr>
                                        <p:cTn id="398" dur="1" fill="hold">
                                          <p:stCondLst>
                                            <p:cond delay="0"/>
                                          </p:stCondLst>
                                        </p:cTn>
                                        <p:tgtEl>
                                          <p:spTgt spid="143">
                                            <p:txEl>
                                              <p:pRg st="8" end="8"/>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nodeType="clickEffect">
                                  <p:stCondLst>
                                    <p:cond delay="0"/>
                                  </p:stCondLst>
                                  <p:childTnLst>
                                    <p:set>
                                      <p:cBhvr>
                                        <p:cTn id="402" dur="1" fill="hold">
                                          <p:stCondLst>
                                            <p:cond delay="0"/>
                                          </p:stCondLst>
                                        </p:cTn>
                                        <p:tgtEl>
                                          <p:spTgt spid="144">
                                            <p:txEl>
                                              <p:pRg st="0" end="0"/>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nodeType="clickEffect">
                                  <p:stCondLst>
                                    <p:cond delay="0"/>
                                  </p:stCondLst>
                                  <p:childTnLst>
                                    <p:set>
                                      <p:cBhvr>
                                        <p:cTn id="406" dur="1" fill="hold">
                                          <p:stCondLst>
                                            <p:cond delay="0"/>
                                          </p:stCondLst>
                                        </p:cTn>
                                        <p:tgtEl>
                                          <p:spTgt spid="144">
                                            <p:txEl>
                                              <p:pRg st="1" end="1"/>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nodeType="clickEffect">
                                  <p:stCondLst>
                                    <p:cond delay="0"/>
                                  </p:stCondLst>
                                  <p:childTnLst>
                                    <p:set>
                                      <p:cBhvr>
                                        <p:cTn id="410" dur="1" fill="hold">
                                          <p:stCondLst>
                                            <p:cond delay="0"/>
                                          </p:stCondLst>
                                        </p:cTn>
                                        <p:tgtEl>
                                          <p:spTgt spid="144">
                                            <p:txEl>
                                              <p:pRg st="2" end="2"/>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nodeType="clickEffect">
                                  <p:stCondLst>
                                    <p:cond delay="0"/>
                                  </p:stCondLst>
                                  <p:childTnLst>
                                    <p:set>
                                      <p:cBhvr>
                                        <p:cTn id="414" dur="1" fill="hold">
                                          <p:stCondLst>
                                            <p:cond delay="0"/>
                                          </p:stCondLst>
                                        </p:cTn>
                                        <p:tgtEl>
                                          <p:spTgt spid="144">
                                            <p:txEl>
                                              <p:pRg st="3" end="3"/>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nodeType="clickEffect">
                                  <p:stCondLst>
                                    <p:cond delay="0"/>
                                  </p:stCondLst>
                                  <p:childTnLst>
                                    <p:set>
                                      <p:cBhvr>
                                        <p:cTn id="418" dur="1" fill="hold">
                                          <p:stCondLst>
                                            <p:cond delay="0"/>
                                          </p:stCondLst>
                                        </p:cTn>
                                        <p:tgtEl>
                                          <p:spTgt spid="144">
                                            <p:txEl>
                                              <p:pRg st="4" end="4"/>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nodeType="clickEffect">
                                  <p:stCondLst>
                                    <p:cond delay="0"/>
                                  </p:stCondLst>
                                  <p:childTnLst>
                                    <p:set>
                                      <p:cBhvr>
                                        <p:cTn id="422" dur="1" fill="hold">
                                          <p:stCondLst>
                                            <p:cond delay="0"/>
                                          </p:stCondLst>
                                        </p:cTn>
                                        <p:tgtEl>
                                          <p:spTgt spid="144">
                                            <p:txEl>
                                              <p:pRg st="5" end="5"/>
                                            </p:txEl>
                                          </p:spTgt>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144">
                                            <p:txEl>
                                              <p:pRg st="6" end="6"/>
                                            </p:txEl>
                                          </p:spTgt>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nodeType="clickEffect">
                                  <p:stCondLst>
                                    <p:cond delay="0"/>
                                  </p:stCondLst>
                                  <p:childTnLst>
                                    <p:set>
                                      <p:cBhvr>
                                        <p:cTn id="430" dur="1" fill="hold">
                                          <p:stCondLst>
                                            <p:cond delay="0"/>
                                          </p:stCondLst>
                                        </p:cTn>
                                        <p:tgtEl>
                                          <p:spTgt spid="144">
                                            <p:txEl>
                                              <p:pRg st="7" end="7"/>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nodeType="clickEffect">
                                  <p:stCondLst>
                                    <p:cond delay="0"/>
                                  </p:stCondLst>
                                  <p:childTnLst>
                                    <p:set>
                                      <p:cBhvr>
                                        <p:cTn id="434" dur="1" fill="hold">
                                          <p:stCondLst>
                                            <p:cond delay="0"/>
                                          </p:stCondLst>
                                        </p:cTn>
                                        <p:tgtEl>
                                          <p:spTgt spid="144">
                                            <p:txEl>
                                              <p:pRg st="8" end="8"/>
                                            </p:txEl>
                                          </p:spTgt>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145">
                                            <p:txEl>
                                              <p:pRg st="0" end="0"/>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nodeType="clickEffect">
                                  <p:stCondLst>
                                    <p:cond delay="0"/>
                                  </p:stCondLst>
                                  <p:childTnLst>
                                    <p:set>
                                      <p:cBhvr>
                                        <p:cTn id="442" dur="1" fill="hold">
                                          <p:stCondLst>
                                            <p:cond delay="0"/>
                                          </p:stCondLst>
                                        </p:cTn>
                                        <p:tgtEl>
                                          <p:spTgt spid="145">
                                            <p:txEl>
                                              <p:pRg st="1" end="1"/>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nodeType="clickEffect">
                                  <p:stCondLst>
                                    <p:cond delay="0"/>
                                  </p:stCondLst>
                                  <p:childTnLst>
                                    <p:set>
                                      <p:cBhvr>
                                        <p:cTn id="446" dur="1" fill="hold">
                                          <p:stCondLst>
                                            <p:cond delay="0"/>
                                          </p:stCondLst>
                                        </p:cTn>
                                        <p:tgtEl>
                                          <p:spTgt spid="145">
                                            <p:txEl>
                                              <p:pRg st="2" end="2"/>
                                            </p:txEl>
                                          </p:spTgt>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145">
                                            <p:txEl>
                                              <p:pRg st="3" end="3"/>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145">
                                            <p:txEl>
                                              <p:pRg st="4" end="4"/>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nodeType="clickEffect">
                                  <p:stCondLst>
                                    <p:cond delay="0"/>
                                  </p:stCondLst>
                                  <p:childTnLst>
                                    <p:set>
                                      <p:cBhvr>
                                        <p:cTn id="458" dur="1" fill="hold">
                                          <p:stCondLst>
                                            <p:cond delay="0"/>
                                          </p:stCondLst>
                                        </p:cTn>
                                        <p:tgtEl>
                                          <p:spTgt spid="145">
                                            <p:txEl>
                                              <p:pRg st="5" end="5"/>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145">
                                            <p:txEl>
                                              <p:pRg st="6" end="6"/>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nodeType="clickEffect">
                                  <p:stCondLst>
                                    <p:cond delay="0"/>
                                  </p:stCondLst>
                                  <p:childTnLst>
                                    <p:set>
                                      <p:cBhvr>
                                        <p:cTn id="466" dur="1" fill="hold">
                                          <p:stCondLst>
                                            <p:cond delay="0"/>
                                          </p:stCondLst>
                                        </p:cTn>
                                        <p:tgtEl>
                                          <p:spTgt spid="145">
                                            <p:txEl>
                                              <p:pRg st="7" end="7"/>
                                            </p:txEl>
                                          </p:spTgt>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nodeType="clickEffect">
                                  <p:stCondLst>
                                    <p:cond delay="0"/>
                                  </p:stCondLst>
                                  <p:childTnLst>
                                    <p:set>
                                      <p:cBhvr>
                                        <p:cTn id="470" dur="1" fill="hold">
                                          <p:stCondLst>
                                            <p:cond delay="0"/>
                                          </p:stCondLst>
                                        </p:cTn>
                                        <p:tgtEl>
                                          <p:spTgt spid="145">
                                            <p:txEl>
                                              <p:pRg st="8" end="8"/>
                                            </p:txEl>
                                          </p:spTgt>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nodeType="clickEffect">
                                  <p:stCondLst>
                                    <p:cond delay="0"/>
                                  </p:stCondLst>
                                  <p:childTnLst>
                                    <p:set>
                                      <p:cBhvr>
                                        <p:cTn id="474"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nodeType="clickEffect">
                                  <p:stCondLst>
                                    <p:cond delay="0"/>
                                  </p:stCondLst>
                                  <p:childTnLst>
                                    <p:set>
                                      <p:cBhvr>
                                        <p:cTn id="478"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nodeType="clickEffect">
                                  <p:stCondLst>
                                    <p:cond delay="0"/>
                                  </p:stCondLst>
                                  <p:childTnLst>
                                    <p:set>
                                      <p:cBhvr>
                                        <p:cTn id="482"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nodeType="clickEffect">
                                  <p:stCondLst>
                                    <p:cond delay="0"/>
                                  </p:stCondLst>
                                  <p:childTnLst>
                                    <p:set>
                                      <p:cBhvr>
                                        <p:cTn id="486" dur="1" fill="hold">
                                          <p:stCondLst>
                                            <p:cond delay="0"/>
                                          </p:stCondLst>
                                        </p:cTn>
                                        <p:tgtEl>
                                          <p:spTgt spid="148">
                                            <p:txEl>
                                              <p:pRg st="3" end="3"/>
                                            </p:txEl>
                                          </p:spTgt>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nodeType="clickEffect">
                                  <p:stCondLst>
                                    <p:cond delay="0"/>
                                  </p:stCondLst>
                                  <p:childTnLst>
                                    <p:set>
                                      <p:cBhvr>
                                        <p:cTn id="490" dur="1" fill="hold">
                                          <p:stCondLst>
                                            <p:cond delay="0"/>
                                          </p:stCondLst>
                                        </p:cTn>
                                        <p:tgtEl>
                                          <p:spTgt spid="148">
                                            <p:txEl>
                                              <p:pRg st="4" end="4"/>
                                            </p:txEl>
                                          </p:spTgt>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nodeType="clickEffect">
                                  <p:stCondLst>
                                    <p:cond delay="0"/>
                                  </p:stCondLst>
                                  <p:childTnLst>
                                    <p:set>
                                      <p:cBhvr>
                                        <p:cTn id="494" dur="1" fill="hold">
                                          <p:stCondLst>
                                            <p:cond delay="0"/>
                                          </p:stCondLst>
                                        </p:cTn>
                                        <p:tgtEl>
                                          <p:spTgt spid="148">
                                            <p:txEl>
                                              <p:pRg st="5" end="5"/>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nodeType="clickEffect">
                                  <p:stCondLst>
                                    <p:cond delay="0"/>
                                  </p:stCondLst>
                                  <p:childTnLst>
                                    <p:set>
                                      <p:cBhvr>
                                        <p:cTn id="498" dur="1" fill="hold">
                                          <p:stCondLst>
                                            <p:cond delay="0"/>
                                          </p:stCondLst>
                                        </p:cTn>
                                        <p:tgtEl>
                                          <p:spTgt spid="148">
                                            <p:txEl>
                                              <p:pRg st="6" end="6"/>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nodeType="clickEffect">
                                  <p:stCondLst>
                                    <p:cond delay="0"/>
                                  </p:stCondLst>
                                  <p:childTnLst>
                                    <p:set>
                                      <p:cBhvr>
                                        <p:cTn id="502" dur="1" fill="hold">
                                          <p:stCondLst>
                                            <p:cond delay="0"/>
                                          </p:stCondLst>
                                        </p:cTn>
                                        <p:tgtEl>
                                          <p:spTgt spid="148">
                                            <p:txEl>
                                              <p:pRg st="7" end="7"/>
                                            </p:txEl>
                                          </p:spTgt>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nodeType="clickEffect">
                                  <p:stCondLst>
                                    <p:cond delay="0"/>
                                  </p:stCondLst>
                                  <p:childTnLst>
                                    <p:set>
                                      <p:cBhvr>
                                        <p:cTn id="506" dur="1" fill="hold">
                                          <p:stCondLst>
                                            <p:cond delay="0"/>
                                          </p:stCondLst>
                                        </p:cTn>
                                        <p:tgtEl>
                                          <p:spTgt spid="148">
                                            <p:txEl>
                                              <p:pRg st="8" end="8"/>
                                            </p:txEl>
                                          </p:spTgt>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nodeType="clickEffect">
                                  <p:stCondLst>
                                    <p:cond delay="0"/>
                                  </p:stCondLst>
                                  <p:childTnLst>
                                    <p:set>
                                      <p:cBhvr>
                                        <p:cTn id="510"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nodeType="clickEffect">
                                  <p:stCondLst>
                                    <p:cond delay="0"/>
                                  </p:stCondLst>
                                  <p:childTnLst>
                                    <p:set>
                                      <p:cBhvr>
                                        <p:cTn id="514" dur="1" fill="hold">
                                          <p:stCondLst>
                                            <p:cond delay="0"/>
                                          </p:stCondLst>
                                        </p:cTn>
                                        <p:tgtEl>
                                          <p:spTgt spid="149">
                                            <p:txEl>
                                              <p:pRg st="1" end="1"/>
                                            </p:txEl>
                                          </p:spTgt>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1" presetClass="entr" presetSubtype="0" fill="hold" nodeType="clickEffect">
                                  <p:stCondLst>
                                    <p:cond delay="0"/>
                                  </p:stCondLst>
                                  <p:childTnLst>
                                    <p:set>
                                      <p:cBhvr>
                                        <p:cTn id="518" dur="1" fill="hold">
                                          <p:stCondLst>
                                            <p:cond delay="0"/>
                                          </p:stCondLst>
                                        </p:cTn>
                                        <p:tgtEl>
                                          <p:spTgt spid="149">
                                            <p:txEl>
                                              <p:pRg st="2" end="2"/>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nodeType="clickEffect">
                                  <p:stCondLst>
                                    <p:cond delay="0"/>
                                  </p:stCondLst>
                                  <p:childTnLst>
                                    <p:set>
                                      <p:cBhvr>
                                        <p:cTn id="522" dur="1" fill="hold">
                                          <p:stCondLst>
                                            <p:cond delay="0"/>
                                          </p:stCondLst>
                                        </p:cTn>
                                        <p:tgtEl>
                                          <p:spTgt spid="149">
                                            <p:txEl>
                                              <p:pRg st="3" end="3"/>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presetID="1" presetClass="entr" presetSubtype="0" fill="hold" nodeType="clickEffect">
                                  <p:stCondLst>
                                    <p:cond delay="0"/>
                                  </p:stCondLst>
                                  <p:childTnLst>
                                    <p:set>
                                      <p:cBhvr>
                                        <p:cTn id="526" dur="1" fill="hold">
                                          <p:stCondLst>
                                            <p:cond delay="0"/>
                                          </p:stCondLst>
                                        </p:cTn>
                                        <p:tgtEl>
                                          <p:spTgt spid="149">
                                            <p:txEl>
                                              <p:pRg st="4" end="4"/>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presetID="1" presetClass="entr" presetSubtype="0" fill="hold" nodeType="clickEffect">
                                  <p:stCondLst>
                                    <p:cond delay="0"/>
                                  </p:stCondLst>
                                  <p:childTnLst>
                                    <p:set>
                                      <p:cBhvr>
                                        <p:cTn id="530" dur="1" fill="hold">
                                          <p:stCondLst>
                                            <p:cond delay="0"/>
                                          </p:stCondLst>
                                        </p:cTn>
                                        <p:tgtEl>
                                          <p:spTgt spid="149">
                                            <p:txEl>
                                              <p:pRg st="5" end="5"/>
                                            </p:txEl>
                                          </p:spTgt>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presetID="1" presetClass="entr" presetSubtype="0" fill="hold" nodeType="clickEffect">
                                  <p:stCondLst>
                                    <p:cond delay="0"/>
                                  </p:stCondLst>
                                  <p:childTnLst>
                                    <p:set>
                                      <p:cBhvr>
                                        <p:cTn id="534" dur="1" fill="hold">
                                          <p:stCondLst>
                                            <p:cond delay="0"/>
                                          </p:stCondLst>
                                        </p:cTn>
                                        <p:tgtEl>
                                          <p:spTgt spid="149">
                                            <p:txEl>
                                              <p:pRg st="6" end="6"/>
                                            </p:txEl>
                                          </p:spTgt>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presetID="1" presetClass="entr" presetSubtype="0" fill="hold" nodeType="clickEffect">
                                  <p:stCondLst>
                                    <p:cond delay="0"/>
                                  </p:stCondLst>
                                  <p:childTnLst>
                                    <p:set>
                                      <p:cBhvr>
                                        <p:cTn id="538" dur="1" fill="hold">
                                          <p:stCondLst>
                                            <p:cond delay="0"/>
                                          </p:stCondLst>
                                        </p:cTn>
                                        <p:tgtEl>
                                          <p:spTgt spid="149">
                                            <p:txEl>
                                              <p:pRg st="7" end="7"/>
                                            </p:txEl>
                                          </p:spTgt>
                                        </p:tgtEl>
                                        <p:attrNameLst>
                                          <p:attrName>style.visibility</p:attrName>
                                        </p:attrNameLst>
                                      </p:cBhvr>
                                      <p:to>
                                        <p:strVal val="visible"/>
                                      </p:to>
                                    </p:set>
                                  </p:childTnLst>
                                </p:cTn>
                              </p:par>
                            </p:childTnLst>
                          </p:cTn>
                        </p:par>
                      </p:childTnLst>
                    </p:cTn>
                  </p:par>
                  <p:par>
                    <p:cTn id="539" fill="hold">
                      <p:stCondLst>
                        <p:cond delay="indefinite"/>
                      </p:stCondLst>
                      <p:childTnLst>
                        <p:par>
                          <p:cTn id="540" fill="hold">
                            <p:stCondLst>
                              <p:cond delay="0"/>
                            </p:stCondLst>
                            <p:childTnLst>
                              <p:par>
                                <p:cTn id="541" presetID="1" presetClass="entr" presetSubtype="0" fill="hold" nodeType="clickEffect">
                                  <p:stCondLst>
                                    <p:cond delay="0"/>
                                  </p:stCondLst>
                                  <p:childTnLst>
                                    <p:set>
                                      <p:cBhvr>
                                        <p:cTn id="542" dur="1" fill="hold">
                                          <p:stCondLst>
                                            <p:cond delay="0"/>
                                          </p:stCondLst>
                                        </p:cTn>
                                        <p:tgtEl>
                                          <p:spTgt spid="149">
                                            <p:txEl>
                                              <p:pRg st="8" end="8"/>
                                            </p:txEl>
                                          </p:spTgt>
                                        </p:tgtEl>
                                        <p:attrNameLst>
                                          <p:attrName>style.visibility</p:attrName>
                                        </p:attrNameLst>
                                      </p:cBhvr>
                                      <p:to>
                                        <p:strVal val="visible"/>
                                      </p:to>
                                    </p:set>
                                  </p:childTnLst>
                                </p:cTn>
                              </p:par>
                            </p:childTnLst>
                          </p:cTn>
                        </p:par>
                      </p:childTnLst>
                    </p:cTn>
                  </p:par>
                  <p:par>
                    <p:cTn id="543" fill="hold">
                      <p:stCondLst>
                        <p:cond delay="indefinite"/>
                      </p:stCondLst>
                      <p:childTnLst>
                        <p:par>
                          <p:cTn id="544" fill="hold">
                            <p:stCondLst>
                              <p:cond delay="0"/>
                            </p:stCondLst>
                            <p:childTnLst>
                              <p:par>
                                <p:cTn id="545" presetID="1" presetClass="entr" presetSubtype="0" fill="hold" nodeType="clickEffect">
                                  <p:stCondLst>
                                    <p:cond delay="0"/>
                                  </p:stCondLst>
                                  <p:childTnLst>
                                    <p:set>
                                      <p:cBhvr>
                                        <p:cTn id="546" dur="1" fill="hold">
                                          <p:stCondLst>
                                            <p:cond delay="0"/>
                                          </p:stCondLst>
                                        </p:cTn>
                                        <p:tgtEl>
                                          <p:spTgt spid="150">
                                            <p:txEl>
                                              <p:pRg st="0" end="0"/>
                                            </p:txEl>
                                          </p:spTgt>
                                        </p:tgtEl>
                                        <p:attrNameLst>
                                          <p:attrName>style.visibility</p:attrName>
                                        </p:attrNameLst>
                                      </p:cBhvr>
                                      <p:to>
                                        <p:strVal val="visible"/>
                                      </p:to>
                                    </p:set>
                                  </p:childTnLst>
                                </p:cTn>
                              </p:par>
                            </p:childTnLst>
                          </p:cTn>
                        </p:par>
                      </p:childTnLst>
                    </p:cTn>
                  </p:par>
                  <p:par>
                    <p:cTn id="547" fill="hold">
                      <p:stCondLst>
                        <p:cond delay="indefinite"/>
                      </p:stCondLst>
                      <p:childTnLst>
                        <p:par>
                          <p:cTn id="548" fill="hold">
                            <p:stCondLst>
                              <p:cond delay="0"/>
                            </p:stCondLst>
                            <p:childTnLst>
                              <p:par>
                                <p:cTn id="549" presetID="1" presetClass="entr" presetSubtype="0" fill="hold" nodeType="clickEffect">
                                  <p:stCondLst>
                                    <p:cond delay="0"/>
                                  </p:stCondLst>
                                  <p:childTnLst>
                                    <p:set>
                                      <p:cBhvr>
                                        <p:cTn id="550" dur="1" fill="hold">
                                          <p:stCondLst>
                                            <p:cond delay="0"/>
                                          </p:stCondLst>
                                        </p:cTn>
                                        <p:tgtEl>
                                          <p:spTgt spid="150">
                                            <p:txEl>
                                              <p:pRg st="1" end="1"/>
                                            </p:txEl>
                                          </p:spTgt>
                                        </p:tgtEl>
                                        <p:attrNameLst>
                                          <p:attrName>style.visibility</p:attrName>
                                        </p:attrNameLst>
                                      </p:cBhvr>
                                      <p:to>
                                        <p:strVal val="visible"/>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nodeType="clickEffect">
                                  <p:stCondLst>
                                    <p:cond delay="0"/>
                                  </p:stCondLst>
                                  <p:childTnLst>
                                    <p:set>
                                      <p:cBhvr>
                                        <p:cTn id="554" dur="1" fill="hold">
                                          <p:stCondLst>
                                            <p:cond delay="0"/>
                                          </p:stCondLst>
                                        </p:cTn>
                                        <p:tgtEl>
                                          <p:spTgt spid="150">
                                            <p:txEl>
                                              <p:pRg st="2" end="2"/>
                                            </p:txEl>
                                          </p:spTgt>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1" presetClass="entr" presetSubtype="0" fill="hold" nodeType="clickEffect">
                                  <p:stCondLst>
                                    <p:cond delay="0"/>
                                  </p:stCondLst>
                                  <p:childTnLst>
                                    <p:set>
                                      <p:cBhvr>
                                        <p:cTn id="558" dur="1" fill="hold">
                                          <p:stCondLst>
                                            <p:cond delay="0"/>
                                          </p:stCondLst>
                                        </p:cTn>
                                        <p:tgtEl>
                                          <p:spTgt spid="150">
                                            <p:txEl>
                                              <p:pRg st="3" end="3"/>
                                            </p:txEl>
                                          </p:spTgt>
                                        </p:tgtEl>
                                        <p:attrNameLst>
                                          <p:attrName>style.visibility</p:attrName>
                                        </p:attrNameLst>
                                      </p:cBhvr>
                                      <p:to>
                                        <p:strVal val="visible"/>
                                      </p:to>
                                    </p:set>
                                  </p:childTnLst>
                                </p:cTn>
                              </p:par>
                            </p:childTnLst>
                          </p:cTn>
                        </p:par>
                      </p:childTnLst>
                    </p:cTn>
                  </p:par>
                  <p:par>
                    <p:cTn id="559" fill="hold">
                      <p:stCondLst>
                        <p:cond delay="indefinite"/>
                      </p:stCondLst>
                      <p:childTnLst>
                        <p:par>
                          <p:cTn id="560" fill="hold">
                            <p:stCondLst>
                              <p:cond delay="0"/>
                            </p:stCondLst>
                            <p:childTnLst>
                              <p:par>
                                <p:cTn id="561" presetID="1" presetClass="entr" presetSubtype="0" fill="hold" nodeType="clickEffect">
                                  <p:stCondLst>
                                    <p:cond delay="0"/>
                                  </p:stCondLst>
                                  <p:childTnLst>
                                    <p:set>
                                      <p:cBhvr>
                                        <p:cTn id="562" dur="1" fill="hold">
                                          <p:stCondLst>
                                            <p:cond delay="0"/>
                                          </p:stCondLst>
                                        </p:cTn>
                                        <p:tgtEl>
                                          <p:spTgt spid="150">
                                            <p:txEl>
                                              <p:pRg st="4" end="4"/>
                                            </p:txEl>
                                          </p:spTgt>
                                        </p:tgtEl>
                                        <p:attrNameLst>
                                          <p:attrName>style.visibility</p:attrName>
                                        </p:attrNameLst>
                                      </p:cBhvr>
                                      <p:to>
                                        <p:strVal val="visible"/>
                                      </p:to>
                                    </p:set>
                                  </p:childTnLst>
                                </p:cTn>
                              </p:par>
                            </p:childTnLst>
                          </p:cTn>
                        </p:par>
                      </p:childTnLst>
                    </p:cTn>
                  </p:par>
                  <p:par>
                    <p:cTn id="563" fill="hold">
                      <p:stCondLst>
                        <p:cond delay="indefinite"/>
                      </p:stCondLst>
                      <p:childTnLst>
                        <p:par>
                          <p:cTn id="564" fill="hold">
                            <p:stCondLst>
                              <p:cond delay="0"/>
                            </p:stCondLst>
                            <p:childTnLst>
                              <p:par>
                                <p:cTn id="565" presetID="1" presetClass="entr" presetSubtype="0" fill="hold" nodeType="clickEffect">
                                  <p:stCondLst>
                                    <p:cond delay="0"/>
                                  </p:stCondLst>
                                  <p:childTnLst>
                                    <p:set>
                                      <p:cBhvr>
                                        <p:cTn id="566" dur="1" fill="hold">
                                          <p:stCondLst>
                                            <p:cond delay="0"/>
                                          </p:stCondLst>
                                        </p:cTn>
                                        <p:tgtEl>
                                          <p:spTgt spid="150">
                                            <p:txEl>
                                              <p:pRg st="5" end="5"/>
                                            </p:txEl>
                                          </p:spTgt>
                                        </p:tgtEl>
                                        <p:attrNameLst>
                                          <p:attrName>style.visibility</p:attrName>
                                        </p:attrNameLst>
                                      </p:cBhvr>
                                      <p:to>
                                        <p:strVal val="visible"/>
                                      </p:to>
                                    </p:set>
                                  </p:childTnLst>
                                </p:cTn>
                              </p:par>
                            </p:childTnLst>
                          </p:cTn>
                        </p:par>
                      </p:childTnLst>
                    </p:cTn>
                  </p:par>
                  <p:par>
                    <p:cTn id="567" fill="hold">
                      <p:stCondLst>
                        <p:cond delay="indefinite"/>
                      </p:stCondLst>
                      <p:childTnLst>
                        <p:par>
                          <p:cTn id="568" fill="hold">
                            <p:stCondLst>
                              <p:cond delay="0"/>
                            </p:stCondLst>
                            <p:childTnLst>
                              <p:par>
                                <p:cTn id="569" presetID="1" presetClass="entr" presetSubtype="0" fill="hold" nodeType="clickEffect">
                                  <p:stCondLst>
                                    <p:cond delay="0"/>
                                  </p:stCondLst>
                                  <p:childTnLst>
                                    <p:set>
                                      <p:cBhvr>
                                        <p:cTn id="570" dur="1" fill="hold">
                                          <p:stCondLst>
                                            <p:cond delay="0"/>
                                          </p:stCondLst>
                                        </p:cTn>
                                        <p:tgtEl>
                                          <p:spTgt spid="150">
                                            <p:txEl>
                                              <p:pRg st="6" end="6"/>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presetID="1" presetClass="entr" presetSubtype="0" fill="hold" nodeType="clickEffect">
                                  <p:stCondLst>
                                    <p:cond delay="0"/>
                                  </p:stCondLst>
                                  <p:childTnLst>
                                    <p:set>
                                      <p:cBhvr>
                                        <p:cTn id="574" dur="1" fill="hold">
                                          <p:stCondLst>
                                            <p:cond delay="0"/>
                                          </p:stCondLst>
                                        </p:cTn>
                                        <p:tgtEl>
                                          <p:spTgt spid="150">
                                            <p:txEl>
                                              <p:pRg st="7" end="7"/>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presetID="1" presetClass="entr" presetSubtype="0" fill="hold" nodeType="clickEffect">
                                  <p:stCondLst>
                                    <p:cond delay="0"/>
                                  </p:stCondLst>
                                  <p:childTnLst>
                                    <p:set>
                                      <p:cBhvr>
                                        <p:cTn id="578" dur="1" fill="hold">
                                          <p:stCondLst>
                                            <p:cond delay="0"/>
                                          </p:stCondLst>
                                        </p:cTn>
                                        <p:tgtEl>
                                          <p:spTgt spid="150">
                                            <p:txEl>
                                              <p:pRg st="8" end="8"/>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presetID="1" presetClass="entr" presetSubtype="0" fill="hold" nodeType="clickEffect">
                                  <p:stCondLst>
                                    <p:cond delay="0"/>
                                  </p:stCondLst>
                                  <p:childTnLst>
                                    <p:set>
                                      <p:cBhvr>
                                        <p:cTn id="582" dur="1" fill="hold">
                                          <p:stCondLst>
                                            <p:cond delay="0"/>
                                          </p:stCondLst>
                                        </p:cTn>
                                        <p:tgtEl>
                                          <p:spTgt spid="151">
                                            <p:txEl>
                                              <p:pRg st="0" end="0"/>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presetID="1" presetClass="entr" presetSubtype="0" fill="hold" nodeType="clickEffect">
                                  <p:stCondLst>
                                    <p:cond delay="0"/>
                                  </p:stCondLst>
                                  <p:childTnLst>
                                    <p:set>
                                      <p:cBhvr>
                                        <p:cTn id="586" dur="1" fill="hold">
                                          <p:stCondLst>
                                            <p:cond delay="0"/>
                                          </p:stCondLst>
                                        </p:cTn>
                                        <p:tgtEl>
                                          <p:spTgt spid="151">
                                            <p:txEl>
                                              <p:pRg st="1" end="1"/>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presetID="1" presetClass="entr" presetSubtype="0" fill="hold" nodeType="clickEffect">
                                  <p:stCondLst>
                                    <p:cond delay="0"/>
                                  </p:stCondLst>
                                  <p:childTnLst>
                                    <p:set>
                                      <p:cBhvr>
                                        <p:cTn id="590" dur="1" fill="hold">
                                          <p:stCondLst>
                                            <p:cond delay="0"/>
                                          </p:stCondLst>
                                        </p:cTn>
                                        <p:tgtEl>
                                          <p:spTgt spid="151">
                                            <p:txEl>
                                              <p:pRg st="2" end="2"/>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presetID="1" presetClass="entr" presetSubtype="0" fill="hold" nodeType="clickEffect">
                                  <p:stCondLst>
                                    <p:cond delay="0"/>
                                  </p:stCondLst>
                                  <p:childTnLst>
                                    <p:set>
                                      <p:cBhvr>
                                        <p:cTn id="594" dur="1" fill="hold">
                                          <p:stCondLst>
                                            <p:cond delay="0"/>
                                          </p:stCondLst>
                                        </p:cTn>
                                        <p:tgtEl>
                                          <p:spTgt spid="151">
                                            <p:txEl>
                                              <p:pRg st="3" end="3"/>
                                            </p:txEl>
                                          </p:spTgt>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presetID="1" presetClass="entr" presetSubtype="0" fill="hold" nodeType="clickEffect">
                                  <p:stCondLst>
                                    <p:cond delay="0"/>
                                  </p:stCondLst>
                                  <p:childTnLst>
                                    <p:set>
                                      <p:cBhvr>
                                        <p:cTn id="598" dur="1" fill="hold">
                                          <p:stCondLst>
                                            <p:cond delay="0"/>
                                          </p:stCondLst>
                                        </p:cTn>
                                        <p:tgtEl>
                                          <p:spTgt spid="151">
                                            <p:txEl>
                                              <p:pRg st="4" end="4"/>
                                            </p:txEl>
                                          </p:spTgt>
                                        </p:tgtEl>
                                        <p:attrNameLst>
                                          <p:attrName>style.visibility</p:attrName>
                                        </p:attrNameLst>
                                      </p:cBhvr>
                                      <p:to>
                                        <p:strVal val="visible"/>
                                      </p:to>
                                    </p:set>
                                  </p:childTnLst>
                                </p:cTn>
                              </p:par>
                            </p:childTnLst>
                          </p:cTn>
                        </p:par>
                      </p:childTnLst>
                    </p:cTn>
                  </p:par>
                  <p:par>
                    <p:cTn id="599" fill="hold">
                      <p:stCondLst>
                        <p:cond delay="indefinite"/>
                      </p:stCondLst>
                      <p:childTnLst>
                        <p:par>
                          <p:cTn id="600" fill="hold">
                            <p:stCondLst>
                              <p:cond delay="0"/>
                            </p:stCondLst>
                            <p:childTnLst>
                              <p:par>
                                <p:cTn id="601" presetID="1" presetClass="entr" presetSubtype="0" fill="hold" nodeType="clickEffect">
                                  <p:stCondLst>
                                    <p:cond delay="0"/>
                                  </p:stCondLst>
                                  <p:childTnLst>
                                    <p:set>
                                      <p:cBhvr>
                                        <p:cTn id="602" dur="1" fill="hold">
                                          <p:stCondLst>
                                            <p:cond delay="0"/>
                                          </p:stCondLst>
                                        </p:cTn>
                                        <p:tgtEl>
                                          <p:spTgt spid="151">
                                            <p:txEl>
                                              <p:pRg st="5" end="5"/>
                                            </p:txEl>
                                          </p:spTgt>
                                        </p:tgtEl>
                                        <p:attrNameLst>
                                          <p:attrName>style.visibility</p:attrName>
                                        </p:attrNameLst>
                                      </p:cBhvr>
                                      <p:to>
                                        <p:strVal val="visible"/>
                                      </p:to>
                                    </p:set>
                                  </p:childTnLst>
                                </p:cTn>
                              </p:par>
                            </p:childTnLst>
                          </p:cTn>
                        </p:par>
                      </p:childTnLst>
                    </p:cTn>
                  </p:par>
                  <p:par>
                    <p:cTn id="603" fill="hold">
                      <p:stCondLst>
                        <p:cond delay="indefinite"/>
                      </p:stCondLst>
                      <p:childTnLst>
                        <p:par>
                          <p:cTn id="604" fill="hold">
                            <p:stCondLst>
                              <p:cond delay="0"/>
                            </p:stCondLst>
                            <p:childTnLst>
                              <p:par>
                                <p:cTn id="605" presetID="1" presetClass="entr" presetSubtype="0" fill="hold" nodeType="clickEffect">
                                  <p:stCondLst>
                                    <p:cond delay="0"/>
                                  </p:stCondLst>
                                  <p:childTnLst>
                                    <p:set>
                                      <p:cBhvr>
                                        <p:cTn id="606" dur="1" fill="hold">
                                          <p:stCondLst>
                                            <p:cond delay="0"/>
                                          </p:stCondLst>
                                        </p:cTn>
                                        <p:tgtEl>
                                          <p:spTgt spid="151">
                                            <p:txEl>
                                              <p:pRg st="6" end="6"/>
                                            </p:txEl>
                                          </p:spTgt>
                                        </p:tgtEl>
                                        <p:attrNameLst>
                                          <p:attrName>style.visibility</p:attrName>
                                        </p:attrNameLst>
                                      </p:cBhvr>
                                      <p:to>
                                        <p:strVal val="visible"/>
                                      </p:to>
                                    </p:set>
                                  </p:childTnLst>
                                </p:cTn>
                              </p:par>
                            </p:childTnLst>
                          </p:cTn>
                        </p:par>
                      </p:childTnLst>
                    </p:cTn>
                  </p:par>
                  <p:par>
                    <p:cTn id="607" fill="hold">
                      <p:stCondLst>
                        <p:cond delay="indefinite"/>
                      </p:stCondLst>
                      <p:childTnLst>
                        <p:par>
                          <p:cTn id="608" fill="hold">
                            <p:stCondLst>
                              <p:cond delay="0"/>
                            </p:stCondLst>
                            <p:childTnLst>
                              <p:par>
                                <p:cTn id="609" presetID="1" presetClass="entr" presetSubtype="0" fill="hold" nodeType="clickEffect">
                                  <p:stCondLst>
                                    <p:cond delay="0"/>
                                  </p:stCondLst>
                                  <p:childTnLst>
                                    <p:set>
                                      <p:cBhvr>
                                        <p:cTn id="610" dur="1" fill="hold">
                                          <p:stCondLst>
                                            <p:cond delay="0"/>
                                          </p:stCondLst>
                                        </p:cTn>
                                        <p:tgtEl>
                                          <p:spTgt spid="151">
                                            <p:txEl>
                                              <p:pRg st="7" end="7"/>
                                            </p:txEl>
                                          </p:spTgt>
                                        </p:tgtEl>
                                        <p:attrNameLst>
                                          <p:attrName>style.visibility</p:attrName>
                                        </p:attrNameLst>
                                      </p:cBhvr>
                                      <p:to>
                                        <p:strVal val="visible"/>
                                      </p:to>
                                    </p:set>
                                  </p:childTnLst>
                                </p:cTn>
                              </p:par>
                            </p:childTnLst>
                          </p:cTn>
                        </p:par>
                      </p:childTnLst>
                    </p:cTn>
                  </p:par>
                  <p:par>
                    <p:cTn id="611" fill="hold">
                      <p:stCondLst>
                        <p:cond delay="indefinite"/>
                      </p:stCondLst>
                      <p:childTnLst>
                        <p:par>
                          <p:cTn id="612" fill="hold">
                            <p:stCondLst>
                              <p:cond delay="0"/>
                            </p:stCondLst>
                            <p:childTnLst>
                              <p:par>
                                <p:cTn id="613" presetID="1" presetClass="entr" presetSubtype="0" fill="hold" nodeType="clickEffect">
                                  <p:stCondLst>
                                    <p:cond delay="0"/>
                                  </p:stCondLst>
                                  <p:childTnLst>
                                    <p:set>
                                      <p:cBhvr>
                                        <p:cTn id="614" dur="1" fill="hold">
                                          <p:stCondLst>
                                            <p:cond delay="0"/>
                                          </p:stCondLst>
                                        </p:cTn>
                                        <p:tgtEl>
                                          <p:spTgt spid="151">
                                            <p:txEl>
                                              <p:pRg st="8" end="8"/>
                                            </p:txEl>
                                          </p:spTgt>
                                        </p:tgtEl>
                                        <p:attrNameLst>
                                          <p:attrName>style.visibility</p:attrName>
                                        </p:attrNameLst>
                                      </p:cBhvr>
                                      <p:to>
                                        <p:strVal val="visible"/>
                                      </p:to>
                                    </p:set>
                                  </p:childTnLst>
                                </p:cTn>
                              </p:par>
                            </p:childTnLst>
                          </p:cTn>
                        </p:par>
                      </p:childTnLst>
                    </p:cTn>
                  </p:par>
                  <p:par>
                    <p:cTn id="615" fill="hold">
                      <p:stCondLst>
                        <p:cond delay="indefinite"/>
                      </p:stCondLst>
                      <p:childTnLst>
                        <p:par>
                          <p:cTn id="616" fill="hold">
                            <p:stCondLst>
                              <p:cond delay="0"/>
                            </p:stCondLst>
                            <p:childTnLst>
                              <p:par>
                                <p:cTn id="617" presetID="1" presetClass="entr" presetSubtype="0" fill="hold" nodeType="clickEffect">
                                  <p:stCondLst>
                                    <p:cond delay="0"/>
                                  </p:stCondLst>
                                  <p:childTnLst>
                                    <p:set>
                                      <p:cBhvr>
                                        <p:cTn id="618" dur="1" fill="hold">
                                          <p:stCondLst>
                                            <p:cond delay="0"/>
                                          </p:stCondLst>
                                        </p:cTn>
                                        <p:tgtEl>
                                          <p:spTgt spid="152">
                                            <p:txEl>
                                              <p:pRg st="0" end="0"/>
                                            </p:txEl>
                                          </p:spTgt>
                                        </p:tgtEl>
                                        <p:attrNameLst>
                                          <p:attrName>style.visibility</p:attrName>
                                        </p:attrNameLst>
                                      </p:cBhvr>
                                      <p:to>
                                        <p:strVal val="visible"/>
                                      </p:to>
                                    </p:set>
                                  </p:childTnLst>
                                </p:cTn>
                              </p:par>
                            </p:childTnLst>
                          </p:cTn>
                        </p:par>
                      </p:childTnLst>
                    </p:cTn>
                  </p:par>
                  <p:par>
                    <p:cTn id="619" fill="hold">
                      <p:stCondLst>
                        <p:cond delay="indefinite"/>
                      </p:stCondLst>
                      <p:childTnLst>
                        <p:par>
                          <p:cTn id="620" fill="hold">
                            <p:stCondLst>
                              <p:cond delay="0"/>
                            </p:stCondLst>
                            <p:childTnLst>
                              <p:par>
                                <p:cTn id="621" presetID="1" presetClass="entr" presetSubtype="0" fill="hold" nodeType="clickEffect">
                                  <p:stCondLst>
                                    <p:cond delay="0"/>
                                  </p:stCondLst>
                                  <p:childTnLst>
                                    <p:set>
                                      <p:cBhvr>
                                        <p:cTn id="622" dur="1" fill="hold">
                                          <p:stCondLst>
                                            <p:cond delay="0"/>
                                          </p:stCondLst>
                                        </p:cTn>
                                        <p:tgtEl>
                                          <p:spTgt spid="152">
                                            <p:txEl>
                                              <p:pRg st="1" end="1"/>
                                            </p:txEl>
                                          </p:spTgt>
                                        </p:tgtEl>
                                        <p:attrNameLst>
                                          <p:attrName>style.visibility</p:attrName>
                                        </p:attrNameLst>
                                      </p:cBhvr>
                                      <p:to>
                                        <p:strVal val="visible"/>
                                      </p:to>
                                    </p:set>
                                  </p:childTnLst>
                                </p:cTn>
                              </p:par>
                            </p:childTnLst>
                          </p:cTn>
                        </p:par>
                      </p:childTnLst>
                    </p:cTn>
                  </p:par>
                  <p:par>
                    <p:cTn id="623" fill="hold">
                      <p:stCondLst>
                        <p:cond delay="indefinite"/>
                      </p:stCondLst>
                      <p:childTnLst>
                        <p:par>
                          <p:cTn id="624" fill="hold">
                            <p:stCondLst>
                              <p:cond delay="0"/>
                            </p:stCondLst>
                            <p:childTnLst>
                              <p:par>
                                <p:cTn id="625" presetID="1" presetClass="entr" presetSubtype="0" fill="hold" nodeType="clickEffect">
                                  <p:stCondLst>
                                    <p:cond delay="0"/>
                                  </p:stCondLst>
                                  <p:childTnLst>
                                    <p:set>
                                      <p:cBhvr>
                                        <p:cTn id="626" dur="1" fill="hold">
                                          <p:stCondLst>
                                            <p:cond delay="0"/>
                                          </p:stCondLst>
                                        </p:cTn>
                                        <p:tgtEl>
                                          <p:spTgt spid="152">
                                            <p:txEl>
                                              <p:pRg st="2" end="2"/>
                                            </p:txEl>
                                          </p:spTgt>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presetID="1" presetClass="entr" presetSubtype="0" fill="hold" nodeType="clickEffect">
                                  <p:stCondLst>
                                    <p:cond delay="0"/>
                                  </p:stCondLst>
                                  <p:childTnLst>
                                    <p:set>
                                      <p:cBhvr>
                                        <p:cTn id="630" dur="1" fill="hold">
                                          <p:stCondLst>
                                            <p:cond delay="0"/>
                                          </p:stCondLst>
                                        </p:cTn>
                                        <p:tgtEl>
                                          <p:spTgt spid="152">
                                            <p:txEl>
                                              <p:pRg st="3" end="3"/>
                                            </p:txEl>
                                          </p:spTgt>
                                        </p:tgtEl>
                                        <p:attrNameLst>
                                          <p:attrName>style.visibility</p:attrName>
                                        </p:attrNameLst>
                                      </p:cBhvr>
                                      <p:to>
                                        <p:strVal val="visible"/>
                                      </p:to>
                                    </p:set>
                                  </p:childTnLst>
                                </p:cTn>
                              </p:par>
                            </p:childTnLst>
                          </p:cTn>
                        </p:par>
                      </p:childTnLst>
                    </p:cTn>
                  </p:par>
                  <p:par>
                    <p:cTn id="631" fill="hold">
                      <p:stCondLst>
                        <p:cond delay="indefinite"/>
                      </p:stCondLst>
                      <p:childTnLst>
                        <p:par>
                          <p:cTn id="632" fill="hold">
                            <p:stCondLst>
                              <p:cond delay="0"/>
                            </p:stCondLst>
                            <p:childTnLst>
                              <p:par>
                                <p:cTn id="633" presetID="1" presetClass="entr" presetSubtype="0" fill="hold" nodeType="clickEffect">
                                  <p:stCondLst>
                                    <p:cond delay="0"/>
                                  </p:stCondLst>
                                  <p:childTnLst>
                                    <p:set>
                                      <p:cBhvr>
                                        <p:cTn id="634" dur="1" fill="hold">
                                          <p:stCondLst>
                                            <p:cond delay="0"/>
                                          </p:stCondLst>
                                        </p:cTn>
                                        <p:tgtEl>
                                          <p:spTgt spid="152">
                                            <p:txEl>
                                              <p:pRg st="4" end="4"/>
                                            </p:txEl>
                                          </p:spTgt>
                                        </p:tgtEl>
                                        <p:attrNameLst>
                                          <p:attrName>style.visibility</p:attrName>
                                        </p:attrNameLst>
                                      </p:cBhvr>
                                      <p:to>
                                        <p:strVal val="visible"/>
                                      </p:to>
                                    </p:set>
                                  </p:childTnLst>
                                </p:cTn>
                              </p:par>
                            </p:childTnLst>
                          </p:cTn>
                        </p:par>
                      </p:childTnLst>
                    </p:cTn>
                  </p:par>
                  <p:par>
                    <p:cTn id="635" fill="hold">
                      <p:stCondLst>
                        <p:cond delay="indefinite"/>
                      </p:stCondLst>
                      <p:childTnLst>
                        <p:par>
                          <p:cTn id="636" fill="hold">
                            <p:stCondLst>
                              <p:cond delay="0"/>
                            </p:stCondLst>
                            <p:childTnLst>
                              <p:par>
                                <p:cTn id="637" presetID="1" presetClass="entr" presetSubtype="0" fill="hold" nodeType="clickEffect">
                                  <p:stCondLst>
                                    <p:cond delay="0"/>
                                  </p:stCondLst>
                                  <p:childTnLst>
                                    <p:set>
                                      <p:cBhvr>
                                        <p:cTn id="638" dur="1" fill="hold">
                                          <p:stCondLst>
                                            <p:cond delay="0"/>
                                          </p:stCondLst>
                                        </p:cTn>
                                        <p:tgtEl>
                                          <p:spTgt spid="152">
                                            <p:txEl>
                                              <p:pRg st="5" end="5"/>
                                            </p:txEl>
                                          </p:spTgt>
                                        </p:tgtEl>
                                        <p:attrNameLst>
                                          <p:attrName>style.visibility</p:attrName>
                                        </p:attrNameLst>
                                      </p:cBhvr>
                                      <p:to>
                                        <p:strVal val="visible"/>
                                      </p:to>
                                    </p:set>
                                  </p:childTnLst>
                                </p:cTn>
                              </p:par>
                            </p:childTnLst>
                          </p:cTn>
                        </p:par>
                      </p:childTnLst>
                    </p:cTn>
                  </p:par>
                  <p:par>
                    <p:cTn id="639" fill="hold">
                      <p:stCondLst>
                        <p:cond delay="indefinite"/>
                      </p:stCondLst>
                      <p:childTnLst>
                        <p:par>
                          <p:cTn id="640" fill="hold">
                            <p:stCondLst>
                              <p:cond delay="0"/>
                            </p:stCondLst>
                            <p:childTnLst>
                              <p:par>
                                <p:cTn id="641" presetID="1" presetClass="entr" presetSubtype="0" fill="hold" nodeType="clickEffect">
                                  <p:stCondLst>
                                    <p:cond delay="0"/>
                                  </p:stCondLst>
                                  <p:childTnLst>
                                    <p:set>
                                      <p:cBhvr>
                                        <p:cTn id="642" dur="1" fill="hold">
                                          <p:stCondLst>
                                            <p:cond delay="0"/>
                                          </p:stCondLst>
                                        </p:cTn>
                                        <p:tgtEl>
                                          <p:spTgt spid="152">
                                            <p:txEl>
                                              <p:pRg st="6" end="6"/>
                                            </p:txEl>
                                          </p:spTgt>
                                        </p:tgtEl>
                                        <p:attrNameLst>
                                          <p:attrName>style.visibility</p:attrName>
                                        </p:attrNameLst>
                                      </p:cBhvr>
                                      <p:to>
                                        <p:strVal val="visibl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152">
                                            <p:txEl>
                                              <p:pRg st="7" end="7"/>
                                            </p:txEl>
                                          </p:spTgt>
                                        </p:tgtEl>
                                        <p:attrNameLst>
                                          <p:attrName>style.visibility</p:attrName>
                                        </p:attrNameLst>
                                      </p:cBhvr>
                                      <p:to>
                                        <p:strVal val="visible"/>
                                      </p:to>
                                    </p:set>
                                  </p:childTnLst>
                                </p:cTn>
                              </p:par>
                            </p:childTnLst>
                          </p:cTn>
                        </p:par>
                      </p:childTnLst>
                    </p:cTn>
                  </p:par>
                  <p:par>
                    <p:cTn id="647" fill="hold">
                      <p:stCondLst>
                        <p:cond delay="indefinite"/>
                      </p:stCondLst>
                      <p:childTnLst>
                        <p:par>
                          <p:cTn id="648" fill="hold">
                            <p:stCondLst>
                              <p:cond delay="0"/>
                            </p:stCondLst>
                            <p:childTnLst>
                              <p:par>
                                <p:cTn id="649" presetID="1" presetClass="entr" presetSubtype="0" fill="hold" nodeType="clickEffect">
                                  <p:stCondLst>
                                    <p:cond delay="0"/>
                                  </p:stCondLst>
                                  <p:childTnLst>
                                    <p:set>
                                      <p:cBhvr>
                                        <p:cTn id="650" dur="1" fill="hold">
                                          <p:stCondLst>
                                            <p:cond delay="0"/>
                                          </p:stCondLst>
                                        </p:cTn>
                                        <p:tgtEl>
                                          <p:spTgt spid="152">
                                            <p:txEl>
                                              <p:pRg st="8" end="8"/>
                                            </p:txEl>
                                          </p:spTgt>
                                        </p:tgtEl>
                                        <p:attrNameLst>
                                          <p:attrName>style.visibility</p:attrName>
                                        </p:attrNameLst>
                                      </p:cBhvr>
                                      <p:to>
                                        <p:strVal val="visible"/>
                                      </p:to>
                                    </p:set>
                                  </p:childTnLst>
                                </p:cTn>
                              </p:par>
                            </p:childTnLst>
                          </p:cTn>
                        </p:par>
                      </p:childTnLst>
                    </p:cTn>
                  </p:par>
                  <p:par>
                    <p:cTn id="651" fill="hold">
                      <p:stCondLst>
                        <p:cond delay="indefinite"/>
                      </p:stCondLst>
                      <p:childTnLst>
                        <p:par>
                          <p:cTn id="652" fill="hold">
                            <p:stCondLst>
                              <p:cond delay="0"/>
                            </p:stCondLst>
                            <p:childTnLst>
                              <p:par>
                                <p:cTn id="653" presetID="1" presetClass="entr" presetSubtype="0" fill="hold" nodeType="clickEffect">
                                  <p:stCondLst>
                                    <p:cond delay="0"/>
                                  </p:stCondLst>
                                  <p:childTnLst>
                                    <p:set>
                                      <p:cBhvr>
                                        <p:cTn id="654" dur="1" fill="hold">
                                          <p:stCondLst>
                                            <p:cond delay="0"/>
                                          </p:stCondLst>
                                        </p:cTn>
                                        <p:tgtEl>
                                          <p:spTgt spid="153">
                                            <p:txEl>
                                              <p:pRg st="0" end="0"/>
                                            </p:txEl>
                                          </p:spTgt>
                                        </p:tgtEl>
                                        <p:attrNameLst>
                                          <p:attrName>style.visibility</p:attrName>
                                        </p:attrNameLst>
                                      </p:cBhvr>
                                      <p:to>
                                        <p:strVal val="visible"/>
                                      </p:to>
                                    </p:set>
                                  </p:childTnLst>
                                </p:cTn>
                              </p:par>
                            </p:childTnLst>
                          </p:cTn>
                        </p:par>
                      </p:childTnLst>
                    </p:cTn>
                  </p:par>
                  <p:par>
                    <p:cTn id="655" fill="hold">
                      <p:stCondLst>
                        <p:cond delay="indefinite"/>
                      </p:stCondLst>
                      <p:childTnLst>
                        <p:par>
                          <p:cTn id="656" fill="hold">
                            <p:stCondLst>
                              <p:cond delay="0"/>
                            </p:stCondLst>
                            <p:childTnLst>
                              <p:par>
                                <p:cTn id="657" presetID="1" presetClass="entr" presetSubtype="0" fill="hold" nodeType="clickEffect">
                                  <p:stCondLst>
                                    <p:cond delay="0"/>
                                  </p:stCondLst>
                                  <p:childTnLst>
                                    <p:set>
                                      <p:cBhvr>
                                        <p:cTn id="658" dur="1" fill="hold">
                                          <p:stCondLst>
                                            <p:cond delay="0"/>
                                          </p:stCondLst>
                                        </p:cTn>
                                        <p:tgtEl>
                                          <p:spTgt spid="153">
                                            <p:txEl>
                                              <p:pRg st="1" end="1"/>
                                            </p:txEl>
                                          </p:spTgt>
                                        </p:tgtEl>
                                        <p:attrNameLst>
                                          <p:attrName>style.visibility</p:attrName>
                                        </p:attrNameLst>
                                      </p:cBhvr>
                                      <p:to>
                                        <p:strVal val="visible"/>
                                      </p:to>
                                    </p:set>
                                  </p:childTnLst>
                                </p:cTn>
                              </p:par>
                            </p:childTnLst>
                          </p:cTn>
                        </p:par>
                      </p:childTnLst>
                    </p:cTn>
                  </p:par>
                  <p:par>
                    <p:cTn id="659" fill="hold">
                      <p:stCondLst>
                        <p:cond delay="indefinite"/>
                      </p:stCondLst>
                      <p:childTnLst>
                        <p:par>
                          <p:cTn id="660" fill="hold">
                            <p:stCondLst>
                              <p:cond delay="0"/>
                            </p:stCondLst>
                            <p:childTnLst>
                              <p:par>
                                <p:cTn id="661" presetID="1" presetClass="entr" presetSubtype="0" fill="hold" nodeType="clickEffect">
                                  <p:stCondLst>
                                    <p:cond delay="0"/>
                                  </p:stCondLst>
                                  <p:childTnLst>
                                    <p:set>
                                      <p:cBhvr>
                                        <p:cTn id="662" dur="1" fill="hold">
                                          <p:stCondLst>
                                            <p:cond delay="0"/>
                                          </p:stCondLst>
                                        </p:cTn>
                                        <p:tgtEl>
                                          <p:spTgt spid="153">
                                            <p:txEl>
                                              <p:pRg st="2" end="2"/>
                                            </p:txEl>
                                          </p:spTgt>
                                        </p:tgtEl>
                                        <p:attrNameLst>
                                          <p:attrName>style.visibility</p:attrName>
                                        </p:attrNameLst>
                                      </p:cBhvr>
                                      <p:to>
                                        <p:strVal val="visible"/>
                                      </p:to>
                                    </p:set>
                                  </p:childTnLst>
                                </p:cTn>
                              </p:par>
                            </p:childTnLst>
                          </p:cTn>
                        </p:par>
                      </p:childTnLst>
                    </p:cTn>
                  </p:par>
                  <p:par>
                    <p:cTn id="663" fill="hold">
                      <p:stCondLst>
                        <p:cond delay="indefinite"/>
                      </p:stCondLst>
                      <p:childTnLst>
                        <p:par>
                          <p:cTn id="664" fill="hold">
                            <p:stCondLst>
                              <p:cond delay="0"/>
                            </p:stCondLst>
                            <p:childTnLst>
                              <p:par>
                                <p:cTn id="665" presetID="1" presetClass="entr" presetSubtype="0" fill="hold" nodeType="clickEffect">
                                  <p:stCondLst>
                                    <p:cond delay="0"/>
                                  </p:stCondLst>
                                  <p:childTnLst>
                                    <p:set>
                                      <p:cBhvr>
                                        <p:cTn id="666" dur="1" fill="hold">
                                          <p:stCondLst>
                                            <p:cond delay="0"/>
                                          </p:stCondLst>
                                        </p:cTn>
                                        <p:tgtEl>
                                          <p:spTgt spid="153">
                                            <p:txEl>
                                              <p:pRg st="3" end="3"/>
                                            </p:txEl>
                                          </p:spTgt>
                                        </p:tgtEl>
                                        <p:attrNameLst>
                                          <p:attrName>style.visibility</p:attrName>
                                        </p:attrNameLst>
                                      </p:cBhvr>
                                      <p:to>
                                        <p:strVal val="visible"/>
                                      </p:to>
                                    </p:set>
                                  </p:childTnLst>
                                </p:cTn>
                              </p:par>
                            </p:childTnLst>
                          </p:cTn>
                        </p:par>
                      </p:childTnLst>
                    </p:cTn>
                  </p:par>
                  <p:par>
                    <p:cTn id="667" fill="hold">
                      <p:stCondLst>
                        <p:cond delay="indefinite"/>
                      </p:stCondLst>
                      <p:childTnLst>
                        <p:par>
                          <p:cTn id="668" fill="hold">
                            <p:stCondLst>
                              <p:cond delay="0"/>
                            </p:stCondLst>
                            <p:childTnLst>
                              <p:par>
                                <p:cTn id="669" presetID="1" presetClass="entr" presetSubtype="0" fill="hold" nodeType="clickEffect">
                                  <p:stCondLst>
                                    <p:cond delay="0"/>
                                  </p:stCondLst>
                                  <p:childTnLst>
                                    <p:set>
                                      <p:cBhvr>
                                        <p:cTn id="670" dur="1" fill="hold">
                                          <p:stCondLst>
                                            <p:cond delay="0"/>
                                          </p:stCondLst>
                                        </p:cTn>
                                        <p:tgtEl>
                                          <p:spTgt spid="153">
                                            <p:txEl>
                                              <p:pRg st="4" end="4"/>
                                            </p:txEl>
                                          </p:spTgt>
                                        </p:tgtEl>
                                        <p:attrNameLst>
                                          <p:attrName>style.visibility</p:attrName>
                                        </p:attrNameLst>
                                      </p:cBhvr>
                                      <p:to>
                                        <p:strVal val="visible"/>
                                      </p:to>
                                    </p:set>
                                  </p:childTnLst>
                                </p:cTn>
                              </p:par>
                            </p:childTnLst>
                          </p:cTn>
                        </p:par>
                      </p:childTnLst>
                    </p:cTn>
                  </p:par>
                  <p:par>
                    <p:cTn id="671" fill="hold">
                      <p:stCondLst>
                        <p:cond delay="indefinite"/>
                      </p:stCondLst>
                      <p:childTnLst>
                        <p:par>
                          <p:cTn id="672" fill="hold">
                            <p:stCondLst>
                              <p:cond delay="0"/>
                            </p:stCondLst>
                            <p:childTnLst>
                              <p:par>
                                <p:cTn id="673" presetID="1" presetClass="entr" presetSubtype="0" fill="hold" nodeType="clickEffect">
                                  <p:stCondLst>
                                    <p:cond delay="0"/>
                                  </p:stCondLst>
                                  <p:childTnLst>
                                    <p:set>
                                      <p:cBhvr>
                                        <p:cTn id="674" dur="1" fill="hold">
                                          <p:stCondLst>
                                            <p:cond delay="0"/>
                                          </p:stCondLst>
                                        </p:cTn>
                                        <p:tgtEl>
                                          <p:spTgt spid="153">
                                            <p:txEl>
                                              <p:pRg st="5" end="5"/>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presetID="1" presetClass="entr" presetSubtype="0" fill="hold" nodeType="clickEffect">
                                  <p:stCondLst>
                                    <p:cond delay="0"/>
                                  </p:stCondLst>
                                  <p:childTnLst>
                                    <p:set>
                                      <p:cBhvr>
                                        <p:cTn id="678" dur="1" fill="hold">
                                          <p:stCondLst>
                                            <p:cond delay="0"/>
                                          </p:stCondLst>
                                        </p:cTn>
                                        <p:tgtEl>
                                          <p:spTgt spid="153">
                                            <p:txEl>
                                              <p:pRg st="6" end="6"/>
                                            </p:txEl>
                                          </p:spTgt>
                                        </p:tgtEl>
                                        <p:attrNameLst>
                                          <p:attrName>style.visibility</p:attrName>
                                        </p:attrNameLst>
                                      </p:cBhvr>
                                      <p:to>
                                        <p:strVal val="visible"/>
                                      </p:to>
                                    </p:set>
                                  </p:childTnLst>
                                </p:cTn>
                              </p:par>
                            </p:childTnLst>
                          </p:cTn>
                        </p:par>
                      </p:childTnLst>
                    </p:cTn>
                  </p:par>
                  <p:par>
                    <p:cTn id="679" fill="hold">
                      <p:stCondLst>
                        <p:cond delay="indefinite"/>
                      </p:stCondLst>
                      <p:childTnLst>
                        <p:par>
                          <p:cTn id="680" fill="hold">
                            <p:stCondLst>
                              <p:cond delay="0"/>
                            </p:stCondLst>
                            <p:childTnLst>
                              <p:par>
                                <p:cTn id="681" presetID="1" presetClass="entr" presetSubtype="0" fill="hold" nodeType="clickEffect">
                                  <p:stCondLst>
                                    <p:cond delay="0"/>
                                  </p:stCondLst>
                                  <p:childTnLst>
                                    <p:set>
                                      <p:cBhvr>
                                        <p:cTn id="682" dur="1" fill="hold">
                                          <p:stCondLst>
                                            <p:cond delay="0"/>
                                          </p:stCondLst>
                                        </p:cTn>
                                        <p:tgtEl>
                                          <p:spTgt spid="153">
                                            <p:txEl>
                                              <p:pRg st="7" end="7"/>
                                            </p:txEl>
                                          </p:spTgt>
                                        </p:tgtEl>
                                        <p:attrNameLst>
                                          <p:attrName>style.visibility</p:attrName>
                                        </p:attrNameLst>
                                      </p:cBhvr>
                                      <p:to>
                                        <p:strVal val="visible"/>
                                      </p:to>
                                    </p:set>
                                  </p:childTnLst>
                                </p:cTn>
                              </p:par>
                            </p:childTnLst>
                          </p:cTn>
                        </p:par>
                      </p:childTnLst>
                    </p:cTn>
                  </p:par>
                  <p:par>
                    <p:cTn id="683" fill="hold">
                      <p:stCondLst>
                        <p:cond delay="indefinite"/>
                      </p:stCondLst>
                      <p:childTnLst>
                        <p:par>
                          <p:cTn id="684" fill="hold">
                            <p:stCondLst>
                              <p:cond delay="0"/>
                            </p:stCondLst>
                            <p:childTnLst>
                              <p:par>
                                <p:cTn id="685" presetID="1" presetClass="entr" presetSubtype="0" fill="hold" nodeType="clickEffect">
                                  <p:stCondLst>
                                    <p:cond delay="0"/>
                                  </p:stCondLst>
                                  <p:childTnLst>
                                    <p:set>
                                      <p:cBhvr>
                                        <p:cTn id="686" dur="1" fill="hold">
                                          <p:stCondLst>
                                            <p:cond delay="0"/>
                                          </p:stCondLst>
                                        </p:cTn>
                                        <p:tgtEl>
                                          <p:spTgt spid="153">
                                            <p:txEl>
                                              <p:pRg st="8" end="8"/>
                                            </p:txEl>
                                          </p:spTgt>
                                        </p:tgtEl>
                                        <p:attrNameLst>
                                          <p:attrName>style.visibility</p:attrName>
                                        </p:attrNameLst>
                                      </p:cBhvr>
                                      <p:to>
                                        <p:strVal val="visible"/>
                                      </p:to>
                                    </p:set>
                                  </p:childTnLst>
                                </p:cTn>
                              </p:par>
                            </p:childTnLst>
                          </p:cTn>
                        </p:par>
                      </p:childTnLst>
                    </p:cTn>
                  </p:par>
                  <p:par>
                    <p:cTn id="687" fill="hold">
                      <p:stCondLst>
                        <p:cond delay="indefinite"/>
                      </p:stCondLst>
                      <p:childTnLst>
                        <p:par>
                          <p:cTn id="688" fill="hold">
                            <p:stCondLst>
                              <p:cond delay="0"/>
                            </p:stCondLst>
                            <p:childTnLst>
                              <p:par>
                                <p:cTn id="689" presetID="1" presetClass="entr" presetSubtype="0" fill="hold" nodeType="clickEffect">
                                  <p:stCondLst>
                                    <p:cond delay="0"/>
                                  </p:stCondLst>
                                  <p:childTnLst>
                                    <p:set>
                                      <p:cBhvr>
                                        <p:cTn id="690" dur="1" fill="hold">
                                          <p:stCondLst>
                                            <p:cond delay="0"/>
                                          </p:stCondLst>
                                        </p:cTn>
                                        <p:tgtEl>
                                          <p:spTgt spid="154">
                                            <p:txEl>
                                              <p:pRg st="0" end="0"/>
                                            </p:txEl>
                                          </p:spTgt>
                                        </p:tgtEl>
                                        <p:attrNameLst>
                                          <p:attrName>style.visibility</p:attrName>
                                        </p:attrNameLst>
                                      </p:cBhvr>
                                      <p:to>
                                        <p:strVal val="visible"/>
                                      </p:to>
                                    </p:set>
                                  </p:childTnLst>
                                </p:cTn>
                              </p:par>
                            </p:childTnLst>
                          </p:cTn>
                        </p:par>
                      </p:childTnLst>
                    </p:cTn>
                  </p:par>
                  <p:par>
                    <p:cTn id="691" fill="hold">
                      <p:stCondLst>
                        <p:cond delay="indefinite"/>
                      </p:stCondLst>
                      <p:childTnLst>
                        <p:par>
                          <p:cTn id="692" fill="hold">
                            <p:stCondLst>
                              <p:cond delay="0"/>
                            </p:stCondLst>
                            <p:childTnLst>
                              <p:par>
                                <p:cTn id="693" presetID="1" presetClass="entr" presetSubtype="0" fill="hold" nodeType="clickEffect">
                                  <p:stCondLst>
                                    <p:cond delay="0"/>
                                  </p:stCondLst>
                                  <p:childTnLst>
                                    <p:set>
                                      <p:cBhvr>
                                        <p:cTn id="694" dur="1" fill="hold">
                                          <p:stCondLst>
                                            <p:cond delay="0"/>
                                          </p:stCondLst>
                                        </p:cTn>
                                        <p:tgtEl>
                                          <p:spTgt spid="154">
                                            <p:txEl>
                                              <p:pRg st="1" end="1"/>
                                            </p:txEl>
                                          </p:spTgt>
                                        </p:tgtEl>
                                        <p:attrNameLst>
                                          <p:attrName>style.visibility</p:attrName>
                                        </p:attrNameLst>
                                      </p:cBhvr>
                                      <p:to>
                                        <p:strVal val="visible"/>
                                      </p:to>
                                    </p:set>
                                  </p:childTnLst>
                                </p:cTn>
                              </p:par>
                            </p:childTnLst>
                          </p:cTn>
                        </p:par>
                      </p:childTnLst>
                    </p:cTn>
                  </p:par>
                  <p:par>
                    <p:cTn id="695" fill="hold">
                      <p:stCondLst>
                        <p:cond delay="indefinite"/>
                      </p:stCondLst>
                      <p:childTnLst>
                        <p:par>
                          <p:cTn id="696" fill="hold">
                            <p:stCondLst>
                              <p:cond delay="0"/>
                            </p:stCondLst>
                            <p:childTnLst>
                              <p:par>
                                <p:cTn id="697" presetID="1" presetClass="entr" presetSubtype="0" fill="hold" nodeType="clickEffect">
                                  <p:stCondLst>
                                    <p:cond delay="0"/>
                                  </p:stCondLst>
                                  <p:childTnLst>
                                    <p:set>
                                      <p:cBhvr>
                                        <p:cTn id="698" dur="1" fill="hold">
                                          <p:stCondLst>
                                            <p:cond delay="0"/>
                                          </p:stCondLst>
                                        </p:cTn>
                                        <p:tgtEl>
                                          <p:spTgt spid="154">
                                            <p:txEl>
                                              <p:pRg st="2" end="2"/>
                                            </p:txEl>
                                          </p:spTgt>
                                        </p:tgtEl>
                                        <p:attrNameLst>
                                          <p:attrName>style.visibility</p:attrName>
                                        </p:attrNameLst>
                                      </p:cBhvr>
                                      <p:to>
                                        <p:strVal val="visible"/>
                                      </p:to>
                                    </p:set>
                                  </p:childTnLst>
                                </p:cTn>
                              </p:par>
                            </p:childTnLst>
                          </p:cTn>
                        </p:par>
                      </p:childTnLst>
                    </p:cTn>
                  </p:par>
                  <p:par>
                    <p:cTn id="699" fill="hold">
                      <p:stCondLst>
                        <p:cond delay="indefinite"/>
                      </p:stCondLst>
                      <p:childTnLst>
                        <p:par>
                          <p:cTn id="700" fill="hold">
                            <p:stCondLst>
                              <p:cond delay="0"/>
                            </p:stCondLst>
                            <p:childTnLst>
                              <p:par>
                                <p:cTn id="701" presetID="1" presetClass="entr" presetSubtype="0" fill="hold" nodeType="clickEffect">
                                  <p:stCondLst>
                                    <p:cond delay="0"/>
                                  </p:stCondLst>
                                  <p:childTnLst>
                                    <p:set>
                                      <p:cBhvr>
                                        <p:cTn id="702" dur="1" fill="hold">
                                          <p:stCondLst>
                                            <p:cond delay="0"/>
                                          </p:stCondLst>
                                        </p:cTn>
                                        <p:tgtEl>
                                          <p:spTgt spid="154">
                                            <p:txEl>
                                              <p:pRg st="3" end="3"/>
                                            </p:txEl>
                                          </p:spTgt>
                                        </p:tgtEl>
                                        <p:attrNameLst>
                                          <p:attrName>style.visibility</p:attrName>
                                        </p:attrNameLst>
                                      </p:cBhvr>
                                      <p:to>
                                        <p:strVal val="visible"/>
                                      </p:to>
                                    </p:set>
                                  </p:childTnLst>
                                </p:cTn>
                              </p:par>
                            </p:childTnLst>
                          </p:cTn>
                        </p:par>
                      </p:childTnLst>
                    </p:cTn>
                  </p:par>
                  <p:par>
                    <p:cTn id="703" fill="hold">
                      <p:stCondLst>
                        <p:cond delay="indefinite"/>
                      </p:stCondLst>
                      <p:childTnLst>
                        <p:par>
                          <p:cTn id="704" fill="hold">
                            <p:stCondLst>
                              <p:cond delay="0"/>
                            </p:stCondLst>
                            <p:childTnLst>
                              <p:par>
                                <p:cTn id="705" presetID="1" presetClass="entr" presetSubtype="0" fill="hold" nodeType="clickEffect">
                                  <p:stCondLst>
                                    <p:cond delay="0"/>
                                  </p:stCondLst>
                                  <p:childTnLst>
                                    <p:set>
                                      <p:cBhvr>
                                        <p:cTn id="706" dur="1" fill="hold">
                                          <p:stCondLst>
                                            <p:cond delay="0"/>
                                          </p:stCondLst>
                                        </p:cTn>
                                        <p:tgtEl>
                                          <p:spTgt spid="154">
                                            <p:txEl>
                                              <p:pRg st="4" end="4"/>
                                            </p:txEl>
                                          </p:spTgt>
                                        </p:tgtEl>
                                        <p:attrNameLst>
                                          <p:attrName>style.visibility</p:attrName>
                                        </p:attrNameLst>
                                      </p:cBhvr>
                                      <p:to>
                                        <p:strVal val="visible"/>
                                      </p:to>
                                    </p:set>
                                  </p:childTnLst>
                                </p:cTn>
                              </p:par>
                            </p:childTnLst>
                          </p:cTn>
                        </p:par>
                      </p:childTnLst>
                    </p:cTn>
                  </p:par>
                  <p:par>
                    <p:cTn id="707" fill="hold">
                      <p:stCondLst>
                        <p:cond delay="indefinite"/>
                      </p:stCondLst>
                      <p:childTnLst>
                        <p:par>
                          <p:cTn id="708" fill="hold">
                            <p:stCondLst>
                              <p:cond delay="0"/>
                            </p:stCondLst>
                            <p:childTnLst>
                              <p:par>
                                <p:cTn id="709" presetID="1" presetClass="entr" presetSubtype="0" fill="hold" nodeType="clickEffect">
                                  <p:stCondLst>
                                    <p:cond delay="0"/>
                                  </p:stCondLst>
                                  <p:childTnLst>
                                    <p:set>
                                      <p:cBhvr>
                                        <p:cTn id="710" dur="1" fill="hold">
                                          <p:stCondLst>
                                            <p:cond delay="0"/>
                                          </p:stCondLst>
                                        </p:cTn>
                                        <p:tgtEl>
                                          <p:spTgt spid="154">
                                            <p:txEl>
                                              <p:pRg st="5" end="5"/>
                                            </p:txEl>
                                          </p:spTgt>
                                        </p:tgtEl>
                                        <p:attrNameLst>
                                          <p:attrName>style.visibility</p:attrName>
                                        </p:attrNameLst>
                                      </p:cBhvr>
                                      <p:to>
                                        <p:strVal val="visible"/>
                                      </p:to>
                                    </p:set>
                                  </p:childTnLst>
                                </p:cTn>
                              </p:par>
                            </p:childTnLst>
                          </p:cTn>
                        </p:par>
                      </p:childTnLst>
                    </p:cTn>
                  </p:par>
                  <p:par>
                    <p:cTn id="711" fill="hold">
                      <p:stCondLst>
                        <p:cond delay="indefinite"/>
                      </p:stCondLst>
                      <p:childTnLst>
                        <p:par>
                          <p:cTn id="712" fill="hold">
                            <p:stCondLst>
                              <p:cond delay="0"/>
                            </p:stCondLst>
                            <p:childTnLst>
                              <p:par>
                                <p:cTn id="713" presetID="1" presetClass="entr" presetSubtype="0" fill="hold" nodeType="clickEffect">
                                  <p:stCondLst>
                                    <p:cond delay="0"/>
                                  </p:stCondLst>
                                  <p:childTnLst>
                                    <p:set>
                                      <p:cBhvr>
                                        <p:cTn id="714" dur="1" fill="hold">
                                          <p:stCondLst>
                                            <p:cond delay="0"/>
                                          </p:stCondLst>
                                        </p:cTn>
                                        <p:tgtEl>
                                          <p:spTgt spid="154">
                                            <p:txEl>
                                              <p:pRg st="6" end="6"/>
                                            </p:txEl>
                                          </p:spTgt>
                                        </p:tgtEl>
                                        <p:attrNameLst>
                                          <p:attrName>style.visibility</p:attrName>
                                        </p:attrNameLst>
                                      </p:cBhvr>
                                      <p:to>
                                        <p:strVal val="visible"/>
                                      </p:to>
                                    </p:set>
                                  </p:childTnLst>
                                </p:cTn>
                              </p:par>
                            </p:childTnLst>
                          </p:cTn>
                        </p:par>
                      </p:childTnLst>
                    </p:cTn>
                  </p:par>
                  <p:par>
                    <p:cTn id="715" fill="hold">
                      <p:stCondLst>
                        <p:cond delay="indefinite"/>
                      </p:stCondLst>
                      <p:childTnLst>
                        <p:par>
                          <p:cTn id="716" fill="hold">
                            <p:stCondLst>
                              <p:cond delay="0"/>
                            </p:stCondLst>
                            <p:childTnLst>
                              <p:par>
                                <p:cTn id="717" presetID="1" presetClass="entr" presetSubtype="0" fill="hold" nodeType="clickEffect">
                                  <p:stCondLst>
                                    <p:cond delay="0"/>
                                  </p:stCondLst>
                                  <p:childTnLst>
                                    <p:set>
                                      <p:cBhvr>
                                        <p:cTn id="718" dur="1" fill="hold">
                                          <p:stCondLst>
                                            <p:cond delay="0"/>
                                          </p:stCondLst>
                                        </p:cTn>
                                        <p:tgtEl>
                                          <p:spTgt spid="154">
                                            <p:txEl>
                                              <p:pRg st="7" end="7"/>
                                            </p:txEl>
                                          </p:spTgt>
                                        </p:tgtEl>
                                        <p:attrNameLst>
                                          <p:attrName>style.visibility</p:attrName>
                                        </p:attrNameLst>
                                      </p:cBhvr>
                                      <p:to>
                                        <p:strVal val="visible"/>
                                      </p:to>
                                    </p:set>
                                  </p:childTnLst>
                                </p:cTn>
                              </p:par>
                            </p:childTnLst>
                          </p:cTn>
                        </p:par>
                      </p:childTnLst>
                    </p:cTn>
                  </p:par>
                  <p:par>
                    <p:cTn id="719" fill="hold">
                      <p:stCondLst>
                        <p:cond delay="indefinite"/>
                      </p:stCondLst>
                      <p:childTnLst>
                        <p:par>
                          <p:cTn id="720" fill="hold">
                            <p:stCondLst>
                              <p:cond delay="0"/>
                            </p:stCondLst>
                            <p:childTnLst>
                              <p:par>
                                <p:cTn id="721" presetID="1" presetClass="entr" presetSubtype="0" fill="hold" nodeType="clickEffect">
                                  <p:stCondLst>
                                    <p:cond delay="0"/>
                                  </p:stCondLst>
                                  <p:childTnLst>
                                    <p:set>
                                      <p:cBhvr>
                                        <p:cTn id="722" dur="1" fill="hold">
                                          <p:stCondLst>
                                            <p:cond delay="0"/>
                                          </p:stCondLst>
                                        </p:cTn>
                                        <p:tgtEl>
                                          <p:spTgt spid="154">
                                            <p:txEl>
                                              <p:pRg st="8" end="8"/>
                                            </p:txEl>
                                          </p:spTgt>
                                        </p:tgtEl>
                                        <p:attrNameLst>
                                          <p:attrName>style.visibility</p:attrName>
                                        </p:attrNameLst>
                                      </p:cBhvr>
                                      <p:to>
                                        <p:strVal val="visible"/>
                                      </p:to>
                                    </p:set>
                                  </p:childTnLst>
                                </p:cTn>
                              </p:par>
                            </p:childTnLst>
                          </p:cTn>
                        </p:par>
                      </p:childTnLst>
                    </p:cTn>
                  </p:par>
                  <p:par>
                    <p:cTn id="723" fill="hold">
                      <p:stCondLst>
                        <p:cond delay="indefinite"/>
                      </p:stCondLst>
                      <p:childTnLst>
                        <p:par>
                          <p:cTn id="724" fill="hold">
                            <p:stCondLst>
                              <p:cond delay="0"/>
                            </p:stCondLst>
                            <p:childTnLst>
                              <p:par>
                                <p:cTn id="725" presetID="1" presetClass="entr" presetSubtype="0" fill="hold" nodeType="clickEffect">
                                  <p:stCondLst>
                                    <p:cond delay="0"/>
                                  </p:stCondLst>
                                  <p:childTnLst>
                                    <p:set>
                                      <p:cBhvr>
                                        <p:cTn id="726" dur="1" fill="hold">
                                          <p:stCondLst>
                                            <p:cond delay="0"/>
                                          </p:stCondLst>
                                        </p:cTn>
                                        <p:tgtEl>
                                          <p:spTgt spid="155">
                                            <p:txEl>
                                              <p:pRg st="0" end="0"/>
                                            </p:txEl>
                                          </p:spTgt>
                                        </p:tgtEl>
                                        <p:attrNameLst>
                                          <p:attrName>style.visibility</p:attrName>
                                        </p:attrNameLst>
                                      </p:cBhvr>
                                      <p:to>
                                        <p:strVal val="visible"/>
                                      </p:to>
                                    </p:set>
                                  </p:childTnLst>
                                </p:cTn>
                              </p:par>
                            </p:childTnLst>
                          </p:cTn>
                        </p:par>
                      </p:childTnLst>
                    </p:cTn>
                  </p:par>
                  <p:par>
                    <p:cTn id="727" fill="hold">
                      <p:stCondLst>
                        <p:cond delay="indefinite"/>
                      </p:stCondLst>
                      <p:childTnLst>
                        <p:par>
                          <p:cTn id="728" fill="hold">
                            <p:stCondLst>
                              <p:cond delay="0"/>
                            </p:stCondLst>
                            <p:childTnLst>
                              <p:par>
                                <p:cTn id="729" presetID="1" presetClass="entr" presetSubtype="0" fill="hold" nodeType="clickEffect">
                                  <p:stCondLst>
                                    <p:cond delay="0"/>
                                  </p:stCondLst>
                                  <p:childTnLst>
                                    <p:set>
                                      <p:cBhvr>
                                        <p:cTn id="730" dur="1" fill="hold">
                                          <p:stCondLst>
                                            <p:cond delay="0"/>
                                          </p:stCondLst>
                                        </p:cTn>
                                        <p:tgtEl>
                                          <p:spTgt spid="155">
                                            <p:txEl>
                                              <p:pRg st="1" end="1"/>
                                            </p:txEl>
                                          </p:spTgt>
                                        </p:tgtEl>
                                        <p:attrNameLst>
                                          <p:attrName>style.visibility</p:attrName>
                                        </p:attrNameLst>
                                      </p:cBhvr>
                                      <p:to>
                                        <p:strVal val="visible"/>
                                      </p:to>
                                    </p:set>
                                  </p:childTnLst>
                                </p:cTn>
                              </p:par>
                            </p:childTnLst>
                          </p:cTn>
                        </p:par>
                      </p:childTnLst>
                    </p:cTn>
                  </p:par>
                  <p:par>
                    <p:cTn id="731" fill="hold">
                      <p:stCondLst>
                        <p:cond delay="indefinite"/>
                      </p:stCondLst>
                      <p:childTnLst>
                        <p:par>
                          <p:cTn id="732" fill="hold">
                            <p:stCondLst>
                              <p:cond delay="0"/>
                            </p:stCondLst>
                            <p:childTnLst>
                              <p:par>
                                <p:cTn id="733" presetID="1" presetClass="entr" presetSubtype="0" fill="hold" nodeType="clickEffect">
                                  <p:stCondLst>
                                    <p:cond delay="0"/>
                                  </p:stCondLst>
                                  <p:childTnLst>
                                    <p:set>
                                      <p:cBhvr>
                                        <p:cTn id="734" dur="1" fill="hold">
                                          <p:stCondLst>
                                            <p:cond delay="0"/>
                                          </p:stCondLst>
                                        </p:cTn>
                                        <p:tgtEl>
                                          <p:spTgt spid="155">
                                            <p:txEl>
                                              <p:pRg st="2" end="2"/>
                                            </p:txEl>
                                          </p:spTgt>
                                        </p:tgtEl>
                                        <p:attrNameLst>
                                          <p:attrName>style.visibility</p:attrName>
                                        </p:attrNameLst>
                                      </p:cBhvr>
                                      <p:to>
                                        <p:strVal val="visible"/>
                                      </p:to>
                                    </p:set>
                                  </p:childTnLst>
                                </p:cTn>
                              </p:par>
                            </p:childTnLst>
                          </p:cTn>
                        </p:par>
                      </p:childTnLst>
                    </p:cTn>
                  </p:par>
                  <p:par>
                    <p:cTn id="735" fill="hold">
                      <p:stCondLst>
                        <p:cond delay="indefinite"/>
                      </p:stCondLst>
                      <p:childTnLst>
                        <p:par>
                          <p:cTn id="736" fill="hold">
                            <p:stCondLst>
                              <p:cond delay="0"/>
                            </p:stCondLst>
                            <p:childTnLst>
                              <p:par>
                                <p:cTn id="737" presetID="1" presetClass="entr" presetSubtype="0" fill="hold" nodeType="clickEffect">
                                  <p:stCondLst>
                                    <p:cond delay="0"/>
                                  </p:stCondLst>
                                  <p:childTnLst>
                                    <p:set>
                                      <p:cBhvr>
                                        <p:cTn id="738" dur="1" fill="hold">
                                          <p:stCondLst>
                                            <p:cond delay="0"/>
                                          </p:stCondLst>
                                        </p:cTn>
                                        <p:tgtEl>
                                          <p:spTgt spid="155">
                                            <p:txEl>
                                              <p:pRg st="3" end="3"/>
                                            </p:txEl>
                                          </p:spTgt>
                                        </p:tgtEl>
                                        <p:attrNameLst>
                                          <p:attrName>style.visibility</p:attrName>
                                        </p:attrNameLst>
                                      </p:cBhvr>
                                      <p:to>
                                        <p:strVal val="visible"/>
                                      </p:to>
                                    </p:set>
                                  </p:childTnLst>
                                </p:cTn>
                              </p:par>
                            </p:childTnLst>
                          </p:cTn>
                        </p:par>
                      </p:childTnLst>
                    </p:cTn>
                  </p:par>
                  <p:par>
                    <p:cTn id="739" fill="hold">
                      <p:stCondLst>
                        <p:cond delay="indefinite"/>
                      </p:stCondLst>
                      <p:childTnLst>
                        <p:par>
                          <p:cTn id="740" fill="hold">
                            <p:stCondLst>
                              <p:cond delay="0"/>
                            </p:stCondLst>
                            <p:childTnLst>
                              <p:par>
                                <p:cTn id="741" presetID="1" presetClass="entr" presetSubtype="0" fill="hold" nodeType="clickEffect">
                                  <p:stCondLst>
                                    <p:cond delay="0"/>
                                  </p:stCondLst>
                                  <p:childTnLst>
                                    <p:set>
                                      <p:cBhvr>
                                        <p:cTn id="742" dur="1" fill="hold">
                                          <p:stCondLst>
                                            <p:cond delay="0"/>
                                          </p:stCondLst>
                                        </p:cTn>
                                        <p:tgtEl>
                                          <p:spTgt spid="155">
                                            <p:txEl>
                                              <p:pRg st="4" end="4"/>
                                            </p:txEl>
                                          </p:spTgt>
                                        </p:tgtEl>
                                        <p:attrNameLst>
                                          <p:attrName>style.visibility</p:attrName>
                                        </p:attrNameLst>
                                      </p:cBhvr>
                                      <p:to>
                                        <p:strVal val="visible"/>
                                      </p:to>
                                    </p:set>
                                  </p:childTnLst>
                                </p:cTn>
                              </p:par>
                            </p:childTnLst>
                          </p:cTn>
                        </p:par>
                      </p:childTnLst>
                    </p:cTn>
                  </p:par>
                  <p:par>
                    <p:cTn id="743" fill="hold">
                      <p:stCondLst>
                        <p:cond delay="indefinite"/>
                      </p:stCondLst>
                      <p:childTnLst>
                        <p:par>
                          <p:cTn id="744" fill="hold">
                            <p:stCondLst>
                              <p:cond delay="0"/>
                            </p:stCondLst>
                            <p:childTnLst>
                              <p:par>
                                <p:cTn id="745" presetID="1" presetClass="entr" presetSubtype="0" fill="hold" nodeType="clickEffect">
                                  <p:stCondLst>
                                    <p:cond delay="0"/>
                                  </p:stCondLst>
                                  <p:childTnLst>
                                    <p:set>
                                      <p:cBhvr>
                                        <p:cTn id="746" dur="1" fill="hold">
                                          <p:stCondLst>
                                            <p:cond delay="0"/>
                                          </p:stCondLst>
                                        </p:cTn>
                                        <p:tgtEl>
                                          <p:spTgt spid="155">
                                            <p:txEl>
                                              <p:pRg st="5" end="5"/>
                                            </p:txEl>
                                          </p:spTgt>
                                        </p:tgtEl>
                                        <p:attrNameLst>
                                          <p:attrName>style.visibility</p:attrName>
                                        </p:attrNameLst>
                                      </p:cBhvr>
                                      <p:to>
                                        <p:strVal val="visible"/>
                                      </p:to>
                                    </p:set>
                                  </p:childTnLst>
                                </p:cTn>
                              </p:par>
                            </p:childTnLst>
                          </p:cTn>
                        </p:par>
                      </p:childTnLst>
                    </p:cTn>
                  </p:par>
                  <p:par>
                    <p:cTn id="747" fill="hold">
                      <p:stCondLst>
                        <p:cond delay="indefinite"/>
                      </p:stCondLst>
                      <p:childTnLst>
                        <p:par>
                          <p:cTn id="748" fill="hold">
                            <p:stCondLst>
                              <p:cond delay="0"/>
                            </p:stCondLst>
                            <p:childTnLst>
                              <p:par>
                                <p:cTn id="749" presetID="1" presetClass="entr" presetSubtype="0" fill="hold" nodeType="clickEffect">
                                  <p:stCondLst>
                                    <p:cond delay="0"/>
                                  </p:stCondLst>
                                  <p:childTnLst>
                                    <p:set>
                                      <p:cBhvr>
                                        <p:cTn id="750" dur="1" fill="hold">
                                          <p:stCondLst>
                                            <p:cond delay="0"/>
                                          </p:stCondLst>
                                        </p:cTn>
                                        <p:tgtEl>
                                          <p:spTgt spid="155">
                                            <p:txEl>
                                              <p:pRg st="6" end="6"/>
                                            </p:txEl>
                                          </p:spTgt>
                                        </p:tgtEl>
                                        <p:attrNameLst>
                                          <p:attrName>style.visibility</p:attrName>
                                        </p:attrNameLst>
                                      </p:cBhvr>
                                      <p:to>
                                        <p:strVal val="visible"/>
                                      </p:to>
                                    </p:set>
                                  </p:childTnLst>
                                </p:cTn>
                              </p:par>
                            </p:childTnLst>
                          </p:cTn>
                        </p:par>
                      </p:childTnLst>
                    </p:cTn>
                  </p:par>
                  <p:par>
                    <p:cTn id="751" fill="hold">
                      <p:stCondLst>
                        <p:cond delay="indefinite"/>
                      </p:stCondLst>
                      <p:childTnLst>
                        <p:par>
                          <p:cTn id="752" fill="hold">
                            <p:stCondLst>
                              <p:cond delay="0"/>
                            </p:stCondLst>
                            <p:childTnLst>
                              <p:par>
                                <p:cTn id="753" presetID="1" presetClass="entr" presetSubtype="0" fill="hold" nodeType="clickEffect">
                                  <p:stCondLst>
                                    <p:cond delay="0"/>
                                  </p:stCondLst>
                                  <p:childTnLst>
                                    <p:set>
                                      <p:cBhvr>
                                        <p:cTn id="754" dur="1" fill="hold">
                                          <p:stCondLst>
                                            <p:cond delay="0"/>
                                          </p:stCondLst>
                                        </p:cTn>
                                        <p:tgtEl>
                                          <p:spTgt spid="155">
                                            <p:txEl>
                                              <p:pRg st="7" end="7"/>
                                            </p:txEl>
                                          </p:spTgt>
                                        </p:tgtEl>
                                        <p:attrNameLst>
                                          <p:attrName>style.visibility</p:attrName>
                                        </p:attrNameLst>
                                      </p:cBhvr>
                                      <p:to>
                                        <p:strVal val="visible"/>
                                      </p:to>
                                    </p:set>
                                  </p:childTnLst>
                                </p:cTn>
                              </p:par>
                            </p:childTnLst>
                          </p:cTn>
                        </p:par>
                      </p:childTnLst>
                    </p:cTn>
                  </p:par>
                  <p:par>
                    <p:cTn id="755" fill="hold">
                      <p:stCondLst>
                        <p:cond delay="indefinite"/>
                      </p:stCondLst>
                      <p:childTnLst>
                        <p:par>
                          <p:cTn id="756" fill="hold">
                            <p:stCondLst>
                              <p:cond delay="0"/>
                            </p:stCondLst>
                            <p:childTnLst>
                              <p:par>
                                <p:cTn id="757" presetID="1" presetClass="entr" presetSubtype="0" fill="hold" nodeType="clickEffect">
                                  <p:stCondLst>
                                    <p:cond delay="0"/>
                                  </p:stCondLst>
                                  <p:childTnLst>
                                    <p:set>
                                      <p:cBhvr>
                                        <p:cTn id="758" dur="1" fill="hold">
                                          <p:stCondLst>
                                            <p:cond delay="0"/>
                                          </p:stCondLst>
                                        </p:cTn>
                                        <p:tgtEl>
                                          <p:spTgt spid="1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60"/>
        <p:cNvGrpSpPr/>
        <p:nvPr/>
      </p:nvGrpSpPr>
      <p:grpSpPr>
        <a:xfrm>
          <a:off x="0" y="0"/>
          <a:ext cx="0" cy="0"/>
          <a:chOff x="0" y="0"/>
          <a:chExt cx="0" cy="0"/>
        </a:xfrm>
      </p:grpSpPr>
      <p:sp>
        <p:nvSpPr>
          <p:cNvPr id="161" name="Google Shape;161;p19"/>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2" name="Google Shape;162;p19"/>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63" name="Google Shape;163;p19"/>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64" name="Google Shape;164;p1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65"/>
        <p:cNvGrpSpPr/>
        <p:nvPr/>
      </p:nvGrpSpPr>
      <p:grpSpPr>
        <a:xfrm>
          <a:off x="0" y="0"/>
          <a:ext cx="0" cy="0"/>
          <a:chOff x="0" y="0"/>
          <a:chExt cx="0" cy="0"/>
        </a:xfrm>
      </p:grpSpPr>
      <p:sp>
        <p:nvSpPr>
          <p:cNvPr id="166" name="Google Shape;166;p20"/>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7" name="Google Shape;167;p20"/>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68" name="Google Shape;168;p20"/>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69" name="Google Shape;169;p2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0"/>
        <p:cNvGrpSpPr/>
        <p:nvPr/>
      </p:nvGrpSpPr>
      <p:grpSpPr>
        <a:xfrm>
          <a:off x="0" y="0"/>
          <a:ext cx="0" cy="0"/>
          <a:chOff x="0" y="0"/>
          <a:chExt cx="0" cy="0"/>
        </a:xfrm>
      </p:grpSpPr>
      <p:sp>
        <p:nvSpPr>
          <p:cNvPr id="171" name="Google Shape;171;p21"/>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72" name="Google Shape;172;p21"/>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1"/>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4" name="Google Shape;174;p21"/>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75" name="Google Shape;175;p2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6" name="Google Shape;176;p21"/>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177" name="Google Shape;177;p21"/>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8"/>
        <p:cNvGrpSpPr/>
        <p:nvPr/>
      </p:nvGrpSpPr>
      <p:grpSpPr>
        <a:xfrm>
          <a:off x="0" y="0"/>
          <a:ext cx="0" cy="0"/>
          <a:chOff x="0" y="0"/>
          <a:chExt cx="0" cy="0"/>
        </a:xfrm>
      </p:grpSpPr>
      <p:sp>
        <p:nvSpPr>
          <p:cNvPr id="179" name="Google Shape;179;p2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81" name="Google Shape;181;p22"/>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82" name="Google Shape;182;p22"/>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83" name="Google Shape;183;p2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4"/>
        <p:cNvGrpSpPr/>
        <p:nvPr/>
      </p:nvGrpSpPr>
      <p:grpSpPr>
        <a:xfrm>
          <a:off x="0" y="0"/>
          <a:ext cx="0" cy="0"/>
          <a:chOff x="0" y="0"/>
          <a:chExt cx="0" cy="0"/>
        </a:xfrm>
      </p:grpSpPr>
      <p:sp>
        <p:nvSpPr>
          <p:cNvPr id="185" name="Google Shape;185;p23"/>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3"/>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87" name="Google Shape;187;p2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8"/>
        <p:cNvGrpSpPr/>
        <p:nvPr/>
      </p:nvGrpSpPr>
      <p:grpSpPr>
        <a:xfrm>
          <a:off x="0" y="0"/>
          <a:ext cx="0" cy="0"/>
          <a:chOff x="0" y="0"/>
          <a:chExt cx="0" cy="0"/>
        </a:xfrm>
      </p:grpSpPr>
      <p:sp>
        <p:nvSpPr>
          <p:cNvPr id="189" name="Google Shape;189;p24"/>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4"/>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91" name="Google Shape;191;p24"/>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2" name="Google Shape;192;p24"/>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93" name="Google Shape;193;p24"/>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94" name="Google Shape;194;p24"/>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195" name="Google Shape;195;p24"/>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98" name="Google Shape;198;p2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9"/>
        <p:cNvGrpSpPr/>
        <p:nvPr/>
      </p:nvGrpSpPr>
      <p:grpSpPr>
        <a:xfrm>
          <a:off x="0" y="0"/>
          <a:ext cx="0" cy="0"/>
          <a:chOff x="0" y="0"/>
          <a:chExt cx="0" cy="0"/>
        </a:xfrm>
      </p:grpSpPr>
      <p:sp>
        <p:nvSpPr>
          <p:cNvPr id="200" name="Google Shape;200;p26"/>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02" name="Google Shape;202;p26"/>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03" name="Google Shape;203;p26"/>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4" name="Google Shape;204;p2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5"/>
        <p:cNvGrpSpPr/>
        <p:nvPr/>
      </p:nvGrpSpPr>
      <p:grpSpPr>
        <a:xfrm>
          <a:off x="0" y="0"/>
          <a:ext cx="0" cy="0"/>
          <a:chOff x="0" y="0"/>
          <a:chExt cx="0" cy="0"/>
        </a:xfrm>
      </p:grpSpPr>
      <p:sp>
        <p:nvSpPr>
          <p:cNvPr id="206" name="Google Shape;206;p27"/>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7"/>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08" name="Google Shape;208;p2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09"/>
        <p:cNvGrpSpPr/>
        <p:nvPr/>
      </p:nvGrpSpPr>
      <p:grpSpPr>
        <a:xfrm>
          <a:off x="0" y="0"/>
          <a:ext cx="0" cy="0"/>
          <a:chOff x="0" y="0"/>
          <a:chExt cx="0" cy="0"/>
        </a:xfrm>
      </p:grpSpPr>
      <p:sp>
        <p:nvSpPr>
          <p:cNvPr id="210" name="Google Shape;210;p28"/>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11" name="Google Shape;211;p28"/>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212" name="Google Shape;212;p2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3"/>
        <p:cNvGrpSpPr/>
        <p:nvPr/>
      </p:nvGrpSpPr>
      <p:grpSpPr>
        <a:xfrm>
          <a:off x="0" y="0"/>
          <a:ext cx="0" cy="0"/>
          <a:chOff x="0" y="0"/>
          <a:chExt cx="0" cy="0"/>
        </a:xfrm>
      </p:grpSpPr>
      <p:sp>
        <p:nvSpPr>
          <p:cNvPr id="214" name="Google Shape;214;p2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15"/>
        <p:cNvGrpSpPr/>
        <p:nvPr/>
      </p:nvGrpSpPr>
      <p:grpSpPr>
        <a:xfrm>
          <a:off x="0" y="0"/>
          <a:ext cx="0" cy="0"/>
          <a:chOff x="0" y="0"/>
          <a:chExt cx="0" cy="0"/>
        </a:xfrm>
      </p:grpSpPr>
      <p:sp>
        <p:nvSpPr>
          <p:cNvPr id="216" name="Google Shape;216;p30"/>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8" name="Google Shape;218;p30"/>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19" name="Google Shape;219;p3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20"/>
        <p:cNvGrpSpPr/>
        <p:nvPr/>
      </p:nvGrpSpPr>
      <p:grpSpPr>
        <a:xfrm>
          <a:off x="0" y="0"/>
          <a:ext cx="0" cy="0"/>
          <a:chOff x="0" y="0"/>
          <a:chExt cx="0" cy="0"/>
        </a:xfrm>
      </p:grpSpPr>
      <p:sp>
        <p:nvSpPr>
          <p:cNvPr id="221" name="Google Shape;221;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2" name="Google Shape;222;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23" name="Google Shape;223;p3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56"/>
        <p:cNvGrpSpPr/>
        <p:nvPr/>
      </p:nvGrpSpPr>
      <p:grpSpPr>
        <a:xfrm>
          <a:off x="0" y="0"/>
          <a:ext cx="0" cy="0"/>
          <a:chOff x="0" y="0"/>
          <a:chExt cx="0" cy="0"/>
        </a:xfrm>
      </p:grpSpPr>
      <p:sp>
        <p:nvSpPr>
          <p:cNvPr id="157" name="Google Shape;157;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58" name="Google Shape;158;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59" name="Google Shape;159;p18"/>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localhost:8081"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8" Type="http://schemas.openxmlformats.org/officeDocument/2006/relationships/hyperlink" Target="https://docs.google.com/presentation/d/1o_Wzm-itW5NJQlUITrtTtvAWiQE9ua_4NxTIYhPYWF0/edit#slide=id.g230bdc7f68c_0_736" TargetMode="External"/><Relationship Id="rId3" Type="http://schemas.openxmlformats.org/officeDocument/2006/relationships/hyperlink" Target="https://docs.google.com/presentation/d/1o_Wzm-itW5NJQlUITrtTtvAWiQE9ua_4NxTIYhPYWF0/edit#slide=id.gce414f90c7_0_409" TargetMode="External"/><Relationship Id="rId7" Type="http://schemas.openxmlformats.org/officeDocument/2006/relationships/hyperlink" Target="https://docs.google.com/presentation/d/1o_Wzm-itW5NJQlUITrtTtvAWiQE9ua_4NxTIYhPYWF0/edit#slide=id.gcd1135e90b_0_70" TargetMode="External"/><Relationship Id="rId2" Type="http://schemas.openxmlformats.org/officeDocument/2006/relationships/notesSlide" Target="../notesSlides/notesSlide38.xml"/><Relationship Id="rId1" Type="http://schemas.openxmlformats.org/officeDocument/2006/relationships/slideLayout" Target="../slideLayouts/slideLayout27.xml"/><Relationship Id="rId6" Type="http://schemas.openxmlformats.org/officeDocument/2006/relationships/hyperlink" Target="https://docs.google.com/presentation/d/1o_Wzm-itW5NJQlUITrtTtvAWiQE9ua_4NxTIYhPYWF0/edit#slide=id.gcd1135e90b_0_48" TargetMode="External"/><Relationship Id="rId5" Type="http://schemas.openxmlformats.org/officeDocument/2006/relationships/hyperlink" Target="https://docs.google.com/presentation/d/1o_Wzm-itW5NJQlUITrtTtvAWiQE9ua_4NxTIYhPYWF0/edit#slide=id.gcd1135e90b_0_9" TargetMode="External"/><Relationship Id="rId4" Type="http://schemas.openxmlformats.org/officeDocument/2006/relationships/hyperlink" Target="https://docs.google.com/presentation/d/1o_Wzm-itW5NJQlUITrtTtvAWiQE9ua_4NxTIYhPYWF0/edit#slide=id.gce414f90c7_0_626" TargetMode="External"/><Relationship Id="rId9" Type="http://schemas.openxmlformats.org/officeDocument/2006/relationships/hyperlink" Target="https://docs.google.com/presentation/d/1o_Wzm-itW5NJQlUITrtTtvAWiQE9ua_4NxTIYhPYWF0/edit#slide=id.g230bdc7f68c_0_84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229" name="Google Shape;229;p32"/>
          <p:cNvSpPr txBox="1">
            <a:spLocks noGrp="1"/>
          </p:cNvSpPr>
          <p:nvPr>
            <p:ph type="subTitle" idx="1"/>
          </p:nvPr>
        </p:nvSpPr>
        <p:spPr>
          <a:xfrm>
            <a:off x="311700" y="1878550"/>
            <a:ext cx="4741200" cy="95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10: Networking II</a:t>
            </a:r>
            <a:endParaRPr sz="2600" i="1">
              <a:solidFill>
                <a:srgbClr val="FF0000"/>
              </a:solidFill>
            </a:endParaRPr>
          </a:p>
        </p:txBody>
      </p:sp>
      <p:grpSp>
        <p:nvGrpSpPr>
          <p:cNvPr id="230" name="Google Shape;230;p32"/>
          <p:cNvGrpSpPr/>
          <p:nvPr/>
        </p:nvGrpSpPr>
        <p:grpSpPr>
          <a:xfrm>
            <a:off x="5001999" y="4264475"/>
            <a:ext cx="3908400" cy="738300"/>
            <a:chOff x="5001999" y="4264475"/>
            <a:chExt cx="3908400" cy="738300"/>
          </a:xfrm>
        </p:grpSpPr>
        <p:sp>
          <p:nvSpPr>
            <p:cNvPr id="231" name="Google Shape;231;p32"/>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2" name="Google Shape;232;p32"/>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3"/>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HTTP</a:t>
            </a:r>
            <a:endParaRPr dirty="0"/>
          </a:p>
        </p:txBody>
      </p:sp>
      <p:sp>
        <p:nvSpPr>
          <p:cNvPr id="238" name="Google Shape;238;p33"/>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Connecting to the world via a computer network is now a ubiquitous part of daily life. You are most likely doing it right now to attend this class.</a:t>
            </a:r>
            <a:endParaRPr dirty="0"/>
          </a:p>
          <a:p>
            <a:pPr marL="457200" lvl="0" indent="-311150" algn="l" rtl="0">
              <a:spcBef>
                <a:spcPts val="1000"/>
              </a:spcBef>
              <a:spcAft>
                <a:spcPts val="0"/>
              </a:spcAft>
              <a:buSzPts val="1300"/>
              <a:buChar char="●"/>
            </a:pPr>
            <a:r>
              <a:rPr lang="en" dirty="0">
                <a:highlight>
                  <a:srgbClr val="FFFF00"/>
                </a:highlight>
              </a:rPr>
              <a:t>This unit we will learn how to interact with other computers using the hypertext transfer protocol (HTTP).</a:t>
            </a:r>
            <a:endParaRPr dirty="0">
              <a:highlight>
                <a:srgbClr val="FFFF00"/>
              </a:highlight>
            </a:endParaRPr>
          </a:p>
          <a:p>
            <a:pPr marL="457200" lvl="0" indent="-311150" algn="l" rtl="0">
              <a:spcBef>
                <a:spcPts val="1000"/>
              </a:spcBef>
              <a:spcAft>
                <a:spcPts val="0"/>
              </a:spcAft>
              <a:buSzPts val="1300"/>
              <a:buChar char="●"/>
            </a:pPr>
            <a:r>
              <a:rPr lang="en" dirty="0"/>
              <a:t>We will be exploring the basics HTTP:</a:t>
            </a:r>
            <a:endParaRPr dirty="0"/>
          </a:p>
          <a:p>
            <a:pPr marL="914400" lvl="1" indent="-298450" algn="l" rtl="0">
              <a:spcBef>
                <a:spcPts val="0"/>
              </a:spcBef>
              <a:spcAft>
                <a:spcPts val="0"/>
              </a:spcAft>
              <a:buSzPts val="1100"/>
              <a:buChar char="○"/>
            </a:pPr>
            <a:r>
              <a:rPr lang="en" dirty="0">
                <a:highlight>
                  <a:srgbClr val="FFFF00"/>
                </a:highlight>
              </a:rPr>
              <a:t>GET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POST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HTTP Server</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Separation of Concerns</a:t>
            </a:r>
            <a:endParaRPr dirty="0">
              <a:highlight>
                <a:srgbClr val="FFFF00"/>
              </a:highlight>
            </a:endParaRPr>
          </a:p>
          <a:p>
            <a:pPr marL="457200" lvl="0" indent="-311150" algn="l" rtl="0">
              <a:spcBef>
                <a:spcPts val="1000"/>
              </a:spcBef>
              <a:spcAft>
                <a:spcPts val="0"/>
              </a:spcAft>
              <a:buSzPts val="1300"/>
              <a:buChar char="●"/>
            </a:pPr>
            <a:r>
              <a:rPr lang="en" dirty="0"/>
              <a:t>We'll start by looking at the </a:t>
            </a:r>
            <a:r>
              <a:rPr lang="en" dirty="0">
                <a:highlight>
                  <a:srgbClr val="FFFF00"/>
                </a:highlight>
              </a:rPr>
              <a:t>HTTP protocol and creating a simple server that can service a web page.</a:t>
            </a:r>
            <a:endParaRPr dirty="0">
              <a:highlight>
                <a:srgbClr val="FFFF00"/>
              </a:highlight>
            </a:endParaRPr>
          </a:p>
        </p:txBody>
      </p:sp>
      <p:sp>
        <p:nvSpPr>
          <p:cNvPr id="239" name="Google Shape;239;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240" name="Google Shape;240;p33"/>
          <p:cNvSpPr txBox="1">
            <a:spLocks noGrp="1"/>
          </p:cNvSpPr>
          <p:nvPr>
            <p:ph type="body" idx="3"/>
          </p:nvPr>
        </p:nvSpPr>
        <p:spPr>
          <a:xfrm>
            <a:off x="315413"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It is difficult to imagine life without computer networks. This unit we'll continue to explore how to use them in your code.</a:t>
            </a:r>
            <a:endParaRPr/>
          </a:p>
        </p:txBody>
      </p:sp>
      <p:pic>
        <p:nvPicPr>
          <p:cNvPr id="241" name="Google Shape;241;p33"/>
          <p:cNvPicPr preferRelativeResize="0"/>
          <p:nvPr/>
        </p:nvPicPr>
        <p:blipFill>
          <a:blip r:embed="rId3">
            <a:alphaModFix/>
          </a:blip>
          <a:stretch>
            <a:fillRect/>
          </a:stretch>
        </p:blipFill>
        <p:spPr>
          <a:xfrm>
            <a:off x="297500" y="1291425"/>
            <a:ext cx="3742325" cy="2645824"/>
          </a:xfrm>
          <a:prstGeom prst="rect">
            <a:avLst/>
          </a:prstGeom>
          <a:noFill/>
          <a:ln w="19050" cap="flat" cmpd="sng">
            <a:solidFill>
              <a:schemeClr val="accent1"/>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animEffect transition="in" filter="fade">
                                      <p:cBhvr>
                                        <p:cTn id="7" dur="1000"/>
                                        <p:tgtEl>
                                          <p:spTgt spid="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4"/>
          <p:cNvSpPr txBox="1">
            <a:spLocks noGrp="1"/>
          </p:cNvSpPr>
          <p:nvPr>
            <p:ph type="title"/>
          </p:nvPr>
        </p:nvSpPr>
        <p:spPr>
          <a:xfrm>
            <a:off x="5264725" y="206950"/>
            <a:ext cx="3706500" cy="932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Hypertext Transfer Protocol (HTTP)</a:t>
            </a:r>
            <a:endParaRPr/>
          </a:p>
        </p:txBody>
      </p:sp>
      <p:sp>
        <p:nvSpPr>
          <p:cNvPr id="247" name="Google Shape;247;p34"/>
          <p:cNvSpPr txBox="1">
            <a:spLocks noGrp="1"/>
          </p:cNvSpPr>
          <p:nvPr>
            <p:ph type="body" idx="1"/>
          </p:nvPr>
        </p:nvSpPr>
        <p:spPr>
          <a:xfrm>
            <a:off x="301275" y="500925"/>
            <a:ext cx="4166400" cy="4432200"/>
          </a:xfrm>
          <a:prstGeom prst="rect">
            <a:avLst/>
          </a:prstGeom>
          <a:noFill/>
          <a:ln>
            <a:noFill/>
          </a:ln>
        </p:spPr>
        <p:txBody>
          <a:bodyPr spcFirstLastPara="1" wrap="square" lIns="68575" tIns="34275" rIns="68575" bIns="34275" anchor="t" anchorCtr="0">
            <a:normAutofit/>
          </a:bodyPr>
          <a:lstStyle/>
          <a:p>
            <a:pPr marL="457200" lvl="0" indent="-349250" algn="l" rtl="0">
              <a:lnSpc>
                <a:spcPct val="115000"/>
              </a:lnSpc>
              <a:spcBef>
                <a:spcPts val="0"/>
              </a:spcBef>
              <a:spcAft>
                <a:spcPts val="0"/>
              </a:spcAft>
              <a:buClr>
                <a:srgbClr val="666666"/>
              </a:buClr>
              <a:buSzPts val="1500"/>
              <a:buChar char="●"/>
            </a:pPr>
            <a:r>
              <a:rPr lang="en" dirty="0">
                <a:solidFill>
                  <a:srgbClr val="666666"/>
                </a:solidFill>
                <a:highlight>
                  <a:srgbClr val="FFFF00"/>
                </a:highlight>
              </a:rPr>
              <a:t>HTTP is the primary protocol used to connect to resources on the web.</a:t>
            </a:r>
            <a:endParaRPr dirty="0">
              <a:solidFill>
                <a:srgbClr val="666666"/>
              </a:solidFill>
              <a:highlight>
                <a:srgbClr val="FFFF00"/>
              </a:highlight>
            </a:endParaRPr>
          </a:p>
          <a:p>
            <a:pPr marL="457200" lvl="0" indent="-349250" algn="l" rtl="0">
              <a:lnSpc>
                <a:spcPct val="115000"/>
              </a:lnSpc>
              <a:spcBef>
                <a:spcPts val="0"/>
              </a:spcBef>
              <a:spcAft>
                <a:spcPts val="0"/>
              </a:spcAft>
              <a:buClr>
                <a:srgbClr val="666666"/>
              </a:buClr>
              <a:buSzPts val="1500"/>
              <a:buChar char="●"/>
            </a:pPr>
            <a:r>
              <a:rPr lang="en" dirty="0">
                <a:solidFill>
                  <a:srgbClr val="666666"/>
                </a:solidFill>
              </a:rPr>
              <a:t>It is client initiated, meaning the client always sends a request to start a transaction.</a:t>
            </a:r>
            <a:endParaRPr dirty="0">
              <a:solidFill>
                <a:srgbClr val="666666"/>
              </a:solidFill>
            </a:endParaRPr>
          </a:p>
          <a:p>
            <a:pPr marL="457200" lvl="0" indent="-349250" algn="l" rtl="0">
              <a:lnSpc>
                <a:spcPct val="115000"/>
              </a:lnSpc>
              <a:spcBef>
                <a:spcPts val="0"/>
              </a:spcBef>
              <a:spcAft>
                <a:spcPts val="0"/>
              </a:spcAft>
              <a:buClr>
                <a:srgbClr val="666666"/>
              </a:buClr>
              <a:buSzPts val="1500"/>
              <a:buChar char="●"/>
            </a:pPr>
            <a:r>
              <a:rPr lang="en" dirty="0">
                <a:solidFill>
                  <a:srgbClr val="666666"/>
                </a:solidFill>
              </a:rPr>
              <a:t>The server </a:t>
            </a:r>
            <a:r>
              <a:rPr lang="en" dirty="0">
                <a:solidFill>
                  <a:srgbClr val="666666"/>
                </a:solidFill>
                <a:highlight>
                  <a:srgbClr val="FFFF00"/>
                </a:highlight>
              </a:rPr>
              <a:t>always responds.</a:t>
            </a:r>
            <a:endParaRPr dirty="0">
              <a:solidFill>
                <a:srgbClr val="666666"/>
              </a:solidFill>
              <a:highlight>
                <a:srgbClr val="FFFF00"/>
              </a:highlight>
            </a:endParaRPr>
          </a:p>
          <a:p>
            <a:pPr marL="914400" lvl="1" indent="-323850" algn="l" rtl="0">
              <a:lnSpc>
                <a:spcPct val="115000"/>
              </a:lnSpc>
              <a:spcBef>
                <a:spcPts val="0"/>
              </a:spcBef>
              <a:spcAft>
                <a:spcPts val="0"/>
              </a:spcAft>
              <a:buClr>
                <a:srgbClr val="666666"/>
              </a:buClr>
              <a:buSzPts val="1500"/>
              <a:buChar char="○"/>
            </a:pPr>
            <a:r>
              <a:rPr lang="en" dirty="0">
                <a:solidFill>
                  <a:srgbClr val="666666"/>
                </a:solidFill>
              </a:rPr>
              <a:t>Even if the response is, "I don't know what to do"</a:t>
            </a:r>
            <a:endParaRPr dirty="0">
              <a:solidFill>
                <a:srgbClr val="666666"/>
              </a:solidFill>
            </a:endParaRPr>
          </a:p>
          <a:p>
            <a:pPr marL="457200" lvl="0" indent="-323850" algn="l" rtl="0">
              <a:lnSpc>
                <a:spcPct val="115000"/>
              </a:lnSpc>
              <a:spcBef>
                <a:spcPts val="0"/>
              </a:spcBef>
              <a:spcAft>
                <a:spcPts val="0"/>
              </a:spcAft>
              <a:buClr>
                <a:srgbClr val="666666"/>
              </a:buClr>
              <a:buSzPts val="1500"/>
              <a:buChar char="●"/>
            </a:pPr>
            <a:r>
              <a:rPr lang="en" dirty="0">
                <a:solidFill>
                  <a:srgbClr val="666666"/>
                </a:solidFill>
              </a:rPr>
              <a:t>The server will </a:t>
            </a:r>
            <a:r>
              <a:rPr lang="en" dirty="0">
                <a:solidFill>
                  <a:srgbClr val="666666"/>
                </a:solidFill>
                <a:highlight>
                  <a:srgbClr val="FFFF00"/>
                </a:highlight>
              </a:rPr>
              <a:t>never send unsolicited/ asynchronous messages to the client .</a:t>
            </a:r>
            <a:endParaRPr dirty="0">
              <a:solidFill>
                <a:srgbClr val="666666"/>
              </a:solidFill>
              <a:highlight>
                <a:srgbClr val="FFFF00"/>
              </a:highlight>
            </a:endParaRPr>
          </a:p>
          <a:p>
            <a:pPr marL="457200" lvl="0" indent="-311150" algn="l" rtl="0">
              <a:lnSpc>
                <a:spcPct val="115000"/>
              </a:lnSpc>
              <a:spcBef>
                <a:spcPts val="0"/>
              </a:spcBef>
              <a:spcAft>
                <a:spcPts val="0"/>
              </a:spcAft>
              <a:buClr>
                <a:srgbClr val="666666"/>
              </a:buClr>
              <a:buSzPts val="1300"/>
              <a:buChar char="●"/>
            </a:pPr>
            <a:r>
              <a:rPr lang="en" dirty="0">
                <a:solidFill>
                  <a:srgbClr val="666666"/>
                </a:solidFill>
              </a:rPr>
              <a:t>While there are several variants we'll only use </a:t>
            </a:r>
            <a:r>
              <a:rPr lang="en" dirty="0">
                <a:solidFill>
                  <a:srgbClr val="666666"/>
                </a:solidFill>
                <a:highlight>
                  <a:srgbClr val="FFFF00"/>
                </a:highlight>
              </a:rPr>
              <a:t>HTTP 1.1</a:t>
            </a:r>
            <a:endParaRPr dirty="0">
              <a:solidFill>
                <a:srgbClr val="666666"/>
              </a:solidFill>
              <a:highlight>
                <a:srgbClr val="FFFF00"/>
              </a:highlight>
            </a:endParaRPr>
          </a:p>
          <a:p>
            <a:pPr marL="914400" lvl="1" indent="-298450" algn="l" rtl="0">
              <a:lnSpc>
                <a:spcPct val="115000"/>
              </a:lnSpc>
              <a:spcBef>
                <a:spcPts val="0"/>
              </a:spcBef>
              <a:spcAft>
                <a:spcPts val="0"/>
              </a:spcAft>
              <a:buClr>
                <a:srgbClr val="666666"/>
              </a:buClr>
              <a:buSzPts val="1100"/>
              <a:buChar char="○"/>
            </a:pPr>
            <a:r>
              <a:rPr lang="en" dirty="0">
                <a:solidFill>
                  <a:srgbClr val="666666"/>
                </a:solidFill>
              </a:rPr>
              <a:t>This is probably the most common one in use</a:t>
            </a:r>
            <a:endParaRPr dirty="0">
              <a:solidFill>
                <a:srgbClr val="666666"/>
              </a:solidFill>
            </a:endParaRPr>
          </a:p>
          <a:p>
            <a:pPr marL="914400" lvl="1" indent="-298450" algn="l" rtl="0">
              <a:lnSpc>
                <a:spcPct val="115000"/>
              </a:lnSpc>
              <a:spcBef>
                <a:spcPts val="0"/>
              </a:spcBef>
              <a:spcAft>
                <a:spcPts val="0"/>
              </a:spcAft>
              <a:buClr>
                <a:srgbClr val="666666"/>
              </a:buClr>
              <a:buSzPts val="1100"/>
              <a:buChar char="○"/>
            </a:pPr>
            <a:r>
              <a:rPr lang="en" dirty="0">
                <a:solidFill>
                  <a:srgbClr val="666666"/>
                </a:solidFill>
              </a:rPr>
              <a:t>It is the only one in use with </a:t>
            </a:r>
            <a:r>
              <a:rPr lang="en" dirty="0">
                <a:solidFill>
                  <a:srgbClr val="666666"/>
                </a:solidFill>
                <a:highlight>
                  <a:srgbClr val="FFFF00"/>
                </a:highlight>
              </a:rPr>
              <a:t>ASCII fields</a:t>
            </a:r>
            <a:endParaRPr dirty="0">
              <a:solidFill>
                <a:srgbClr val="666666"/>
              </a:solidFill>
              <a:highlight>
                <a:srgbClr val="FFFF00"/>
              </a:highlight>
            </a:endParaRPr>
          </a:p>
          <a:p>
            <a:pPr marL="457200" lvl="0" indent="-311150" algn="l" rtl="0">
              <a:lnSpc>
                <a:spcPct val="115000"/>
              </a:lnSpc>
              <a:spcBef>
                <a:spcPts val="0"/>
              </a:spcBef>
              <a:spcAft>
                <a:spcPts val="0"/>
              </a:spcAft>
              <a:buClr>
                <a:srgbClr val="666666"/>
              </a:buClr>
              <a:buSzPts val="1300"/>
              <a:buChar char="●"/>
            </a:pPr>
            <a:r>
              <a:rPr lang="en" dirty="0">
                <a:solidFill>
                  <a:srgbClr val="666666"/>
                </a:solidFill>
              </a:rPr>
              <a:t>HTTP is a simple protocol with only a few possible methods, of which we'll focus on:</a:t>
            </a:r>
            <a:endParaRPr dirty="0">
              <a:solidFill>
                <a:srgbClr val="666666"/>
              </a:solidFill>
            </a:endParaRPr>
          </a:p>
          <a:p>
            <a:pPr marL="914400" lvl="1" indent="-298450" algn="l" rtl="0">
              <a:lnSpc>
                <a:spcPct val="115000"/>
              </a:lnSpc>
              <a:spcBef>
                <a:spcPts val="0"/>
              </a:spcBef>
              <a:spcAft>
                <a:spcPts val="0"/>
              </a:spcAft>
              <a:buClr>
                <a:srgbClr val="666666"/>
              </a:buClr>
              <a:buSzPts val="1100"/>
              <a:buChar char="○"/>
            </a:pPr>
            <a:r>
              <a:rPr lang="en" b="1" i="1" dirty="0">
                <a:solidFill>
                  <a:srgbClr val="FF0000"/>
                </a:solidFill>
                <a:highlight>
                  <a:srgbClr val="FFFF00"/>
                </a:highlight>
              </a:rPr>
              <a:t>GET</a:t>
            </a:r>
            <a:r>
              <a:rPr lang="en" dirty="0">
                <a:solidFill>
                  <a:srgbClr val="666666"/>
                </a:solidFill>
              </a:rPr>
              <a:t> - Request a resource from the server. Commonly used to get an html web page.</a:t>
            </a:r>
            <a:endParaRPr dirty="0">
              <a:solidFill>
                <a:srgbClr val="666666"/>
              </a:solidFill>
            </a:endParaRPr>
          </a:p>
          <a:p>
            <a:pPr marL="914400" lvl="1" indent="-298450" algn="l" rtl="0">
              <a:lnSpc>
                <a:spcPct val="115000"/>
              </a:lnSpc>
              <a:spcBef>
                <a:spcPts val="0"/>
              </a:spcBef>
              <a:spcAft>
                <a:spcPts val="0"/>
              </a:spcAft>
              <a:buClr>
                <a:srgbClr val="666666"/>
              </a:buClr>
              <a:buSzPts val="1100"/>
              <a:buChar char="○"/>
            </a:pPr>
            <a:r>
              <a:rPr lang="en" b="1" i="1" dirty="0">
                <a:solidFill>
                  <a:srgbClr val="FF0000"/>
                </a:solidFill>
                <a:highlight>
                  <a:srgbClr val="FFFF00"/>
                </a:highlight>
              </a:rPr>
              <a:t>POST</a:t>
            </a:r>
            <a:r>
              <a:rPr lang="en" dirty="0">
                <a:solidFill>
                  <a:srgbClr val="666666"/>
                </a:solidFill>
              </a:rPr>
              <a:t> - Request to process a resource. This involves sending additional data that can be used by the server to manage/change the resource. </a:t>
            </a:r>
            <a:endParaRPr dirty="0">
              <a:solidFill>
                <a:srgbClr val="666666"/>
              </a:solidFill>
            </a:endParaRPr>
          </a:p>
        </p:txBody>
      </p:sp>
      <p:sp>
        <p:nvSpPr>
          <p:cNvPr id="248" name="Google Shape;248;p34"/>
          <p:cNvSpPr txBox="1"/>
          <p:nvPr/>
        </p:nvSpPr>
        <p:spPr>
          <a:xfrm>
            <a:off x="5154425" y="4209863"/>
            <a:ext cx="3769800" cy="5661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spcBef>
                <a:spcPts val="0"/>
              </a:spcBef>
              <a:spcAft>
                <a:spcPts val="0"/>
              </a:spcAft>
              <a:buNone/>
            </a:pPr>
            <a:r>
              <a:rPr lang="en" sz="1200">
                <a:solidFill>
                  <a:schemeClr val="dk1"/>
                </a:solidFill>
              </a:rPr>
              <a:t>HTTP is the protocol that is used to connect the word through a web of interconnected computers.</a:t>
            </a:r>
            <a:endParaRPr sz="1200">
              <a:solidFill>
                <a:schemeClr val="dk1"/>
              </a:solidFill>
              <a:latin typeface="Arial"/>
              <a:ea typeface="Arial"/>
              <a:cs typeface="Arial"/>
              <a:sym typeface="Arial"/>
            </a:endParaRPr>
          </a:p>
        </p:txBody>
      </p:sp>
      <p:sp>
        <p:nvSpPr>
          <p:cNvPr id="249" name="Google Shape;249;p3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pic>
        <p:nvPicPr>
          <p:cNvPr id="250" name="Google Shape;250;p34"/>
          <p:cNvPicPr preferRelativeResize="0"/>
          <p:nvPr/>
        </p:nvPicPr>
        <p:blipFill rotWithShape="1">
          <a:blip r:embed="rId3">
            <a:alphaModFix/>
          </a:blip>
          <a:srcRect l="5971" b="13763"/>
          <a:stretch/>
        </p:blipFill>
        <p:spPr>
          <a:xfrm>
            <a:off x="5154425" y="1437475"/>
            <a:ext cx="3769799" cy="225515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8"/>
                                        </p:tgtEl>
                                        <p:attrNameLst>
                                          <p:attrName>style.visibility</p:attrName>
                                        </p:attrNameLst>
                                      </p:cBhvr>
                                      <p:to>
                                        <p:strVal val="visible"/>
                                      </p:to>
                                    </p:set>
                                    <p:animEffect transition="in" filter="fade">
                                      <p:cBhvr>
                                        <p:cTn id="7" dur="1000"/>
                                        <p:tgtEl>
                                          <p:spTgt spid="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256" name="Google Shape;256;p35"/>
          <p:cNvSpPr txBox="1">
            <a:spLocks noGrp="1"/>
          </p:cNvSpPr>
          <p:nvPr>
            <p:ph type="title"/>
          </p:nvPr>
        </p:nvSpPr>
        <p:spPr>
          <a:xfrm>
            <a:off x="311725" y="199400"/>
            <a:ext cx="3706500" cy="9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 Message Format</a:t>
            </a:r>
            <a:endParaRPr/>
          </a:p>
          <a:p>
            <a:pPr marL="0" lvl="0" indent="0" algn="l" rtl="0">
              <a:spcBef>
                <a:spcPts val="0"/>
              </a:spcBef>
              <a:spcAft>
                <a:spcPts val="0"/>
              </a:spcAft>
              <a:buNone/>
            </a:pPr>
            <a:endParaRPr/>
          </a:p>
        </p:txBody>
      </p:sp>
      <p:sp>
        <p:nvSpPr>
          <p:cNvPr id="257" name="Google Shape;257;p35"/>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All HTTP messages follow a standard format.</a:t>
            </a:r>
            <a:endParaRPr dirty="0"/>
          </a:p>
          <a:p>
            <a:pPr marL="457200" lvl="0" indent="-311150" algn="l" rtl="0">
              <a:spcBef>
                <a:spcPts val="1000"/>
              </a:spcBef>
              <a:spcAft>
                <a:spcPts val="0"/>
              </a:spcAft>
              <a:buSzPts val="1300"/>
              <a:buChar char="●"/>
            </a:pPr>
            <a:r>
              <a:rPr lang="en" dirty="0"/>
              <a:t>Each message is divided into two main components separated by a blank line.</a:t>
            </a:r>
            <a:endParaRPr dirty="0"/>
          </a:p>
          <a:p>
            <a:pPr marL="457200" lvl="0" indent="-311150" algn="l" rtl="0">
              <a:spcBef>
                <a:spcPts val="1000"/>
              </a:spcBef>
              <a:spcAft>
                <a:spcPts val="0"/>
              </a:spcAft>
              <a:buSzPts val="1300"/>
              <a:buChar char="●"/>
            </a:pPr>
            <a:r>
              <a:rPr lang="en" b="1" i="1" dirty="0">
                <a:solidFill>
                  <a:srgbClr val="FF0000"/>
                </a:solidFill>
              </a:rPr>
              <a:t>Headers </a:t>
            </a:r>
            <a:r>
              <a:rPr lang="en" dirty="0"/>
              <a:t>- Contains metadata about the request/response.</a:t>
            </a:r>
            <a:endParaRPr dirty="0"/>
          </a:p>
          <a:p>
            <a:pPr marL="914400" lvl="1" indent="-298450" algn="l" rtl="0">
              <a:spcBef>
                <a:spcPts val="0"/>
              </a:spcBef>
              <a:spcAft>
                <a:spcPts val="0"/>
              </a:spcAft>
              <a:buSzPts val="1100"/>
              <a:buChar char="○"/>
            </a:pPr>
            <a:r>
              <a:rPr lang="en" dirty="0"/>
              <a:t>Message type</a:t>
            </a:r>
            <a:endParaRPr dirty="0"/>
          </a:p>
          <a:p>
            <a:pPr marL="914400" lvl="1" indent="-298450" algn="l" rtl="0">
              <a:spcBef>
                <a:spcPts val="0"/>
              </a:spcBef>
              <a:spcAft>
                <a:spcPts val="0"/>
              </a:spcAft>
              <a:buSzPts val="1100"/>
              <a:buChar char="○"/>
            </a:pPr>
            <a:r>
              <a:rPr lang="en" dirty="0"/>
              <a:t>Protocol</a:t>
            </a:r>
            <a:endParaRPr dirty="0"/>
          </a:p>
          <a:p>
            <a:pPr marL="914400" lvl="1" indent="-298450" algn="l" rtl="0">
              <a:spcBef>
                <a:spcPts val="0"/>
              </a:spcBef>
              <a:spcAft>
                <a:spcPts val="0"/>
              </a:spcAft>
              <a:buSzPts val="1100"/>
              <a:buChar char="○"/>
            </a:pPr>
            <a:r>
              <a:rPr lang="en" dirty="0"/>
              <a:t>Content type</a:t>
            </a:r>
            <a:endParaRPr dirty="0"/>
          </a:p>
          <a:p>
            <a:pPr marL="914400" lvl="1" indent="-298450" algn="l" rtl="0">
              <a:spcBef>
                <a:spcPts val="0"/>
              </a:spcBef>
              <a:spcAft>
                <a:spcPts val="0"/>
              </a:spcAft>
              <a:buSzPts val="1100"/>
              <a:buChar char="○"/>
            </a:pPr>
            <a:r>
              <a:rPr lang="en" dirty="0"/>
              <a:t>Content length</a:t>
            </a:r>
            <a:endParaRPr dirty="0"/>
          </a:p>
          <a:p>
            <a:pPr marL="914400" lvl="1" indent="-298450" algn="l" rtl="0">
              <a:spcBef>
                <a:spcPts val="0"/>
              </a:spcBef>
              <a:spcAft>
                <a:spcPts val="0"/>
              </a:spcAft>
              <a:buSzPts val="1100"/>
              <a:buChar char="○"/>
            </a:pPr>
            <a:r>
              <a:rPr lang="en" dirty="0"/>
              <a:t>...</a:t>
            </a:r>
            <a:endParaRPr dirty="0"/>
          </a:p>
          <a:p>
            <a:pPr marL="457200" lvl="0" indent="-311150" algn="l" rtl="0">
              <a:spcBef>
                <a:spcPts val="1000"/>
              </a:spcBef>
              <a:spcAft>
                <a:spcPts val="0"/>
              </a:spcAft>
              <a:buSzPts val="1300"/>
              <a:buChar char="●"/>
            </a:pPr>
            <a:r>
              <a:rPr lang="en" b="1" i="1" dirty="0">
                <a:solidFill>
                  <a:srgbClr val="FF0000"/>
                </a:solidFill>
              </a:rPr>
              <a:t>Body </a:t>
            </a:r>
            <a:r>
              <a:rPr lang="en" dirty="0"/>
              <a:t>- Contains any data associated with the message.</a:t>
            </a:r>
            <a:endParaRPr dirty="0"/>
          </a:p>
          <a:p>
            <a:pPr marL="914400" lvl="1" indent="-298450" algn="l" rtl="0">
              <a:spcBef>
                <a:spcPts val="0"/>
              </a:spcBef>
              <a:spcAft>
                <a:spcPts val="0"/>
              </a:spcAft>
              <a:buSzPts val="1100"/>
              <a:buChar char="○"/>
            </a:pPr>
            <a:r>
              <a:rPr lang="en" dirty="0">
                <a:highlight>
                  <a:srgbClr val="FFFF00"/>
                </a:highlight>
              </a:rPr>
              <a:t>Format must match the content type in the header</a:t>
            </a:r>
            <a:endParaRPr dirty="0">
              <a:highlight>
                <a:srgbClr val="FFFF00"/>
              </a:highlight>
            </a:endParaRPr>
          </a:p>
          <a:p>
            <a:pPr marL="914400" lvl="1" indent="-298450" algn="l" rtl="0">
              <a:spcBef>
                <a:spcPts val="0"/>
              </a:spcBef>
              <a:spcAft>
                <a:spcPts val="0"/>
              </a:spcAft>
              <a:buSzPts val="1100"/>
              <a:buChar char="○"/>
            </a:pPr>
            <a:r>
              <a:rPr lang="en" dirty="0"/>
              <a:t>Is optional, for </a:t>
            </a:r>
            <a:r>
              <a:rPr lang="en" dirty="0">
                <a:highlight>
                  <a:srgbClr val="FFFF00"/>
                </a:highlight>
              </a:rPr>
              <a:t>example GET requests will not have a body.</a:t>
            </a:r>
            <a:endParaRPr dirty="0">
              <a:highlight>
                <a:srgbClr val="FFFF00"/>
              </a:highlight>
            </a:endParaRPr>
          </a:p>
        </p:txBody>
      </p:sp>
      <p:sp>
        <p:nvSpPr>
          <p:cNvPr id="258" name="Google Shape;258;p35"/>
          <p:cNvSpPr txBox="1">
            <a:spLocks noGrp="1"/>
          </p:cNvSpPr>
          <p:nvPr>
            <p:ph type="body" idx="3"/>
          </p:nvPr>
        </p:nvSpPr>
        <p:spPr>
          <a:xfrm>
            <a:off x="3154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The above is an abridged version of the HTTP request for </a:t>
            </a:r>
            <a:r>
              <a:rPr lang="en" dirty="0">
                <a:latin typeface="Courier New"/>
                <a:ea typeface="Courier New"/>
                <a:cs typeface="Courier New"/>
                <a:sym typeface="Courier New"/>
              </a:rPr>
              <a:t>www.se.rit.edu/~gcis-124</a:t>
            </a:r>
            <a:endParaRPr dirty="0">
              <a:latin typeface="Courier New"/>
              <a:ea typeface="Courier New"/>
              <a:cs typeface="Courier New"/>
              <a:sym typeface="Courier New"/>
            </a:endParaRPr>
          </a:p>
        </p:txBody>
      </p:sp>
      <p:sp>
        <p:nvSpPr>
          <p:cNvPr id="259" name="Google Shape;259;p35"/>
          <p:cNvSpPr txBox="1"/>
          <p:nvPr/>
        </p:nvSpPr>
        <p:spPr>
          <a:xfrm>
            <a:off x="151300" y="1664650"/>
            <a:ext cx="4023300" cy="22167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rgbClr val="1F1F1F"/>
                </a:solidFill>
                <a:highlight>
                  <a:srgbClr val="FFFFFF"/>
                </a:highlight>
                <a:latin typeface="Consolas"/>
                <a:ea typeface="Consolas"/>
                <a:cs typeface="Consolas"/>
                <a:sym typeface="Consolas"/>
              </a:rPr>
              <a:t>GET /~gcis-124/calendar_03_2255.html HTTP/1.1</a:t>
            </a:r>
            <a:endParaRPr sz="1200"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dirty="0">
                <a:solidFill>
                  <a:srgbClr val="1F1F1F"/>
                </a:solidFill>
                <a:highlight>
                  <a:srgbClr val="FFFFFF"/>
                </a:highlight>
                <a:latin typeface="Consolas"/>
                <a:ea typeface="Consolas"/>
                <a:cs typeface="Consolas"/>
                <a:sym typeface="Consolas"/>
              </a:rPr>
              <a:t>Accept: text/html</a:t>
            </a:r>
            <a:endParaRPr sz="1200"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dirty="0">
                <a:solidFill>
                  <a:srgbClr val="1F1F1F"/>
                </a:solidFill>
                <a:highlight>
                  <a:srgbClr val="FFFFFF"/>
                </a:highlight>
                <a:latin typeface="Consolas"/>
                <a:ea typeface="Consolas"/>
                <a:cs typeface="Consolas"/>
                <a:sym typeface="Consolas"/>
              </a:rPr>
              <a:t>Accept-Encoding: gzip</a:t>
            </a:r>
            <a:endParaRPr sz="1200"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dirty="0">
                <a:solidFill>
                  <a:srgbClr val="1F1F1F"/>
                </a:solidFill>
                <a:highlight>
                  <a:srgbClr val="FFFFFF"/>
                </a:highlight>
                <a:latin typeface="Consolas"/>
                <a:ea typeface="Consolas"/>
                <a:cs typeface="Consolas"/>
                <a:sym typeface="Consolas"/>
              </a:rPr>
              <a:t>Accept-Language: en-US,en;q=0.9</a:t>
            </a:r>
            <a:endParaRPr sz="1200"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dirty="0">
                <a:solidFill>
                  <a:srgbClr val="1F1F1F"/>
                </a:solidFill>
                <a:highlight>
                  <a:srgbClr val="FFFFFF"/>
                </a:highlight>
                <a:latin typeface="Consolas"/>
                <a:ea typeface="Consolas"/>
                <a:cs typeface="Consolas"/>
                <a:sym typeface="Consolas"/>
              </a:rPr>
              <a:t>DNT: 1</a:t>
            </a:r>
            <a:endParaRPr sz="1200"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dirty="0">
                <a:solidFill>
                  <a:srgbClr val="1F1F1F"/>
                </a:solidFill>
                <a:highlight>
                  <a:srgbClr val="FFFFFF"/>
                </a:highlight>
                <a:latin typeface="Consolas"/>
                <a:ea typeface="Consolas"/>
                <a:cs typeface="Consolas"/>
                <a:sym typeface="Consolas"/>
              </a:rPr>
              <a:t>Host: www.se.rit.edu</a:t>
            </a:r>
            <a:endParaRPr sz="1200"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dirty="0">
                <a:solidFill>
                  <a:srgbClr val="1F1F1F"/>
                </a:solidFill>
                <a:highlight>
                  <a:srgbClr val="FFFFFF"/>
                </a:highlight>
                <a:latin typeface="Consolas"/>
                <a:ea typeface="Consolas"/>
                <a:cs typeface="Consolas"/>
                <a:sym typeface="Consolas"/>
              </a:rPr>
              <a:t>Referer: https://www.se.rit.edu/~gcis-124/</a:t>
            </a:r>
            <a:endParaRPr sz="1200"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dirty="0">
                <a:solidFill>
                  <a:srgbClr val="1F1F1F"/>
                </a:solidFill>
                <a:highlight>
                  <a:srgbClr val="FFFFFF"/>
                </a:highlight>
                <a:latin typeface="Consolas"/>
                <a:ea typeface="Consolas"/>
                <a:cs typeface="Consolas"/>
                <a:sym typeface="Consolas"/>
              </a:rPr>
              <a:t>Sec-Fetch-Dest: document</a:t>
            </a:r>
            <a:endParaRPr sz="1200"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dirty="0">
                <a:solidFill>
                  <a:srgbClr val="1F1F1F"/>
                </a:solidFill>
                <a:highlight>
                  <a:srgbClr val="FFFFFF"/>
                </a:highlight>
                <a:latin typeface="Consolas"/>
                <a:ea typeface="Consolas"/>
                <a:cs typeface="Consolas"/>
                <a:sym typeface="Consolas"/>
              </a:rPr>
              <a:t>Sec-Fetch-Mode: navigate</a:t>
            </a:r>
            <a:endParaRPr sz="1200"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dirty="0">
                <a:solidFill>
                  <a:srgbClr val="1F1F1F"/>
                </a:solidFill>
                <a:highlight>
                  <a:srgbClr val="FFFFFF"/>
                </a:highlight>
                <a:latin typeface="Consolas"/>
                <a:ea typeface="Consolas"/>
                <a:cs typeface="Consolas"/>
                <a:sym typeface="Consolas"/>
              </a:rPr>
              <a:t>Sec-Fetch-Site: same-origin</a:t>
            </a:r>
            <a:endParaRPr sz="1200"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dirty="0">
                <a:solidFill>
                  <a:srgbClr val="1F1F1F"/>
                </a:solidFill>
                <a:highlight>
                  <a:srgbClr val="FFFFFF"/>
                </a:highlight>
                <a:latin typeface="Consolas"/>
                <a:ea typeface="Consolas"/>
                <a:cs typeface="Consolas"/>
                <a:sym typeface="Consolas"/>
              </a:rPr>
              <a:t>...</a:t>
            </a:r>
            <a:endParaRPr sz="1500"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endParaRPr sz="1200" dirty="0">
              <a:solidFill>
                <a:schemeClr val="dk2"/>
              </a:solidFill>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6"/>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Simple GET Request Example</a:t>
            </a:r>
            <a:endParaRPr/>
          </a:p>
        </p:txBody>
      </p:sp>
      <p:sp>
        <p:nvSpPr>
          <p:cNvPr id="265" name="Google Shape;265;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266" name="Google Shape;266;p36"/>
          <p:cNvSpPr txBox="1"/>
          <p:nvPr/>
        </p:nvSpPr>
        <p:spPr>
          <a:xfrm>
            <a:off x="3975375" y="1922825"/>
            <a:ext cx="4742100" cy="1675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GET /~gcis-124/calendar_03_2255.html </a:t>
            </a:r>
            <a:r>
              <a:rPr lang="en" dirty="0">
                <a:solidFill>
                  <a:srgbClr val="1F1F1F"/>
                </a:solidFill>
                <a:highlight>
                  <a:srgbClr val="FFFF00"/>
                </a:highlight>
                <a:latin typeface="Consolas"/>
                <a:ea typeface="Consolas"/>
                <a:cs typeface="Consolas"/>
                <a:sym typeface="Consolas"/>
              </a:rPr>
              <a:t>HTTP/1.1</a:t>
            </a:r>
            <a:endParaRPr dirty="0">
              <a:solidFill>
                <a:srgbClr val="1F1F1F"/>
              </a:solidFill>
              <a:highlight>
                <a:srgbClr val="FFFF00"/>
              </a:highlight>
              <a:latin typeface="Consolas"/>
              <a:ea typeface="Consolas"/>
              <a:cs typeface="Consolas"/>
              <a:sym typeface="Consolas"/>
            </a:endParaRPr>
          </a:p>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Accept: text/html</a:t>
            </a: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Accept-Encoding: gzip</a:t>
            </a: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Accept-Language: en-US,en;q=0.9</a:t>
            </a: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Host: www.se.rit.edu</a:t>
            </a: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Referer: https://www.se.rit.edu/~gcis-124/</a:t>
            </a: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endParaRPr dirty="0">
              <a:solidFill>
                <a:schemeClr val="dk2"/>
              </a:solidFill>
              <a:latin typeface="Consolas"/>
              <a:ea typeface="Consolas"/>
              <a:cs typeface="Consolas"/>
              <a:sym typeface="Consolas"/>
            </a:endParaRPr>
          </a:p>
        </p:txBody>
      </p:sp>
      <p:sp>
        <p:nvSpPr>
          <p:cNvPr id="267" name="Google Shape;267;p36"/>
          <p:cNvSpPr txBox="1">
            <a:spLocks noGrp="1"/>
          </p:cNvSpPr>
          <p:nvPr>
            <p:ph type="body" idx="4294967295"/>
          </p:nvPr>
        </p:nvSpPr>
        <p:spPr>
          <a:xfrm>
            <a:off x="228650" y="1045850"/>
            <a:ext cx="31566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rPr>
              <a:t>Let's look at abbreviated </a:t>
            </a:r>
            <a:r>
              <a:rPr lang="en" b="1" i="1">
                <a:solidFill>
                  <a:srgbClr val="FF0000"/>
                </a:solidFill>
              </a:rPr>
              <a:t>GET request</a:t>
            </a:r>
            <a:r>
              <a:rPr lang="en">
                <a:solidFill>
                  <a:srgbClr val="000000"/>
                </a:solidFill>
              </a:rPr>
              <a:t> for our course page (se.rit.edu/~gcis-124) </a:t>
            </a:r>
            <a:endParaRPr>
              <a:solidFill>
                <a:srgbClr val="000000"/>
              </a:solidFill>
            </a:endParaRPr>
          </a:p>
        </p:txBody>
      </p:sp>
      <p:sp>
        <p:nvSpPr>
          <p:cNvPr id="268" name="Google Shape;268;p36"/>
          <p:cNvSpPr txBox="1">
            <a:spLocks noGrp="1"/>
          </p:cNvSpPr>
          <p:nvPr>
            <p:ph type="body" idx="4294967295"/>
          </p:nvPr>
        </p:nvSpPr>
        <p:spPr>
          <a:xfrm>
            <a:off x="228650" y="1922825"/>
            <a:ext cx="31566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dirty="0">
                <a:solidFill>
                  <a:srgbClr val="000000"/>
                </a:solidFill>
                <a:highlight>
                  <a:srgbClr val="FFFF00"/>
                </a:highlight>
              </a:rPr>
              <a:t>Message type, requested resource, and protocol </a:t>
            </a:r>
            <a:r>
              <a:rPr lang="en" dirty="0">
                <a:solidFill>
                  <a:srgbClr val="000000"/>
                </a:solidFill>
              </a:rPr>
              <a:t>are on the first line. </a:t>
            </a:r>
            <a:endParaRPr dirty="0">
              <a:solidFill>
                <a:srgbClr val="000000"/>
              </a:solidFill>
            </a:endParaRPr>
          </a:p>
        </p:txBody>
      </p:sp>
      <p:sp>
        <p:nvSpPr>
          <p:cNvPr id="269" name="Google Shape;269;p36"/>
          <p:cNvSpPr/>
          <p:nvPr/>
        </p:nvSpPr>
        <p:spPr>
          <a:xfrm>
            <a:off x="4027175" y="2012075"/>
            <a:ext cx="4569600" cy="219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270" name="Google Shape;270;p36"/>
          <p:cNvCxnSpPr>
            <a:stCxn id="268" idx="3"/>
            <a:endCxn id="269" idx="1"/>
          </p:cNvCxnSpPr>
          <p:nvPr/>
        </p:nvCxnSpPr>
        <p:spPr>
          <a:xfrm rot="10800000" flipH="1">
            <a:off x="3385250" y="2121575"/>
            <a:ext cx="642000" cy="113100"/>
          </a:xfrm>
          <a:prstGeom prst="bentConnector3">
            <a:avLst>
              <a:gd name="adj1" fmla="val 49994"/>
            </a:avLst>
          </a:prstGeom>
          <a:noFill/>
          <a:ln w="19050" cap="flat" cmpd="sng">
            <a:solidFill>
              <a:srgbClr val="FF0000"/>
            </a:solidFill>
            <a:prstDash val="solid"/>
            <a:round/>
            <a:headEnd type="none" w="med" len="med"/>
            <a:tailEnd type="none" w="med" len="med"/>
          </a:ln>
        </p:spPr>
      </p:cxnSp>
      <p:sp>
        <p:nvSpPr>
          <p:cNvPr id="271" name="Google Shape;271;p36"/>
          <p:cNvSpPr txBox="1">
            <a:spLocks noGrp="1"/>
          </p:cNvSpPr>
          <p:nvPr>
            <p:ph type="body" idx="4294967295"/>
          </p:nvPr>
        </p:nvSpPr>
        <p:spPr>
          <a:xfrm>
            <a:off x="228650" y="2799800"/>
            <a:ext cx="31566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dirty="0">
                <a:solidFill>
                  <a:srgbClr val="000000"/>
                </a:solidFill>
              </a:rPr>
              <a:t>The rest of the lines are all header fields in the format </a:t>
            </a:r>
            <a:r>
              <a:rPr lang="en" b="1" dirty="0">
                <a:solidFill>
                  <a:srgbClr val="FF0000"/>
                </a:solidFill>
                <a:highlight>
                  <a:srgbClr val="FFFF00"/>
                </a:highlight>
                <a:latin typeface="Courier New"/>
                <a:ea typeface="Courier New"/>
                <a:cs typeface="Courier New"/>
                <a:sym typeface="Courier New"/>
              </a:rPr>
              <a:t>Field: value</a:t>
            </a:r>
            <a:r>
              <a:rPr lang="en" dirty="0">
                <a:solidFill>
                  <a:srgbClr val="000000"/>
                </a:solidFill>
                <a:highlight>
                  <a:srgbClr val="FFFF00"/>
                </a:highlight>
              </a:rPr>
              <a:t>. </a:t>
            </a:r>
            <a:endParaRPr dirty="0">
              <a:solidFill>
                <a:srgbClr val="000000"/>
              </a:solidFill>
              <a:highlight>
                <a:srgbClr val="FFFF00"/>
              </a:highlight>
            </a:endParaRPr>
          </a:p>
        </p:txBody>
      </p:sp>
      <p:sp>
        <p:nvSpPr>
          <p:cNvPr id="272" name="Google Shape;272;p36"/>
          <p:cNvSpPr txBox="1">
            <a:spLocks noGrp="1"/>
          </p:cNvSpPr>
          <p:nvPr>
            <p:ph type="body" idx="4294967295"/>
          </p:nvPr>
        </p:nvSpPr>
        <p:spPr>
          <a:xfrm>
            <a:off x="228650" y="3676775"/>
            <a:ext cx="31566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rPr>
              <a:t>The header is terminated with a </a:t>
            </a:r>
            <a:r>
              <a:rPr lang="en" b="1" i="1">
                <a:solidFill>
                  <a:srgbClr val="FF0000"/>
                </a:solidFill>
              </a:rPr>
              <a:t>blank line</a:t>
            </a:r>
            <a:r>
              <a:rPr lang="en">
                <a:solidFill>
                  <a:srgbClr val="000000"/>
                </a:solidFill>
              </a:rPr>
              <a:t>.</a:t>
            </a:r>
            <a:endParaRPr>
              <a:solidFill>
                <a:srgbClr val="000000"/>
              </a:solidFill>
            </a:endParaRPr>
          </a:p>
        </p:txBody>
      </p:sp>
      <p:sp>
        <p:nvSpPr>
          <p:cNvPr id="273" name="Google Shape;273;p36"/>
          <p:cNvSpPr/>
          <p:nvPr/>
        </p:nvSpPr>
        <p:spPr>
          <a:xfrm>
            <a:off x="4061625" y="3337650"/>
            <a:ext cx="4569600" cy="219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274" name="Google Shape;274;p36"/>
          <p:cNvCxnSpPr>
            <a:stCxn id="272" idx="3"/>
            <a:endCxn id="273" idx="1"/>
          </p:cNvCxnSpPr>
          <p:nvPr/>
        </p:nvCxnSpPr>
        <p:spPr>
          <a:xfrm rot="10800000" flipH="1">
            <a:off x="3385250" y="3447125"/>
            <a:ext cx="676500" cy="541500"/>
          </a:xfrm>
          <a:prstGeom prst="bentConnector3">
            <a:avLst>
              <a:gd name="adj1" fmla="val 49991"/>
            </a:avLst>
          </a:prstGeom>
          <a:noFill/>
          <a:ln w="19050" cap="flat" cmpd="sng">
            <a:solidFill>
              <a:srgbClr val="CC0000"/>
            </a:solidFill>
            <a:prstDash val="solid"/>
            <a:round/>
            <a:headEnd type="none" w="med" len="med"/>
            <a:tailEnd type="none" w="med" len="med"/>
          </a:ln>
        </p:spPr>
      </p:cxnSp>
      <p:sp>
        <p:nvSpPr>
          <p:cNvPr id="275" name="Google Shape;275;p36"/>
          <p:cNvSpPr txBox="1">
            <a:spLocks noGrp="1"/>
          </p:cNvSpPr>
          <p:nvPr>
            <p:ph type="body" idx="4294967295"/>
          </p:nvPr>
        </p:nvSpPr>
        <p:spPr>
          <a:xfrm>
            <a:off x="3975375" y="4089000"/>
            <a:ext cx="4742100" cy="39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dirty="0">
                <a:solidFill>
                  <a:srgbClr val="000000"/>
                </a:solidFill>
              </a:rPr>
              <a:t>Most GET requests will </a:t>
            </a:r>
            <a:r>
              <a:rPr lang="en" b="1" dirty="0">
                <a:solidFill>
                  <a:srgbClr val="000000"/>
                </a:solidFill>
                <a:highlight>
                  <a:srgbClr val="FFFF00"/>
                </a:highlight>
              </a:rPr>
              <a:t>not</a:t>
            </a:r>
            <a:r>
              <a:rPr lang="en" dirty="0">
                <a:solidFill>
                  <a:srgbClr val="000000"/>
                </a:solidFill>
              </a:rPr>
              <a:t> have a body section.</a:t>
            </a:r>
            <a:endParaRPr dirty="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281" name="Google Shape;281;p3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urier New"/>
                <a:ea typeface="Courier New"/>
                <a:cs typeface="Courier New"/>
                <a:sym typeface="Courier New"/>
              </a:rPr>
              <a:t>HttpStream</a:t>
            </a:r>
            <a:endParaRPr>
              <a:latin typeface="Courier New"/>
              <a:ea typeface="Courier New"/>
              <a:cs typeface="Courier New"/>
              <a:sym typeface="Courier New"/>
            </a:endParaRPr>
          </a:p>
        </p:txBody>
      </p:sp>
      <p:sp>
        <p:nvSpPr>
          <p:cNvPr id="282" name="Google Shape;282;p3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As we saw in the last unit, </a:t>
            </a:r>
            <a:r>
              <a:rPr lang="en" dirty="0">
                <a:highlight>
                  <a:srgbClr val="FFFF00"/>
                </a:highlight>
              </a:rPr>
              <a:t>socket based streams only complete when the stream is closed</a:t>
            </a:r>
            <a:endParaRPr dirty="0">
              <a:highlight>
                <a:srgbClr val="FFFF00"/>
              </a:highlight>
            </a:endParaRPr>
          </a:p>
          <a:p>
            <a:pPr marL="914400" lvl="1" indent="-298450" algn="l" rtl="0">
              <a:spcBef>
                <a:spcPts val="0"/>
              </a:spcBef>
              <a:spcAft>
                <a:spcPts val="0"/>
              </a:spcAft>
              <a:buSzPts val="1100"/>
              <a:buChar char="○"/>
            </a:pPr>
            <a:r>
              <a:rPr lang="en" dirty="0"/>
              <a:t>We worked around it by closing the input or output stream</a:t>
            </a:r>
            <a:endParaRPr dirty="0"/>
          </a:p>
          <a:p>
            <a:pPr marL="914400" lvl="1" indent="-298450" algn="l" rtl="0">
              <a:spcBef>
                <a:spcPts val="0"/>
              </a:spcBef>
              <a:spcAft>
                <a:spcPts val="0"/>
              </a:spcAft>
              <a:buSzPts val="1100"/>
              <a:buChar char="○"/>
            </a:pPr>
            <a:r>
              <a:rPr lang="en" dirty="0">
                <a:highlight>
                  <a:srgbClr val="FFFF00"/>
                </a:highlight>
              </a:rPr>
              <a:t>This won't work from HTTP where your web browser is normally the client</a:t>
            </a:r>
            <a:endParaRPr dirty="0">
              <a:highlight>
                <a:srgbClr val="FFFF00"/>
              </a:highlight>
            </a:endParaRPr>
          </a:p>
          <a:p>
            <a:pPr marL="457200" lvl="0" indent="-311150" algn="l" rtl="0">
              <a:spcBef>
                <a:spcPts val="1000"/>
              </a:spcBef>
              <a:spcAft>
                <a:spcPts val="0"/>
              </a:spcAft>
              <a:buSzPts val="1300"/>
              <a:buChar char="●"/>
            </a:pPr>
            <a:r>
              <a:rPr lang="en" dirty="0"/>
              <a:t>Faculty wrote a utility to make working with HTTP data as a stream easier.</a:t>
            </a:r>
            <a:endParaRPr dirty="0"/>
          </a:p>
          <a:p>
            <a:pPr marL="914400" lvl="1" indent="-298450" algn="l" rtl="0">
              <a:spcBef>
                <a:spcPts val="0"/>
              </a:spcBef>
              <a:spcAft>
                <a:spcPts val="0"/>
              </a:spcAft>
              <a:buSzPts val="1100"/>
              <a:buChar char="○"/>
            </a:pPr>
            <a:r>
              <a:rPr lang="en" dirty="0"/>
              <a:t>This is not part of the standard library</a:t>
            </a:r>
            <a:endParaRPr dirty="0"/>
          </a:p>
          <a:p>
            <a:pPr marL="914400" lvl="1" indent="-298450" algn="l" rtl="0">
              <a:spcBef>
                <a:spcPts val="0"/>
              </a:spcBef>
              <a:spcAft>
                <a:spcPts val="0"/>
              </a:spcAft>
              <a:buSzPts val="1100"/>
              <a:buChar char="○"/>
            </a:pPr>
            <a:r>
              <a:rPr lang="en" dirty="0"/>
              <a:t>Basically it makes a stream that completes on a blank line</a:t>
            </a:r>
            <a:endParaRPr dirty="0"/>
          </a:p>
          <a:p>
            <a:pPr marL="457200" lvl="0" indent="-311150" algn="l" rtl="0">
              <a:spcBef>
                <a:spcPts val="1000"/>
              </a:spcBef>
              <a:spcAft>
                <a:spcPts val="0"/>
              </a:spcAft>
              <a:buSzPts val="1300"/>
              <a:buChar char="●"/>
            </a:pPr>
            <a:r>
              <a:rPr lang="en" dirty="0"/>
              <a:t>It has a very simple interface:</a:t>
            </a:r>
            <a:endParaRPr dirty="0"/>
          </a:p>
          <a:p>
            <a:pPr marL="914400" lvl="1" indent="-298450" algn="l" rtl="0">
              <a:spcBef>
                <a:spcPts val="0"/>
              </a:spcBef>
              <a:spcAft>
                <a:spcPts val="0"/>
              </a:spcAft>
              <a:buSzPts val="1100"/>
              <a:buChar char="○"/>
            </a:pPr>
            <a:r>
              <a:rPr lang="en" b="1" i="1" dirty="0">
                <a:solidFill>
                  <a:srgbClr val="FF0000"/>
                </a:solidFill>
              </a:rPr>
              <a:t>constructor </a:t>
            </a:r>
            <a:r>
              <a:rPr lang="en" dirty="0"/>
              <a:t>- takes an input stream</a:t>
            </a:r>
            <a:endParaRPr dirty="0"/>
          </a:p>
          <a:p>
            <a:pPr marL="914400" lvl="1" indent="-298450" algn="l" rtl="0">
              <a:spcBef>
                <a:spcPts val="0"/>
              </a:spcBef>
              <a:spcAft>
                <a:spcPts val="0"/>
              </a:spcAft>
              <a:buSzPts val="1100"/>
              <a:buChar char="○"/>
            </a:pPr>
            <a:r>
              <a:rPr lang="en" b="1" i="1" dirty="0">
                <a:solidFill>
                  <a:srgbClr val="FF0000"/>
                </a:solidFill>
              </a:rPr>
              <a:t>lines()</a:t>
            </a:r>
            <a:r>
              <a:rPr lang="en" dirty="0"/>
              <a:t> - returns a </a:t>
            </a:r>
            <a:r>
              <a:rPr lang="en" dirty="0">
                <a:latin typeface="Courier New"/>
                <a:ea typeface="Courier New"/>
                <a:cs typeface="Courier New"/>
                <a:sym typeface="Courier New"/>
              </a:rPr>
              <a:t>Stream&lt;String&gt;</a:t>
            </a:r>
            <a:r>
              <a:rPr lang="en" dirty="0"/>
              <a:t> of the lines in the message up to a blank line</a:t>
            </a:r>
            <a:endParaRPr dirty="0"/>
          </a:p>
          <a:p>
            <a:pPr marL="914400" lvl="1" indent="-298450" algn="l" rtl="0">
              <a:spcBef>
                <a:spcPts val="0"/>
              </a:spcBef>
              <a:spcAft>
                <a:spcPts val="0"/>
              </a:spcAft>
              <a:buSzPts val="1100"/>
              <a:buChar char="○"/>
            </a:pPr>
            <a:r>
              <a:rPr lang="en" b="1" i="1" dirty="0">
                <a:solidFill>
                  <a:srgbClr val="FF0000"/>
                </a:solidFill>
              </a:rPr>
              <a:t>readline()</a:t>
            </a:r>
            <a:r>
              <a:rPr lang="en" dirty="0"/>
              <a:t> - returns the next line in the message</a:t>
            </a:r>
            <a:endParaRPr dirty="0"/>
          </a:p>
          <a:p>
            <a:pPr marL="914400" lvl="1" indent="-298450" algn="l" rtl="0">
              <a:spcBef>
                <a:spcPts val="0"/>
              </a:spcBef>
              <a:spcAft>
                <a:spcPts val="0"/>
              </a:spcAft>
              <a:buSzPts val="1100"/>
              <a:buChar char="○"/>
            </a:pPr>
            <a:r>
              <a:rPr lang="en" b="1" i="1" dirty="0">
                <a:solidFill>
                  <a:srgbClr val="FF0000"/>
                </a:solidFill>
              </a:rPr>
              <a:t>readChars(n)</a:t>
            </a:r>
            <a:r>
              <a:rPr lang="en" dirty="0"/>
              <a:t> - returns up to the next n chars as a string.</a:t>
            </a:r>
            <a:endParaRPr dirty="0"/>
          </a:p>
          <a:p>
            <a:pPr marL="914400" lvl="1" indent="-298450" algn="l" rtl="0">
              <a:spcBef>
                <a:spcPts val="0"/>
              </a:spcBef>
              <a:spcAft>
                <a:spcPts val="0"/>
              </a:spcAft>
              <a:buSzPts val="1100"/>
              <a:buChar char="○"/>
            </a:pPr>
            <a:r>
              <a:rPr lang="en" b="1" i="1" dirty="0">
                <a:solidFill>
                  <a:srgbClr val="FF0000"/>
                </a:solidFill>
              </a:rPr>
              <a:t>close()</a:t>
            </a:r>
            <a:r>
              <a:rPr lang="en" dirty="0"/>
              <a:t> - closes the input stream</a:t>
            </a:r>
            <a:endParaRPr dirty="0"/>
          </a:p>
        </p:txBody>
      </p:sp>
      <p:sp>
        <p:nvSpPr>
          <p:cNvPr id="283" name="Google Shape;283;p37"/>
          <p:cNvSpPr txBox="1">
            <a:spLocks noGrp="1"/>
          </p:cNvSpPr>
          <p:nvPr>
            <p:ph type="body" idx="2"/>
          </p:nvPr>
        </p:nvSpPr>
        <p:spPr>
          <a:xfrm>
            <a:off x="5192225" y="1286175"/>
            <a:ext cx="3706500" cy="2349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ServerSocket</a:t>
            </a:r>
            <a:r>
              <a:rPr lang="en" sz="1050" dirty="0">
                <a:solidFill>
                  <a:srgbClr val="3B3B3B"/>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serverSocket</a:t>
            </a:r>
            <a:r>
              <a:rPr lang="en" sz="1050" dirty="0">
                <a:solidFill>
                  <a:srgbClr val="3B3B3B"/>
                </a:solidFill>
                <a:highlight>
                  <a:srgbClr val="FFFFFF"/>
                </a:highlight>
                <a:latin typeface="Consolas"/>
                <a:ea typeface="Consolas"/>
                <a:cs typeface="Consolas"/>
                <a:sym typeface="Consolas"/>
              </a:rPr>
              <a:t> </a:t>
            </a:r>
            <a:r>
              <a:rPr lang="en" sz="1050" dirty="0">
                <a:solidFill>
                  <a:srgbClr val="000000"/>
                </a:solidFill>
                <a:highlight>
                  <a:srgbClr val="FFFFFF"/>
                </a:highlight>
                <a:latin typeface="Consolas"/>
                <a:ea typeface="Consolas"/>
                <a:cs typeface="Consolas"/>
                <a:sym typeface="Consolas"/>
              </a:rPr>
              <a:t>=</a:t>
            </a:r>
            <a:r>
              <a:rPr lang="en" sz="1050" dirty="0">
                <a:solidFill>
                  <a:srgbClr val="3B3B3B"/>
                </a:solidFill>
                <a:highlight>
                  <a:srgbClr val="FFFFFF"/>
                </a:highlight>
                <a:latin typeface="Consolas"/>
                <a:ea typeface="Consolas"/>
                <a:cs typeface="Consolas"/>
                <a:sym typeface="Consolas"/>
              </a:rPr>
              <a:t> </a:t>
            </a:r>
            <a:r>
              <a:rPr lang="en" sz="1050" dirty="0">
                <a:solidFill>
                  <a:srgbClr val="AF00DB"/>
                </a:solidFill>
                <a:highlight>
                  <a:srgbClr val="FFFFFF"/>
                </a:highlight>
                <a:latin typeface="Consolas"/>
                <a:ea typeface="Consolas"/>
                <a:cs typeface="Consolas"/>
                <a:sym typeface="Consolas"/>
              </a:rPr>
              <a:t>new</a:t>
            </a:r>
            <a:r>
              <a:rPr lang="en" sz="1050" dirty="0">
                <a:solidFill>
                  <a:srgbClr val="3B3B3B"/>
                </a:solidFill>
                <a:highlight>
                  <a:srgbClr val="FFFFFF"/>
                </a:highlight>
                <a:latin typeface="Consolas"/>
                <a:ea typeface="Consolas"/>
                <a:cs typeface="Consolas"/>
                <a:sym typeface="Consolas"/>
              </a:rPr>
              <a:t> </a:t>
            </a:r>
            <a:endParaRPr sz="10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795E26"/>
                </a:solidFill>
                <a:highlight>
                  <a:srgbClr val="FFFFFF"/>
                </a:highlight>
                <a:latin typeface="Consolas"/>
                <a:ea typeface="Consolas"/>
                <a:cs typeface="Consolas"/>
                <a:sym typeface="Consolas"/>
              </a:rPr>
              <a:t>                            ServerSocket</a:t>
            </a:r>
            <a:r>
              <a:rPr lang="en" sz="1050" dirty="0">
                <a:solidFill>
                  <a:srgbClr val="3B3B3B"/>
                </a:solidFill>
                <a:highlight>
                  <a:srgbClr val="FFFFFF"/>
                </a:highlight>
                <a:latin typeface="Consolas"/>
                <a:ea typeface="Consolas"/>
                <a:cs typeface="Consolas"/>
                <a:sym typeface="Consolas"/>
              </a:rPr>
              <a:t>(</a:t>
            </a:r>
            <a:r>
              <a:rPr lang="en" sz="1050" dirty="0">
                <a:solidFill>
                  <a:srgbClr val="098658"/>
                </a:solidFill>
                <a:highlight>
                  <a:srgbClr val="FFFFFF"/>
                </a:highlight>
                <a:latin typeface="Consolas"/>
                <a:ea typeface="Consolas"/>
                <a:cs typeface="Consolas"/>
                <a:sym typeface="Consolas"/>
              </a:rPr>
              <a:t>8001</a:t>
            </a:r>
            <a:r>
              <a:rPr lang="en" sz="1050" dirty="0">
                <a:solidFill>
                  <a:srgbClr val="3B3B3B"/>
                </a:solidFill>
                <a:highlight>
                  <a:srgbClr val="FFFFFF"/>
                </a:highlight>
                <a:latin typeface="Consolas"/>
                <a:ea typeface="Consolas"/>
                <a:cs typeface="Consolas"/>
                <a:sym typeface="Consolas"/>
              </a:rPr>
              <a:t>);</a:t>
            </a:r>
            <a:endParaRPr sz="10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Socket</a:t>
            </a:r>
            <a:r>
              <a:rPr lang="en" sz="1050" dirty="0">
                <a:solidFill>
                  <a:srgbClr val="3B3B3B"/>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clientSocket</a:t>
            </a:r>
            <a:r>
              <a:rPr lang="en" sz="1050" dirty="0">
                <a:solidFill>
                  <a:srgbClr val="3B3B3B"/>
                </a:solidFill>
                <a:highlight>
                  <a:srgbClr val="FFFFFF"/>
                </a:highlight>
                <a:latin typeface="Consolas"/>
                <a:ea typeface="Consolas"/>
                <a:cs typeface="Consolas"/>
                <a:sym typeface="Consolas"/>
              </a:rPr>
              <a:t> </a:t>
            </a:r>
            <a:r>
              <a:rPr lang="en" sz="1050" dirty="0">
                <a:solidFill>
                  <a:srgbClr val="000000"/>
                </a:solidFill>
                <a:highlight>
                  <a:srgbClr val="FFFFFF"/>
                </a:highlight>
                <a:latin typeface="Consolas"/>
                <a:ea typeface="Consolas"/>
                <a:cs typeface="Consolas"/>
                <a:sym typeface="Consolas"/>
              </a:rPr>
              <a:t>=</a:t>
            </a:r>
            <a:r>
              <a:rPr lang="en" sz="1050" dirty="0">
                <a:solidFill>
                  <a:srgbClr val="3B3B3B"/>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serverSocket</a:t>
            </a:r>
            <a:r>
              <a:rPr lang="en" sz="1050" dirty="0">
                <a:solidFill>
                  <a:srgbClr val="3B3B3B"/>
                </a:solidFill>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accept</a:t>
            </a:r>
            <a:r>
              <a:rPr lang="en" sz="1050" dirty="0">
                <a:solidFill>
                  <a:srgbClr val="3B3B3B"/>
                </a:solidFill>
                <a:highlight>
                  <a:srgbClr val="FFFFFF"/>
                </a:highlight>
                <a:latin typeface="Consolas"/>
                <a:ea typeface="Consolas"/>
                <a:cs typeface="Consolas"/>
                <a:sym typeface="Consolas"/>
              </a:rPr>
              <a:t>();</a:t>
            </a:r>
            <a:endParaRPr sz="10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AF00DB"/>
                </a:solidFill>
                <a:highlight>
                  <a:srgbClr val="FFFFFF"/>
                </a:highlight>
                <a:latin typeface="Consolas"/>
                <a:ea typeface="Consolas"/>
                <a:cs typeface="Consolas"/>
                <a:sym typeface="Consolas"/>
              </a:rPr>
              <a:t>try</a:t>
            </a:r>
            <a:r>
              <a:rPr lang="en" sz="1050" dirty="0">
                <a:solidFill>
                  <a:srgbClr val="3B3B3B"/>
                </a:solidFill>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HttpStream</a:t>
            </a:r>
            <a:r>
              <a:rPr lang="en" sz="1050" dirty="0">
                <a:solidFill>
                  <a:srgbClr val="3B3B3B"/>
                </a:solidFill>
                <a:highlight>
                  <a:srgbClr val="FFFFFF"/>
                </a:highlight>
                <a:latin typeface="Consolas"/>
                <a:ea typeface="Consolas"/>
                <a:cs typeface="Consolas"/>
                <a:sym typeface="Consolas"/>
              </a:rPr>
              <a:t> </a:t>
            </a:r>
            <a:r>
              <a:rPr lang="en" sz="1050" dirty="0">
                <a:solidFill>
                  <a:srgbClr val="0070C1"/>
                </a:solidFill>
                <a:highlight>
                  <a:srgbClr val="FFFFFF"/>
                </a:highlight>
                <a:latin typeface="Consolas"/>
                <a:ea typeface="Consolas"/>
                <a:cs typeface="Consolas"/>
                <a:sym typeface="Consolas"/>
              </a:rPr>
              <a:t>streamer</a:t>
            </a:r>
            <a:r>
              <a:rPr lang="en" sz="1050" dirty="0">
                <a:solidFill>
                  <a:srgbClr val="3B3B3B"/>
                </a:solidFill>
                <a:highlight>
                  <a:srgbClr val="FFFFFF"/>
                </a:highlight>
                <a:latin typeface="Consolas"/>
                <a:ea typeface="Consolas"/>
                <a:cs typeface="Consolas"/>
                <a:sym typeface="Consolas"/>
              </a:rPr>
              <a:t> </a:t>
            </a:r>
            <a:r>
              <a:rPr lang="en" sz="1050" dirty="0">
                <a:solidFill>
                  <a:srgbClr val="000000"/>
                </a:solidFill>
                <a:highlight>
                  <a:srgbClr val="FFFFFF"/>
                </a:highlight>
                <a:latin typeface="Consolas"/>
                <a:ea typeface="Consolas"/>
                <a:cs typeface="Consolas"/>
                <a:sym typeface="Consolas"/>
              </a:rPr>
              <a:t>=</a:t>
            </a:r>
            <a:r>
              <a:rPr lang="en" sz="1050" dirty="0">
                <a:solidFill>
                  <a:srgbClr val="3B3B3B"/>
                </a:solidFill>
                <a:highlight>
                  <a:srgbClr val="FFFFFF"/>
                </a:highlight>
                <a:latin typeface="Consolas"/>
                <a:ea typeface="Consolas"/>
                <a:cs typeface="Consolas"/>
                <a:sym typeface="Consolas"/>
              </a:rPr>
              <a:t> </a:t>
            </a:r>
            <a:r>
              <a:rPr lang="en" sz="1050" dirty="0">
                <a:solidFill>
                  <a:srgbClr val="AF00DB"/>
                </a:solidFill>
                <a:highlight>
                  <a:srgbClr val="FFFFFF"/>
                </a:highlight>
                <a:latin typeface="Consolas"/>
                <a:ea typeface="Consolas"/>
                <a:cs typeface="Consolas"/>
                <a:sym typeface="Consolas"/>
              </a:rPr>
              <a:t>new</a:t>
            </a:r>
            <a:r>
              <a:rPr lang="en" sz="1050" dirty="0">
                <a:solidFill>
                  <a:srgbClr val="3B3B3B"/>
                </a:solidFill>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HttpStream</a:t>
            </a:r>
            <a:r>
              <a:rPr lang="en" sz="1050" dirty="0">
                <a:solidFill>
                  <a:srgbClr val="3B3B3B"/>
                </a:solidFill>
                <a:highlight>
                  <a:srgbClr val="FFFFFF"/>
                </a:highlight>
                <a:latin typeface="Consolas"/>
                <a:ea typeface="Consolas"/>
                <a:cs typeface="Consolas"/>
                <a:sym typeface="Consolas"/>
              </a:rPr>
              <a:t>(</a:t>
            </a:r>
            <a:endParaRPr sz="10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1080"/>
                </a:solidFill>
                <a:highlight>
                  <a:srgbClr val="FFFFFF"/>
                </a:highlight>
                <a:latin typeface="Consolas"/>
                <a:ea typeface="Consolas"/>
                <a:cs typeface="Consolas"/>
                <a:sym typeface="Consolas"/>
              </a:rPr>
              <a:t>              clientSocket</a:t>
            </a:r>
            <a:r>
              <a:rPr lang="en" sz="1050" dirty="0">
                <a:solidFill>
                  <a:srgbClr val="3B3B3B"/>
                </a:solidFill>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getInputStream</a:t>
            </a:r>
            <a:r>
              <a:rPr lang="en" sz="1050" dirty="0">
                <a:solidFill>
                  <a:srgbClr val="3B3B3B"/>
                </a:solidFill>
                <a:highlight>
                  <a:srgbClr val="FFFFFF"/>
                </a:highlight>
                <a:latin typeface="Consolas"/>
                <a:ea typeface="Consolas"/>
                <a:cs typeface="Consolas"/>
                <a:sym typeface="Consolas"/>
              </a:rPr>
              <a:t>())) {</a:t>
            </a:r>
            <a:endParaRPr sz="10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3B3B3B"/>
                </a:solidFill>
                <a:highlight>
                  <a:srgbClr val="FFFFFF"/>
                </a:highlight>
                <a:latin typeface="Consolas"/>
                <a:ea typeface="Consolas"/>
                <a:cs typeface="Consolas"/>
                <a:sym typeface="Consolas"/>
              </a:rPr>
              <a:t>  </a:t>
            </a:r>
            <a:r>
              <a:rPr lang="en" sz="1050" dirty="0">
                <a:solidFill>
                  <a:srgbClr val="0070C1"/>
                </a:solidFill>
                <a:highlight>
                  <a:srgbClr val="FFFFFF"/>
                </a:highlight>
                <a:latin typeface="Consolas"/>
                <a:ea typeface="Consolas"/>
                <a:cs typeface="Consolas"/>
                <a:sym typeface="Consolas"/>
              </a:rPr>
              <a:t>streamer</a:t>
            </a:r>
            <a:r>
              <a:rPr lang="en" sz="1050" dirty="0">
                <a:solidFill>
                  <a:srgbClr val="3B3B3B"/>
                </a:solidFill>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lines</a:t>
            </a:r>
            <a:r>
              <a:rPr lang="en" sz="1050" dirty="0">
                <a:solidFill>
                  <a:srgbClr val="3B3B3B"/>
                </a:solidFill>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forEach</a:t>
            </a:r>
            <a:r>
              <a:rPr lang="en" sz="1050" dirty="0">
                <a:solidFill>
                  <a:srgbClr val="3B3B3B"/>
                </a:solidFill>
                <a:highlight>
                  <a:srgbClr val="FFFFFF"/>
                </a:highlight>
                <a:latin typeface="Consolas"/>
                <a:ea typeface="Consolas"/>
                <a:cs typeface="Consolas"/>
                <a:sym typeface="Consolas"/>
              </a:rPr>
              <a:t>(</a:t>
            </a:r>
            <a:r>
              <a:rPr lang="en" sz="1050" dirty="0">
                <a:solidFill>
                  <a:srgbClr val="267F99"/>
                </a:solidFill>
                <a:highlight>
                  <a:srgbClr val="FFFFFF"/>
                </a:highlight>
                <a:latin typeface="Consolas"/>
                <a:ea typeface="Consolas"/>
                <a:cs typeface="Consolas"/>
                <a:sym typeface="Consolas"/>
              </a:rPr>
              <a:t>System</a:t>
            </a:r>
            <a:r>
              <a:rPr lang="en" sz="1050" dirty="0">
                <a:solidFill>
                  <a:srgbClr val="3B3B3B"/>
                </a:solidFill>
                <a:highlight>
                  <a:srgbClr val="FFFFFF"/>
                </a:highlight>
                <a:latin typeface="Consolas"/>
                <a:ea typeface="Consolas"/>
                <a:cs typeface="Consolas"/>
                <a:sym typeface="Consolas"/>
              </a:rPr>
              <a:t>.</a:t>
            </a:r>
            <a:r>
              <a:rPr lang="en" sz="1050" dirty="0">
                <a:solidFill>
                  <a:srgbClr val="0070C1"/>
                </a:solidFill>
                <a:highlight>
                  <a:srgbClr val="FFFFFF"/>
                </a:highlight>
                <a:latin typeface="Consolas"/>
                <a:ea typeface="Consolas"/>
                <a:cs typeface="Consolas"/>
                <a:sym typeface="Consolas"/>
              </a:rPr>
              <a:t>out</a:t>
            </a:r>
            <a:r>
              <a:rPr lang="en" sz="1050" dirty="0">
                <a:solidFill>
                  <a:srgbClr val="AF00DB"/>
                </a:solidFill>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println</a:t>
            </a:r>
            <a:r>
              <a:rPr lang="en" sz="1050" dirty="0">
                <a:solidFill>
                  <a:srgbClr val="3B3B3B"/>
                </a:solidFill>
                <a:highlight>
                  <a:srgbClr val="FFFFFF"/>
                </a:highlight>
                <a:latin typeface="Consolas"/>
                <a:ea typeface="Consolas"/>
                <a:cs typeface="Consolas"/>
                <a:sym typeface="Consolas"/>
              </a:rPr>
              <a:t>);</a:t>
            </a:r>
            <a:endParaRPr sz="10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3B3B3B"/>
                </a:solidFill>
                <a:highlight>
                  <a:srgbClr val="FFFFFF"/>
                </a:highlight>
                <a:latin typeface="Consolas"/>
                <a:ea typeface="Consolas"/>
                <a:cs typeface="Consolas"/>
                <a:sym typeface="Consolas"/>
              </a:rPr>
              <a:t>} </a:t>
            </a:r>
            <a:r>
              <a:rPr lang="en" sz="1050" dirty="0">
                <a:solidFill>
                  <a:srgbClr val="AF00DB"/>
                </a:solidFill>
                <a:highlight>
                  <a:srgbClr val="FFFFFF"/>
                </a:highlight>
                <a:latin typeface="Consolas"/>
                <a:ea typeface="Consolas"/>
                <a:cs typeface="Consolas"/>
                <a:sym typeface="Consolas"/>
              </a:rPr>
              <a:t>catch</a:t>
            </a:r>
            <a:r>
              <a:rPr lang="en" sz="1050" dirty="0">
                <a:solidFill>
                  <a:srgbClr val="3B3B3B"/>
                </a:solidFill>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IOException</a:t>
            </a:r>
            <a:r>
              <a:rPr lang="en" sz="1050" dirty="0">
                <a:solidFill>
                  <a:srgbClr val="3B3B3B"/>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e</a:t>
            </a:r>
            <a:r>
              <a:rPr lang="en" sz="1050" dirty="0">
                <a:solidFill>
                  <a:srgbClr val="3B3B3B"/>
                </a:solidFill>
                <a:highlight>
                  <a:srgbClr val="FFFFFF"/>
                </a:highlight>
                <a:latin typeface="Consolas"/>
                <a:ea typeface="Consolas"/>
                <a:cs typeface="Consolas"/>
                <a:sym typeface="Consolas"/>
              </a:rPr>
              <a:t>) {</a:t>
            </a:r>
            <a:endParaRPr sz="10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3B3B3B"/>
                </a:solidFill>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System</a:t>
            </a:r>
            <a:r>
              <a:rPr lang="en" sz="1050" dirty="0">
                <a:solidFill>
                  <a:srgbClr val="3B3B3B"/>
                </a:solidFill>
                <a:highlight>
                  <a:srgbClr val="FFFFFF"/>
                </a:highlight>
                <a:latin typeface="Consolas"/>
                <a:ea typeface="Consolas"/>
                <a:cs typeface="Consolas"/>
                <a:sym typeface="Consolas"/>
              </a:rPr>
              <a:t>.</a:t>
            </a:r>
            <a:r>
              <a:rPr lang="en" sz="1050" dirty="0">
                <a:solidFill>
                  <a:srgbClr val="0070C1"/>
                </a:solidFill>
                <a:highlight>
                  <a:srgbClr val="FFFFFF"/>
                </a:highlight>
                <a:latin typeface="Consolas"/>
                <a:ea typeface="Consolas"/>
                <a:cs typeface="Consolas"/>
                <a:sym typeface="Consolas"/>
              </a:rPr>
              <a:t>err</a:t>
            </a:r>
            <a:r>
              <a:rPr lang="en" sz="1050" dirty="0">
                <a:solidFill>
                  <a:srgbClr val="3B3B3B"/>
                </a:solidFill>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println</a:t>
            </a:r>
            <a:r>
              <a:rPr lang="en" sz="1050" dirty="0">
                <a:solidFill>
                  <a:srgbClr val="3B3B3B"/>
                </a:solidFill>
                <a:highlight>
                  <a:srgbClr val="FFFFFF"/>
                </a:highlight>
                <a:latin typeface="Consolas"/>
                <a:ea typeface="Consolas"/>
                <a:cs typeface="Consolas"/>
                <a:sym typeface="Consolas"/>
              </a:rPr>
              <a:t>(</a:t>
            </a:r>
            <a:r>
              <a:rPr lang="en" sz="1050" dirty="0">
                <a:solidFill>
                  <a:srgbClr val="A31515"/>
                </a:solidFill>
                <a:highlight>
                  <a:srgbClr val="FFFFFF"/>
                </a:highlight>
                <a:latin typeface="Consolas"/>
                <a:ea typeface="Consolas"/>
                <a:cs typeface="Consolas"/>
                <a:sym typeface="Consolas"/>
              </a:rPr>
              <a:t>"ERROR: "</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e</a:t>
            </a:r>
            <a:r>
              <a:rPr lang="en" sz="1050" dirty="0">
                <a:solidFill>
                  <a:srgbClr val="3B3B3B"/>
                </a:solidFill>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getMessage</a:t>
            </a:r>
            <a:r>
              <a:rPr lang="en" sz="1050" dirty="0">
                <a:solidFill>
                  <a:srgbClr val="3B3B3B"/>
                </a:solidFill>
                <a:highlight>
                  <a:srgbClr val="FFFFFF"/>
                </a:highlight>
                <a:latin typeface="Consolas"/>
                <a:ea typeface="Consolas"/>
                <a:cs typeface="Consolas"/>
                <a:sym typeface="Consolas"/>
              </a:rPr>
              <a:t>());</a:t>
            </a:r>
            <a:endParaRPr sz="10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3B3B3B"/>
                </a:solidFill>
                <a:highlight>
                  <a:srgbClr val="FFFFFF"/>
                </a:highlight>
                <a:latin typeface="Consolas"/>
                <a:ea typeface="Consolas"/>
                <a:cs typeface="Consolas"/>
                <a:sym typeface="Consolas"/>
              </a:rPr>
              <a:t>}</a:t>
            </a:r>
            <a:endParaRPr sz="10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1080"/>
                </a:solidFill>
                <a:highlight>
                  <a:srgbClr val="FFFFFF"/>
                </a:highlight>
                <a:latin typeface="Consolas"/>
                <a:ea typeface="Consolas"/>
                <a:cs typeface="Consolas"/>
                <a:sym typeface="Consolas"/>
              </a:rPr>
              <a:t>serverSocket</a:t>
            </a:r>
            <a:r>
              <a:rPr lang="en" sz="1050" dirty="0">
                <a:solidFill>
                  <a:srgbClr val="3B3B3B"/>
                </a:solidFill>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close</a:t>
            </a:r>
            <a:r>
              <a:rPr lang="en" sz="1050" dirty="0">
                <a:solidFill>
                  <a:srgbClr val="3B3B3B"/>
                </a:solidFill>
                <a:highlight>
                  <a:srgbClr val="FFFFFF"/>
                </a:highlight>
                <a:latin typeface="Consolas"/>
                <a:ea typeface="Consolas"/>
                <a:cs typeface="Consolas"/>
                <a:sym typeface="Consolas"/>
              </a:rPr>
              <a:t>();</a:t>
            </a:r>
            <a:endParaRPr sz="1050" dirty="0">
              <a:solidFill>
                <a:srgbClr val="3B3B3B"/>
              </a:solidFill>
              <a:highlight>
                <a:srgbClr val="FFFFFF"/>
              </a:highlight>
              <a:latin typeface="Consolas"/>
              <a:ea typeface="Consolas"/>
              <a:cs typeface="Consolas"/>
              <a:sym typeface="Consolas"/>
            </a:endParaRPr>
          </a:p>
          <a:p>
            <a:pPr marL="0" lvl="0" indent="0" algn="l" rtl="0">
              <a:spcBef>
                <a:spcPts val="0"/>
              </a:spcBef>
              <a:spcAft>
                <a:spcPts val="1600"/>
              </a:spcAft>
              <a:buNone/>
            </a:pPr>
            <a:endParaRPr dirty="0"/>
          </a:p>
        </p:txBody>
      </p:sp>
      <p:sp>
        <p:nvSpPr>
          <p:cNvPr id="284" name="Google Shape;284;p37"/>
          <p:cNvSpPr txBox="1">
            <a:spLocks noGrp="1"/>
          </p:cNvSpPr>
          <p:nvPr>
            <p:ph type="body" idx="3"/>
          </p:nvPr>
        </p:nvSpPr>
        <p:spPr>
          <a:xfrm>
            <a:off x="51922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The </a:t>
            </a:r>
            <a:r>
              <a:rPr lang="en">
                <a:latin typeface="Courier New"/>
                <a:ea typeface="Courier New"/>
                <a:cs typeface="Courier New"/>
                <a:sym typeface="Courier New"/>
              </a:rPr>
              <a:t>HttpStream</a:t>
            </a:r>
            <a:r>
              <a:rPr lang="en"/>
              <a:t> class allows you to work with socket input streams the same way as files by using the </a:t>
            </a:r>
            <a:r>
              <a:rPr lang="en">
                <a:solidFill>
                  <a:srgbClr val="FF0000"/>
                </a:solidFill>
                <a:latin typeface="Courier New"/>
                <a:ea typeface="Courier New"/>
                <a:cs typeface="Courier New"/>
                <a:sym typeface="Courier New"/>
              </a:rPr>
              <a:t>lines()</a:t>
            </a:r>
            <a:r>
              <a:rPr lang="en"/>
              <a:t> method.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290" name="Google Shape;290;p38"/>
          <p:cNvSpPr txBox="1">
            <a:spLocks noGrp="1"/>
          </p:cNvSpPr>
          <p:nvPr>
            <p:ph type="title"/>
          </p:nvPr>
        </p:nvSpPr>
        <p:spPr>
          <a:xfrm>
            <a:off x="1436850" y="8749"/>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GETting Our First Message</a:t>
            </a:r>
            <a:endParaRPr/>
          </a:p>
        </p:txBody>
      </p:sp>
      <p:sp>
        <p:nvSpPr>
          <p:cNvPr id="291" name="Google Shape;291;p38"/>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we've learned a little bit about HTTP messages, let's try reading a simple GET request. You can use your browser as the client and we'll write a small program using the HttpStream to read the request.</a:t>
            </a:r>
            <a:endParaRPr/>
          </a:p>
        </p:txBody>
      </p:sp>
      <p:sp>
        <p:nvSpPr>
          <p:cNvPr id="292" name="Google Shape;292;p38"/>
          <p:cNvSpPr txBox="1">
            <a:spLocks noGrp="1"/>
          </p:cNvSpPr>
          <p:nvPr>
            <p:ph type="body" idx="4"/>
          </p:nvPr>
        </p:nvSpPr>
        <p:spPr>
          <a:xfrm>
            <a:off x="141600" y="4156900"/>
            <a:ext cx="35382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highlight>
                  <a:srgbClr val="FFFF00"/>
                </a:highlight>
              </a:rPr>
              <a:t>Your browser will give an </a:t>
            </a:r>
            <a:r>
              <a:rPr lang="en" b="1" i="1" dirty="0">
                <a:solidFill>
                  <a:srgbClr val="FF0000"/>
                </a:solidFill>
                <a:highlight>
                  <a:srgbClr val="FFFF00"/>
                </a:highlight>
              </a:rPr>
              <a:t>error </a:t>
            </a:r>
            <a:r>
              <a:rPr lang="en" dirty="0">
                <a:highlight>
                  <a:srgbClr val="FFFF00"/>
                </a:highlight>
              </a:rPr>
              <a:t>for this activity because we didn't send a response </a:t>
            </a:r>
            <a:r>
              <a:rPr lang="en" dirty="0"/>
              <a:t>but you should be able to see the request message. </a:t>
            </a:r>
            <a:endParaRPr dirty="0"/>
          </a:p>
        </p:txBody>
      </p:sp>
      <p:sp>
        <p:nvSpPr>
          <p:cNvPr id="293" name="Google Shape;293;p38"/>
          <p:cNvSpPr txBox="1">
            <a:spLocks noGrp="1"/>
          </p:cNvSpPr>
          <p:nvPr>
            <p:ph type="body" idx="2"/>
          </p:nvPr>
        </p:nvSpPr>
        <p:spPr>
          <a:xfrm>
            <a:off x="3679800" y="1729125"/>
            <a:ext cx="5261400" cy="2867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a:t>
            </a:r>
            <a:r>
              <a:rPr lang="en" dirty="0">
                <a:solidFill>
                  <a:srgbClr val="FF0000"/>
                </a:solidFill>
                <a:latin typeface="Courier New"/>
                <a:ea typeface="Courier New"/>
                <a:cs typeface="Courier New"/>
                <a:sym typeface="Courier New"/>
              </a:rPr>
              <a:t>activities</a:t>
            </a:r>
            <a:r>
              <a:rPr lang="en" dirty="0"/>
              <a:t> package and class named </a:t>
            </a:r>
            <a:r>
              <a:rPr lang="en" dirty="0">
                <a:solidFill>
                  <a:srgbClr val="FF0000"/>
                </a:solidFill>
                <a:latin typeface="Courier New"/>
                <a:ea typeface="Courier New"/>
                <a:cs typeface="Courier New"/>
                <a:sym typeface="Courier New"/>
              </a:rPr>
              <a:t>GetRequest</a:t>
            </a:r>
            <a:r>
              <a:rPr lang="en" dirty="0"/>
              <a:t> inside it.</a:t>
            </a:r>
            <a:endParaRPr dirty="0"/>
          </a:p>
          <a:p>
            <a:pPr marL="457200" lvl="0" indent="-311150" algn="l" rtl="0">
              <a:spcBef>
                <a:spcPts val="1000"/>
              </a:spcBef>
              <a:spcAft>
                <a:spcPts val="0"/>
              </a:spcAft>
              <a:buSzPts val="1300"/>
              <a:buChar char="●"/>
            </a:pPr>
            <a:r>
              <a:rPr lang="en" dirty="0"/>
              <a:t>In </a:t>
            </a:r>
            <a:r>
              <a:rPr lang="en" dirty="0">
                <a:latin typeface="Courier New"/>
                <a:ea typeface="Courier New"/>
                <a:cs typeface="Courier New"/>
                <a:sym typeface="Courier New"/>
              </a:rPr>
              <a:t>main</a:t>
            </a:r>
            <a:r>
              <a:rPr lang="en" dirty="0"/>
              <a:t>, create a </a:t>
            </a:r>
            <a:r>
              <a:rPr lang="en" b="1" i="1" dirty="0">
                <a:solidFill>
                  <a:srgbClr val="FF0000"/>
                </a:solidFill>
              </a:rPr>
              <a:t>server socket</a:t>
            </a:r>
            <a:r>
              <a:rPr lang="en" dirty="0">
                <a:solidFill>
                  <a:srgbClr val="666666"/>
                </a:solidFill>
              </a:rPr>
              <a:t> </a:t>
            </a:r>
            <a:r>
              <a:rPr lang="en" dirty="0"/>
              <a:t>on port</a:t>
            </a:r>
            <a:r>
              <a:rPr lang="en" dirty="0">
                <a:solidFill>
                  <a:srgbClr val="666666"/>
                </a:solidFill>
              </a:rPr>
              <a:t> </a:t>
            </a:r>
            <a:r>
              <a:rPr lang="en" dirty="0">
                <a:solidFill>
                  <a:srgbClr val="FF0000"/>
                </a:solidFill>
                <a:latin typeface="Courier New"/>
                <a:ea typeface="Courier New"/>
                <a:cs typeface="Courier New"/>
                <a:sym typeface="Courier New"/>
              </a:rPr>
              <a:t>8081</a:t>
            </a:r>
            <a:r>
              <a:rPr lang="en" dirty="0"/>
              <a:t>.</a:t>
            </a:r>
            <a:endParaRPr dirty="0"/>
          </a:p>
          <a:p>
            <a:pPr marL="457200" lvl="0" indent="-311150" algn="l" rtl="0">
              <a:spcBef>
                <a:spcPts val="1000"/>
              </a:spcBef>
              <a:spcAft>
                <a:spcPts val="0"/>
              </a:spcAft>
              <a:buSzPts val="1300"/>
              <a:buChar char="●"/>
            </a:pPr>
            <a:r>
              <a:rPr lang="en" b="1" i="1" dirty="0">
                <a:solidFill>
                  <a:srgbClr val="FF0000"/>
                </a:solidFill>
              </a:rPr>
              <a:t>Accept</a:t>
            </a:r>
            <a:r>
              <a:rPr lang="en" dirty="0"/>
              <a:t> a connection using a standard </a:t>
            </a:r>
            <a:r>
              <a:rPr lang="en" b="1" i="1" dirty="0">
                <a:solidFill>
                  <a:srgbClr val="FF0000"/>
                </a:solidFill>
              </a:rPr>
              <a:t>socket</a:t>
            </a:r>
            <a:r>
              <a:rPr lang="en" dirty="0"/>
              <a:t>.</a:t>
            </a:r>
            <a:endParaRPr dirty="0"/>
          </a:p>
          <a:p>
            <a:pPr marL="457200" lvl="0" indent="-311150" algn="l" rtl="0">
              <a:spcBef>
                <a:spcPts val="1000"/>
              </a:spcBef>
              <a:spcAft>
                <a:spcPts val="0"/>
              </a:spcAft>
              <a:buSzPts val="1300"/>
              <a:buChar char="●"/>
            </a:pPr>
            <a:r>
              <a:rPr lang="en" dirty="0"/>
              <a:t>Using the </a:t>
            </a:r>
            <a:r>
              <a:rPr lang="en" dirty="0">
                <a:solidFill>
                  <a:srgbClr val="FF0000"/>
                </a:solidFill>
                <a:latin typeface="Courier New"/>
                <a:ea typeface="Courier New"/>
                <a:cs typeface="Courier New"/>
                <a:sym typeface="Courier New"/>
              </a:rPr>
              <a:t>HttpStream</a:t>
            </a:r>
            <a:r>
              <a:rPr lang="en" dirty="0"/>
              <a:t> class, print out each line in the request message.</a:t>
            </a:r>
            <a:endParaRPr dirty="0"/>
          </a:p>
          <a:p>
            <a:pPr marL="457200" lvl="0" indent="-311150" algn="l" rtl="0">
              <a:spcBef>
                <a:spcPts val="1000"/>
              </a:spcBef>
              <a:spcAft>
                <a:spcPts val="0"/>
              </a:spcAft>
              <a:buSzPts val="1300"/>
              <a:buChar char="●"/>
            </a:pPr>
            <a:r>
              <a:rPr lang="en" dirty="0"/>
              <a:t>Run your program. In a web browser of your choice, navigate to </a:t>
            </a:r>
            <a:r>
              <a:rPr lang="en" dirty="0">
                <a:solidFill>
                  <a:srgbClr val="FF0000"/>
                </a:solidFill>
                <a:latin typeface="Courier New"/>
                <a:ea typeface="Courier New"/>
                <a:cs typeface="Courier New"/>
                <a:sym typeface="Courier New"/>
              </a:rPr>
              <a:t>localhost:8081</a:t>
            </a:r>
            <a:endParaRPr dirty="0">
              <a:solidFill>
                <a:srgbClr val="FF0000"/>
              </a:solidFill>
              <a:latin typeface="Courier New"/>
              <a:ea typeface="Courier New"/>
              <a:cs typeface="Courier New"/>
              <a:sym typeface="Courier New"/>
            </a:endParaRPr>
          </a:p>
          <a:p>
            <a:pPr marL="457200" lvl="0" indent="-311150" algn="l" rtl="0">
              <a:spcBef>
                <a:spcPts val="1000"/>
              </a:spcBef>
              <a:spcAft>
                <a:spcPts val="0"/>
              </a:spcAft>
              <a:buSzPts val="1300"/>
              <a:buChar char="●"/>
            </a:pPr>
            <a:r>
              <a:rPr lang="en" dirty="0"/>
              <a:t>Verify a GET message was printed in your terminal.</a:t>
            </a:r>
            <a:endParaRPr dirty="0"/>
          </a:p>
        </p:txBody>
      </p:sp>
      <p:sp>
        <p:nvSpPr>
          <p:cNvPr id="294" name="Google Shape;294;p3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10.1</a:t>
            </a:r>
            <a:endParaRPr/>
          </a:p>
        </p:txBody>
      </p:sp>
      <p:sp>
        <p:nvSpPr>
          <p:cNvPr id="295" name="Google Shape;295;p38"/>
          <p:cNvSpPr txBox="1">
            <a:spLocks noGrp="1"/>
          </p:cNvSpPr>
          <p:nvPr>
            <p:ph type="body" idx="4"/>
          </p:nvPr>
        </p:nvSpPr>
        <p:spPr>
          <a:xfrm>
            <a:off x="141600" y="1729125"/>
            <a:ext cx="3538200" cy="2218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ServerSocket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serverSocket</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new</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795E26"/>
                </a:solidFill>
                <a:highlight>
                  <a:srgbClr val="FFFFFF"/>
                </a:highlight>
                <a:latin typeface="Consolas"/>
                <a:ea typeface="Consolas"/>
                <a:cs typeface="Consolas"/>
                <a:sym typeface="Consolas"/>
              </a:rPr>
              <a:t>                            ServerSocket</a:t>
            </a:r>
            <a:r>
              <a:rPr lang="en" sz="1000">
                <a:solidFill>
                  <a:srgbClr val="3B3B3B"/>
                </a:solidFill>
                <a:highlight>
                  <a:srgbClr val="FFFFFF"/>
                </a:highlight>
                <a:latin typeface="Consolas"/>
                <a:ea typeface="Consolas"/>
                <a:cs typeface="Consolas"/>
                <a:sym typeface="Consolas"/>
              </a:rPr>
              <a:t>(</a:t>
            </a:r>
            <a:r>
              <a:rPr lang="en" sz="1000">
                <a:solidFill>
                  <a:srgbClr val="098658"/>
                </a:solidFill>
                <a:highlight>
                  <a:srgbClr val="FFFFFF"/>
                </a:highlight>
                <a:latin typeface="Consolas"/>
                <a:ea typeface="Consolas"/>
                <a:cs typeface="Consolas"/>
                <a:sym typeface="Consolas"/>
              </a:rPr>
              <a:t>8001</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Socket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clientSocket</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serverSocket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accept</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AF00DB"/>
                </a:solidFill>
                <a:highlight>
                  <a:srgbClr val="FFFFFF"/>
                </a:highlight>
                <a:latin typeface="Consolas"/>
                <a:ea typeface="Consolas"/>
                <a:cs typeface="Consolas"/>
                <a:sym typeface="Consolas"/>
              </a:rPr>
              <a:t>try</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HttpStream</a:t>
            </a:r>
            <a:r>
              <a:rPr lang="en" sz="1000">
                <a:solidFill>
                  <a:srgbClr val="3B3B3B"/>
                </a:solidFill>
                <a:highlight>
                  <a:srgbClr val="FFFFFF"/>
                </a:highlight>
                <a:latin typeface="Consolas"/>
                <a:ea typeface="Consolas"/>
                <a:cs typeface="Consolas"/>
                <a:sym typeface="Consolas"/>
              </a:rPr>
              <a:t> </a:t>
            </a:r>
            <a:r>
              <a:rPr lang="en" sz="1000">
                <a:solidFill>
                  <a:srgbClr val="0070C1"/>
                </a:solidFill>
                <a:highlight>
                  <a:srgbClr val="FFFFFF"/>
                </a:highlight>
                <a:latin typeface="Consolas"/>
                <a:ea typeface="Consolas"/>
                <a:cs typeface="Consolas"/>
                <a:sym typeface="Consolas"/>
              </a:rPr>
              <a:t>streamer</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new</a:t>
            </a:r>
            <a:r>
              <a:rPr lang="en" sz="1000">
                <a:solidFill>
                  <a:srgbClr val="3B3B3B"/>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HttpStream</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1080"/>
                </a:solidFill>
                <a:highlight>
                  <a:srgbClr val="FFFFFF"/>
                </a:highlight>
                <a:latin typeface="Consolas"/>
                <a:ea typeface="Consolas"/>
                <a:cs typeface="Consolas"/>
                <a:sym typeface="Consolas"/>
              </a:rPr>
              <a:t>              clientSocket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getInputStream</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0070C1"/>
                </a:solidFill>
                <a:highlight>
                  <a:srgbClr val="FFFFFF"/>
                </a:highlight>
                <a:latin typeface="Consolas"/>
                <a:ea typeface="Consolas"/>
                <a:cs typeface="Consolas"/>
                <a:sym typeface="Consolas"/>
              </a:rPr>
              <a:t>streamer</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lines</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forEach</a:t>
            </a:r>
            <a:r>
              <a:rPr lang="en" sz="1000">
                <a:solidFill>
                  <a:srgbClr val="3B3B3B"/>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AF00D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catch</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IOException</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err</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r>
              <a:rPr lang="en" sz="1000">
                <a:solidFill>
                  <a:srgbClr val="A31515"/>
                </a:solidFill>
                <a:highlight>
                  <a:srgbClr val="FFFFFF"/>
                </a:highlight>
                <a:latin typeface="Consolas"/>
                <a:ea typeface="Consolas"/>
                <a:cs typeface="Consolas"/>
                <a:sym typeface="Consolas"/>
              </a:rPr>
              <a:t>"ERROR: "</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getMessage</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1080"/>
                </a:solidFill>
                <a:highlight>
                  <a:srgbClr val="FFFFFF"/>
                </a:highlight>
                <a:latin typeface="Consolas"/>
                <a:ea typeface="Consolas"/>
                <a:cs typeface="Consolas"/>
                <a:sym typeface="Consolas"/>
              </a:rPr>
              <a:t>serverSocket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close</a:t>
            </a:r>
            <a:r>
              <a:rPr lang="en" sz="1000">
                <a:solidFill>
                  <a:srgbClr val="3B3B3B"/>
                </a:solidFill>
                <a:highlight>
                  <a:srgbClr val="FFFFFF"/>
                </a:highlight>
                <a:latin typeface="Consolas"/>
                <a:ea typeface="Consolas"/>
                <a:cs typeface="Consolas"/>
                <a:sym typeface="Consolas"/>
              </a:rPr>
              <a:t>();</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301" name="Google Shape;301;p39"/>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Response Messages</a:t>
            </a:r>
            <a:endParaRPr/>
          </a:p>
        </p:txBody>
      </p:sp>
      <p:sp>
        <p:nvSpPr>
          <p:cNvPr id="302" name="Google Shape;302;p39"/>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p>
            <a:pPr lvl="0"/>
            <a:r>
              <a:rPr lang="en" dirty="0"/>
              <a:t>The will vary depending on the webserver response message to the client uest type but in general, it has the same two pieces as any HTTP message:</a:t>
            </a:r>
            <a:endParaRPr dirty="0"/>
          </a:p>
          <a:p>
            <a:pPr marL="914400" lvl="1" indent="-298450" algn="l" rtl="0">
              <a:spcBef>
                <a:spcPts val="0"/>
              </a:spcBef>
              <a:spcAft>
                <a:spcPts val="0"/>
              </a:spcAft>
              <a:buSzPts val="1100"/>
              <a:buChar char="○"/>
            </a:pPr>
            <a:r>
              <a:rPr lang="en" dirty="0">
                <a:highlight>
                  <a:srgbClr val="FFFF00"/>
                </a:highlight>
              </a:rPr>
              <a:t>Header</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Body</a:t>
            </a:r>
            <a:endParaRPr dirty="0">
              <a:highlight>
                <a:srgbClr val="FFFF00"/>
              </a:highlight>
            </a:endParaRPr>
          </a:p>
          <a:p>
            <a:pPr marL="457200" lvl="0" indent="-311150" algn="l" rtl="0">
              <a:spcBef>
                <a:spcPts val="1000"/>
              </a:spcBef>
              <a:spcAft>
                <a:spcPts val="0"/>
              </a:spcAft>
              <a:buSzPts val="1300"/>
              <a:buChar char="●"/>
            </a:pPr>
            <a:r>
              <a:rPr lang="en" dirty="0"/>
              <a:t>Each response starts with a code identifying how the request was handled. </a:t>
            </a:r>
            <a:r>
              <a:rPr lang="en" dirty="0">
                <a:highlight>
                  <a:srgbClr val="FFFF00"/>
                </a:highlight>
              </a:rPr>
              <a:t>Some common codes are:</a:t>
            </a:r>
            <a:endParaRPr dirty="0">
              <a:highlight>
                <a:srgbClr val="FFFF00"/>
              </a:highlight>
            </a:endParaRPr>
          </a:p>
          <a:p>
            <a:pPr marL="914400" lvl="1" indent="-298450" algn="l" rtl="0">
              <a:spcBef>
                <a:spcPts val="0"/>
              </a:spcBef>
              <a:spcAft>
                <a:spcPts val="0"/>
              </a:spcAft>
              <a:buSzPts val="1100"/>
              <a:buChar char="○"/>
            </a:pPr>
            <a:r>
              <a:rPr lang="en" dirty="0"/>
              <a:t>200 OK: Everything worked as expected and the response is contained in the message.</a:t>
            </a:r>
            <a:endParaRPr dirty="0"/>
          </a:p>
          <a:p>
            <a:pPr marL="914400" lvl="1" indent="-298450" algn="l" rtl="0">
              <a:spcBef>
                <a:spcPts val="0"/>
              </a:spcBef>
              <a:spcAft>
                <a:spcPts val="0"/>
              </a:spcAft>
              <a:buSzPts val="1100"/>
              <a:buChar char="○"/>
            </a:pPr>
            <a:r>
              <a:rPr lang="en" dirty="0"/>
              <a:t>204 No Content: Everything worked but the response has no content. </a:t>
            </a:r>
            <a:endParaRPr dirty="0"/>
          </a:p>
          <a:p>
            <a:pPr marL="914400" lvl="1" indent="-298450" algn="l" rtl="0">
              <a:spcBef>
                <a:spcPts val="0"/>
              </a:spcBef>
              <a:spcAft>
                <a:spcPts val="0"/>
              </a:spcAft>
              <a:buSzPts val="1100"/>
              <a:buChar char="○"/>
            </a:pPr>
            <a:r>
              <a:rPr lang="en" dirty="0"/>
              <a:t>400 Bad Request: The server could not understand the request.</a:t>
            </a:r>
            <a:endParaRPr dirty="0"/>
          </a:p>
          <a:p>
            <a:pPr marL="914400" lvl="1" indent="-298450" algn="l" rtl="0">
              <a:spcBef>
                <a:spcPts val="0"/>
              </a:spcBef>
              <a:spcAft>
                <a:spcPts val="0"/>
              </a:spcAft>
              <a:buSzPts val="1100"/>
              <a:buChar char="○"/>
            </a:pPr>
            <a:r>
              <a:rPr lang="en" dirty="0"/>
              <a:t>404 Not Found: The server could not locate the requested URL.</a:t>
            </a:r>
            <a:endParaRPr dirty="0"/>
          </a:p>
          <a:p>
            <a:pPr marL="914400" lvl="1" indent="-298450" algn="l" rtl="0">
              <a:spcBef>
                <a:spcPts val="0"/>
              </a:spcBef>
              <a:spcAft>
                <a:spcPts val="0"/>
              </a:spcAft>
              <a:buSzPts val="1100"/>
              <a:buChar char="○"/>
            </a:pPr>
            <a:r>
              <a:rPr lang="en" dirty="0"/>
              <a:t>500 Internal Server Error: The request could not be fulfilled because the server encountered an error.</a:t>
            </a:r>
            <a:endParaRPr dirty="0"/>
          </a:p>
        </p:txBody>
      </p:sp>
      <p:sp>
        <p:nvSpPr>
          <p:cNvPr id="303" name="Google Shape;303;p39"/>
          <p:cNvSpPr txBox="1">
            <a:spLocks noGrp="1"/>
          </p:cNvSpPr>
          <p:nvPr>
            <p:ph type="body" idx="3"/>
          </p:nvPr>
        </p:nvSpPr>
        <p:spPr>
          <a:xfrm>
            <a:off x="315425" y="3637829"/>
            <a:ext cx="3706500" cy="8082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b="1" i="1" dirty="0">
                <a:solidFill>
                  <a:srgbClr val="FF0000"/>
                </a:solidFill>
              </a:rPr>
              <a:t>Response</a:t>
            </a:r>
            <a:r>
              <a:rPr lang="en" dirty="0"/>
              <a:t> messages look pretty similar to request messages except </a:t>
            </a:r>
            <a:r>
              <a:rPr lang="en" dirty="0">
                <a:highlight>
                  <a:srgbClr val="FFFF00"/>
                </a:highlight>
              </a:rPr>
              <a:t>they often have a </a:t>
            </a:r>
            <a:r>
              <a:rPr lang="en" b="1" i="1" dirty="0">
                <a:solidFill>
                  <a:srgbClr val="FF0000"/>
                </a:solidFill>
                <a:highlight>
                  <a:srgbClr val="FFFF00"/>
                </a:highlight>
              </a:rPr>
              <a:t>body</a:t>
            </a:r>
            <a:r>
              <a:rPr lang="en" dirty="0">
                <a:highlight>
                  <a:srgbClr val="FFFF00"/>
                </a:highlight>
              </a:rPr>
              <a:t> in addition to the header.</a:t>
            </a:r>
            <a:endParaRPr dirty="0">
              <a:highlight>
                <a:srgbClr val="FFFF00"/>
              </a:highlight>
            </a:endParaRPr>
          </a:p>
        </p:txBody>
      </p:sp>
      <p:sp>
        <p:nvSpPr>
          <p:cNvPr id="304" name="Google Shape;304;p39"/>
          <p:cNvSpPr txBox="1"/>
          <p:nvPr/>
        </p:nvSpPr>
        <p:spPr>
          <a:xfrm>
            <a:off x="315425" y="1700500"/>
            <a:ext cx="3706500" cy="14637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HTTP/1.1 200 OK</a:t>
            </a: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Content-Length: 22</a:t>
            </a: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Content-Type: text/plain; </a:t>
            </a:r>
            <a:endParaRPr dirty="0">
              <a:solidFill>
                <a:srgbClr val="1F1F1F"/>
              </a:solidFill>
              <a:highlight>
                <a:srgbClr val="FFFFFF"/>
              </a:highlight>
              <a:latin typeface="Consolas"/>
              <a:ea typeface="Consolas"/>
              <a:cs typeface="Consolas"/>
              <a:sym typeface="Consolas"/>
            </a:endParaRPr>
          </a:p>
          <a:p>
            <a:pPr marL="137160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charset=utf-8</a:t>
            </a: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Response was received!</a:t>
            </a:r>
            <a:endParaRPr dirty="0">
              <a:solidFill>
                <a:schemeClr val="dk2"/>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0"/>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Simple GET Response Example</a:t>
            </a:r>
            <a:endParaRPr/>
          </a:p>
        </p:txBody>
      </p:sp>
      <p:sp>
        <p:nvSpPr>
          <p:cNvPr id="310" name="Google Shape;310;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311" name="Google Shape;311;p40"/>
          <p:cNvSpPr txBox="1"/>
          <p:nvPr/>
        </p:nvSpPr>
        <p:spPr>
          <a:xfrm>
            <a:off x="3975375" y="1922825"/>
            <a:ext cx="4742100" cy="12486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HTTP/1.1 200 OK</a:t>
            </a: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Content-Length: 22</a:t>
            </a: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Content-Type: text/plain; charset=utf-8</a:t>
            </a: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dirty="0">
                <a:solidFill>
                  <a:srgbClr val="1F1F1F"/>
                </a:solidFill>
                <a:highlight>
                  <a:srgbClr val="FFFFFF"/>
                </a:highlight>
                <a:latin typeface="Consolas"/>
                <a:ea typeface="Consolas"/>
                <a:cs typeface="Consolas"/>
                <a:sym typeface="Consolas"/>
              </a:rPr>
              <a:t>Response was received!</a:t>
            </a:r>
            <a:endParaRPr dirty="0">
              <a:solidFill>
                <a:srgbClr val="1F1F1F"/>
              </a:solidFill>
              <a:highlight>
                <a:srgbClr val="FFFFFF"/>
              </a:highlight>
              <a:latin typeface="Consolas"/>
              <a:ea typeface="Consolas"/>
              <a:cs typeface="Consolas"/>
              <a:sym typeface="Consolas"/>
            </a:endParaRPr>
          </a:p>
          <a:p>
            <a:pPr marL="0" lvl="0" indent="0" algn="l" rtl="0">
              <a:spcBef>
                <a:spcPts val="0"/>
              </a:spcBef>
              <a:spcAft>
                <a:spcPts val="0"/>
              </a:spcAft>
              <a:buNone/>
            </a:pPr>
            <a:endParaRPr dirty="0">
              <a:solidFill>
                <a:schemeClr val="dk2"/>
              </a:solidFill>
              <a:latin typeface="Consolas"/>
              <a:ea typeface="Consolas"/>
              <a:cs typeface="Consolas"/>
              <a:sym typeface="Consolas"/>
            </a:endParaRPr>
          </a:p>
        </p:txBody>
      </p:sp>
      <p:sp>
        <p:nvSpPr>
          <p:cNvPr id="312" name="Google Shape;312;p40"/>
          <p:cNvSpPr txBox="1">
            <a:spLocks noGrp="1"/>
          </p:cNvSpPr>
          <p:nvPr>
            <p:ph type="body" idx="4294967295"/>
          </p:nvPr>
        </p:nvSpPr>
        <p:spPr>
          <a:xfrm>
            <a:off x="228650" y="1045850"/>
            <a:ext cx="31566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rPr>
              <a:t>Let's look at a simple response to the GET message we sent earlier. </a:t>
            </a:r>
            <a:endParaRPr>
              <a:solidFill>
                <a:srgbClr val="000000"/>
              </a:solidFill>
            </a:endParaRPr>
          </a:p>
        </p:txBody>
      </p:sp>
      <p:sp>
        <p:nvSpPr>
          <p:cNvPr id="313" name="Google Shape;313;p40"/>
          <p:cNvSpPr txBox="1">
            <a:spLocks noGrp="1"/>
          </p:cNvSpPr>
          <p:nvPr>
            <p:ph type="body" idx="4294967295"/>
          </p:nvPr>
        </p:nvSpPr>
        <p:spPr>
          <a:xfrm>
            <a:off x="228650" y="1922825"/>
            <a:ext cx="31566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rPr>
              <a:t>The protocol and response code are on the first line.</a:t>
            </a:r>
            <a:endParaRPr>
              <a:solidFill>
                <a:srgbClr val="000000"/>
              </a:solidFill>
            </a:endParaRPr>
          </a:p>
        </p:txBody>
      </p:sp>
      <p:sp>
        <p:nvSpPr>
          <p:cNvPr id="314" name="Google Shape;314;p40"/>
          <p:cNvSpPr/>
          <p:nvPr/>
        </p:nvSpPr>
        <p:spPr>
          <a:xfrm>
            <a:off x="4027175" y="2012075"/>
            <a:ext cx="4569600" cy="219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315" name="Google Shape;315;p40"/>
          <p:cNvCxnSpPr>
            <a:stCxn id="313" idx="3"/>
            <a:endCxn id="314" idx="1"/>
          </p:cNvCxnSpPr>
          <p:nvPr/>
        </p:nvCxnSpPr>
        <p:spPr>
          <a:xfrm rot="10800000" flipH="1">
            <a:off x="3385250" y="2121575"/>
            <a:ext cx="642000" cy="113100"/>
          </a:xfrm>
          <a:prstGeom prst="bentConnector3">
            <a:avLst>
              <a:gd name="adj1" fmla="val 49994"/>
            </a:avLst>
          </a:prstGeom>
          <a:noFill/>
          <a:ln w="19050" cap="flat" cmpd="sng">
            <a:solidFill>
              <a:srgbClr val="FF0000"/>
            </a:solidFill>
            <a:prstDash val="solid"/>
            <a:round/>
            <a:headEnd type="none" w="med" len="med"/>
            <a:tailEnd type="none" w="med" len="med"/>
          </a:ln>
        </p:spPr>
      </p:cxnSp>
      <p:sp>
        <p:nvSpPr>
          <p:cNvPr id="316" name="Google Shape;316;p40"/>
          <p:cNvSpPr txBox="1">
            <a:spLocks noGrp="1"/>
          </p:cNvSpPr>
          <p:nvPr>
            <p:ph type="body" idx="4294967295"/>
          </p:nvPr>
        </p:nvSpPr>
        <p:spPr>
          <a:xfrm>
            <a:off x="228650" y="2799800"/>
            <a:ext cx="31566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rPr>
              <a:t>Header lines follow indicating how long the body (content) is and its encoding. </a:t>
            </a:r>
            <a:endParaRPr>
              <a:solidFill>
                <a:srgbClr val="000000"/>
              </a:solidFill>
            </a:endParaRPr>
          </a:p>
        </p:txBody>
      </p:sp>
      <p:sp>
        <p:nvSpPr>
          <p:cNvPr id="317" name="Google Shape;317;p40"/>
          <p:cNvSpPr txBox="1">
            <a:spLocks noGrp="1"/>
          </p:cNvSpPr>
          <p:nvPr>
            <p:ph type="body" idx="4294967295"/>
          </p:nvPr>
        </p:nvSpPr>
        <p:spPr>
          <a:xfrm>
            <a:off x="228650" y="3676775"/>
            <a:ext cx="31566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rPr>
              <a:t>A </a:t>
            </a:r>
            <a:r>
              <a:rPr lang="en" b="1" i="1">
                <a:solidFill>
                  <a:srgbClr val="FF0000"/>
                </a:solidFill>
              </a:rPr>
              <a:t>blank line</a:t>
            </a:r>
            <a:r>
              <a:rPr lang="en">
                <a:solidFill>
                  <a:srgbClr val="000000"/>
                </a:solidFill>
              </a:rPr>
              <a:t> separates the header from the body. </a:t>
            </a:r>
            <a:r>
              <a:rPr lang="en" b="1" i="1">
                <a:solidFill>
                  <a:srgbClr val="FF0000"/>
                </a:solidFill>
              </a:rPr>
              <a:t>This is required.</a:t>
            </a:r>
            <a:endParaRPr b="1" i="1">
              <a:solidFill>
                <a:srgbClr val="FF0000"/>
              </a:solidFill>
            </a:endParaRPr>
          </a:p>
        </p:txBody>
      </p:sp>
      <p:sp>
        <p:nvSpPr>
          <p:cNvPr id="318" name="Google Shape;318;p40"/>
          <p:cNvSpPr/>
          <p:nvPr/>
        </p:nvSpPr>
        <p:spPr>
          <a:xfrm>
            <a:off x="4027164" y="2676575"/>
            <a:ext cx="4569600" cy="219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319" name="Google Shape;319;p40"/>
          <p:cNvCxnSpPr>
            <a:stCxn id="317" idx="3"/>
            <a:endCxn id="318" idx="1"/>
          </p:cNvCxnSpPr>
          <p:nvPr/>
        </p:nvCxnSpPr>
        <p:spPr>
          <a:xfrm rot="10800000" flipH="1">
            <a:off x="3385250" y="2785925"/>
            <a:ext cx="642000" cy="1202700"/>
          </a:xfrm>
          <a:prstGeom prst="bentConnector3">
            <a:avLst>
              <a:gd name="adj1" fmla="val 49993"/>
            </a:avLst>
          </a:prstGeom>
          <a:noFill/>
          <a:ln w="19050" cap="flat" cmpd="sng">
            <a:solidFill>
              <a:srgbClr val="FF0000"/>
            </a:solidFill>
            <a:prstDash val="solid"/>
            <a:round/>
            <a:headEnd type="none" w="med" len="med"/>
            <a:tailEnd type="none" w="med" len="med"/>
          </a:ln>
        </p:spPr>
      </p:cxnSp>
      <p:sp>
        <p:nvSpPr>
          <p:cNvPr id="320" name="Google Shape;320;p40"/>
          <p:cNvSpPr txBox="1">
            <a:spLocks noGrp="1"/>
          </p:cNvSpPr>
          <p:nvPr>
            <p:ph type="body" idx="4294967295"/>
          </p:nvPr>
        </p:nvSpPr>
        <p:spPr>
          <a:xfrm>
            <a:off x="3975375" y="3545071"/>
            <a:ext cx="47421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dirty="0">
                <a:solidFill>
                  <a:srgbClr val="000000"/>
                </a:solidFill>
                <a:highlight>
                  <a:srgbClr val="FFFF00"/>
                </a:highlight>
              </a:rPr>
              <a:t>The body of the message is all the data after the header</a:t>
            </a:r>
            <a:r>
              <a:rPr lang="en" dirty="0">
                <a:solidFill>
                  <a:srgbClr val="000000"/>
                </a:solidFill>
              </a:rPr>
              <a:t>. It does not have a specific format unlike the header fields.</a:t>
            </a:r>
            <a:endParaRPr dirty="0">
              <a:solidFill>
                <a:srgbClr val="000000"/>
              </a:solidFill>
            </a:endParaRPr>
          </a:p>
        </p:txBody>
      </p:sp>
      <p:sp>
        <p:nvSpPr>
          <p:cNvPr id="321" name="Google Shape;321;p40"/>
          <p:cNvSpPr/>
          <p:nvPr/>
        </p:nvSpPr>
        <p:spPr>
          <a:xfrm>
            <a:off x="4027175" y="2234675"/>
            <a:ext cx="4569600" cy="438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322" name="Google Shape;322;p40"/>
          <p:cNvCxnSpPr>
            <a:stCxn id="316" idx="3"/>
            <a:endCxn id="321" idx="1"/>
          </p:cNvCxnSpPr>
          <p:nvPr/>
        </p:nvCxnSpPr>
        <p:spPr>
          <a:xfrm rot="10800000" flipH="1">
            <a:off x="3385250" y="2453750"/>
            <a:ext cx="642000" cy="657900"/>
          </a:xfrm>
          <a:prstGeom prst="bentConnector3">
            <a:avLst>
              <a:gd name="adj1" fmla="val 34108"/>
            </a:avLst>
          </a:prstGeom>
          <a:noFill/>
          <a:ln w="19050" cap="flat" cmpd="sng">
            <a:solidFill>
              <a:srgbClr val="FF0000"/>
            </a:solidFill>
            <a:prstDash val="solid"/>
            <a:round/>
            <a:headEnd type="none" w="med" len="med"/>
            <a:tailEnd type="none" w="med" len="med"/>
          </a:ln>
        </p:spPr>
      </p:cxnSp>
      <p:sp>
        <p:nvSpPr>
          <p:cNvPr id="323" name="Google Shape;323;p40"/>
          <p:cNvSpPr/>
          <p:nvPr/>
        </p:nvSpPr>
        <p:spPr>
          <a:xfrm>
            <a:off x="4027184" y="2884079"/>
            <a:ext cx="4569600" cy="219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324" name="Google Shape;324;p40"/>
          <p:cNvCxnSpPr>
            <a:stCxn id="320" idx="3"/>
            <a:endCxn id="323" idx="3"/>
          </p:cNvCxnSpPr>
          <p:nvPr/>
        </p:nvCxnSpPr>
        <p:spPr>
          <a:xfrm rot="10800000">
            <a:off x="8596875" y="2993521"/>
            <a:ext cx="120600" cy="863400"/>
          </a:xfrm>
          <a:prstGeom prst="bentConnector3">
            <a:avLst>
              <a:gd name="adj1" fmla="val -197450"/>
            </a:avLst>
          </a:prstGeom>
          <a:noFill/>
          <a:ln w="19050" cap="flat" cmpd="sng">
            <a:solidFill>
              <a:srgbClr val="FF0000"/>
            </a:solidFill>
            <a:prstDash val="solid"/>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1"/>
          <p:cNvSpPr txBox="1">
            <a:spLocks noGrp="1"/>
          </p:cNvSpPr>
          <p:nvPr>
            <p:ph type="title"/>
          </p:nvPr>
        </p:nvSpPr>
        <p:spPr>
          <a:xfrm>
            <a:off x="1436850" y="8749"/>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Response</a:t>
            </a:r>
            <a:endParaRPr/>
          </a:p>
        </p:txBody>
      </p:sp>
      <p:sp>
        <p:nvSpPr>
          <p:cNvPr id="330" name="Google Shape;330;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331" name="Google Shape;331;p4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All HTTP messages should receive a response. Let's write one for the GET message we tried sending earlier.</a:t>
            </a:r>
            <a:endParaRPr/>
          </a:p>
        </p:txBody>
      </p:sp>
      <p:sp>
        <p:nvSpPr>
          <p:cNvPr id="332" name="Google Shape;332;p41"/>
          <p:cNvSpPr txBox="1">
            <a:spLocks noGrp="1"/>
          </p:cNvSpPr>
          <p:nvPr>
            <p:ph type="body" idx="2"/>
          </p:nvPr>
        </p:nvSpPr>
        <p:spPr>
          <a:xfrm>
            <a:off x="3234000" y="1226575"/>
            <a:ext cx="5787600" cy="3101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In </a:t>
            </a:r>
            <a:r>
              <a:rPr lang="en" dirty="0">
                <a:latin typeface="Courier New"/>
                <a:ea typeface="Courier New"/>
                <a:cs typeface="Courier New"/>
                <a:sym typeface="Courier New"/>
              </a:rPr>
              <a:t>GetRequest</a:t>
            </a:r>
            <a:r>
              <a:rPr lang="en" dirty="0"/>
              <a:t>'s </a:t>
            </a:r>
            <a:r>
              <a:rPr lang="en" dirty="0">
                <a:latin typeface="Courier New"/>
                <a:ea typeface="Courier New"/>
                <a:cs typeface="Courier New"/>
                <a:sym typeface="Courier New"/>
              </a:rPr>
              <a:t>main</a:t>
            </a:r>
            <a:r>
              <a:rPr lang="en" dirty="0"/>
              <a:t> send back a string message:</a:t>
            </a:r>
            <a:endParaRPr dirty="0"/>
          </a:p>
          <a:p>
            <a:pPr marL="914400" lvl="1" indent="-298450" algn="l" rtl="0">
              <a:spcBef>
                <a:spcPts val="0"/>
              </a:spcBef>
              <a:spcAft>
                <a:spcPts val="0"/>
              </a:spcAft>
              <a:buSzPts val="1100"/>
              <a:buChar char="○"/>
            </a:pPr>
            <a:r>
              <a:rPr lang="en" dirty="0"/>
              <a:t>Use a PrintWriter to send a response on the sockets output stream</a:t>
            </a:r>
            <a:endParaRPr dirty="0"/>
          </a:p>
          <a:p>
            <a:pPr marL="914400" lvl="1" indent="-298450" algn="l" rtl="0">
              <a:spcBef>
                <a:spcPts val="0"/>
              </a:spcBef>
              <a:spcAft>
                <a:spcPts val="0"/>
              </a:spcAft>
              <a:buSzPts val="1100"/>
              <a:buChar char="○"/>
            </a:pPr>
            <a:r>
              <a:rPr lang="en" dirty="0"/>
              <a:t>The message format should be:</a:t>
            </a:r>
            <a:endParaRPr dirty="0"/>
          </a:p>
          <a:p>
            <a:pPr marL="914400" lvl="0" indent="0" algn="l" rtl="0">
              <a:spcBef>
                <a:spcPts val="0"/>
              </a:spcBef>
              <a:spcAft>
                <a:spcPts val="0"/>
              </a:spcAft>
              <a:buNone/>
            </a:pPr>
            <a:r>
              <a:rPr lang="en" dirty="0">
                <a:latin typeface="Courier New"/>
                <a:ea typeface="Courier New"/>
                <a:cs typeface="Courier New"/>
                <a:sym typeface="Courier New"/>
              </a:rPr>
              <a:t>"HTTP/1.1 200 OK\r\n</a:t>
            </a:r>
            <a:endParaRPr dirty="0">
              <a:latin typeface="Courier New"/>
              <a:ea typeface="Courier New"/>
              <a:cs typeface="Courier New"/>
              <a:sym typeface="Courier New"/>
            </a:endParaRPr>
          </a:p>
          <a:p>
            <a:pPr marL="914400" lvl="0" indent="0" algn="l" rtl="0">
              <a:spcBef>
                <a:spcPts val="0"/>
              </a:spcBef>
              <a:spcAft>
                <a:spcPts val="0"/>
              </a:spcAft>
              <a:buNone/>
            </a:pPr>
            <a:r>
              <a:rPr lang="en" dirty="0">
                <a:latin typeface="Courier New"/>
                <a:ea typeface="Courier New"/>
                <a:cs typeface="Courier New"/>
                <a:sym typeface="Courier New"/>
              </a:rPr>
              <a:t>Content-Length: &lt;message length&gt;\r\n</a:t>
            </a:r>
            <a:endParaRPr dirty="0">
              <a:latin typeface="Courier New"/>
              <a:ea typeface="Courier New"/>
              <a:cs typeface="Courier New"/>
              <a:sym typeface="Courier New"/>
            </a:endParaRPr>
          </a:p>
          <a:p>
            <a:pPr marL="914400" lvl="0" indent="0" algn="l" rtl="0">
              <a:spcBef>
                <a:spcPts val="0"/>
              </a:spcBef>
              <a:spcAft>
                <a:spcPts val="0"/>
              </a:spcAft>
              <a:buNone/>
            </a:pPr>
            <a:r>
              <a:rPr lang="en" dirty="0">
                <a:latin typeface="Courier New"/>
                <a:ea typeface="Courier New"/>
                <a:cs typeface="Courier New"/>
                <a:sym typeface="Courier New"/>
              </a:rPr>
              <a:t>Content-Type: text/plain;charset=utf-8\r\n\r\n</a:t>
            </a:r>
            <a:endParaRPr dirty="0">
              <a:latin typeface="Courier New"/>
              <a:ea typeface="Courier New"/>
              <a:cs typeface="Courier New"/>
              <a:sym typeface="Courier New"/>
            </a:endParaRPr>
          </a:p>
          <a:p>
            <a:pPr marL="914400" lvl="0" indent="0" algn="l" rtl="0">
              <a:spcBef>
                <a:spcPts val="0"/>
              </a:spcBef>
              <a:spcAft>
                <a:spcPts val="0"/>
              </a:spcAft>
              <a:buNone/>
            </a:pPr>
            <a:r>
              <a:rPr lang="en" dirty="0">
                <a:latin typeface="Courier New"/>
                <a:ea typeface="Courier New"/>
                <a:cs typeface="Courier New"/>
                <a:sym typeface="Courier New"/>
              </a:rPr>
              <a:t>&lt;message&gt;"</a:t>
            </a:r>
            <a:endParaRPr dirty="0">
              <a:latin typeface="Courier New"/>
              <a:ea typeface="Courier New"/>
              <a:cs typeface="Courier New"/>
              <a:sym typeface="Courier New"/>
            </a:endParaRPr>
          </a:p>
          <a:p>
            <a:pPr marL="457200" lvl="0" indent="-311150" algn="l" rtl="0">
              <a:spcBef>
                <a:spcPts val="1000"/>
              </a:spcBef>
              <a:spcAft>
                <a:spcPts val="0"/>
              </a:spcAft>
              <a:buSzPts val="1300"/>
              <a:buFont typeface="Courier New"/>
              <a:buChar char="●"/>
            </a:pPr>
            <a:r>
              <a:rPr lang="en" dirty="0">
                <a:latin typeface="Courier New"/>
                <a:ea typeface="Courier New"/>
                <a:cs typeface="Courier New"/>
                <a:sym typeface="Courier New"/>
              </a:rPr>
              <a:t>&lt;Message&gt;</a:t>
            </a:r>
            <a:r>
              <a:rPr lang="en" dirty="0"/>
              <a:t> should be a custom string you come up with. If you store it in a variable, you can use String.length to get the </a:t>
            </a:r>
            <a:r>
              <a:rPr lang="en" dirty="0">
                <a:latin typeface="Courier New"/>
                <a:ea typeface="Courier New"/>
                <a:cs typeface="Courier New"/>
                <a:sym typeface="Courier New"/>
              </a:rPr>
              <a:t>&lt;message length&gt;</a:t>
            </a:r>
            <a:r>
              <a:rPr lang="en" dirty="0"/>
              <a:t> rather than hard coding it.</a:t>
            </a:r>
            <a:endParaRPr dirty="0"/>
          </a:p>
          <a:p>
            <a:pPr marL="457200" lvl="0" indent="-311150" algn="l" rtl="0">
              <a:spcBef>
                <a:spcPts val="1000"/>
              </a:spcBef>
              <a:spcAft>
                <a:spcPts val="0"/>
              </a:spcAft>
              <a:buSzPts val="1300"/>
              <a:buFont typeface="Courier New"/>
              <a:buChar char="●"/>
            </a:pPr>
            <a:r>
              <a:rPr lang="en" dirty="0"/>
              <a:t>Rerun your program and navigate to localhost:8081 again and verify your message is displayed in your browser. </a:t>
            </a:r>
            <a:r>
              <a:rPr lang="en" dirty="0">
                <a:latin typeface="Courier New"/>
                <a:ea typeface="Courier New"/>
                <a:cs typeface="Courier New"/>
                <a:sym typeface="Courier New"/>
              </a:rPr>
              <a:t> </a:t>
            </a:r>
            <a:endParaRPr dirty="0">
              <a:latin typeface="Courier New"/>
              <a:ea typeface="Courier New"/>
              <a:cs typeface="Courier New"/>
              <a:sym typeface="Courier New"/>
            </a:endParaRPr>
          </a:p>
        </p:txBody>
      </p:sp>
      <p:sp>
        <p:nvSpPr>
          <p:cNvPr id="333" name="Google Shape;333;p4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10.2</a:t>
            </a:r>
            <a:endParaRPr/>
          </a:p>
        </p:txBody>
      </p:sp>
      <p:sp>
        <p:nvSpPr>
          <p:cNvPr id="334" name="Google Shape;334;p41"/>
          <p:cNvSpPr txBox="1">
            <a:spLocks noGrp="1"/>
          </p:cNvSpPr>
          <p:nvPr>
            <p:ph type="body" idx="4"/>
          </p:nvPr>
        </p:nvSpPr>
        <p:spPr>
          <a:xfrm>
            <a:off x="141600" y="3371600"/>
            <a:ext cx="30924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When using a </a:t>
            </a:r>
            <a:r>
              <a:rPr lang="en" b="1" i="1">
                <a:solidFill>
                  <a:srgbClr val="FF0000"/>
                </a:solidFill>
              </a:rPr>
              <a:t>new line</a:t>
            </a:r>
            <a:r>
              <a:rPr lang="en"/>
              <a:t> in an HTTP message, you must use "</a:t>
            </a:r>
            <a:r>
              <a:rPr lang="en">
                <a:solidFill>
                  <a:srgbClr val="FF0000"/>
                </a:solidFill>
                <a:latin typeface="Courier New"/>
                <a:ea typeface="Courier New"/>
                <a:cs typeface="Courier New"/>
                <a:sym typeface="Courier New"/>
              </a:rPr>
              <a:t>\r\n</a:t>
            </a:r>
            <a:r>
              <a:rPr lang="en"/>
              <a:t>". </a:t>
            </a:r>
            <a:endParaRPr/>
          </a:p>
        </p:txBody>
      </p:sp>
      <p:sp>
        <p:nvSpPr>
          <p:cNvPr id="335" name="Google Shape;335;p41"/>
          <p:cNvSpPr txBox="1"/>
          <p:nvPr/>
        </p:nvSpPr>
        <p:spPr>
          <a:xfrm>
            <a:off x="141600" y="1840625"/>
            <a:ext cx="3092400" cy="1263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00">
                <a:solidFill>
                  <a:srgbClr val="267F99"/>
                </a:solidFill>
                <a:latin typeface="Consolas"/>
                <a:ea typeface="Consolas"/>
                <a:cs typeface="Consolas"/>
                <a:sym typeface="Consolas"/>
              </a:rPr>
              <a:t>Socket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client</a:t>
            </a:r>
            <a:r>
              <a:rPr lang="en" sz="900">
                <a:latin typeface="Consolas"/>
                <a:ea typeface="Consolas"/>
                <a:cs typeface="Consolas"/>
                <a:sym typeface="Consolas"/>
              </a:rPr>
              <a:t> = </a:t>
            </a:r>
            <a:r>
              <a:rPr lang="en" sz="900">
                <a:solidFill>
                  <a:srgbClr val="AF00DB"/>
                </a:solidFill>
                <a:latin typeface="Consolas"/>
                <a:ea typeface="Consolas"/>
                <a:cs typeface="Consolas"/>
                <a:sym typeface="Consolas"/>
              </a:rPr>
              <a:t>new</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Socket</a:t>
            </a:r>
            <a:r>
              <a:rPr lang="en" sz="900">
                <a:latin typeface="Consolas"/>
                <a:ea typeface="Consolas"/>
                <a:cs typeface="Consolas"/>
                <a:sym typeface="Consolas"/>
              </a:rPr>
              <a:t>(</a:t>
            </a:r>
            <a:r>
              <a:rPr lang="en" sz="900">
                <a:solidFill>
                  <a:srgbClr val="A31515"/>
                </a:solidFill>
                <a:latin typeface="Consolas"/>
                <a:ea typeface="Consolas"/>
                <a:cs typeface="Consolas"/>
                <a:sym typeface="Consolas"/>
              </a:rPr>
              <a:t>"somehost"</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54321</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267F99"/>
                </a:solidFill>
                <a:latin typeface="Consolas"/>
                <a:ea typeface="Consolas"/>
                <a:cs typeface="Consolas"/>
                <a:sym typeface="Consolas"/>
              </a:rPr>
              <a:t>OutputStream</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out</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client</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getOutputStream</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267F99"/>
                </a:solidFill>
                <a:latin typeface="Consolas"/>
                <a:ea typeface="Consolas"/>
                <a:cs typeface="Consolas"/>
                <a:sym typeface="Consolas"/>
              </a:rPr>
              <a:t>PrintWriter</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printer</a:t>
            </a:r>
            <a:r>
              <a:rPr lang="en" sz="900">
                <a:latin typeface="Consolas"/>
                <a:ea typeface="Consolas"/>
                <a:cs typeface="Consolas"/>
                <a:sym typeface="Consolas"/>
              </a:rPr>
              <a:t> = </a:t>
            </a:r>
            <a:r>
              <a:rPr lang="en" sz="900">
                <a:solidFill>
                  <a:srgbClr val="AF00DB"/>
                </a:solidFill>
                <a:latin typeface="Consolas"/>
                <a:ea typeface="Consolas"/>
                <a:cs typeface="Consolas"/>
                <a:sym typeface="Consolas"/>
              </a:rPr>
              <a:t>new</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PrintWriter</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out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1080"/>
                </a:solidFill>
                <a:latin typeface="Consolas"/>
                <a:ea typeface="Consolas"/>
                <a:cs typeface="Consolas"/>
                <a:sym typeface="Consolas"/>
              </a:rPr>
              <a:t>printer</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println</a:t>
            </a:r>
            <a:r>
              <a:rPr lang="en" sz="900">
                <a:latin typeface="Consolas"/>
                <a:ea typeface="Consolas"/>
                <a:cs typeface="Consolas"/>
                <a:sym typeface="Consolas"/>
              </a:rPr>
              <a:t>(</a:t>
            </a:r>
            <a:r>
              <a:rPr lang="en" sz="900">
                <a:solidFill>
                  <a:srgbClr val="A31515"/>
                </a:solidFill>
                <a:latin typeface="Consolas"/>
                <a:ea typeface="Consolas"/>
                <a:cs typeface="Consolas"/>
                <a:sym typeface="Consolas"/>
              </a:rPr>
              <a:t>"John Denver"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1080"/>
                </a:solidFill>
                <a:latin typeface="Consolas"/>
                <a:ea typeface="Consolas"/>
                <a:cs typeface="Consolas"/>
                <a:sym typeface="Consolas"/>
              </a:rPr>
              <a:t>printer</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flush</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1080"/>
                </a:solidFill>
                <a:latin typeface="Consolas"/>
                <a:ea typeface="Consolas"/>
                <a:cs typeface="Consolas"/>
                <a:sym typeface="Consolas"/>
              </a:rPr>
              <a:t>client</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close</a:t>
            </a:r>
            <a:r>
              <a:rPr lang="en" sz="900">
                <a:latin typeface="Consolas"/>
                <a:ea typeface="Consolas"/>
                <a:cs typeface="Consolas"/>
                <a:sym typeface="Consolas"/>
              </a:rPr>
              <a:t>();</a:t>
            </a:r>
            <a:endParaRPr sz="900">
              <a:solidFill>
                <a:srgbClr val="267F99"/>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While not the most colorful web page, it was still nice to see our message show up in the browser. But what if we need to send data to the server, instead of just getting data from it. Let's try that now and see what the message looks like. </a:t>
            </a:r>
            <a:endParaRPr dirty="0"/>
          </a:p>
        </p:txBody>
      </p:sp>
      <p:sp>
        <p:nvSpPr>
          <p:cNvPr id="341" name="Google Shape;341;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342" name="Google Shape;342;p42"/>
          <p:cNvSpPr txBox="1">
            <a:spLocks noGrp="1"/>
          </p:cNvSpPr>
          <p:nvPr>
            <p:ph type="body" idx="2"/>
          </p:nvPr>
        </p:nvSpPr>
        <p:spPr>
          <a:xfrm>
            <a:off x="3165300" y="1805500"/>
            <a:ext cx="5775900" cy="2929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You've been provided an html page, </a:t>
            </a:r>
            <a:r>
              <a:rPr lang="en" dirty="0">
                <a:latin typeface="Courier New"/>
                <a:ea typeface="Courier New"/>
                <a:cs typeface="Courier New"/>
                <a:sym typeface="Courier New"/>
              </a:rPr>
              <a:t>unit10/activities/view/canIDrink.html</a:t>
            </a:r>
            <a:r>
              <a:rPr lang="en" dirty="0"/>
              <a:t>, which has some simple form data in it.</a:t>
            </a:r>
            <a:endParaRPr dirty="0"/>
          </a:p>
          <a:p>
            <a:pPr marL="914400" lvl="1" indent="-298450" algn="l" rtl="0">
              <a:spcBef>
                <a:spcPts val="0"/>
              </a:spcBef>
              <a:spcAft>
                <a:spcPts val="0"/>
              </a:spcAft>
              <a:buSzPts val="1100"/>
              <a:buChar char="○"/>
            </a:pPr>
            <a:r>
              <a:rPr lang="en" dirty="0"/>
              <a:t>Take a quick look at it with your instructor. </a:t>
            </a:r>
            <a:endParaRPr dirty="0"/>
          </a:p>
          <a:p>
            <a:pPr marL="914400" lvl="1" indent="-298450" algn="l" rtl="0">
              <a:spcBef>
                <a:spcPts val="0"/>
              </a:spcBef>
              <a:spcAft>
                <a:spcPts val="0"/>
              </a:spcAft>
              <a:buSzPts val="1100"/>
              <a:buChar char="○"/>
            </a:pPr>
            <a:r>
              <a:rPr lang="en" dirty="0"/>
              <a:t>As this isn't a web course we won't be going over HTML in detail.</a:t>
            </a:r>
            <a:endParaRPr dirty="0"/>
          </a:p>
          <a:p>
            <a:pPr marL="914400" lvl="1" indent="-298450" algn="l" rtl="0">
              <a:spcBef>
                <a:spcPts val="0"/>
              </a:spcBef>
              <a:spcAft>
                <a:spcPts val="0"/>
              </a:spcAft>
              <a:buSzPts val="1100"/>
              <a:buChar char="○"/>
            </a:pPr>
            <a:r>
              <a:rPr lang="en" dirty="0"/>
              <a:t>Do notice the action is set to "</a:t>
            </a:r>
            <a:r>
              <a:rPr lang="en" u="sng" dirty="0">
                <a:solidFill>
                  <a:schemeClr val="hlink"/>
                </a:solidFill>
                <a:hlinkClick r:id="rId3"/>
              </a:rPr>
              <a:t>http://localhost:8081</a:t>
            </a:r>
            <a:r>
              <a:rPr lang="en" dirty="0"/>
              <a:t>". This is how the web page knows where to send the request and is where our server should be.</a:t>
            </a:r>
            <a:endParaRPr dirty="0"/>
          </a:p>
          <a:p>
            <a:pPr marL="457200" lvl="0" indent="-311150" algn="l" rtl="0">
              <a:spcBef>
                <a:spcPts val="1000"/>
              </a:spcBef>
              <a:spcAft>
                <a:spcPts val="0"/>
              </a:spcAft>
              <a:buSzPts val="1300"/>
              <a:buChar char="●"/>
            </a:pPr>
            <a:r>
              <a:rPr lang="en" dirty="0"/>
              <a:t>Enter in your birthday for each field with each value being an integer.</a:t>
            </a:r>
            <a:endParaRPr dirty="0"/>
          </a:p>
          <a:p>
            <a:pPr marL="457200" lvl="0" indent="0" algn="l" rtl="0">
              <a:spcBef>
                <a:spcPts val="0"/>
              </a:spcBef>
              <a:spcAft>
                <a:spcPts val="0"/>
              </a:spcAft>
              <a:buNone/>
            </a:pPr>
            <a:r>
              <a:rPr lang="en" dirty="0"/>
              <a:t>Example: </a:t>
            </a:r>
            <a:r>
              <a:rPr lang="en" dirty="0">
                <a:latin typeface="Courier New"/>
                <a:ea typeface="Courier New"/>
                <a:cs typeface="Courier New"/>
                <a:sym typeface="Courier New"/>
              </a:rPr>
              <a:t>Year: 2005, Month: 06, Day: 12</a:t>
            </a:r>
            <a:r>
              <a:rPr lang="en" dirty="0"/>
              <a:t>  </a:t>
            </a:r>
            <a:endParaRPr dirty="0"/>
          </a:p>
          <a:p>
            <a:pPr marL="457200" lvl="0" indent="-311150" algn="l" rtl="0">
              <a:spcBef>
                <a:spcPts val="1000"/>
              </a:spcBef>
              <a:spcAft>
                <a:spcPts val="0"/>
              </a:spcAft>
              <a:buSzPts val="1300"/>
              <a:buChar char="●"/>
            </a:pPr>
            <a:r>
              <a:rPr lang="en" dirty="0"/>
              <a:t>Start your GetRequest application.</a:t>
            </a:r>
            <a:endParaRPr dirty="0"/>
          </a:p>
          <a:p>
            <a:pPr marL="457200" lvl="0" indent="-311150" algn="l" rtl="0">
              <a:spcBef>
                <a:spcPts val="1000"/>
              </a:spcBef>
              <a:spcAft>
                <a:spcPts val="1000"/>
              </a:spcAft>
              <a:buSzPts val="1300"/>
              <a:buChar char="●"/>
            </a:pPr>
            <a:r>
              <a:rPr lang="en" dirty="0"/>
              <a:t>Press the submit button and look at the request sent to your server.</a:t>
            </a:r>
            <a:endParaRPr dirty="0"/>
          </a:p>
        </p:txBody>
      </p:sp>
      <p:sp>
        <p:nvSpPr>
          <p:cNvPr id="343" name="Google Shape;343;p42"/>
          <p:cNvSpPr txBox="1">
            <a:spLocks noGrp="1"/>
          </p:cNvSpPr>
          <p:nvPr>
            <p:ph type="title"/>
          </p:nvPr>
        </p:nvSpPr>
        <p:spPr>
          <a:xfrm>
            <a:off x="1436850" y="8749"/>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Sending Data</a:t>
            </a:r>
            <a:endParaRPr/>
          </a:p>
        </p:txBody>
      </p:sp>
      <p:sp>
        <p:nvSpPr>
          <p:cNvPr id="344" name="Google Shape;344;p4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10.3</a:t>
            </a:r>
            <a:endParaRPr/>
          </a:p>
        </p:txBody>
      </p:sp>
      <p:sp>
        <p:nvSpPr>
          <p:cNvPr id="345" name="Google Shape;345;p42"/>
          <p:cNvSpPr txBox="1">
            <a:spLocks noGrp="1"/>
          </p:cNvSpPr>
          <p:nvPr>
            <p:ph type="body" idx="4"/>
          </p:nvPr>
        </p:nvSpPr>
        <p:spPr>
          <a:xfrm>
            <a:off x="141600" y="3983198"/>
            <a:ext cx="3023700" cy="92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While the provided web page may look like something out of the early 90s, it has everything we need to send some data to our server.</a:t>
            </a:r>
            <a:endParaRPr/>
          </a:p>
        </p:txBody>
      </p:sp>
      <p:pic>
        <p:nvPicPr>
          <p:cNvPr id="346" name="Google Shape;346;p42"/>
          <p:cNvPicPr preferRelativeResize="0"/>
          <p:nvPr/>
        </p:nvPicPr>
        <p:blipFill>
          <a:blip r:embed="rId4">
            <a:alphaModFix/>
          </a:blip>
          <a:stretch>
            <a:fillRect/>
          </a:stretch>
        </p:blipFill>
        <p:spPr>
          <a:xfrm>
            <a:off x="467575" y="1892350"/>
            <a:ext cx="2371725" cy="1857375"/>
          </a:xfrm>
          <a:prstGeom prst="rect">
            <a:avLst/>
          </a:prstGeom>
          <a:noFill/>
          <a:ln w="19050" cap="flat" cmpd="sng">
            <a:solidFill>
              <a:schemeClr val="dk1"/>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52" name="Google Shape;352;p43"/>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POST Request</a:t>
            </a:r>
            <a:endParaRPr/>
          </a:p>
        </p:txBody>
      </p:sp>
      <p:sp>
        <p:nvSpPr>
          <p:cNvPr id="353" name="Google Shape;353;p43"/>
          <p:cNvSpPr txBox="1"/>
          <p:nvPr/>
        </p:nvSpPr>
        <p:spPr>
          <a:xfrm>
            <a:off x="3789000" y="1101375"/>
            <a:ext cx="4978500" cy="2757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dk2"/>
                </a:solidFill>
                <a:latin typeface="Courier New"/>
                <a:ea typeface="Courier New"/>
                <a:cs typeface="Courier New"/>
                <a:sym typeface="Courier New"/>
              </a:rPr>
              <a:t>POST / HTTP/1.1</a:t>
            </a:r>
            <a:endParaRPr sz="1300" dirty="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300" dirty="0">
                <a:solidFill>
                  <a:schemeClr val="dk2"/>
                </a:solidFill>
                <a:latin typeface="Courier New"/>
                <a:ea typeface="Courier New"/>
                <a:cs typeface="Courier New"/>
                <a:sym typeface="Courier New"/>
              </a:rPr>
              <a:t>Host: localhost:8081</a:t>
            </a:r>
            <a:endParaRPr sz="1300" dirty="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300" dirty="0">
                <a:solidFill>
                  <a:schemeClr val="dk2"/>
                </a:solidFill>
                <a:latin typeface="Courier New"/>
                <a:ea typeface="Courier New"/>
                <a:cs typeface="Courier New"/>
                <a:sym typeface="Courier New"/>
              </a:rPr>
              <a:t>Connection: keep-alive</a:t>
            </a:r>
            <a:endParaRPr sz="1300" dirty="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300" dirty="0">
                <a:solidFill>
                  <a:schemeClr val="dk2"/>
                </a:solidFill>
                <a:latin typeface="Courier New"/>
                <a:ea typeface="Courier New"/>
                <a:cs typeface="Courier New"/>
                <a:sym typeface="Courier New"/>
              </a:rPr>
              <a:t>Content-Length: 25</a:t>
            </a:r>
            <a:endParaRPr sz="1300" dirty="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300" dirty="0">
                <a:solidFill>
                  <a:schemeClr val="dk2"/>
                </a:solidFill>
                <a:latin typeface="Courier New"/>
                <a:ea typeface="Courier New"/>
                <a:cs typeface="Courier New"/>
                <a:sym typeface="Courier New"/>
              </a:rPr>
              <a:t>Cache-Control: max-age=0</a:t>
            </a:r>
            <a:endParaRPr sz="1300" dirty="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300" dirty="0">
                <a:solidFill>
                  <a:schemeClr val="dk2"/>
                </a:solidFill>
                <a:latin typeface="Courier New"/>
                <a:ea typeface="Courier New"/>
                <a:cs typeface="Courier New"/>
                <a:sym typeface="Courier New"/>
              </a:rPr>
              <a:t>...</a:t>
            </a:r>
            <a:endParaRPr sz="1300" dirty="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300" dirty="0">
                <a:solidFill>
                  <a:schemeClr val="dk2"/>
                </a:solidFill>
                <a:latin typeface="Courier New"/>
                <a:ea typeface="Courier New"/>
                <a:cs typeface="Courier New"/>
                <a:sym typeface="Courier New"/>
              </a:rPr>
              <a:t>Content-Type: application/x-www-form-urlencoded</a:t>
            </a:r>
            <a:endParaRPr sz="1300" dirty="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300" dirty="0">
                <a:solidFill>
                  <a:schemeClr val="dk2"/>
                </a:solidFill>
                <a:latin typeface="Courier New"/>
                <a:ea typeface="Courier New"/>
                <a:cs typeface="Courier New"/>
                <a:sym typeface="Courier New"/>
              </a:rPr>
              <a:t>...</a:t>
            </a:r>
            <a:endParaRPr sz="1300" dirty="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300" dirty="0">
                <a:solidFill>
                  <a:schemeClr val="dk2"/>
                </a:solidFill>
                <a:latin typeface="Courier New"/>
                <a:ea typeface="Courier New"/>
                <a:cs typeface="Courier New"/>
                <a:sym typeface="Courier New"/>
              </a:rPr>
              <a:t>Accept-Encoding: gzip, deflate, br, zstd</a:t>
            </a:r>
            <a:endParaRPr sz="1300" dirty="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300" dirty="0">
                <a:solidFill>
                  <a:schemeClr val="dk2"/>
                </a:solidFill>
                <a:latin typeface="Courier New"/>
                <a:ea typeface="Courier New"/>
                <a:cs typeface="Courier New"/>
                <a:sym typeface="Courier New"/>
              </a:rPr>
              <a:t>Accept-Language: en-US,en;q=0.9</a:t>
            </a:r>
            <a:endParaRPr sz="1300" dirty="0">
              <a:solidFill>
                <a:schemeClr val="dk2"/>
              </a:solidFill>
              <a:latin typeface="Courier New"/>
              <a:ea typeface="Courier New"/>
              <a:cs typeface="Courier New"/>
              <a:sym typeface="Courier New"/>
            </a:endParaRPr>
          </a:p>
          <a:p>
            <a:pPr marL="0" lvl="0" indent="0" algn="l" rtl="0">
              <a:spcBef>
                <a:spcPts val="0"/>
              </a:spcBef>
              <a:spcAft>
                <a:spcPts val="0"/>
              </a:spcAft>
              <a:buNone/>
            </a:pPr>
            <a:endParaRPr sz="1300" dirty="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300" dirty="0">
                <a:solidFill>
                  <a:schemeClr val="dk2"/>
                </a:solidFill>
                <a:latin typeface="Courier New"/>
                <a:ea typeface="Courier New"/>
                <a:cs typeface="Courier New"/>
                <a:sym typeface="Courier New"/>
              </a:rPr>
              <a:t>year=2005&amp;month=06&amp;day=12</a:t>
            </a:r>
            <a:endParaRPr sz="1300" dirty="0">
              <a:solidFill>
                <a:schemeClr val="dk2"/>
              </a:solidFill>
              <a:latin typeface="Courier New"/>
              <a:ea typeface="Courier New"/>
              <a:cs typeface="Courier New"/>
              <a:sym typeface="Courier New"/>
            </a:endParaRPr>
          </a:p>
          <a:p>
            <a:pPr marL="0" lvl="0" indent="0" algn="l" rtl="0">
              <a:spcBef>
                <a:spcPts val="0"/>
              </a:spcBef>
              <a:spcAft>
                <a:spcPts val="0"/>
              </a:spcAft>
              <a:buNone/>
            </a:pPr>
            <a:endParaRPr sz="1300" dirty="0">
              <a:solidFill>
                <a:schemeClr val="dk2"/>
              </a:solidFill>
              <a:latin typeface="Courier New"/>
              <a:ea typeface="Courier New"/>
              <a:cs typeface="Courier New"/>
              <a:sym typeface="Courier New"/>
            </a:endParaRPr>
          </a:p>
        </p:txBody>
      </p:sp>
      <p:sp>
        <p:nvSpPr>
          <p:cNvPr id="354" name="Google Shape;354;p43"/>
          <p:cNvSpPr txBox="1">
            <a:spLocks noGrp="1"/>
          </p:cNvSpPr>
          <p:nvPr>
            <p:ph type="body" idx="4294967295"/>
          </p:nvPr>
        </p:nvSpPr>
        <p:spPr>
          <a:xfrm>
            <a:off x="228650" y="960136"/>
            <a:ext cx="31566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rPr>
              <a:t>Right off the bat, you'll notice the operation type is POST.</a:t>
            </a:r>
            <a:endParaRPr>
              <a:solidFill>
                <a:srgbClr val="000000"/>
              </a:solidFill>
            </a:endParaRPr>
          </a:p>
        </p:txBody>
      </p:sp>
      <p:sp>
        <p:nvSpPr>
          <p:cNvPr id="355" name="Google Shape;355;p43"/>
          <p:cNvSpPr txBox="1">
            <a:spLocks noGrp="1"/>
          </p:cNvSpPr>
          <p:nvPr>
            <p:ph type="body" idx="4294967295"/>
          </p:nvPr>
        </p:nvSpPr>
        <p:spPr>
          <a:xfrm>
            <a:off x="228650" y="1859575"/>
            <a:ext cx="31566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rPr>
              <a:t>This in common when the request includes additional information.</a:t>
            </a:r>
            <a:endParaRPr>
              <a:solidFill>
                <a:srgbClr val="000000"/>
              </a:solidFill>
            </a:endParaRPr>
          </a:p>
        </p:txBody>
      </p:sp>
      <p:sp>
        <p:nvSpPr>
          <p:cNvPr id="356" name="Google Shape;356;p43"/>
          <p:cNvSpPr txBox="1">
            <a:spLocks noGrp="1"/>
          </p:cNvSpPr>
          <p:nvPr>
            <p:ph type="body" idx="4294967295"/>
          </p:nvPr>
        </p:nvSpPr>
        <p:spPr>
          <a:xfrm>
            <a:off x="228650" y="2759025"/>
            <a:ext cx="31566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dirty="0">
                <a:solidFill>
                  <a:srgbClr val="000000"/>
                </a:solidFill>
              </a:rPr>
              <a:t>The content-Length field lets us know how much data was sent.</a:t>
            </a:r>
            <a:endParaRPr dirty="0">
              <a:solidFill>
                <a:srgbClr val="000000"/>
              </a:solidFill>
            </a:endParaRPr>
          </a:p>
        </p:txBody>
      </p:sp>
      <p:sp>
        <p:nvSpPr>
          <p:cNvPr id="357" name="Google Shape;357;p43"/>
          <p:cNvSpPr txBox="1">
            <a:spLocks noGrp="1"/>
          </p:cNvSpPr>
          <p:nvPr>
            <p:ph type="body" idx="4294967295"/>
          </p:nvPr>
        </p:nvSpPr>
        <p:spPr>
          <a:xfrm>
            <a:off x="228650" y="3658475"/>
            <a:ext cx="3156600" cy="785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dirty="0">
                <a:solidFill>
                  <a:srgbClr val="000000"/>
                </a:solidFill>
              </a:rPr>
              <a:t>At the moment, your code isn't reading the data/request body so you won't see it. We'll fix that in a moment.</a:t>
            </a:r>
            <a:endParaRPr dirty="0">
              <a:solidFill>
                <a:srgbClr val="000000"/>
              </a:solidFill>
            </a:endParaRPr>
          </a:p>
        </p:txBody>
      </p:sp>
      <p:sp>
        <p:nvSpPr>
          <p:cNvPr id="358" name="Google Shape;358;p43"/>
          <p:cNvSpPr/>
          <p:nvPr/>
        </p:nvSpPr>
        <p:spPr>
          <a:xfrm>
            <a:off x="3838400" y="1210650"/>
            <a:ext cx="470700" cy="183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359" name="Google Shape;359;p43"/>
          <p:cNvCxnSpPr>
            <a:stCxn id="354" idx="3"/>
            <a:endCxn id="358" idx="1"/>
          </p:cNvCxnSpPr>
          <p:nvPr/>
        </p:nvCxnSpPr>
        <p:spPr>
          <a:xfrm>
            <a:off x="3385250" y="1271986"/>
            <a:ext cx="453000" cy="30600"/>
          </a:xfrm>
          <a:prstGeom prst="bentConnector3">
            <a:avLst>
              <a:gd name="adj1" fmla="val 50017"/>
            </a:avLst>
          </a:prstGeom>
          <a:noFill/>
          <a:ln w="19050" cap="flat" cmpd="sng">
            <a:solidFill>
              <a:srgbClr val="FF0000"/>
            </a:solidFill>
            <a:prstDash val="solid"/>
            <a:round/>
            <a:headEnd type="none" w="med" len="med"/>
            <a:tailEnd type="none" w="med" len="med"/>
          </a:ln>
        </p:spPr>
      </p:cxnSp>
      <p:sp>
        <p:nvSpPr>
          <p:cNvPr id="360" name="Google Shape;360;p43"/>
          <p:cNvSpPr/>
          <p:nvPr/>
        </p:nvSpPr>
        <p:spPr>
          <a:xfrm>
            <a:off x="3856082" y="1779432"/>
            <a:ext cx="1868400" cy="239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361" name="Google Shape;361;p43"/>
          <p:cNvCxnSpPr>
            <a:stCxn id="356" idx="3"/>
            <a:endCxn id="360" idx="1"/>
          </p:cNvCxnSpPr>
          <p:nvPr/>
        </p:nvCxnSpPr>
        <p:spPr>
          <a:xfrm rot="10800000" flipH="1">
            <a:off x="3385250" y="1899075"/>
            <a:ext cx="470700" cy="1171800"/>
          </a:xfrm>
          <a:prstGeom prst="bentConnector3">
            <a:avLst>
              <a:gd name="adj1" fmla="val 50014"/>
            </a:avLst>
          </a:prstGeom>
          <a:noFill/>
          <a:ln w="19050" cap="flat" cmpd="sng">
            <a:solidFill>
              <a:srgbClr val="FF0000"/>
            </a:solidFill>
            <a:prstDash val="solid"/>
            <a:round/>
            <a:headEnd type="none" w="med" len="med"/>
            <a:tailEnd type="none" w="med" len="med"/>
          </a:ln>
        </p:spPr>
      </p:cxnSp>
      <p:sp>
        <p:nvSpPr>
          <p:cNvPr id="362" name="Google Shape;362;p43"/>
          <p:cNvSpPr/>
          <p:nvPr/>
        </p:nvSpPr>
        <p:spPr>
          <a:xfrm>
            <a:off x="3856075" y="3341521"/>
            <a:ext cx="2578500" cy="292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363" name="Google Shape;363;p43"/>
          <p:cNvCxnSpPr>
            <a:stCxn id="357" idx="3"/>
            <a:endCxn id="362" idx="1"/>
          </p:cNvCxnSpPr>
          <p:nvPr/>
        </p:nvCxnSpPr>
        <p:spPr>
          <a:xfrm rot="10800000" flipH="1">
            <a:off x="3385250" y="3487925"/>
            <a:ext cx="470700" cy="563100"/>
          </a:xfrm>
          <a:prstGeom prst="bentConnector3">
            <a:avLst>
              <a:gd name="adj1" fmla="val 50013"/>
            </a:avLst>
          </a:prstGeom>
          <a:noFill/>
          <a:ln w="19050" cap="flat" cmpd="sng">
            <a:solidFill>
              <a:srgbClr val="FF000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pic>
        <p:nvPicPr>
          <p:cNvPr id="368" name="Google Shape;368;p44"/>
          <p:cNvPicPr preferRelativeResize="0"/>
          <p:nvPr/>
        </p:nvPicPr>
        <p:blipFill>
          <a:blip r:embed="rId3">
            <a:alphaModFix/>
          </a:blip>
          <a:stretch>
            <a:fillRect/>
          </a:stretch>
        </p:blipFill>
        <p:spPr>
          <a:xfrm>
            <a:off x="5954320" y="1441983"/>
            <a:ext cx="2047200" cy="2407400"/>
          </a:xfrm>
          <a:prstGeom prst="rect">
            <a:avLst/>
          </a:prstGeom>
          <a:noFill/>
          <a:ln w="19050" cap="flat" cmpd="sng">
            <a:solidFill>
              <a:schemeClr val="dk2"/>
            </a:solidFill>
            <a:prstDash val="solid"/>
            <a:round/>
            <a:headEnd type="none" w="sm" len="sm"/>
            <a:tailEnd type="none" w="sm" len="sm"/>
          </a:ln>
        </p:spPr>
      </p:pic>
      <p:sp>
        <p:nvSpPr>
          <p:cNvPr id="369" name="Google Shape;369;p4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370" name="Google Shape;370;p44"/>
          <p:cNvSpPr txBox="1">
            <a:spLocks noGrp="1"/>
          </p:cNvSpPr>
          <p:nvPr>
            <p:ph type="title"/>
          </p:nvPr>
        </p:nvSpPr>
        <p:spPr>
          <a:xfrm>
            <a:off x="5264725" y="206450"/>
            <a:ext cx="3706500" cy="93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Separation of Concerns</a:t>
            </a:r>
            <a:endParaRPr/>
          </a:p>
        </p:txBody>
      </p:sp>
      <p:sp>
        <p:nvSpPr>
          <p:cNvPr id="371" name="Google Shape;371;p44"/>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Now that we're getting data in the request, we'll need to actually parse it rather than sending a blanket response.</a:t>
            </a:r>
            <a:endParaRPr dirty="0"/>
          </a:p>
          <a:p>
            <a:pPr marL="457200" lvl="0" indent="-311150" algn="l" rtl="0">
              <a:spcBef>
                <a:spcPts val="1000"/>
              </a:spcBef>
              <a:spcAft>
                <a:spcPts val="0"/>
              </a:spcAft>
              <a:buSzPts val="1300"/>
              <a:buChar char="●"/>
            </a:pPr>
            <a:r>
              <a:rPr lang="en" dirty="0"/>
              <a:t>While we could keep going with our current file putting everything in one place </a:t>
            </a:r>
            <a:r>
              <a:rPr lang="en" b="1" i="1" dirty="0"/>
              <a:t>isn't</a:t>
            </a:r>
            <a:r>
              <a:rPr lang="en" dirty="0"/>
              <a:t> always the best idea.</a:t>
            </a:r>
            <a:endParaRPr dirty="0"/>
          </a:p>
          <a:p>
            <a:pPr marL="457200" lvl="0" indent="-311150" algn="l" rtl="0">
              <a:spcBef>
                <a:spcPts val="1000"/>
              </a:spcBef>
              <a:spcAft>
                <a:spcPts val="0"/>
              </a:spcAft>
              <a:buSzPts val="1300"/>
              <a:buChar char="●"/>
            </a:pPr>
            <a:r>
              <a:rPr lang="en" dirty="0"/>
              <a:t>A common OO practice is to break each piece of functionality up into its own class.</a:t>
            </a:r>
            <a:endParaRPr dirty="0"/>
          </a:p>
          <a:p>
            <a:pPr marL="457200" lvl="0" indent="-311150" algn="l" rtl="0">
              <a:spcBef>
                <a:spcPts val="1000"/>
              </a:spcBef>
              <a:spcAft>
                <a:spcPts val="0"/>
              </a:spcAft>
              <a:buSzPts val="1300"/>
              <a:buChar char="●"/>
            </a:pPr>
            <a:r>
              <a:rPr lang="en" dirty="0"/>
              <a:t>This is known as </a:t>
            </a:r>
            <a:r>
              <a:rPr lang="en" b="1" i="1" dirty="0">
                <a:solidFill>
                  <a:srgbClr val="FF0000"/>
                </a:solidFill>
              </a:rPr>
              <a:t>Separation of Concerns</a:t>
            </a:r>
            <a:r>
              <a:rPr lang="en" dirty="0"/>
              <a:t>.</a:t>
            </a:r>
            <a:endParaRPr dirty="0"/>
          </a:p>
          <a:p>
            <a:pPr marL="914400" lvl="1" indent="-298450" algn="l" rtl="0">
              <a:spcBef>
                <a:spcPts val="0"/>
              </a:spcBef>
              <a:spcAft>
                <a:spcPts val="0"/>
              </a:spcAft>
              <a:buSzPts val="1100"/>
              <a:buChar char="○"/>
            </a:pPr>
            <a:r>
              <a:rPr lang="en" dirty="0">
                <a:highlight>
                  <a:srgbClr val="FFFF00"/>
                </a:highlight>
              </a:rPr>
              <a:t>Each class is only </a:t>
            </a:r>
            <a:r>
              <a:rPr lang="en" dirty="0">
                <a:solidFill>
                  <a:srgbClr val="666666"/>
                </a:solidFill>
                <a:highlight>
                  <a:srgbClr val="FFFF00"/>
                </a:highlight>
              </a:rPr>
              <a:t>concerned with only</a:t>
            </a:r>
            <a:r>
              <a:rPr lang="en" b="1" i="1" dirty="0">
                <a:solidFill>
                  <a:srgbClr val="FF0000"/>
                </a:solidFill>
                <a:highlight>
                  <a:srgbClr val="FFFF00"/>
                </a:highlight>
              </a:rPr>
              <a:t> a single responsibility</a:t>
            </a:r>
            <a:r>
              <a:rPr lang="en" dirty="0">
                <a:solidFill>
                  <a:srgbClr val="666666"/>
                </a:solidFill>
                <a:highlight>
                  <a:srgbClr val="FFFF00"/>
                </a:highlight>
              </a:rPr>
              <a:t>, or task</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This increases </a:t>
            </a:r>
            <a:r>
              <a:rPr lang="en" b="1" i="1" dirty="0">
                <a:solidFill>
                  <a:srgbClr val="FF0000"/>
                </a:solidFill>
              </a:rPr>
              <a:t>reusability</a:t>
            </a:r>
            <a:r>
              <a:rPr lang="en" dirty="0"/>
              <a:t>.</a:t>
            </a:r>
            <a:endParaRPr dirty="0"/>
          </a:p>
          <a:p>
            <a:pPr marL="914400" lvl="1" indent="-298450" algn="l" rtl="0">
              <a:spcBef>
                <a:spcPts val="0"/>
              </a:spcBef>
              <a:spcAft>
                <a:spcPts val="0"/>
              </a:spcAft>
              <a:buSzPts val="1100"/>
              <a:buChar char="○"/>
            </a:pPr>
            <a:r>
              <a:rPr lang="en" dirty="0"/>
              <a:t> And makes testing easier.</a:t>
            </a:r>
            <a:endParaRPr dirty="0"/>
          </a:p>
          <a:p>
            <a:pPr marL="457200" lvl="0" indent="-311150" algn="l" rtl="0">
              <a:spcBef>
                <a:spcPts val="1000"/>
              </a:spcBef>
              <a:spcAft>
                <a:spcPts val="0"/>
              </a:spcAft>
              <a:buSzPts val="1300"/>
              <a:buChar char="●"/>
            </a:pPr>
            <a:r>
              <a:rPr lang="en" dirty="0"/>
              <a:t>While this may at first feel like more work, it's a time proven tactic to increase </a:t>
            </a:r>
            <a:r>
              <a:rPr lang="en" b="1" i="1" dirty="0">
                <a:solidFill>
                  <a:srgbClr val="FF0000"/>
                </a:solidFill>
              </a:rPr>
              <a:t>efficiency</a:t>
            </a:r>
            <a:r>
              <a:rPr lang="en" dirty="0"/>
              <a:t> over time through reuse.</a:t>
            </a:r>
            <a:endParaRPr dirty="0"/>
          </a:p>
        </p:txBody>
      </p:sp>
      <p:sp>
        <p:nvSpPr>
          <p:cNvPr id="372" name="Google Shape;372;p44"/>
          <p:cNvSpPr txBox="1">
            <a:spLocks noGrp="1"/>
          </p:cNvSpPr>
          <p:nvPr>
            <p:ph type="body" idx="3"/>
          </p:nvPr>
        </p:nvSpPr>
        <p:spPr>
          <a:xfrm>
            <a:off x="51922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Instead of having one specialized Blob class, we should use several more generic reusable pieces that can be put together in a specialized way.</a:t>
            </a:r>
            <a:endParaRPr dirty="0"/>
          </a:p>
        </p:txBody>
      </p:sp>
      <p:pic>
        <p:nvPicPr>
          <p:cNvPr id="373" name="Google Shape;373;p44"/>
          <p:cNvPicPr preferRelativeResize="0"/>
          <p:nvPr/>
        </p:nvPicPr>
        <p:blipFill>
          <a:blip r:embed="rId4">
            <a:alphaModFix/>
          </a:blip>
          <a:stretch>
            <a:fillRect/>
          </a:stretch>
        </p:blipFill>
        <p:spPr>
          <a:xfrm>
            <a:off x="5192226" y="1441972"/>
            <a:ext cx="3706501" cy="2518327"/>
          </a:xfrm>
          <a:prstGeom prst="rect">
            <a:avLst/>
          </a:prstGeom>
          <a:noFill/>
          <a:ln w="19050" cap="flat" cmpd="sng">
            <a:solidFill>
              <a:schemeClr val="dk2"/>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73"/>
                                        </p:tgtEl>
                                        <p:attrNameLst>
                                          <p:attrName>style.visibility</p:attrName>
                                        </p:attrNameLst>
                                      </p:cBhvr>
                                      <p:to>
                                        <p:strVal val="visible"/>
                                      </p:to>
                                    </p:set>
                                    <p:anim calcmode="lin" valueType="num">
                                      <p:cBhvr additive="base">
                                        <p:cTn id="7" dur="300"/>
                                        <p:tgtEl>
                                          <p:spTgt spid="373"/>
                                        </p:tgtEl>
                                        <p:attrNameLst>
                                          <p:attrName>ppt_w</p:attrName>
                                        </p:attrNameLst>
                                      </p:cBhvr>
                                      <p:tavLst>
                                        <p:tav tm="0">
                                          <p:val>
                                            <p:strVal val="0"/>
                                          </p:val>
                                        </p:tav>
                                        <p:tav tm="100000">
                                          <p:val>
                                            <p:strVal val="#ppt_w"/>
                                          </p:val>
                                        </p:tav>
                                      </p:tavLst>
                                    </p:anim>
                                    <p:anim calcmode="lin" valueType="num">
                                      <p:cBhvr additive="base">
                                        <p:cTn id="8" dur="300"/>
                                        <p:tgtEl>
                                          <p:spTgt spid="37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379" name="Google Shape;379;p45"/>
          <p:cNvSpPr txBox="1">
            <a:spLocks noGrp="1"/>
          </p:cNvSpPr>
          <p:nvPr>
            <p:ph type="title"/>
          </p:nvPr>
        </p:nvSpPr>
        <p:spPr>
          <a:xfrm>
            <a:off x="1436850" y="20487"/>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HttpRequest</a:t>
            </a:r>
            <a:endParaRPr/>
          </a:p>
        </p:txBody>
      </p:sp>
      <p:sp>
        <p:nvSpPr>
          <p:cNvPr id="380" name="Google Shape;380;p45"/>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We'll start with a container to hold an HTTP request. It will allow easy access to the request method (GET/POST), URI, headers, and body.</a:t>
            </a:r>
            <a:endParaRPr dirty="0"/>
          </a:p>
        </p:txBody>
      </p:sp>
      <p:sp>
        <p:nvSpPr>
          <p:cNvPr id="381" name="Google Shape;381;p45"/>
          <p:cNvSpPr txBox="1">
            <a:spLocks noGrp="1"/>
          </p:cNvSpPr>
          <p:nvPr>
            <p:ph type="body" idx="4"/>
          </p:nvPr>
        </p:nvSpPr>
        <p:spPr>
          <a:xfrm>
            <a:off x="141600" y="4422250"/>
            <a:ext cx="26421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Understanding what each piece in the class will help with future steps.</a:t>
            </a:r>
            <a:endParaRPr/>
          </a:p>
        </p:txBody>
      </p:sp>
      <p:sp>
        <p:nvSpPr>
          <p:cNvPr id="382" name="Google Shape;382;p45"/>
          <p:cNvSpPr txBox="1">
            <a:spLocks noGrp="1"/>
          </p:cNvSpPr>
          <p:nvPr>
            <p:ph type="body" idx="2"/>
          </p:nvPr>
        </p:nvSpPr>
        <p:spPr>
          <a:xfrm>
            <a:off x="2783700" y="1443050"/>
            <a:ext cx="6237600" cy="3393206"/>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dirty="0"/>
              <a:t>In the </a:t>
            </a:r>
            <a:r>
              <a:rPr lang="en" sz="1200" dirty="0">
                <a:solidFill>
                  <a:srgbClr val="FF0000"/>
                </a:solidFill>
                <a:latin typeface="Courier New"/>
                <a:ea typeface="Courier New"/>
                <a:cs typeface="Courier New"/>
                <a:sym typeface="Courier New"/>
              </a:rPr>
              <a:t>httpserver</a:t>
            </a:r>
            <a:r>
              <a:rPr lang="en" sz="1200" dirty="0"/>
              <a:t> package, implement the the UML depicted on the left it. Include an initializing constructor for all fields.</a:t>
            </a:r>
            <a:endParaRPr sz="1200" dirty="0"/>
          </a:p>
          <a:p>
            <a:pPr marL="457200" lvl="0" indent="-304800" algn="l" rtl="0">
              <a:spcBef>
                <a:spcPts val="0"/>
              </a:spcBef>
              <a:spcAft>
                <a:spcPts val="0"/>
              </a:spcAft>
              <a:buSzPts val="1200"/>
              <a:buChar char="●"/>
            </a:pPr>
            <a:r>
              <a:rPr lang="en" sz="1200" dirty="0"/>
              <a:t>The </a:t>
            </a:r>
            <a:r>
              <a:rPr lang="en" sz="1200" dirty="0">
                <a:highlight>
                  <a:srgbClr val="FFFF00"/>
                </a:highlight>
                <a:latin typeface="Courier New"/>
                <a:ea typeface="Courier New"/>
                <a:cs typeface="Courier New"/>
                <a:sym typeface="Courier New"/>
              </a:rPr>
              <a:t>Method</a:t>
            </a:r>
            <a:r>
              <a:rPr lang="en" sz="1200" dirty="0">
                <a:highlight>
                  <a:srgbClr val="FFFF00"/>
                </a:highlight>
              </a:rPr>
              <a:t> enumeration </a:t>
            </a:r>
            <a:r>
              <a:rPr lang="en" sz="1200" dirty="0"/>
              <a:t>can be an </a:t>
            </a:r>
            <a:r>
              <a:rPr lang="en" sz="1200" b="1" i="1" dirty="0">
                <a:solidFill>
                  <a:srgbClr val="FF0000"/>
                </a:solidFill>
              </a:rPr>
              <a:t>inner class</a:t>
            </a:r>
            <a:r>
              <a:rPr lang="en" sz="1200" dirty="0"/>
              <a:t>.</a:t>
            </a:r>
            <a:endParaRPr sz="1200" dirty="0"/>
          </a:p>
          <a:p>
            <a:pPr marL="457200" lvl="0" indent="-304800" algn="l" rtl="0">
              <a:spcBef>
                <a:spcPts val="0"/>
              </a:spcBef>
              <a:spcAft>
                <a:spcPts val="0"/>
              </a:spcAft>
              <a:buSzPts val="1200"/>
              <a:buChar char="●"/>
            </a:pPr>
            <a:r>
              <a:rPr lang="en" sz="1200" dirty="0"/>
              <a:t>For the line </a:t>
            </a:r>
            <a:r>
              <a:rPr lang="en" sz="1200" dirty="0">
                <a:latin typeface="Courier New"/>
                <a:ea typeface="Courier New"/>
                <a:cs typeface="Courier New"/>
                <a:sym typeface="Courier New"/>
              </a:rPr>
              <a:t>POST / HTTP/1.1</a:t>
            </a:r>
            <a:endParaRPr sz="1200" dirty="0">
              <a:latin typeface="Courier New"/>
              <a:ea typeface="Courier New"/>
              <a:cs typeface="Courier New"/>
              <a:sym typeface="Courier New"/>
            </a:endParaRPr>
          </a:p>
          <a:p>
            <a:pPr marL="914400" lvl="1" indent="-292100" algn="l" rtl="0">
              <a:spcBef>
                <a:spcPts val="0"/>
              </a:spcBef>
              <a:spcAft>
                <a:spcPts val="0"/>
              </a:spcAft>
              <a:buSzPts val="1000"/>
              <a:buChar char="○"/>
            </a:pPr>
            <a:r>
              <a:rPr lang="en" sz="1000" dirty="0">
                <a:latin typeface="Courier New"/>
                <a:ea typeface="Courier New"/>
                <a:cs typeface="Courier New"/>
                <a:sym typeface="Courier New"/>
              </a:rPr>
              <a:t>POST</a:t>
            </a:r>
            <a:r>
              <a:rPr lang="en" sz="1000" dirty="0"/>
              <a:t> is the </a:t>
            </a:r>
            <a:r>
              <a:rPr lang="en" sz="1000" b="1" i="1" dirty="0">
                <a:solidFill>
                  <a:srgbClr val="FF0000"/>
                </a:solidFill>
              </a:rPr>
              <a:t>method</a:t>
            </a:r>
            <a:endParaRPr sz="1000" b="1" i="1" dirty="0">
              <a:solidFill>
                <a:srgbClr val="FF0000"/>
              </a:solidFill>
            </a:endParaRPr>
          </a:p>
          <a:p>
            <a:pPr marL="914400" lvl="1" indent="-292100" algn="l" rtl="0">
              <a:spcBef>
                <a:spcPts val="0"/>
              </a:spcBef>
              <a:spcAft>
                <a:spcPts val="0"/>
              </a:spcAft>
              <a:buSzPts val="1000"/>
              <a:buChar char="○"/>
            </a:pPr>
            <a:r>
              <a:rPr lang="en" sz="1000" dirty="0">
                <a:latin typeface="Courier New"/>
                <a:ea typeface="Courier New"/>
                <a:cs typeface="Courier New"/>
                <a:sym typeface="Courier New"/>
              </a:rPr>
              <a:t>/</a:t>
            </a:r>
            <a:r>
              <a:rPr lang="en" sz="1000" dirty="0"/>
              <a:t> is the </a:t>
            </a:r>
            <a:r>
              <a:rPr lang="en" sz="1000" b="1" i="1" dirty="0">
                <a:solidFill>
                  <a:srgbClr val="FF0000"/>
                </a:solidFill>
              </a:rPr>
              <a:t>URI </a:t>
            </a:r>
            <a:r>
              <a:rPr lang="en" sz="1000" dirty="0"/>
              <a:t>(we'll do more with this later)</a:t>
            </a:r>
            <a:endParaRPr sz="1000" dirty="0"/>
          </a:p>
          <a:p>
            <a:pPr marL="914400" lvl="1" indent="-292100" algn="l" rtl="0">
              <a:spcBef>
                <a:spcPts val="0"/>
              </a:spcBef>
              <a:spcAft>
                <a:spcPts val="0"/>
              </a:spcAft>
              <a:buSzPts val="1000"/>
              <a:buChar char="○"/>
            </a:pPr>
            <a:r>
              <a:rPr lang="en" sz="1000" dirty="0">
                <a:latin typeface="Courier New"/>
                <a:ea typeface="Courier New"/>
                <a:cs typeface="Courier New"/>
                <a:sym typeface="Courier New"/>
              </a:rPr>
              <a:t>HTTP/1.1</a:t>
            </a:r>
            <a:r>
              <a:rPr lang="en" sz="1000" dirty="0"/>
              <a:t> is the protocol but we only use HTTPv1.1 so it won't be stored</a:t>
            </a:r>
            <a:endParaRPr sz="1000" dirty="0"/>
          </a:p>
          <a:p>
            <a:pPr marL="457200" lvl="0" indent="-304800" algn="l" rtl="0">
              <a:spcBef>
                <a:spcPts val="1000"/>
              </a:spcBef>
              <a:spcAft>
                <a:spcPts val="0"/>
              </a:spcAft>
              <a:buSzPts val="1200"/>
              <a:buChar char="●"/>
            </a:pPr>
            <a:r>
              <a:rPr lang="en" sz="1200" dirty="0"/>
              <a:t>Headers is a map of attribute to values. For the line </a:t>
            </a:r>
            <a:r>
              <a:rPr lang="en" sz="1200" dirty="0">
                <a:latin typeface="Courier New"/>
                <a:ea typeface="Courier New"/>
                <a:cs typeface="Courier New"/>
                <a:sym typeface="Courier New"/>
              </a:rPr>
              <a:t>Content-Length: 25</a:t>
            </a:r>
            <a:endParaRPr sz="1200" dirty="0">
              <a:latin typeface="Courier New"/>
              <a:ea typeface="Courier New"/>
              <a:cs typeface="Courier New"/>
              <a:sym typeface="Courier New"/>
            </a:endParaRPr>
          </a:p>
          <a:p>
            <a:pPr marL="914400" lvl="1" indent="-292100" algn="l" rtl="0">
              <a:spcBef>
                <a:spcPts val="0"/>
              </a:spcBef>
              <a:spcAft>
                <a:spcPts val="0"/>
              </a:spcAft>
              <a:buSzPts val="1000"/>
              <a:buChar char="○"/>
            </a:pPr>
            <a:r>
              <a:rPr lang="en" sz="1000" dirty="0">
                <a:latin typeface="Courier New"/>
                <a:ea typeface="Courier New"/>
                <a:cs typeface="Courier New"/>
                <a:sym typeface="Courier New"/>
              </a:rPr>
              <a:t>Conent-Length</a:t>
            </a:r>
            <a:r>
              <a:rPr lang="en" sz="1000" dirty="0"/>
              <a:t> would be the </a:t>
            </a:r>
            <a:r>
              <a:rPr lang="en" sz="1000" b="1" i="1" dirty="0">
                <a:solidFill>
                  <a:srgbClr val="FF0000"/>
                </a:solidFill>
              </a:rPr>
              <a:t>key</a:t>
            </a:r>
            <a:endParaRPr sz="1000" b="1" i="1" dirty="0">
              <a:solidFill>
                <a:srgbClr val="FF0000"/>
              </a:solidFill>
            </a:endParaRPr>
          </a:p>
          <a:p>
            <a:pPr marL="914400" lvl="1" indent="-292100" algn="l" rtl="0">
              <a:spcBef>
                <a:spcPts val="0"/>
              </a:spcBef>
              <a:spcAft>
                <a:spcPts val="0"/>
              </a:spcAft>
              <a:buSzPts val="1000"/>
              <a:buChar char="○"/>
            </a:pPr>
            <a:r>
              <a:rPr lang="en" sz="1000" dirty="0">
                <a:latin typeface="Courier New"/>
                <a:ea typeface="Courier New"/>
                <a:cs typeface="Courier New"/>
                <a:sym typeface="Courier New"/>
              </a:rPr>
              <a:t>25</a:t>
            </a:r>
            <a:r>
              <a:rPr lang="en" sz="1000" dirty="0"/>
              <a:t> would be the </a:t>
            </a:r>
            <a:r>
              <a:rPr lang="en" sz="1000" b="1" i="1" dirty="0">
                <a:solidFill>
                  <a:srgbClr val="FF0000"/>
                </a:solidFill>
              </a:rPr>
              <a:t>value</a:t>
            </a:r>
            <a:endParaRPr sz="1000" b="1" i="1" dirty="0">
              <a:solidFill>
                <a:srgbClr val="FF0000"/>
              </a:solidFill>
            </a:endParaRPr>
          </a:p>
          <a:p>
            <a:pPr marL="457200" lvl="0" indent="-304800" algn="l" rtl="0">
              <a:lnSpc>
                <a:spcPct val="125000"/>
              </a:lnSpc>
              <a:spcBef>
                <a:spcPts val="1000"/>
              </a:spcBef>
              <a:spcAft>
                <a:spcPts val="0"/>
              </a:spcAft>
              <a:buClr>
                <a:srgbClr val="666666"/>
              </a:buClr>
              <a:buSzPts val="1200"/>
              <a:buChar char="●"/>
            </a:pPr>
            <a:r>
              <a:rPr lang="en" sz="1200" dirty="0">
                <a:solidFill>
                  <a:srgbClr val="666666"/>
                </a:solidFill>
              </a:rPr>
              <a:t>The body is the content of the message. For our previous example that would be:</a:t>
            </a:r>
            <a:endParaRPr sz="1200" dirty="0">
              <a:solidFill>
                <a:srgbClr val="666666"/>
              </a:solidFill>
            </a:endParaRPr>
          </a:p>
          <a:p>
            <a:pPr marL="457200" lvl="0" indent="0" algn="l" rtl="0">
              <a:lnSpc>
                <a:spcPct val="100000"/>
              </a:lnSpc>
              <a:spcBef>
                <a:spcPts val="0"/>
              </a:spcBef>
              <a:spcAft>
                <a:spcPts val="0"/>
              </a:spcAft>
              <a:buNone/>
            </a:pPr>
            <a:r>
              <a:rPr lang="en" sz="1200" dirty="0">
                <a:latin typeface="Courier New"/>
                <a:ea typeface="Courier New"/>
                <a:cs typeface="Courier New"/>
                <a:sym typeface="Courier New"/>
              </a:rPr>
              <a:t>year=2005&amp;month=06&amp;day=12</a:t>
            </a:r>
            <a:endParaRPr sz="1200" dirty="0">
              <a:latin typeface="Courier New"/>
              <a:ea typeface="Courier New"/>
              <a:cs typeface="Courier New"/>
              <a:sym typeface="Courier New"/>
            </a:endParaRPr>
          </a:p>
          <a:p>
            <a:pPr marL="457200" lvl="0" indent="-304800" algn="l" rtl="0">
              <a:lnSpc>
                <a:spcPct val="125000"/>
              </a:lnSpc>
              <a:spcBef>
                <a:spcPts val="1000"/>
              </a:spcBef>
              <a:spcAft>
                <a:spcPts val="0"/>
              </a:spcAft>
              <a:buSzPts val="1200"/>
              <a:buChar char="●"/>
            </a:pPr>
            <a:r>
              <a:rPr lang="en" sz="1200" dirty="0"/>
              <a:t>toString should use the format:</a:t>
            </a:r>
            <a:endParaRPr sz="1200" dirty="0"/>
          </a:p>
          <a:p>
            <a:pPr marL="0" lvl="0" indent="0" algn="l" rtl="0">
              <a:lnSpc>
                <a:spcPct val="150000"/>
              </a:lnSpc>
              <a:spcBef>
                <a:spcPts val="0"/>
              </a:spcBef>
              <a:spcAft>
                <a:spcPts val="0"/>
              </a:spcAft>
              <a:buNone/>
            </a:pPr>
            <a:r>
              <a:rPr lang="en" sz="900" dirty="0">
                <a:solidFill>
                  <a:srgbClr val="666666"/>
                </a:solidFill>
                <a:latin typeface="Courier New"/>
                <a:ea typeface="Courier New"/>
                <a:cs typeface="Courier New"/>
                <a:sym typeface="Courier New"/>
              </a:rPr>
              <a:t>   </a:t>
            </a:r>
            <a:r>
              <a:rPr lang="en" sz="1000" dirty="0">
                <a:solidFill>
                  <a:srgbClr val="666666"/>
                </a:solidFill>
                <a:latin typeface="Courier New"/>
                <a:ea typeface="Courier New"/>
                <a:cs typeface="Courier New"/>
                <a:sym typeface="Courier New"/>
              </a:rPr>
              <a:t>HTTPRequest {method: &lt;method&gt;, uri: &lt;uri&gt;, headers: &lt;headers&gt;, body: &lt;body&gt;}</a:t>
            </a:r>
            <a:endParaRPr dirty="0"/>
          </a:p>
        </p:txBody>
      </p:sp>
      <p:sp>
        <p:nvSpPr>
          <p:cNvPr id="383" name="Google Shape;383;p4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10.4</a:t>
            </a:r>
            <a:endParaRPr/>
          </a:p>
        </p:txBody>
      </p:sp>
      <p:pic>
        <p:nvPicPr>
          <p:cNvPr id="384" name="Google Shape;384;p45"/>
          <p:cNvPicPr preferRelativeResize="0"/>
          <p:nvPr/>
        </p:nvPicPr>
        <p:blipFill>
          <a:blip r:embed="rId3">
            <a:alphaModFix/>
          </a:blip>
          <a:stretch>
            <a:fillRect/>
          </a:stretch>
        </p:blipFill>
        <p:spPr>
          <a:xfrm>
            <a:off x="727775" y="1445925"/>
            <a:ext cx="1851350" cy="2854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6"/>
          <p:cNvSpPr txBox="1">
            <a:spLocks noGrp="1"/>
          </p:cNvSpPr>
          <p:nvPr>
            <p:ph type="body" idx="1"/>
          </p:nvPr>
        </p:nvSpPr>
        <p:spPr>
          <a:xfrm>
            <a:off x="65250" y="731625"/>
            <a:ext cx="8955900" cy="4311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Next we'll implement the </a:t>
            </a:r>
            <a:r>
              <a:rPr lang="en">
                <a:latin typeface="Courier New"/>
                <a:ea typeface="Courier New"/>
                <a:cs typeface="Courier New"/>
                <a:sym typeface="Courier New"/>
              </a:rPr>
              <a:t>HttpRequestParser</a:t>
            </a:r>
            <a:r>
              <a:rPr lang="en"/>
              <a:t> which will create </a:t>
            </a:r>
            <a:r>
              <a:rPr lang="en">
                <a:latin typeface="Courier New"/>
                <a:ea typeface="Courier New"/>
                <a:cs typeface="Courier New"/>
                <a:sym typeface="Courier New"/>
              </a:rPr>
              <a:t>HttpRequest</a:t>
            </a:r>
            <a:r>
              <a:rPr lang="en"/>
              <a:t>s.</a:t>
            </a:r>
            <a:endParaRPr/>
          </a:p>
        </p:txBody>
      </p:sp>
      <p:sp>
        <p:nvSpPr>
          <p:cNvPr id="390" name="Google Shape;390;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391" name="Google Shape;391;p46"/>
          <p:cNvSpPr txBox="1">
            <a:spLocks noGrp="1"/>
          </p:cNvSpPr>
          <p:nvPr>
            <p:ph type="body" idx="2"/>
          </p:nvPr>
        </p:nvSpPr>
        <p:spPr>
          <a:xfrm>
            <a:off x="3143775" y="1285275"/>
            <a:ext cx="5797200" cy="3840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Add an </a:t>
            </a:r>
            <a:r>
              <a:rPr lang="en" dirty="0">
                <a:solidFill>
                  <a:srgbClr val="FF0000"/>
                </a:solidFill>
                <a:latin typeface="Courier New"/>
                <a:ea typeface="Courier New"/>
                <a:cs typeface="Courier New"/>
                <a:sym typeface="Courier New"/>
              </a:rPr>
              <a:t>HttpRequestParser</a:t>
            </a:r>
            <a:r>
              <a:rPr lang="en" dirty="0"/>
              <a:t> class to the </a:t>
            </a:r>
            <a:r>
              <a:rPr lang="en" dirty="0">
                <a:latin typeface="Courier New"/>
                <a:ea typeface="Courier New"/>
                <a:cs typeface="Courier New"/>
                <a:sym typeface="Courier New"/>
              </a:rPr>
              <a:t>httpserver</a:t>
            </a:r>
            <a:r>
              <a:rPr lang="en" dirty="0"/>
              <a:t> package.</a:t>
            </a:r>
            <a:endParaRPr dirty="0"/>
          </a:p>
          <a:p>
            <a:pPr marL="457200" lvl="0" indent="-311150" algn="l" rtl="0">
              <a:spcBef>
                <a:spcPts val="1000"/>
              </a:spcBef>
              <a:spcAft>
                <a:spcPts val="0"/>
              </a:spcAft>
              <a:buSzPts val="1300"/>
              <a:buChar char="●"/>
            </a:pPr>
            <a:r>
              <a:rPr lang="en" dirty="0"/>
              <a:t>All of the methods will be </a:t>
            </a:r>
            <a:r>
              <a:rPr lang="en" dirty="0">
                <a:latin typeface="Courier New"/>
                <a:ea typeface="Courier New"/>
                <a:cs typeface="Courier New"/>
                <a:sym typeface="Courier New"/>
              </a:rPr>
              <a:t>static</a:t>
            </a:r>
            <a:r>
              <a:rPr lang="en" dirty="0"/>
              <a:t>.</a:t>
            </a:r>
            <a:endParaRPr dirty="0"/>
          </a:p>
          <a:p>
            <a:pPr marL="457200" lvl="0" indent="-311150" algn="l" rtl="0">
              <a:spcBef>
                <a:spcPts val="1000"/>
              </a:spcBef>
              <a:spcAft>
                <a:spcPts val="0"/>
              </a:spcAft>
              <a:buSzPts val="1300"/>
              <a:buChar char="●"/>
            </a:pPr>
            <a:r>
              <a:rPr lang="en" dirty="0"/>
              <a:t>Use the UML on the left to help guide your implementation.</a:t>
            </a:r>
            <a:endParaRPr dirty="0"/>
          </a:p>
          <a:p>
            <a:pPr marL="457200" lvl="0" indent="-311150" algn="l" rtl="0">
              <a:spcBef>
                <a:spcPts val="1000"/>
              </a:spcBef>
              <a:spcAft>
                <a:spcPts val="0"/>
              </a:spcAft>
              <a:buSzPts val="1300"/>
              <a:buChar char="●"/>
            </a:pPr>
            <a:r>
              <a:rPr lang="en" dirty="0"/>
              <a:t>Start with </a:t>
            </a:r>
            <a:r>
              <a:rPr lang="en" b="1" i="1" dirty="0">
                <a:solidFill>
                  <a:srgbClr val="FF0000"/>
                </a:solidFill>
              </a:rPr>
              <a:t>parseRequest</a:t>
            </a:r>
            <a:r>
              <a:rPr lang="en" dirty="0">
                <a:solidFill>
                  <a:srgbClr val="666666"/>
                </a:solidFill>
              </a:rPr>
              <a:t>. It</a:t>
            </a:r>
            <a:r>
              <a:rPr lang="en" b="1" i="1" dirty="0">
                <a:solidFill>
                  <a:srgbClr val="FF0000"/>
                </a:solidFill>
              </a:rPr>
              <a:t> </a:t>
            </a:r>
            <a:r>
              <a:rPr lang="en" dirty="0"/>
              <a:t>should:</a:t>
            </a:r>
            <a:endParaRPr dirty="0"/>
          </a:p>
          <a:p>
            <a:pPr marL="914400" lvl="1" indent="-298450" algn="l" rtl="0">
              <a:spcBef>
                <a:spcPts val="0"/>
              </a:spcBef>
              <a:spcAft>
                <a:spcPts val="0"/>
              </a:spcAft>
              <a:buSzPts val="1100"/>
              <a:buChar char="○"/>
            </a:pPr>
            <a:r>
              <a:rPr lang="en" dirty="0"/>
              <a:t>Read the </a:t>
            </a:r>
            <a:r>
              <a:rPr lang="en" b="1" i="1" dirty="0">
                <a:solidFill>
                  <a:srgbClr val="FF0000"/>
                </a:solidFill>
              </a:rPr>
              <a:t>first line</a:t>
            </a:r>
            <a:r>
              <a:rPr lang="en" dirty="0"/>
              <a:t> from the stream and split it into the three parts (method, uri, protocol (</a:t>
            </a:r>
            <a:r>
              <a:rPr lang="en" i="1" dirty="0"/>
              <a:t>ignored</a:t>
            </a:r>
            <a:r>
              <a:rPr lang="en" dirty="0"/>
              <a:t>)). </a:t>
            </a:r>
            <a:endParaRPr dirty="0"/>
          </a:p>
          <a:p>
            <a:pPr marL="1371600" lvl="2" indent="-292100" algn="l" rtl="0">
              <a:spcBef>
                <a:spcPts val="0"/>
              </a:spcBef>
              <a:spcAft>
                <a:spcPts val="0"/>
              </a:spcAft>
              <a:buSzPts val="1000"/>
              <a:buChar char="■"/>
            </a:pPr>
            <a:r>
              <a:rPr lang="en" sz="1000" i="1" dirty="0"/>
              <a:t>Hint: Make use the </a:t>
            </a:r>
            <a:r>
              <a:rPr lang="en" sz="1000" i="1" dirty="0">
                <a:latin typeface="Courier New"/>
                <a:ea typeface="Courier New"/>
                <a:cs typeface="Courier New"/>
                <a:sym typeface="Courier New"/>
              </a:rPr>
              <a:t>Method.valueOf()</a:t>
            </a:r>
            <a:r>
              <a:rPr lang="en" sz="1000" i="1" dirty="0"/>
              <a:t> method.</a:t>
            </a:r>
            <a:endParaRPr sz="1000" i="1" dirty="0"/>
          </a:p>
          <a:p>
            <a:pPr marL="914400" lvl="1" indent="-298450" algn="l" rtl="0">
              <a:spcBef>
                <a:spcPts val="0"/>
              </a:spcBef>
              <a:spcAft>
                <a:spcPts val="0"/>
              </a:spcAft>
              <a:buSzPts val="1100"/>
              <a:buChar char="○"/>
            </a:pPr>
            <a:r>
              <a:rPr lang="en" dirty="0"/>
              <a:t>Use parseHeaders to get create the </a:t>
            </a:r>
            <a:r>
              <a:rPr lang="en" b="1" i="1" dirty="0">
                <a:solidFill>
                  <a:srgbClr val="FF0000"/>
                </a:solidFill>
              </a:rPr>
              <a:t>headers map</a:t>
            </a:r>
            <a:r>
              <a:rPr lang="en" dirty="0"/>
              <a:t>.</a:t>
            </a:r>
            <a:endParaRPr dirty="0"/>
          </a:p>
          <a:p>
            <a:pPr marL="1371600" lvl="2" indent="-298450" algn="l" rtl="0">
              <a:spcBef>
                <a:spcPts val="0"/>
              </a:spcBef>
              <a:spcAft>
                <a:spcPts val="0"/>
              </a:spcAft>
              <a:buSzPts val="1100"/>
              <a:buChar char="■"/>
            </a:pPr>
            <a:r>
              <a:rPr lang="en" dirty="0"/>
              <a:t>Stub out </a:t>
            </a:r>
            <a:r>
              <a:rPr lang="en" dirty="0">
                <a:latin typeface="Courier New"/>
                <a:ea typeface="Courier New"/>
                <a:cs typeface="Courier New"/>
                <a:sym typeface="Courier New"/>
              </a:rPr>
              <a:t>parseHeaders</a:t>
            </a:r>
            <a:r>
              <a:rPr lang="en" dirty="0"/>
              <a:t> by returning an </a:t>
            </a:r>
            <a:r>
              <a:rPr lang="en" b="1" i="1" dirty="0">
                <a:solidFill>
                  <a:srgbClr val="FF0000"/>
                </a:solidFill>
              </a:rPr>
              <a:t>empty</a:t>
            </a:r>
            <a:r>
              <a:rPr lang="en" dirty="0"/>
              <a:t> </a:t>
            </a:r>
            <a:r>
              <a:rPr lang="en" dirty="0">
                <a:latin typeface="Courier New"/>
                <a:ea typeface="Courier New"/>
                <a:cs typeface="Courier New"/>
                <a:sym typeface="Courier New"/>
              </a:rPr>
              <a:t>HashMap</a:t>
            </a:r>
            <a:r>
              <a:rPr lang="en" dirty="0"/>
              <a:t>.</a:t>
            </a:r>
            <a:endParaRPr dirty="0"/>
          </a:p>
          <a:p>
            <a:pPr marL="914400" lvl="1" indent="-298450" algn="l" rtl="0">
              <a:spcBef>
                <a:spcPts val="0"/>
              </a:spcBef>
              <a:spcAft>
                <a:spcPts val="0"/>
              </a:spcAft>
              <a:buSzPts val="1100"/>
              <a:buChar char="○"/>
            </a:pPr>
            <a:r>
              <a:rPr lang="en" dirty="0"/>
              <a:t>Use parseBody to get the </a:t>
            </a:r>
            <a:r>
              <a:rPr lang="en" b="1" i="1" dirty="0">
                <a:solidFill>
                  <a:srgbClr val="FF0000"/>
                </a:solidFill>
              </a:rPr>
              <a:t>body string</a:t>
            </a:r>
            <a:r>
              <a:rPr lang="en" dirty="0"/>
              <a:t>.</a:t>
            </a:r>
            <a:endParaRPr dirty="0"/>
          </a:p>
          <a:p>
            <a:pPr marL="1371600" lvl="2" indent="-298450" algn="l" rtl="0">
              <a:spcBef>
                <a:spcPts val="0"/>
              </a:spcBef>
              <a:spcAft>
                <a:spcPts val="0"/>
              </a:spcAft>
              <a:buSzPts val="1100"/>
              <a:buChar char="■"/>
            </a:pPr>
            <a:r>
              <a:rPr lang="en" dirty="0"/>
              <a:t>Stub out </a:t>
            </a:r>
            <a:r>
              <a:rPr lang="en" dirty="0">
                <a:latin typeface="Courier New"/>
                <a:ea typeface="Courier New"/>
                <a:cs typeface="Courier New"/>
                <a:sym typeface="Courier New"/>
              </a:rPr>
              <a:t>parseBody</a:t>
            </a:r>
            <a:r>
              <a:rPr lang="en" dirty="0"/>
              <a:t> by returning </a:t>
            </a:r>
            <a:r>
              <a:rPr lang="en" dirty="0">
                <a:latin typeface="Courier New"/>
                <a:ea typeface="Courier New"/>
                <a:cs typeface="Courier New"/>
                <a:sym typeface="Courier New"/>
              </a:rPr>
              <a:t>null</a:t>
            </a:r>
            <a:r>
              <a:rPr lang="en" dirty="0"/>
              <a:t>.</a:t>
            </a:r>
            <a:endParaRPr dirty="0"/>
          </a:p>
          <a:p>
            <a:pPr marL="914400" lvl="1" indent="-298450" algn="l" rtl="0">
              <a:spcBef>
                <a:spcPts val="0"/>
              </a:spcBef>
              <a:spcAft>
                <a:spcPts val="0"/>
              </a:spcAft>
              <a:buSzPts val="1100"/>
              <a:buChar char="○"/>
            </a:pPr>
            <a:r>
              <a:rPr lang="en" dirty="0"/>
              <a:t>Put all the pieces into a </a:t>
            </a:r>
            <a:r>
              <a:rPr lang="en" dirty="0">
                <a:latin typeface="Courier New"/>
                <a:ea typeface="Courier New"/>
                <a:cs typeface="Courier New"/>
                <a:sym typeface="Courier New"/>
              </a:rPr>
              <a:t>HttpRequest</a:t>
            </a:r>
            <a:r>
              <a:rPr lang="en" dirty="0"/>
              <a:t> and </a:t>
            </a:r>
            <a:r>
              <a:rPr lang="en" b="1" i="1" dirty="0">
                <a:solidFill>
                  <a:srgbClr val="FF0000"/>
                </a:solidFill>
              </a:rPr>
              <a:t>return</a:t>
            </a:r>
            <a:r>
              <a:rPr lang="en" dirty="0"/>
              <a:t> it.</a:t>
            </a:r>
            <a:endParaRPr dirty="0"/>
          </a:p>
          <a:p>
            <a:pPr marL="457200" lvl="0" indent="-330200" algn="l" rtl="0">
              <a:spcBef>
                <a:spcPts val="1000"/>
              </a:spcBef>
              <a:spcAft>
                <a:spcPts val="0"/>
              </a:spcAft>
              <a:buSzPts val="1600"/>
              <a:buChar char="●"/>
            </a:pPr>
            <a:r>
              <a:rPr lang="en" dirty="0"/>
              <a:t>Tests have been provided in </a:t>
            </a:r>
            <a:r>
              <a:rPr lang="en" dirty="0">
                <a:latin typeface="Courier New"/>
                <a:ea typeface="Courier New"/>
                <a:cs typeface="Courier New"/>
                <a:sym typeface="Courier New"/>
              </a:rPr>
              <a:t>HttpRequestParserTest.txt</a:t>
            </a:r>
            <a:r>
              <a:rPr lang="en" dirty="0"/>
              <a:t> (change to </a:t>
            </a:r>
            <a:r>
              <a:rPr lang="en" dirty="0">
                <a:latin typeface="Courier New"/>
                <a:ea typeface="Courier New"/>
                <a:cs typeface="Courier New"/>
                <a:sym typeface="Courier New"/>
              </a:rPr>
              <a:t>.java</a:t>
            </a:r>
            <a:r>
              <a:rPr lang="en" dirty="0"/>
              <a:t>).</a:t>
            </a:r>
            <a:endParaRPr dirty="0"/>
          </a:p>
          <a:p>
            <a:pPr marL="914400" lvl="1" indent="-298450" algn="l" rtl="0">
              <a:spcBef>
                <a:spcPts val="0"/>
              </a:spcBef>
              <a:spcAft>
                <a:spcPts val="0"/>
              </a:spcAft>
              <a:buSzPts val="1100"/>
              <a:buChar char="○"/>
            </a:pPr>
            <a:r>
              <a:rPr lang="en" dirty="0"/>
              <a:t>The first test should pass.</a:t>
            </a:r>
            <a:endParaRPr dirty="0"/>
          </a:p>
        </p:txBody>
      </p:sp>
      <p:sp>
        <p:nvSpPr>
          <p:cNvPr id="392" name="Google Shape;392;p46"/>
          <p:cNvSpPr txBox="1">
            <a:spLocks noGrp="1"/>
          </p:cNvSpPr>
          <p:nvPr>
            <p:ph type="title"/>
          </p:nvPr>
        </p:nvSpPr>
        <p:spPr>
          <a:xfrm>
            <a:off x="1436850" y="26098"/>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HttpRequestParser - parseRequest</a:t>
            </a:r>
            <a:endParaRPr/>
          </a:p>
        </p:txBody>
      </p:sp>
      <p:sp>
        <p:nvSpPr>
          <p:cNvPr id="393" name="Google Shape;393;p4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10.5</a:t>
            </a:r>
            <a:endParaRPr/>
          </a:p>
        </p:txBody>
      </p:sp>
      <p:sp>
        <p:nvSpPr>
          <p:cNvPr id="394" name="Google Shape;394;p46"/>
          <p:cNvSpPr txBox="1">
            <a:spLocks noGrp="1"/>
          </p:cNvSpPr>
          <p:nvPr>
            <p:ph type="body" idx="4"/>
          </p:nvPr>
        </p:nvSpPr>
        <p:spPr>
          <a:xfrm>
            <a:off x="120075" y="4329043"/>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t>You may want to </a:t>
            </a:r>
            <a:r>
              <a:rPr lang="en" b="1" i="1" dirty="0">
                <a:solidFill>
                  <a:srgbClr val="FF0000"/>
                </a:solidFill>
              </a:rPr>
              <a:t>add prints</a:t>
            </a:r>
            <a:r>
              <a:rPr lang="en" dirty="0"/>
              <a:t> as you read the parts so you can see if something went wrong.</a:t>
            </a:r>
            <a:endParaRPr dirty="0"/>
          </a:p>
        </p:txBody>
      </p:sp>
      <p:pic>
        <p:nvPicPr>
          <p:cNvPr id="395" name="Google Shape;395;p46"/>
          <p:cNvPicPr preferRelativeResize="0"/>
          <p:nvPr/>
        </p:nvPicPr>
        <p:blipFill>
          <a:blip r:embed="rId3">
            <a:alphaModFix/>
          </a:blip>
          <a:stretch>
            <a:fillRect/>
          </a:stretch>
        </p:blipFill>
        <p:spPr>
          <a:xfrm>
            <a:off x="508575" y="1221750"/>
            <a:ext cx="2234396" cy="30460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7"/>
          <p:cNvSpPr txBox="1">
            <a:spLocks noGrp="1"/>
          </p:cNvSpPr>
          <p:nvPr>
            <p:ph type="body" idx="1"/>
          </p:nvPr>
        </p:nvSpPr>
        <p:spPr>
          <a:xfrm>
            <a:off x="65250" y="731625"/>
            <a:ext cx="8955900" cy="4311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continue to implement the </a:t>
            </a:r>
            <a:r>
              <a:rPr lang="en">
                <a:latin typeface="Courier New"/>
                <a:ea typeface="Courier New"/>
                <a:cs typeface="Courier New"/>
                <a:sym typeface="Courier New"/>
              </a:rPr>
              <a:t>HttpRequestParser</a:t>
            </a:r>
            <a:r>
              <a:rPr lang="en"/>
              <a:t>.</a:t>
            </a:r>
            <a:endParaRPr/>
          </a:p>
        </p:txBody>
      </p:sp>
      <p:sp>
        <p:nvSpPr>
          <p:cNvPr id="401" name="Google Shape;401;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402" name="Google Shape;402;p47"/>
          <p:cNvSpPr txBox="1">
            <a:spLocks noGrp="1"/>
          </p:cNvSpPr>
          <p:nvPr>
            <p:ph type="body" idx="2"/>
          </p:nvPr>
        </p:nvSpPr>
        <p:spPr>
          <a:xfrm>
            <a:off x="3143775" y="1369793"/>
            <a:ext cx="5797200" cy="27921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i="1" dirty="0"/>
              <a:t>All of the methods will be </a:t>
            </a:r>
            <a:r>
              <a:rPr lang="en" sz="1200" i="1" dirty="0">
                <a:latin typeface="Courier New"/>
                <a:ea typeface="Courier New"/>
                <a:cs typeface="Courier New"/>
                <a:sym typeface="Courier New"/>
              </a:rPr>
              <a:t>static</a:t>
            </a:r>
            <a:r>
              <a:rPr lang="en" sz="1200" i="1" dirty="0"/>
              <a:t>.</a:t>
            </a:r>
            <a:endParaRPr sz="1200" i="1" dirty="0"/>
          </a:p>
          <a:p>
            <a:pPr marL="457200" lvl="0" indent="-304800" algn="l" rtl="0">
              <a:spcBef>
                <a:spcPts val="1000"/>
              </a:spcBef>
              <a:spcAft>
                <a:spcPts val="0"/>
              </a:spcAft>
              <a:buSzPts val="1200"/>
              <a:buChar char="●"/>
            </a:pPr>
            <a:r>
              <a:rPr lang="en" sz="1200" dirty="0"/>
              <a:t>Use the UML on the left to help guide your implementation.</a:t>
            </a:r>
            <a:endParaRPr sz="1200" dirty="0"/>
          </a:p>
          <a:p>
            <a:pPr marL="457200" lvl="0" indent="-304800" algn="l" rtl="0">
              <a:spcBef>
                <a:spcPts val="1000"/>
              </a:spcBef>
              <a:spcAft>
                <a:spcPts val="0"/>
              </a:spcAft>
              <a:buSzPts val="1200"/>
              <a:buChar char="●"/>
            </a:pPr>
            <a:r>
              <a:rPr lang="en" sz="1200" b="1" i="1" dirty="0">
                <a:solidFill>
                  <a:srgbClr val="FF0000"/>
                </a:solidFill>
              </a:rPr>
              <a:t>parseHeaders </a:t>
            </a:r>
            <a:r>
              <a:rPr lang="en" sz="1200" dirty="0"/>
              <a:t>can use the </a:t>
            </a:r>
            <a:r>
              <a:rPr lang="en" sz="1200" dirty="0">
                <a:latin typeface="Courier New"/>
                <a:ea typeface="Courier New"/>
                <a:cs typeface="Courier New"/>
                <a:sym typeface="Courier New"/>
              </a:rPr>
              <a:t>lines()</a:t>
            </a:r>
            <a:r>
              <a:rPr lang="en" sz="1200" dirty="0"/>
              <a:t> method from the </a:t>
            </a:r>
            <a:r>
              <a:rPr lang="en" sz="1200" dirty="0">
                <a:latin typeface="Courier New"/>
                <a:ea typeface="Courier New"/>
                <a:cs typeface="Courier New"/>
                <a:sym typeface="Courier New"/>
              </a:rPr>
              <a:t>HttpStream</a:t>
            </a:r>
            <a:endParaRPr sz="1200" dirty="0">
              <a:latin typeface="Courier New"/>
              <a:ea typeface="Courier New"/>
              <a:cs typeface="Courier New"/>
              <a:sym typeface="Courier New"/>
            </a:endParaRPr>
          </a:p>
          <a:p>
            <a:pPr marL="914400" lvl="1" indent="-298450" algn="l" rtl="0">
              <a:lnSpc>
                <a:spcPct val="125000"/>
              </a:lnSpc>
              <a:spcBef>
                <a:spcPts val="0"/>
              </a:spcBef>
              <a:spcAft>
                <a:spcPts val="0"/>
              </a:spcAft>
              <a:buSzPts val="1100"/>
              <a:buChar char="○"/>
            </a:pPr>
            <a:r>
              <a:rPr lang="en" dirty="0"/>
              <a:t>Split each line on a "</a:t>
            </a:r>
            <a:r>
              <a:rPr lang="en" dirty="0">
                <a:solidFill>
                  <a:srgbClr val="FF0000"/>
                </a:solidFill>
                <a:latin typeface="Courier New"/>
                <a:ea typeface="Courier New"/>
                <a:cs typeface="Courier New"/>
                <a:sym typeface="Courier New"/>
              </a:rPr>
              <a:t>: </a:t>
            </a:r>
            <a:r>
              <a:rPr lang="en" dirty="0"/>
              <a:t>" and use those as a </a:t>
            </a:r>
            <a:r>
              <a:rPr lang="en" b="1" i="1" dirty="0">
                <a:solidFill>
                  <a:srgbClr val="FF0000"/>
                </a:solidFill>
              </a:rPr>
              <a:t>key/value</a:t>
            </a:r>
            <a:r>
              <a:rPr lang="en" dirty="0"/>
              <a:t> pair in a map.</a:t>
            </a:r>
            <a:endParaRPr dirty="0"/>
          </a:p>
          <a:p>
            <a:pPr marL="914400" lvl="1" indent="-304800" algn="l" rtl="0">
              <a:lnSpc>
                <a:spcPct val="125000"/>
              </a:lnSpc>
              <a:spcBef>
                <a:spcPts val="0"/>
              </a:spcBef>
              <a:spcAft>
                <a:spcPts val="0"/>
              </a:spcAft>
              <a:buSzPts val="1200"/>
              <a:buChar char="○"/>
            </a:pPr>
            <a:r>
              <a:rPr lang="en" dirty="0"/>
              <a:t>Headers are case insensitive so </a:t>
            </a:r>
            <a:r>
              <a:rPr lang="en" b="1" i="1" dirty="0">
                <a:solidFill>
                  <a:srgbClr val="FF0000"/>
                </a:solidFill>
              </a:rPr>
              <a:t>lowercase the keys</a:t>
            </a:r>
            <a:r>
              <a:rPr lang="en" dirty="0"/>
              <a:t>.</a:t>
            </a:r>
            <a:endParaRPr sz="1200" dirty="0"/>
          </a:p>
          <a:p>
            <a:pPr marL="914400" lvl="1" indent="-298450" algn="l" rtl="0">
              <a:spcBef>
                <a:spcPts val="0"/>
              </a:spcBef>
              <a:spcAft>
                <a:spcPts val="0"/>
              </a:spcAft>
              <a:buSzPts val="1100"/>
              <a:buChar char="○"/>
            </a:pPr>
            <a:r>
              <a:rPr lang="en" dirty="0">
                <a:latin typeface="Courier New"/>
                <a:ea typeface="Courier New"/>
                <a:cs typeface="Courier New"/>
                <a:sym typeface="Courier New"/>
              </a:rPr>
              <a:t>Collectors.toMap(keyMapper, valueMapper)</a:t>
            </a:r>
            <a:r>
              <a:rPr lang="en" dirty="0"/>
              <a:t> could be useful here</a:t>
            </a:r>
            <a:endParaRPr dirty="0"/>
          </a:p>
          <a:p>
            <a:pPr marL="1371600" lvl="2" indent="-292100" algn="l" rtl="0">
              <a:spcBef>
                <a:spcPts val="0"/>
              </a:spcBef>
              <a:spcAft>
                <a:spcPts val="0"/>
              </a:spcAft>
              <a:buSzPts val="1000"/>
              <a:buChar char="■"/>
            </a:pPr>
            <a:r>
              <a:rPr lang="en" sz="1000" dirty="0"/>
              <a:t>Use it with the </a:t>
            </a:r>
            <a:r>
              <a:rPr lang="en" sz="1000" dirty="0">
                <a:latin typeface="Courier New"/>
                <a:ea typeface="Courier New"/>
                <a:cs typeface="Courier New"/>
                <a:sym typeface="Courier New"/>
              </a:rPr>
              <a:t>Stream.collect</a:t>
            </a:r>
            <a:r>
              <a:rPr lang="en" sz="1000" dirty="0"/>
              <a:t> method similar to </a:t>
            </a:r>
            <a:r>
              <a:rPr lang="en" sz="1000" dirty="0">
                <a:latin typeface="Courier New"/>
                <a:ea typeface="Courier New"/>
                <a:cs typeface="Courier New"/>
                <a:sym typeface="Courier New"/>
              </a:rPr>
              <a:t>toList</a:t>
            </a:r>
            <a:endParaRPr sz="1000" dirty="0">
              <a:latin typeface="Courier New"/>
              <a:ea typeface="Courier New"/>
              <a:cs typeface="Courier New"/>
              <a:sym typeface="Courier New"/>
            </a:endParaRPr>
          </a:p>
          <a:p>
            <a:pPr marL="1371600" lvl="2" indent="-292100" algn="l" rtl="0">
              <a:spcBef>
                <a:spcPts val="0"/>
              </a:spcBef>
              <a:spcAft>
                <a:spcPts val="0"/>
              </a:spcAft>
              <a:buSzPts val="1000"/>
              <a:buChar char="■"/>
            </a:pPr>
            <a:r>
              <a:rPr lang="en" sz="1000" dirty="0"/>
              <a:t>Alternatively you can use the </a:t>
            </a:r>
            <a:r>
              <a:rPr lang="en" sz="1000" dirty="0">
                <a:latin typeface="Courier New"/>
                <a:ea typeface="Courier New"/>
                <a:cs typeface="Courier New"/>
                <a:sym typeface="Courier New"/>
              </a:rPr>
              <a:t>Stream.forEach</a:t>
            </a:r>
            <a:r>
              <a:rPr lang="en" sz="1000" dirty="0"/>
              <a:t> method</a:t>
            </a:r>
            <a:endParaRPr sz="1000" dirty="0"/>
          </a:p>
          <a:p>
            <a:pPr marL="457200" lvl="0" indent="-304800" algn="l" rtl="0">
              <a:spcBef>
                <a:spcPts val="1000"/>
              </a:spcBef>
              <a:spcAft>
                <a:spcPts val="0"/>
              </a:spcAft>
              <a:buSzPts val="1200"/>
              <a:buChar char="●"/>
            </a:pPr>
            <a:r>
              <a:rPr lang="en" sz="1200" dirty="0"/>
              <a:t>Tests have been provided in </a:t>
            </a:r>
            <a:r>
              <a:rPr lang="en" sz="1200" dirty="0">
                <a:latin typeface="Courier New"/>
                <a:ea typeface="Courier New"/>
                <a:cs typeface="Courier New"/>
                <a:sym typeface="Courier New"/>
              </a:rPr>
              <a:t>HttpRequestParserTest.txt</a:t>
            </a:r>
            <a:r>
              <a:rPr lang="en" sz="1200" dirty="0"/>
              <a:t> (change to </a:t>
            </a:r>
            <a:r>
              <a:rPr lang="en" sz="1200" dirty="0">
                <a:latin typeface="Courier New"/>
                <a:ea typeface="Courier New"/>
                <a:cs typeface="Courier New"/>
                <a:sym typeface="Courier New"/>
              </a:rPr>
              <a:t>.java</a:t>
            </a:r>
            <a:r>
              <a:rPr lang="en" sz="1200" dirty="0"/>
              <a:t>).</a:t>
            </a:r>
            <a:endParaRPr sz="1200" dirty="0"/>
          </a:p>
          <a:p>
            <a:pPr marL="914400" lvl="1" indent="-298450" algn="l" rtl="0">
              <a:spcBef>
                <a:spcPts val="0"/>
              </a:spcBef>
              <a:spcAft>
                <a:spcPts val="0"/>
              </a:spcAft>
              <a:buSzPts val="1100"/>
              <a:buChar char="○"/>
            </a:pPr>
            <a:r>
              <a:rPr lang="en" dirty="0"/>
              <a:t>The second test should now pass.</a:t>
            </a:r>
            <a:endParaRPr dirty="0"/>
          </a:p>
        </p:txBody>
      </p:sp>
      <p:sp>
        <p:nvSpPr>
          <p:cNvPr id="403" name="Google Shape;403;p47"/>
          <p:cNvSpPr txBox="1">
            <a:spLocks noGrp="1"/>
          </p:cNvSpPr>
          <p:nvPr>
            <p:ph type="title"/>
          </p:nvPr>
        </p:nvSpPr>
        <p:spPr>
          <a:xfrm>
            <a:off x="1436850" y="26098"/>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HttpRequestParser - parseHeader</a:t>
            </a:r>
            <a:endParaRPr/>
          </a:p>
        </p:txBody>
      </p:sp>
      <p:sp>
        <p:nvSpPr>
          <p:cNvPr id="404" name="Google Shape;404;p4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10.6</a:t>
            </a:r>
            <a:endParaRPr/>
          </a:p>
        </p:txBody>
      </p:sp>
      <p:sp>
        <p:nvSpPr>
          <p:cNvPr id="405" name="Google Shape;405;p47"/>
          <p:cNvSpPr txBox="1">
            <a:spLocks noGrp="1"/>
          </p:cNvSpPr>
          <p:nvPr>
            <p:ph type="body" idx="4"/>
          </p:nvPr>
        </p:nvSpPr>
        <p:spPr>
          <a:xfrm>
            <a:off x="120075" y="4329043"/>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You may want to </a:t>
            </a:r>
            <a:r>
              <a:rPr lang="en" b="1" i="1">
                <a:solidFill>
                  <a:srgbClr val="FF0000"/>
                </a:solidFill>
              </a:rPr>
              <a:t>add prints</a:t>
            </a:r>
            <a:r>
              <a:rPr lang="en"/>
              <a:t> as you read the parts so you can see if something went wrong.</a:t>
            </a:r>
            <a:endParaRPr/>
          </a:p>
        </p:txBody>
      </p:sp>
      <p:pic>
        <p:nvPicPr>
          <p:cNvPr id="406" name="Google Shape;406;p47"/>
          <p:cNvPicPr preferRelativeResize="0"/>
          <p:nvPr/>
        </p:nvPicPr>
        <p:blipFill>
          <a:blip r:embed="rId3">
            <a:alphaModFix/>
          </a:blip>
          <a:stretch>
            <a:fillRect/>
          </a:stretch>
        </p:blipFill>
        <p:spPr>
          <a:xfrm>
            <a:off x="508575" y="1221750"/>
            <a:ext cx="2234396" cy="30460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8"/>
          <p:cNvSpPr txBox="1">
            <a:spLocks noGrp="1"/>
          </p:cNvSpPr>
          <p:nvPr>
            <p:ph type="body" idx="1"/>
          </p:nvPr>
        </p:nvSpPr>
        <p:spPr>
          <a:xfrm>
            <a:off x="65250" y="731625"/>
            <a:ext cx="8955900" cy="4311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Finally, let's finish the </a:t>
            </a:r>
            <a:r>
              <a:rPr lang="en">
                <a:latin typeface="Courier New"/>
                <a:ea typeface="Courier New"/>
                <a:cs typeface="Courier New"/>
                <a:sym typeface="Courier New"/>
              </a:rPr>
              <a:t>HttpRequestParser</a:t>
            </a:r>
            <a:r>
              <a:rPr lang="en">
                <a:latin typeface="Arial"/>
                <a:ea typeface="Arial"/>
                <a:cs typeface="Arial"/>
                <a:sym typeface="Arial"/>
              </a:rPr>
              <a:t>.</a:t>
            </a:r>
            <a:endParaRPr>
              <a:latin typeface="Arial"/>
              <a:ea typeface="Arial"/>
              <a:cs typeface="Arial"/>
              <a:sym typeface="Arial"/>
            </a:endParaRPr>
          </a:p>
        </p:txBody>
      </p:sp>
      <p:sp>
        <p:nvSpPr>
          <p:cNvPr id="412" name="Google Shape;412;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413" name="Google Shape;413;p48"/>
          <p:cNvSpPr txBox="1">
            <a:spLocks noGrp="1"/>
          </p:cNvSpPr>
          <p:nvPr>
            <p:ph type="body" idx="2"/>
          </p:nvPr>
        </p:nvSpPr>
        <p:spPr>
          <a:xfrm>
            <a:off x="3143775" y="1424125"/>
            <a:ext cx="5797200" cy="2772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i="1"/>
              <a:t>All of the methods will be static.</a:t>
            </a:r>
            <a:endParaRPr i="1"/>
          </a:p>
          <a:p>
            <a:pPr marL="457200" lvl="0" indent="-311150" algn="l" rtl="0">
              <a:spcBef>
                <a:spcPts val="1000"/>
              </a:spcBef>
              <a:spcAft>
                <a:spcPts val="0"/>
              </a:spcAft>
              <a:buSzPts val="1300"/>
              <a:buChar char="●"/>
            </a:pPr>
            <a:r>
              <a:rPr lang="en"/>
              <a:t>Use the UML on the left to help guide your implementation.</a:t>
            </a:r>
            <a:endParaRPr/>
          </a:p>
          <a:p>
            <a:pPr marL="457200" lvl="0" indent="-311150" algn="l" rtl="0">
              <a:spcBef>
                <a:spcPts val="1000"/>
              </a:spcBef>
              <a:spcAft>
                <a:spcPts val="0"/>
              </a:spcAft>
              <a:buSzPts val="1300"/>
              <a:buChar char="●"/>
            </a:pPr>
            <a:r>
              <a:rPr lang="en" b="1" i="1">
                <a:solidFill>
                  <a:srgbClr val="FF0000"/>
                </a:solidFill>
              </a:rPr>
              <a:t>parseBody</a:t>
            </a:r>
            <a:r>
              <a:rPr lang="en"/>
              <a:t> should return the contents of the the request </a:t>
            </a:r>
            <a:endParaRPr/>
          </a:p>
          <a:p>
            <a:pPr marL="914400" lvl="1" indent="-304800" algn="l" rtl="0">
              <a:lnSpc>
                <a:spcPct val="125000"/>
              </a:lnSpc>
              <a:spcBef>
                <a:spcPts val="0"/>
              </a:spcBef>
              <a:spcAft>
                <a:spcPts val="0"/>
              </a:spcAft>
              <a:buSzPts val="1200"/>
              <a:buChar char="○"/>
            </a:pPr>
            <a:r>
              <a:rPr lang="en" sz="1200"/>
              <a:t>if </a:t>
            </a:r>
            <a:r>
              <a:rPr lang="en" sz="1200">
                <a:latin typeface="Courier New"/>
                <a:ea typeface="Courier New"/>
                <a:cs typeface="Courier New"/>
                <a:sym typeface="Courier New"/>
              </a:rPr>
              <a:t>Content-Length</a:t>
            </a:r>
            <a:r>
              <a:rPr lang="en" sz="1200"/>
              <a:t> exists and is greater than </a:t>
            </a:r>
            <a:r>
              <a:rPr lang="en" sz="1200">
                <a:latin typeface="Courier New"/>
                <a:ea typeface="Courier New"/>
                <a:cs typeface="Courier New"/>
                <a:sym typeface="Courier New"/>
              </a:rPr>
              <a:t>0</a:t>
            </a:r>
            <a:r>
              <a:rPr lang="en" sz="1200"/>
              <a:t>.</a:t>
            </a:r>
            <a:endParaRPr sz="1200"/>
          </a:p>
          <a:p>
            <a:pPr marL="914400" lvl="1" indent="-304800" algn="l" rtl="0">
              <a:spcBef>
                <a:spcPts val="0"/>
              </a:spcBef>
              <a:spcAft>
                <a:spcPts val="0"/>
              </a:spcAft>
              <a:buSzPts val="1200"/>
              <a:buChar char="○"/>
            </a:pPr>
            <a:r>
              <a:rPr lang="en" sz="1200"/>
              <a:t>Use the </a:t>
            </a:r>
            <a:r>
              <a:rPr lang="en" sz="1200">
                <a:latin typeface="Courier New"/>
                <a:ea typeface="Courier New"/>
                <a:cs typeface="Courier New"/>
                <a:sym typeface="Courier New"/>
              </a:rPr>
              <a:t>HttpStream.readChars</a:t>
            </a:r>
            <a:r>
              <a:rPr lang="en" sz="1200"/>
              <a:t> method to read </a:t>
            </a:r>
            <a:r>
              <a:rPr lang="en" sz="1200">
                <a:latin typeface="Courier New"/>
                <a:ea typeface="Courier New"/>
                <a:cs typeface="Courier New"/>
                <a:sym typeface="Courier New"/>
              </a:rPr>
              <a:t>Content-Length</a:t>
            </a:r>
            <a:r>
              <a:rPr lang="en" sz="1200"/>
              <a:t> characters since the web form does not newline terminate its body.</a:t>
            </a:r>
            <a:endParaRPr sz="1200"/>
          </a:p>
          <a:p>
            <a:pPr marL="457200" lvl="0" indent="-311150" algn="l" rtl="0">
              <a:spcBef>
                <a:spcPts val="1000"/>
              </a:spcBef>
              <a:spcAft>
                <a:spcPts val="0"/>
              </a:spcAft>
              <a:buSzPts val="1300"/>
              <a:buChar char="●"/>
            </a:pPr>
            <a:r>
              <a:rPr lang="en"/>
              <a:t>Tests have been provided in </a:t>
            </a:r>
            <a:r>
              <a:rPr lang="en">
                <a:latin typeface="Courier New"/>
                <a:ea typeface="Courier New"/>
                <a:cs typeface="Courier New"/>
                <a:sym typeface="Courier New"/>
              </a:rPr>
              <a:t>HttpRequestParserTest.txt</a:t>
            </a:r>
            <a:r>
              <a:rPr lang="en"/>
              <a:t> (change to </a:t>
            </a:r>
            <a:r>
              <a:rPr lang="en">
                <a:latin typeface="Courier New"/>
                <a:ea typeface="Courier New"/>
                <a:cs typeface="Courier New"/>
                <a:sym typeface="Courier New"/>
              </a:rPr>
              <a:t>.java</a:t>
            </a:r>
            <a:r>
              <a:rPr lang="en"/>
              <a:t>).</a:t>
            </a:r>
            <a:endParaRPr/>
          </a:p>
          <a:p>
            <a:pPr marL="914400" lvl="1" indent="-304800" algn="l" rtl="0">
              <a:spcBef>
                <a:spcPts val="0"/>
              </a:spcBef>
              <a:spcAft>
                <a:spcPts val="0"/>
              </a:spcAft>
              <a:buSzPts val="1200"/>
              <a:buChar char="○"/>
            </a:pPr>
            <a:r>
              <a:rPr lang="en" sz="1200"/>
              <a:t>All tests should now pass.</a:t>
            </a:r>
            <a:endParaRPr sz="1200"/>
          </a:p>
        </p:txBody>
      </p:sp>
      <p:sp>
        <p:nvSpPr>
          <p:cNvPr id="414" name="Google Shape;414;p48"/>
          <p:cNvSpPr txBox="1">
            <a:spLocks noGrp="1"/>
          </p:cNvSpPr>
          <p:nvPr>
            <p:ph type="title"/>
          </p:nvPr>
        </p:nvSpPr>
        <p:spPr>
          <a:xfrm>
            <a:off x="1436850" y="26098"/>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HttpRequestParser</a:t>
            </a:r>
            <a:endParaRPr/>
          </a:p>
        </p:txBody>
      </p:sp>
      <p:sp>
        <p:nvSpPr>
          <p:cNvPr id="415" name="Google Shape;415;p4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10.7</a:t>
            </a:r>
            <a:endParaRPr/>
          </a:p>
        </p:txBody>
      </p:sp>
      <p:sp>
        <p:nvSpPr>
          <p:cNvPr id="416" name="Google Shape;416;p48"/>
          <p:cNvSpPr txBox="1">
            <a:spLocks noGrp="1"/>
          </p:cNvSpPr>
          <p:nvPr>
            <p:ph type="body" idx="4"/>
          </p:nvPr>
        </p:nvSpPr>
        <p:spPr>
          <a:xfrm>
            <a:off x="120075" y="4329043"/>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You may want to </a:t>
            </a:r>
            <a:r>
              <a:rPr lang="en" b="1" i="1">
                <a:solidFill>
                  <a:srgbClr val="FF0000"/>
                </a:solidFill>
              </a:rPr>
              <a:t>add prints</a:t>
            </a:r>
            <a:r>
              <a:rPr lang="en"/>
              <a:t> as you read the parts so you can see if something went wrong.</a:t>
            </a:r>
            <a:endParaRPr/>
          </a:p>
        </p:txBody>
      </p:sp>
      <p:pic>
        <p:nvPicPr>
          <p:cNvPr id="417" name="Google Shape;417;p48"/>
          <p:cNvPicPr preferRelativeResize="0"/>
          <p:nvPr/>
        </p:nvPicPr>
        <p:blipFill>
          <a:blip r:embed="rId3">
            <a:alphaModFix/>
          </a:blip>
          <a:stretch>
            <a:fillRect/>
          </a:stretch>
        </p:blipFill>
        <p:spPr>
          <a:xfrm>
            <a:off x="508575" y="1221750"/>
            <a:ext cx="2234396" cy="30460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4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a:latin typeface="Courier New"/>
                <a:ea typeface="Courier New"/>
                <a:cs typeface="Courier New"/>
                <a:sym typeface="Courier New"/>
              </a:rPr>
              <a:t>HttpResponseBuilder</a:t>
            </a:r>
            <a:r>
              <a:rPr lang="en"/>
              <a:t> has been provided for you. Take a minute to look over it and ask if you have any questions.</a:t>
            </a:r>
            <a:endParaRPr/>
          </a:p>
        </p:txBody>
      </p:sp>
      <p:sp>
        <p:nvSpPr>
          <p:cNvPr id="423" name="Google Shape;423;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424" name="Google Shape;424;p49"/>
          <p:cNvSpPr txBox="1">
            <a:spLocks noGrp="1"/>
          </p:cNvSpPr>
          <p:nvPr>
            <p:ph type="body" idx="2"/>
          </p:nvPr>
        </p:nvSpPr>
        <p:spPr>
          <a:xfrm>
            <a:off x="3203475" y="1282625"/>
            <a:ext cx="5775900" cy="4055695"/>
          </a:xfrm>
          <a:prstGeom prst="rect">
            <a:avLst/>
          </a:prstGeom>
        </p:spPr>
        <p:txBody>
          <a:bodyPr spcFirstLastPara="1" wrap="square" lIns="91425" tIns="91425" rIns="91425" bIns="91425" anchor="t" anchorCtr="0">
            <a:spAutoFit/>
          </a:bodyPr>
          <a:lstStyle/>
          <a:p>
            <a:pPr marL="457200" lvl="0" indent="-311150" algn="l" rtl="0">
              <a:spcBef>
                <a:spcPts val="1000"/>
              </a:spcBef>
              <a:spcAft>
                <a:spcPts val="0"/>
              </a:spcAft>
              <a:buSzPts val="1300"/>
              <a:buChar char="●"/>
            </a:pPr>
            <a:r>
              <a:rPr lang="en" dirty="0"/>
              <a:t>Since the </a:t>
            </a:r>
            <a:r>
              <a:rPr lang="en" dirty="0">
                <a:latin typeface="Courier New"/>
                <a:ea typeface="Courier New"/>
                <a:cs typeface="Courier New"/>
                <a:sym typeface="Courier New"/>
              </a:rPr>
              <a:t>HttpResponse</a:t>
            </a:r>
            <a:r>
              <a:rPr lang="en" dirty="0"/>
              <a:t> builder is mostly hard coded text, it has been provided instead of you having to type it out.</a:t>
            </a:r>
            <a:endParaRPr dirty="0"/>
          </a:p>
          <a:p>
            <a:pPr marL="457200" lvl="0" indent="-311150" algn="l" rtl="0">
              <a:spcBef>
                <a:spcPts val="1000"/>
              </a:spcBef>
              <a:spcAft>
                <a:spcPts val="0"/>
              </a:spcAft>
              <a:buSzPts val="1300"/>
              <a:buChar char="●"/>
            </a:pPr>
            <a:r>
              <a:rPr lang="en" dirty="0"/>
              <a:t>There are four messages in it currently:</a:t>
            </a:r>
            <a:endParaRPr dirty="0"/>
          </a:p>
          <a:p>
            <a:pPr marL="914400" lvl="1" indent="-298450" algn="l" rtl="0">
              <a:spcBef>
                <a:spcPts val="0"/>
              </a:spcBef>
              <a:spcAft>
                <a:spcPts val="0"/>
              </a:spcAft>
              <a:buSzPts val="1100"/>
              <a:buChar char="○"/>
            </a:pPr>
            <a:r>
              <a:rPr lang="en" dirty="0"/>
              <a:t>200 - Message for letting the client know everything went as expected and has the response content.</a:t>
            </a:r>
            <a:endParaRPr dirty="0"/>
          </a:p>
          <a:p>
            <a:pPr marL="914400" lvl="1" indent="-298450" algn="l" rtl="0">
              <a:spcBef>
                <a:spcPts val="0"/>
              </a:spcBef>
              <a:spcAft>
                <a:spcPts val="0"/>
              </a:spcAft>
              <a:buSzPts val="1100"/>
              <a:buChar char="○"/>
            </a:pPr>
            <a:r>
              <a:rPr lang="en" dirty="0"/>
              <a:t>204 - Message that will be used to respond to a client OPTIONS request (</a:t>
            </a:r>
            <a:r>
              <a:rPr lang="en" dirty="0">
                <a:highlight>
                  <a:srgbClr val="FFFF00"/>
                </a:highlight>
              </a:rPr>
              <a:t>more on this later</a:t>
            </a:r>
            <a:r>
              <a:rPr lang="en" dirty="0"/>
              <a:t>).</a:t>
            </a:r>
            <a:endParaRPr sz="1000" dirty="0"/>
          </a:p>
          <a:p>
            <a:pPr marL="914400" lvl="1" indent="-298450" algn="l" rtl="0">
              <a:spcBef>
                <a:spcPts val="0"/>
              </a:spcBef>
              <a:spcAft>
                <a:spcPts val="0"/>
              </a:spcAft>
              <a:buSzPts val="1100"/>
              <a:buChar char="○"/>
            </a:pPr>
            <a:r>
              <a:rPr lang="en" dirty="0"/>
              <a:t>400 - Message letting the client know the server did not understand the request. Any error message that was generated on the server side will be passed back as the content.</a:t>
            </a:r>
            <a:endParaRPr dirty="0"/>
          </a:p>
          <a:p>
            <a:pPr marL="914400" lvl="1" indent="-298450" algn="l" rtl="0">
              <a:spcBef>
                <a:spcPts val="0"/>
              </a:spcBef>
              <a:spcAft>
                <a:spcPts val="0"/>
              </a:spcAft>
              <a:buSzPts val="1100"/>
              <a:buChar char="○"/>
            </a:pPr>
            <a:r>
              <a:rPr lang="en" dirty="0"/>
              <a:t>404 - Message letting the client know the requested uri is unsupported or incorrect. Any error message that was generated on the server side will be passed back as the content.</a:t>
            </a:r>
            <a:endParaRPr dirty="0"/>
          </a:p>
          <a:p>
            <a:pPr marL="457200" lvl="0" indent="-311150" algn="l" rtl="0">
              <a:spcBef>
                <a:spcPts val="1000"/>
              </a:spcBef>
              <a:spcAft>
                <a:spcPts val="0"/>
              </a:spcAft>
              <a:buSzPts val="1300"/>
              <a:buChar char="●"/>
            </a:pPr>
            <a:r>
              <a:rPr lang="en" dirty="0">
                <a:highlight>
                  <a:srgbClr val="FFFF00"/>
                </a:highlight>
              </a:rPr>
              <a:t>The </a:t>
            </a:r>
            <a:r>
              <a:rPr lang="en" dirty="0">
                <a:highlight>
                  <a:srgbClr val="FFFF00"/>
                </a:highlight>
                <a:latin typeface="Courier New"/>
                <a:ea typeface="Courier New"/>
                <a:cs typeface="Courier New"/>
                <a:sym typeface="Courier New"/>
              </a:rPr>
              <a:t>Access-Control-Allow-Origin</a:t>
            </a:r>
            <a:r>
              <a:rPr lang="en" dirty="0">
                <a:latin typeface="Courier New"/>
                <a:ea typeface="Courier New"/>
                <a:cs typeface="Courier New"/>
                <a:sym typeface="Courier New"/>
              </a:rPr>
              <a:t>: *</a:t>
            </a:r>
            <a:r>
              <a:rPr lang="en" dirty="0"/>
              <a:t> line lets the client know its allowed to allowed to use this message. </a:t>
            </a:r>
            <a:endParaRPr dirty="0"/>
          </a:p>
          <a:p>
            <a:pPr marL="914400" lvl="1" indent="-298450" algn="l" rtl="0">
              <a:spcBef>
                <a:spcPts val="0"/>
              </a:spcBef>
              <a:spcAft>
                <a:spcPts val="0"/>
              </a:spcAft>
              <a:buSzPts val="1100"/>
              <a:buChar char="○"/>
            </a:pPr>
            <a:r>
              <a:rPr lang="en" dirty="0"/>
              <a:t>At the moment we could leave it off but later on, some of the stuff we use will need it.</a:t>
            </a:r>
            <a:endParaRPr dirty="0"/>
          </a:p>
        </p:txBody>
      </p:sp>
      <p:sp>
        <p:nvSpPr>
          <p:cNvPr id="425" name="Google Shape;425;p49"/>
          <p:cNvSpPr txBox="1">
            <a:spLocks noGrp="1"/>
          </p:cNvSpPr>
          <p:nvPr>
            <p:ph type="title"/>
          </p:nvPr>
        </p:nvSpPr>
        <p:spPr>
          <a:xfrm>
            <a:off x="1436850" y="18926"/>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HttpResponseBuilder</a:t>
            </a:r>
            <a:endParaRPr/>
          </a:p>
        </p:txBody>
      </p:sp>
      <p:sp>
        <p:nvSpPr>
          <p:cNvPr id="426" name="Google Shape;426;p4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10.8</a:t>
            </a:r>
            <a:endParaRPr/>
          </a:p>
        </p:txBody>
      </p:sp>
      <p:sp>
        <p:nvSpPr>
          <p:cNvPr id="427" name="Google Shape;427;p49"/>
          <p:cNvSpPr txBox="1">
            <a:spLocks noGrp="1"/>
          </p:cNvSpPr>
          <p:nvPr>
            <p:ph type="body" idx="4"/>
          </p:nvPr>
        </p:nvSpPr>
        <p:spPr>
          <a:xfrm>
            <a:off x="141600" y="3397189"/>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Building the response is straightforward but a little wordy. For this reason, the solution has been provided for you.</a:t>
            </a:r>
            <a:endParaRPr/>
          </a:p>
        </p:txBody>
      </p:sp>
      <p:sp>
        <p:nvSpPr>
          <p:cNvPr id="428" name="Google Shape;428;p49"/>
          <p:cNvSpPr txBox="1">
            <a:spLocks noGrp="1"/>
          </p:cNvSpPr>
          <p:nvPr>
            <p:ph type="body" idx="4"/>
          </p:nvPr>
        </p:nvSpPr>
        <p:spPr>
          <a:xfrm>
            <a:off x="141600" y="4272839"/>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You may also notice an </a:t>
            </a:r>
            <a:r>
              <a:rPr lang="en">
                <a:latin typeface="Courier New"/>
                <a:ea typeface="Courier New"/>
                <a:cs typeface="Courier New"/>
                <a:sym typeface="Courier New"/>
              </a:rPr>
              <a:t>Access-Control-Allow-Headers</a:t>
            </a:r>
            <a:r>
              <a:rPr lang="en"/>
              <a:t> header. We'll cover this later.</a:t>
            </a:r>
            <a:endParaRPr/>
          </a:p>
        </p:txBody>
      </p:sp>
      <p:pic>
        <p:nvPicPr>
          <p:cNvPr id="429" name="Google Shape;429;p49"/>
          <p:cNvPicPr preferRelativeResize="0"/>
          <p:nvPr/>
        </p:nvPicPr>
        <p:blipFill>
          <a:blip r:embed="rId3">
            <a:alphaModFix/>
          </a:blip>
          <a:stretch>
            <a:fillRect/>
          </a:stretch>
        </p:blipFill>
        <p:spPr>
          <a:xfrm>
            <a:off x="416263" y="1398825"/>
            <a:ext cx="2474365" cy="18616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50"/>
          <p:cNvSpPr txBox="1">
            <a:spLocks noGrp="1"/>
          </p:cNvSpPr>
          <p:nvPr>
            <p:ph type="body" idx="1"/>
          </p:nvPr>
        </p:nvSpPr>
        <p:spPr>
          <a:xfrm>
            <a:off x="65250" y="731625"/>
            <a:ext cx="8955900" cy="4311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Now that we have all the components ready, let's put them together to make a server.</a:t>
            </a:r>
            <a:endParaRPr dirty="0"/>
          </a:p>
        </p:txBody>
      </p:sp>
      <p:sp>
        <p:nvSpPr>
          <p:cNvPr id="435" name="Google Shape;435;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436" name="Google Shape;436;p50"/>
          <p:cNvSpPr txBox="1">
            <a:spLocks noGrp="1"/>
          </p:cNvSpPr>
          <p:nvPr>
            <p:ph type="body" idx="2"/>
          </p:nvPr>
        </p:nvSpPr>
        <p:spPr>
          <a:xfrm>
            <a:off x="3165300" y="1156174"/>
            <a:ext cx="5775900" cy="40158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dirty="0"/>
              <a:t>Create a new </a:t>
            </a:r>
            <a:r>
              <a:rPr lang="en" sz="1200" dirty="0">
                <a:latin typeface="Courier New"/>
                <a:ea typeface="Courier New"/>
                <a:cs typeface="Courier New"/>
                <a:sym typeface="Courier New"/>
              </a:rPr>
              <a:t>HttpWebServer</a:t>
            </a:r>
            <a:r>
              <a:rPr lang="en" sz="1200" dirty="0"/>
              <a:t> in the </a:t>
            </a:r>
            <a:r>
              <a:rPr lang="en" sz="1200" dirty="0">
                <a:latin typeface="Courier New"/>
                <a:ea typeface="Courier New"/>
                <a:cs typeface="Courier New"/>
                <a:sym typeface="Courier New"/>
              </a:rPr>
              <a:t>httpserver</a:t>
            </a:r>
            <a:r>
              <a:rPr lang="en" sz="1200" dirty="0"/>
              <a:t> package.</a:t>
            </a:r>
            <a:endParaRPr sz="1200" dirty="0"/>
          </a:p>
          <a:p>
            <a:pPr marL="914400" lvl="1" indent="-292100" algn="l" rtl="0">
              <a:spcBef>
                <a:spcPts val="0"/>
              </a:spcBef>
              <a:spcAft>
                <a:spcPts val="0"/>
              </a:spcAft>
              <a:buSzPts val="1000"/>
              <a:buChar char="○"/>
            </a:pPr>
            <a:r>
              <a:rPr lang="en" sz="1000" dirty="0"/>
              <a:t>It will be modeled after the </a:t>
            </a:r>
            <a:r>
              <a:rPr lang="en" sz="1000" dirty="0">
                <a:latin typeface="Courier New"/>
                <a:ea typeface="Courier New"/>
                <a:cs typeface="Courier New"/>
                <a:sym typeface="Courier New"/>
              </a:rPr>
              <a:t>GetRequest</a:t>
            </a:r>
            <a:r>
              <a:rPr lang="en" sz="1000" dirty="0"/>
              <a:t> you did earlier.</a:t>
            </a:r>
            <a:endParaRPr sz="1000" dirty="0"/>
          </a:p>
          <a:p>
            <a:pPr marL="457200" lvl="0" indent="-304800" algn="l" rtl="0">
              <a:spcBef>
                <a:spcPts val="0"/>
              </a:spcBef>
              <a:spcAft>
                <a:spcPts val="0"/>
              </a:spcAft>
              <a:buSzPts val="1200"/>
              <a:buChar char="●"/>
            </a:pPr>
            <a:r>
              <a:rPr lang="en" sz="1200" dirty="0"/>
              <a:t>In </a:t>
            </a:r>
            <a:r>
              <a:rPr lang="en" sz="1200" dirty="0">
                <a:latin typeface="Courier New"/>
                <a:ea typeface="Courier New"/>
                <a:cs typeface="Courier New"/>
                <a:sym typeface="Courier New"/>
              </a:rPr>
              <a:t>start</a:t>
            </a:r>
            <a:r>
              <a:rPr lang="en" sz="1200" dirty="0"/>
              <a:t>: </a:t>
            </a:r>
            <a:endParaRPr sz="1200" dirty="0"/>
          </a:p>
          <a:p>
            <a:pPr marL="914400" lvl="1" indent="-292100" algn="l" rtl="0">
              <a:spcBef>
                <a:spcPts val="0"/>
              </a:spcBef>
              <a:spcAft>
                <a:spcPts val="0"/>
              </a:spcAft>
              <a:buSzPts val="1000"/>
              <a:buChar char="○"/>
            </a:pPr>
            <a:r>
              <a:rPr lang="en" sz="1000" dirty="0"/>
              <a:t>create a </a:t>
            </a:r>
            <a:r>
              <a:rPr lang="en" sz="1000" dirty="0">
                <a:latin typeface="Courier New"/>
                <a:ea typeface="Courier New"/>
                <a:cs typeface="Courier New"/>
                <a:sym typeface="Courier New"/>
              </a:rPr>
              <a:t>ServerSocket</a:t>
            </a:r>
            <a:r>
              <a:rPr lang="en" sz="1000" dirty="0"/>
              <a:t> </a:t>
            </a:r>
            <a:endParaRPr sz="1000" dirty="0"/>
          </a:p>
          <a:p>
            <a:pPr marL="914400" lvl="1" indent="-292100" algn="l" rtl="0">
              <a:spcBef>
                <a:spcPts val="0"/>
              </a:spcBef>
              <a:spcAft>
                <a:spcPts val="0"/>
              </a:spcAft>
              <a:buSzPts val="1000"/>
              <a:buChar char="○"/>
            </a:pPr>
            <a:r>
              <a:rPr lang="en" sz="1000" dirty="0"/>
              <a:t>in a </a:t>
            </a:r>
            <a:r>
              <a:rPr lang="en" sz="1000" b="1" i="1" dirty="0">
                <a:solidFill>
                  <a:srgbClr val="FF0000"/>
                </a:solidFill>
              </a:rPr>
              <a:t>while true</a:t>
            </a:r>
            <a:r>
              <a:rPr lang="en" sz="1000" dirty="0"/>
              <a:t> loop </a:t>
            </a:r>
            <a:endParaRPr sz="1000" dirty="0"/>
          </a:p>
          <a:p>
            <a:pPr marL="1371600" lvl="2" indent="-292100" algn="l" rtl="0">
              <a:spcBef>
                <a:spcPts val="0"/>
              </a:spcBef>
              <a:spcAft>
                <a:spcPts val="0"/>
              </a:spcAft>
              <a:buSzPts val="1000"/>
              <a:buChar char="■"/>
            </a:pPr>
            <a:r>
              <a:rPr lang="en" sz="1000" dirty="0">
                <a:latin typeface="Courier New"/>
                <a:ea typeface="Courier New"/>
                <a:cs typeface="Courier New"/>
                <a:sym typeface="Courier New"/>
              </a:rPr>
              <a:t>accept</a:t>
            </a:r>
            <a:r>
              <a:rPr lang="en" sz="1000" dirty="0"/>
              <a:t> a client connection and create the client </a:t>
            </a:r>
            <a:r>
              <a:rPr lang="en" sz="1000" dirty="0">
                <a:latin typeface="Courier New"/>
                <a:ea typeface="Courier New"/>
                <a:cs typeface="Courier New"/>
                <a:sym typeface="Courier New"/>
              </a:rPr>
              <a:t>Socket</a:t>
            </a:r>
            <a:endParaRPr sz="1000" dirty="0">
              <a:latin typeface="Courier New"/>
              <a:ea typeface="Courier New"/>
              <a:cs typeface="Courier New"/>
              <a:sym typeface="Courier New"/>
            </a:endParaRPr>
          </a:p>
          <a:p>
            <a:pPr marL="1371600" lvl="2" indent="-292100" algn="l" rtl="0">
              <a:spcBef>
                <a:spcPts val="0"/>
              </a:spcBef>
              <a:spcAft>
                <a:spcPts val="0"/>
              </a:spcAft>
              <a:buSzPts val="1000"/>
              <a:buChar char="■"/>
            </a:pPr>
            <a:r>
              <a:rPr lang="en" sz="1000" b="1" i="1" dirty="0">
                <a:solidFill>
                  <a:srgbClr val="FF0000"/>
                </a:solidFill>
              </a:rPr>
              <a:t>call</a:t>
            </a:r>
            <a:r>
              <a:rPr lang="en" sz="1000" dirty="0"/>
              <a:t> </a:t>
            </a:r>
            <a:r>
              <a:rPr lang="en" sz="1000" dirty="0">
                <a:latin typeface="Courier New"/>
                <a:ea typeface="Courier New"/>
                <a:cs typeface="Courier New"/>
                <a:sym typeface="Courier New"/>
              </a:rPr>
              <a:t>handleClient</a:t>
            </a:r>
            <a:r>
              <a:rPr lang="en" sz="1000" dirty="0"/>
              <a:t> with the client socket</a:t>
            </a:r>
            <a:endParaRPr sz="1000" dirty="0"/>
          </a:p>
          <a:p>
            <a:pPr marL="457200" lvl="0" indent="-304800" algn="l" rtl="0">
              <a:spcBef>
                <a:spcPts val="0"/>
              </a:spcBef>
              <a:spcAft>
                <a:spcPts val="0"/>
              </a:spcAft>
              <a:buSzPts val="1200"/>
              <a:buChar char="●"/>
            </a:pPr>
            <a:r>
              <a:rPr lang="en" sz="1200" dirty="0">
                <a:latin typeface="Courier New"/>
                <a:ea typeface="Courier New"/>
                <a:cs typeface="Courier New"/>
                <a:sym typeface="Courier New"/>
              </a:rPr>
              <a:t>handleClient</a:t>
            </a:r>
            <a:r>
              <a:rPr lang="en" sz="1200" dirty="0"/>
              <a:t> should:</a:t>
            </a:r>
            <a:endParaRPr sz="1200" dirty="0"/>
          </a:p>
          <a:p>
            <a:pPr marL="914400" lvl="1" indent="-292100" algn="l" rtl="0">
              <a:spcBef>
                <a:spcPts val="0"/>
              </a:spcBef>
              <a:spcAft>
                <a:spcPts val="0"/>
              </a:spcAft>
              <a:buSzPts val="1000"/>
              <a:buChar char="○"/>
            </a:pPr>
            <a:r>
              <a:rPr lang="en" sz="1000" dirty="0"/>
              <a:t>Encapsulate the input and output streams in an </a:t>
            </a:r>
            <a:r>
              <a:rPr lang="en" sz="1000" dirty="0">
                <a:latin typeface="Courier New"/>
                <a:ea typeface="Courier New"/>
                <a:cs typeface="Courier New"/>
                <a:sym typeface="Courier New"/>
              </a:rPr>
              <a:t>HttpStream</a:t>
            </a:r>
            <a:r>
              <a:rPr lang="en" sz="1000" dirty="0"/>
              <a:t> and </a:t>
            </a:r>
            <a:r>
              <a:rPr lang="en" sz="1000" dirty="0">
                <a:latin typeface="Courier New"/>
                <a:ea typeface="Courier New"/>
                <a:cs typeface="Courier New"/>
                <a:sym typeface="Courier New"/>
              </a:rPr>
              <a:t>PrintWriter</a:t>
            </a:r>
            <a:endParaRPr sz="1000" dirty="0">
              <a:latin typeface="Courier New"/>
              <a:ea typeface="Courier New"/>
              <a:cs typeface="Courier New"/>
              <a:sym typeface="Courier New"/>
            </a:endParaRPr>
          </a:p>
          <a:p>
            <a:pPr marL="914400" lvl="1" indent="-292100" algn="l" rtl="0">
              <a:spcBef>
                <a:spcPts val="0"/>
              </a:spcBef>
              <a:spcAft>
                <a:spcPts val="0"/>
              </a:spcAft>
              <a:buSzPts val="1000"/>
              <a:buChar char="○"/>
            </a:pPr>
            <a:r>
              <a:rPr lang="en" sz="1000" dirty="0"/>
              <a:t>Use </a:t>
            </a:r>
            <a:r>
              <a:rPr lang="en" sz="1000" dirty="0">
                <a:latin typeface="Courier New"/>
                <a:ea typeface="Courier New"/>
                <a:cs typeface="Courier New"/>
                <a:sym typeface="Courier New"/>
              </a:rPr>
              <a:t>parseRequest</a:t>
            </a:r>
            <a:r>
              <a:rPr lang="en" sz="1000" dirty="0"/>
              <a:t> to </a:t>
            </a:r>
            <a:r>
              <a:rPr lang="en" sz="1000" b="1" i="1" dirty="0">
                <a:solidFill>
                  <a:srgbClr val="FF0000"/>
                </a:solidFill>
              </a:rPr>
              <a:t>read</a:t>
            </a:r>
            <a:r>
              <a:rPr lang="en" sz="1000" dirty="0"/>
              <a:t> the HTTP Request</a:t>
            </a:r>
            <a:endParaRPr sz="1000" dirty="0"/>
          </a:p>
          <a:p>
            <a:pPr marL="914400" lvl="1" indent="-292100" algn="l" rtl="0">
              <a:spcBef>
                <a:spcPts val="0"/>
              </a:spcBef>
              <a:spcAft>
                <a:spcPts val="0"/>
              </a:spcAft>
              <a:buSzPts val="1000"/>
              <a:buChar char="○"/>
            </a:pPr>
            <a:r>
              <a:rPr lang="en" sz="1000" b="1" i="1" dirty="0">
                <a:solidFill>
                  <a:srgbClr val="FF0000"/>
                </a:solidFill>
              </a:rPr>
              <a:t>Print</a:t>
            </a:r>
            <a:r>
              <a:rPr lang="en" sz="1000" dirty="0"/>
              <a:t> the parsed request</a:t>
            </a:r>
            <a:endParaRPr sz="1000" dirty="0"/>
          </a:p>
          <a:p>
            <a:pPr marL="914400" lvl="1" indent="-292100" algn="l" rtl="0">
              <a:spcBef>
                <a:spcPts val="0"/>
              </a:spcBef>
              <a:spcAft>
                <a:spcPts val="0"/>
              </a:spcAft>
              <a:buSzPts val="1000"/>
              <a:buChar char="○"/>
            </a:pPr>
            <a:r>
              <a:rPr lang="en" sz="1000" dirty="0"/>
              <a:t>Call </a:t>
            </a:r>
            <a:r>
              <a:rPr lang="en" sz="1000" dirty="0">
                <a:latin typeface="Courier New"/>
                <a:ea typeface="Courier New"/>
                <a:cs typeface="Courier New"/>
                <a:sym typeface="Courier New"/>
              </a:rPr>
              <a:t>handleRequest</a:t>
            </a:r>
            <a:r>
              <a:rPr lang="en" sz="1000" dirty="0"/>
              <a:t> to </a:t>
            </a:r>
            <a:r>
              <a:rPr lang="en" sz="1000" b="1" i="1" dirty="0">
                <a:solidFill>
                  <a:srgbClr val="FF0000"/>
                </a:solidFill>
              </a:rPr>
              <a:t>create </a:t>
            </a:r>
            <a:r>
              <a:rPr lang="en" sz="1000" dirty="0"/>
              <a:t>an </a:t>
            </a:r>
            <a:r>
              <a:rPr lang="en" sz="1000" dirty="0">
                <a:latin typeface="Courier New"/>
                <a:ea typeface="Courier New"/>
                <a:cs typeface="Courier New"/>
                <a:sym typeface="Courier New"/>
              </a:rPr>
              <a:t>HttpResponse</a:t>
            </a:r>
            <a:endParaRPr sz="1000" dirty="0">
              <a:latin typeface="Courier New"/>
              <a:ea typeface="Courier New"/>
              <a:cs typeface="Courier New"/>
              <a:sym typeface="Courier New"/>
            </a:endParaRPr>
          </a:p>
          <a:p>
            <a:pPr marL="914400" lvl="1" indent="-292100" algn="l" rtl="0">
              <a:spcBef>
                <a:spcPts val="0"/>
              </a:spcBef>
              <a:spcAft>
                <a:spcPts val="0"/>
              </a:spcAft>
              <a:buSzPts val="1000"/>
              <a:buChar char="○"/>
            </a:pPr>
            <a:r>
              <a:rPr lang="en" sz="1000" dirty="0"/>
              <a:t>Call </a:t>
            </a:r>
            <a:r>
              <a:rPr lang="en" sz="1000" dirty="0">
                <a:latin typeface="Courier New"/>
                <a:ea typeface="Courier New"/>
                <a:cs typeface="Courier New"/>
                <a:sym typeface="Courier New"/>
              </a:rPr>
              <a:t>sendResponse</a:t>
            </a:r>
            <a:r>
              <a:rPr lang="en" sz="1000" dirty="0"/>
              <a:t> to </a:t>
            </a:r>
            <a:r>
              <a:rPr lang="en" sz="1000" b="1" i="1" dirty="0">
                <a:solidFill>
                  <a:srgbClr val="FF0000"/>
                </a:solidFill>
              </a:rPr>
              <a:t>send </a:t>
            </a:r>
            <a:r>
              <a:rPr lang="en" sz="1000" dirty="0"/>
              <a:t>the response to the server</a:t>
            </a:r>
            <a:endParaRPr sz="1000" dirty="0"/>
          </a:p>
          <a:p>
            <a:pPr marL="914400" lvl="1" indent="-292100" algn="l" rtl="0">
              <a:spcBef>
                <a:spcPts val="0"/>
              </a:spcBef>
              <a:spcAft>
                <a:spcPts val="0"/>
              </a:spcAft>
              <a:buSzPts val="1000"/>
              <a:buChar char="○"/>
            </a:pPr>
            <a:r>
              <a:rPr lang="en" sz="1000" b="1" i="1" dirty="0">
                <a:solidFill>
                  <a:srgbClr val="FF0000"/>
                </a:solidFill>
              </a:rPr>
              <a:t>Close</a:t>
            </a:r>
            <a:r>
              <a:rPr lang="en" sz="1000" dirty="0"/>
              <a:t> the socket</a:t>
            </a:r>
            <a:endParaRPr sz="1000" dirty="0"/>
          </a:p>
          <a:p>
            <a:pPr marL="457200" lvl="0" indent="-304800" algn="l" rtl="0">
              <a:spcBef>
                <a:spcPts val="0"/>
              </a:spcBef>
              <a:spcAft>
                <a:spcPts val="0"/>
              </a:spcAft>
              <a:buSzPts val="1200"/>
              <a:buChar char="●"/>
            </a:pPr>
            <a:r>
              <a:rPr lang="en" sz="1200" dirty="0">
                <a:latin typeface="Courier New"/>
                <a:ea typeface="Courier New"/>
                <a:cs typeface="Courier New"/>
                <a:sym typeface="Courier New"/>
              </a:rPr>
              <a:t>sendResponse</a:t>
            </a:r>
            <a:r>
              <a:rPr lang="en" sz="1200" dirty="0"/>
              <a:t> should </a:t>
            </a:r>
            <a:r>
              <a:rPr lang="en" sz="1200" b="1" dirty="0">
                <a:solidFill>
                  <a:srgbClr val="FF0000"/>
                </a:solidFill>
              </a:rPr>
              <a:t>write the response</a:t>
            </a:r>
            <a:r>
              <a:rPr lang="en" sz="1200" dirty="0"/>
              <a:t> to the output stream, flush the stream, and print the response.</a:t>
            </a:r>
            <a:endParaRPr sz="1200" dirty="0"/>
          </a:p>
          <a:p>
            <a:pPr marL="457200" lvl="0" indent="-304800" algn="l" rtl="0">
              <a:spcBef>
                <a:spcPts val="0"/>
              </a:spcBef>
              <a:spcAft>
                <a:spcPts val="0"/>
              </a:spcAft>
              <a:buSzPts val="1200"/>
              <a:buChar char="●"/>
            </a:pPr>
            <a:r>
              <a:rPr lang="en" sz="1200" dirty="0">
                <a:highlight>
                  <a:srgbClr val="FFFF00"/>
                </a:highlight>
              </a:rPr>
              <a:t>At the moment, have </a:t>
            </a:r>
            <a:r>
              <a:rPr lang="en" sz="1200" dirty="0">
                <a:solidFill>
                  <a:srgbClr val="666666"/>
                </a:solidFill>
                <a:highlight>
                  <a:srgbClr val="FFFF00"/>
                </a:highlight>
                <a:latin typeface="Courier New"/>
                <a:ea typeface="Courier New"/>
                <a:cs typeface="Courier New"/>
                <a:sym typeface="Courier New"/>
              </a:rPr>
              <a:t>handleRequest</a:t>
            </a:r>
            <a:r>
              <a:rPr lang="en" sz="1200" dirty="0">
                <a:highlight>
                  <a:srgbClr val="FFFF00"/>
                </a:highlight>
              </a:rPr>
              <a:t> create and return a </a:t>
            </a:r>
            <a:r>
              <a:rPr lang="en" sz="1200" b="1" i="1" dirty="0">
                <a:solidFill>
                  <a:srgbClr val="FF0000"/>
                </a:solidFill>
                <a:highlight>
                  <a:srgbClr val="FFFF00"/>
                </a:highlight>
              </a:rPr>
              <a:t>success response</a:t>
            </a:r>
            <a:r>
              <a:rPr lang="en" sz="1200" dirty="0">
                <a:highlight>
                  <a:srgbClr val="FFFF00"/>
                </a:highlight>
              </a:rPr>
              <a:t> message with the content, "</a:t>
            </a:r>
            <a:r>
              <a:rPr lang="en" sz="1200" dirty="0">
                <a:highlight>
                  <a:srgbClr val="FFFF00"/>
                </a:highlight>
                <a:latin typeface="Courier New"/>
                <a:ea typeface="Courier New"/>
                <a:cs typeface="Courier New"/>
                <a:sym typeface="Courier New"/>
              </a:rPr>
              <a:t>Request Received!</a:t>
            </a:r>
            <a:r>
              <a:rPr lang="en" sz="1200" dirty="0">
                <a:highlight>
                  <a:srgbClr val="FFFF00"/>
                </a:highlight>
              </a:rPr>
              <a:t>"</a:t>
            </a:r>
            <a:endParaRPr sz="1200" dirty="0">
              <a:highlight>
                <a:srgbClr val="FFFF00"/>
              </a:highlight>
            </a:endParaRPr>
          </a:p>
          <a:p>
            <a:pPr marL="457200" lvl="0" indent="-304800" algn="l" rtl="0">
              <a:spcBef>
                <a:spcPts val="0"/>
              </a:spcBef>
              <a:spcAft>
                <a:spcPts val="0"/>
              </a:spcAft>
              <a:buSzPts val="1200"/>
              <a:buChar char="●"/>
            </a:pPr>
            <a:r>
              <a:rPr lang="en" sz="1200" dirty="0"/>
              <a:t>In </a:t>
            </a:r>
            <a:r>
              <a:rPr lang="en" sz="1200" dirty="0">
                <a:latin typeface="Courier New"/>
                <a:ea typeface="Courier New"/>
                <a:cs typeface="Courier New"/>
                <a:sym typeface="Courier New"/>
              </a:rPr>
              <a:t>main</a:t>
            </a:r>
            <a:r>
              <a:rPr lang="en" sz="1200" dirty="0"/>
              <a:t>, run your server, navigate to the provided html page, enter the information and press the submit button. You should get a response.</a:t>
            </a:r>
            <a:endParaRPr sz="1200" dirty="0"/>
          </a:p>
        </p:txBody>
      </p:sp>
      <p:sp>
        <p:nvSpPr>
          <p:cNvPr id="437" name="Google Shape;437;p50"/>
          <p:cNvSpPr txBox="1">
            <a:spLocks noGrp="1"/>
          </p:cNvSpPr>
          <p:nvPr>
            <p:ph type="title"/>
          </p:nvPr>
        </p:nvSpPr>
        <p:spPr>
          <a:xfrm>
            <a:off x="1436850" y="18926"/>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HttpWebServer</a:t>
            </a:r>
            <a:endParaRPr/>
          </a:p>
        </p:txBody>
      </p:sp>
      <p:sp>
        <p:nvSpPr>
          <p:cNvPr id="438" name="Google Shape;438;p5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10.9</a:t>
            </a:r>
            <a:endParaRPr/>
          </a:p>
        </p:txBody>
      </p:sp>
      <p:sp>
        <p:nvSpPr>
          <p:cNvPr id="439" name="Google Shape;439;p50"/>
          <p:cNvSpPr txBox="1">
            <a:spLocks noGrp="1"/>
          </p:cNvSpPr>
          <p:nvPr>
            <p:ph type="body" idx="4"/>
          </p:nvPr>
        </p:nvSpPr>
        <p:spPr>
          <a:xfrm>
            <a:off x="141600" y="3884373"/>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Lots of little pieces are going to make our server more flexible, reusable, and testable. All good things.</a:t>
            </a:r>
            <a:endParaRPr/>
          </a:p>
        </p:txBody>
      </p:sp>
      <p:pic>
        <p:nvPicPr>
          <p:cNvPr id="440" name="Google Shape;440;p50"/>
          <p:cNvPicPr preferRelativeResize="0"/>
          <p:nvPr/>
        </p:nvPicPr>
        <p:blipFill>
          <a:blip r:embed="rId3">
            <a:alphaModFix/>
          </a:blip>
          <a:stretch>
            <a:fillRect/>
          </a:stretch>
        </p:blipFill>
        <p:spPr>
          <a:xfrm>
            <a:off x="141600" y="1668325"/>
            <a:ext cx="3023700" cy="180684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51"/>
          <p:cNvSpPr txBox="1">
            <a:spLocks noGrp="1"/>
          </p:cNvSpPr>
          <p:nvPr>
            <p:ph type="body" idx="1"/>
          </p:nvPr>
        </p:nvSpPr>
        <p:spPr>
          <a:xfrm>
            <a:off x="65250" y="731625"/>
            <a:ext cx="8955900" cy="1239283"/>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We're almost there but you probably noticed an extra message from the client. That's because your web browser asked it for an icon to display next to the URL (</a:t>
            </a:r>
            <a:r>
              <a:rPr lang="en" dirty="0">
                <a:highlight>
                  <a:srgbClr val="FFFF00"/>
                </a:highlight>
                <a:latin typeface="Courier New"/>
                <a:ea typeface="Courier New"/>
                <a:cs typeface="Courier New"/>
                <a:sym typeface="Courier New"/>
              </a:rPr>
              <a:t>favicon.ico</a:t>
            </a:r>
            <a:r>
              <a:rPr lang="en" dirty="0"/>
              <a:t>). While a pain, most modern browsers do this so we'll need to handle that case.</a:t>
            </a:r>
            <a:endParaRPr dirty="0"/>
          </a:p>
        </p:txBody>
      </p:sp>
      <p:sp>
        <p:nvSpPr>
          <p:cNvPr id="446" name="Google Shape;446;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447" name="Google Shape;447;p51"/>
          <p:cNvSpPr txBox="1">
            <a:spLocks noGrp="1"/>
          </p:cNvSpPr>
          <p:nvPr>
            <p:ph type="body" idx="2"/>
          </p:nvPr>
        </p:nvSpPr>
        <p:spPr>
          <a:xfrm>
            <a:off x="3165300" y="1729125"/>
            <a:ext cx="5775900" cy="2923078"/>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Solving this problem, is where the URI comes in, that piece of information after the method that we've been collecting.</a:t>
            </a:r>
            <a:endParaRPr dirty="0"/>
          </a:p>
          <a:p>
            <a:pPr marL="457200" lvl="0" indent="-311150" algn="l" rtl="0">
              <a:spcBef>
                <a:spcPts val="1000"/>
              </a:spcBef>
              <a:spcAft>
                <a:spcPts val="0"/>
              </a:spcAft>
              <a:buSzPts val="1300"/>
              <a:buChar char="●"/>
            </a:pPr>
            <a:r>
              <a:rPr lang="en" dirty="0"/>
              <a:t>It informs us of what the request is looking for. </a:t>
            </a:r>
            <a:endParaRPr dirty="0"/>
          </a:p>
          <a:p>
            <a:pPr marL="457200" lvl="0" indent="-311150" algn="l" rtl="0">
              <a:spcBef>
                <a:spcPts val="1000"/>
              </a:spcBef>
              <a:spcAft>
                <a:spcPts val="0"/>
              </a:spcAft>
              <a:buSzPts val="1300"/>
              <a:buChar char="●"/>
            </a:pPr>
            <a:r>
              <a:rPr lang="en" dirty="0"/>
              <a:t>Let's update our code to only accept messages to the "/" URI and handle that icon.</a:t>
            </a:r>
            <a:endParaRPr dirty="0"/>
          </a:p>
          <a:p>
            <a:pPr marL="914400" lvl="1" indent="-298450" algn="l" rtl="0">
              <a:spcBef>
                <a:spcPts val="0"/>
              </a:spcBef>
              <a:spcAft>
                <a:spcPts val="0"/>
              </a:spcAft>
              <a:buSzPts val="1100"/>
              <a:buChar char="○"/>
            </a:pPr>
            <a:r>
              <a:rPr lang="en" dirty="0">
                <a:highlight>
                  <a:srgbClr val="FFFF00"/>
                </a:highlight>
              </a:rPr>
              <a:t>In your </a:t>
            </a:r>
            <a:r>
              <a:rPr lang="en" dirty="0">
                <a:solidFill>
                  <a:srgbClr val="FF0000"/>
                </a:solidFill>
                <a:highlight>
                  <a:srgbClr val="FFFF00"/>
                </a:highlight>
                <a:latin typeface="Courier New"/>
                <a:ea typeface="Courier New"/>
                <a:cs typeface="Courier New"/>
                <a:sym typeface="Courier New"/>
              </a:rPr>
              <a:t>handleRequest</a:t>
            </a:r>
            <a:r>
              <a:rPr lang="en" dirty="0">
                <a:highlight>
                  <a:srgbClr val="FFFF00"/>
                </a:highlight>
              </a:rPr>
              <a:t>, if the URI is not "</a:t>
            </a:r>
            <a:r>
              <a:rPr lang="en" dirty="0">
                <a:highlight>
                  <a:srgbClr val="FFFF00"/>
                </a:highlight>
                <a:latin typeface="Courier New"/>
                <a:ea typeface="Courier New"/>
                <a:cs typeface="Courier New"/>
                <a:sym typeface="Courier New"/>
              </a:rPr>
              <a:t>/</a:t>
            </a:r>
            <a:r>
              <a:rPr lang="en" dirty="0">
                <a:highlight>
                  <a:srgbClr val="FFFF00"/>
                </a:highlight>
              </a:rPr>
              <a:t>", return null.</a:t>
            </a:r>
            <a:endParaRPr dirty="0">
              <a:highlight>
                <a:srgbClr val="FFFF00"/>
              </a:highlight>
            </a:endParaRPr>
          </a:p>
          <a:p>
            <a:pPr marL="914400" lvl="1" indent="-298450" algn="l" rtl="0">
              <a:spcBef>
                <a:spcPts val="0"/>
              </a:spcBef>
              <a:spcAft>
                <a:spcPts val="0"/>
              </a:spcAft>
              <a:buSzPts val="1100"/>
              <a:buChar char="○"/>
            </a:pPr>
            <a:r>
              <a:rPr lang="en" dirty="0"/>
              <a:t>In </a:t>
            </a:r>
            <a:r>
              <a:rPr lang="en" dirty="0">
                <a:solidFill>
                  <a:srgbClr val="FF0000"/>
                </a:solidFill>
                <a:latin typeface="Courier New"/>
                <a:ea typeface="Courier New"/>
                <a:cs typeface="Courier New"/>
                <a:sym typeface="Courier New"/>
              </a:rPr>
              <a:t>handleClient</a:t>
            </a:r>
            <a:r>
              <a:rPr lang="en" dirty="0"/>
              <a:t>,  if handleRequest returns null, send an 404 error response of "</a:t>
            </a:r>
            <a:r>
              <a:rPr lang="en" dirty="0">
                <a:latin typeface="Courier New"/>
                <a:ea typeface="Courier New"/>
                <a:cs typeface="Courier New"/>
                <a:sym typeface="Courier New"/>
              </a:rPr>
              <a:t>&lt;URI&gt; not found"</a:t>
            </a:r>
            <a:r>
              <a:rPr lang="en" dirty="0"/>
              <a:t>.</a:t>
            </a:r>
            <a:endParaRPr dirty="0"/>
          </a:p>
          <a:p>
            <a:pPr marL="1371600" lvl="2" indent="-298450" algn="l" rtl="0">
              <a:spcBef>
                <a:spcPts val="0"/>
              </a:spcBef>
              <a:spcAft>
                <a:spcPts val="0"/>
              </a:spcAft>
              <a:buSzPts val="1100"/>
              <a:buChar char="■"/>
            </a:pPr>
            <a:r>
              <a:rPr lang="en" dirty="0"/>
              <a:t>Use the </a:t>
            </a:r>
            <a:r>
              <a:rPr lang="en" dirty="0">
                <a:latin typeface="Courier New"/>
                <a:ea typeface="Courier New"/>
                <a:cs typeface="Courier New"/>
                <a:sym typeface="Courier New"/>
              </a:rPr>
              <a:t>buildNotFoundErrorResponse</a:t>
            </a:r>
            <a:r>
              <a:rPr lang="en" dirty="0"/>
              <a:t> method instead of </a:t>
            </a:r>
            <a:r>
              <a:rPr lang="en" dirty="0">
                <a:latin typeface="Courier New"/>
                <a:ea typeface="Courier New"/>
                <a:cs typeface="Courier New"/>
                <a:sym typeface="Courier New"/>
              </a:rPr>
              <a:t>buildSuccessResponse</a:t>
            </a:r>
            <a:endParaRPr dirty="0">
              <a:latin typeface="Courier New"/>
              <a:ea typeface="Courier New"/>
              <a:cs typeface="Courier New"/>
              <a:sym typeface="Courier New"/>
            </a:endParaRPr>
          </a:p>
          <a:p>
            <a:pPr marL="457200" lvl="0" indent="-311150" algn="l" rtl="0">
              <a:spcBef>
                <a:spcPts val="1000"/>
              </a:spcBef>
              <a:spcAft>
                <a:spcPts val="0"/>
              </a:spcAft>
              <a:buSzPts val="1300"/>
              <a:buChar char="●"/>
            </a:pPr>
            <a:r>
              <a:rPr lang="en" dirty="0"/>
              <a:t>Restart your server and verify it responds to both requests.</a:t>
            </a:r>
            <a:endParaRPr dirty="0"/>
          </a:p>
        </p:txBody>
      </p:sp>
      <p:sp>
        <p:nvSpPr>
          <p:cNvPr id="448" name="Google Shape;448;p51"/>
          <p:cNvSpPr txBox="1">
            <a:spLocks noGrp="1"/>
          </p:cNvSpPr>
          <p:nvPr>
            <p:ph type="title"/>
          </p:nvPr>
        </p:nvSpPr>
        <p:spPr>
          <a:xfrm>
            <a:off x="1436850" y="11754"/>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favicon.ico???</a:t>
            </a:r>
            <a:endParaRPr/>
          </a:p>
        </p:txBody>
      </p:sp>
      <p:sp>
        <p:nvSpPr>
          <p:cNvPr id="449" name="Google Shape;449;p5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10.10</a:t>
            </a:r>
            <a:endParaRPr/>
          </a:p>
        </p:txBody>
      </p:sp>
      <p:sp>
        <p:nvSpPr>
          <p:cNvPr id="450" name="Google Shape;450;p51"/>
          <p:cNvSpPr txBox="1">
            <a:spLocks noGrp="1"/>
          </p:cNvSpPr>
          <p:nvPr>
            <p:ph type="body" idx="4"/>
          </p:nvPr>
        </p:nvSpPr>
        <p:spPr>
          <a:xfrm>
            <a:off x="141600" y="4056495"/>
            <a:ext cx="3023700" cy="92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When dealing with commercial grade software you'll often find lots of extra stuff. Sometimes we can ignore it but sometimes we have to manage it.</a:t>
            </a:r>
            <a:endParaRPr/>
          </a:p>
        </p:txBody>
      </p:sp>
      <p:pic>
        <p:nvPicPr>
          <p:cNvPr id="451" name="Google Shape;451;p51" title="Favicon.png"/>
          <p:cNvPicPr preferRelativeResize="0"/>
          <p:nvPr/>
        </p:nvPicPr>
        <p:blipFill>
          <a:blip r:embed="rId3">
            <a:alphaModFix/>
          </a:blip>
          <a:stretch>
            <a:fillRect/>
          </a:stretch>
        </p:blipFill>
        <p:spPr>
          <a:xfrm>
            <a:off x="141600" y="1867175"/>
            <a:ext cx="3023700" cy="2015793"/>
          </a:xfrm>
          <a:prstGeom prst="rect">
            <a:avLst/>
          </a:prstGeom>
          <a:noFill/>
          <a:ln w="19050" cap="flat" cmpd="sng">
            <a:solidFill>
              <a:schemeClr val="dk1"/>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Hopefully everything works, if not, raise your hand to get some assistance. At the moment, your sending a static response back, that doesn't do much. We can fix that by adding some logic to the handleRequest message.</a:t>
            </a:r>
            <a:endParaRPr/>
          </a:p>
        </p:txBody>
      </p:sp>
      <p:sp>
        <p:nvSpPr>
          <p:cNvPr id="457" name="Google Shape;457;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458" name="Google Shape;458;p52"/>
          <p:cNvSpPr txBox="1">
            <a:spLocks noGrp="1"/>
          </p:cNvSpPr>
          <p:nvPr>
            <p:ph type="body" idx="2"/>
          </p:nvPr>
        </p:nvSpPr>
        <p:spPr>
          <a:xfrm>
            <a:off x="3165300" y="1729125"/>
            <a:ext cx="5775900" cy="3212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Update the </a:t>
            </a:r>
            <a:r>
              <a:rPr lang="en" dirty="0">
                <a:latin typeface="Courier New"/>
                <a:ea typeface="Courier New"/>
                <a:cs typeface="Courier New"/>
                <a:sym typeface="Courier New"/>
              </a:rPr>
              <a:t>handleRequest</a:t>
            </a:r>
            <a:r>
              <a:rPr lang="en" dirty="0"/>
              <a:t> method to use the message body.</a:t>
            </a:r>
            <a:endParaRPr dirty="0"/>
          </a:p>
          <a:p>
            <a:pPr marL="914400" lvl="1" indent="-298450" algn="l" rtl="0">
              <a:spcBef>
                <a:spcPts val="0"/>
              </a:spcBef>
              <a:spcAft>
                <a:spcPts val="0"/>
              </a:spcAft>
              <a:buSzPts val="1100"/>
              <a:buChar char="○"/>
            </a:pPr>
            <a:r>
              <a:rPr lang="en" dirty="0"/>
              <a:t>Split the message into parts using "</a:t>
            </a:r>
            <a:r>
              <a:rPr lang="en" dirty="0">
                <a:solidFill>
                  <a:srgbClr val="FF0000"/>
                </a:solidFill>
                <a:latin typeface="Courier New"/>
                <a:ea typeface="Courier New"/>
                <a:cs typeface="Courier New"/>
                <a:sym typeface="Courier New"/>
              </a:rPr>
              <a:t>&amp;</a:t>
            </a:r>
            <a:r>
              <a:rPr lang="en" dirty="0"/>
              <a:t>" as the separator</a:t>
            </a:r>
            <a:endParaRPr dirty="0"/>
          </a:p>
          <a:p>
            <a:pPr marL="914400" lvl="1" indent="-298450" algn="l" rtl="0">
              <a:spcBef>
                <a:spcPts val="0"/>
              </a:spcBef>
              <a:spcAft>
                <a:spcPts val="0"/>
              </a:spcAft>
              <a:buSzPts val="1100"/>
              <a:buChar char="○"/>
            </a:pPr>
            <a:r>
              <a:rPr lang="en" dirty="0"/>
              <a:t>Split each part using "</a:t>
            </a:r>
            <a:r>
              <a:rPr lang="en" dirty="0">
                <a:solidFill>
                  <a:srgbClr val="FF0000"/>
                </a:solidFill>
                <a:latin typeface="Courier New"/>
                <a:ea typeface="Courier New"/>
                <a:cs typeface="Courier New"/>
                <a:sym typeface="Courier New"/>
              </a:rPr>
              <a:t>=</a:t>
            </a:r>
            <a:r>
              <a:rPr lang="en" dirty="0"/>
              <a:t>" as the separator</a:t>
            </a:r>
            <a:endParaRPr dirty="0"/>
          </a:p>
          <a:p>
            <a:pPr marL="1371600" lvl="2" indent="-292100" algn="l" rtl="0">
              <a:spcBef>
                <a:spcPts val="0"/>
              </a:spcBef>
              <a:spcAft>
                <a:spcPts val="0"/>
              </a:spcAft>
              <a:buSzPts val="1000"/>
              <a:buChar char="■"/>
            </a:pPr>
            <a:r>
              <a:rPr lang="en" sz="1000" dirty="0"/>
              <a:t>Alternatively, you could create a dictionary the same way as we did for the headers.</a:t>
            </a:r>
            <a:endParaRPr sz="1000" dirty="0"/>
          </a:p>
          <a:p>
            <a:pPr marL="914400" lvl="1" indent="-298450" algn="l" rtl="0">
              <a:spcBef>
                <a:spcPts val="0"/>
              </a:spcBef>
              <a:spcAft>
                <a:spcPts val="0"/>
              </a:spcAft>
              <a:buSzPts val="1100"/>
              <a:buChar char="○"/>
            </a:pPr>
            <a:r>
              <a:rPr lang="en" dirty="0"/>
              <a:t>Use the data to calculate the users age</a:t>
            </a:r>
            <a:endParaRPr dirty="0"/>
          </a:p>
          <a:p>
            <a:pPr marL="1371600" lvl="2" indent="-292100" algn="l" rtl="0">
              <a:spcBef>
                <a:spcPts val="0"/>
              </a:spcBef>
              <a:spcAft>
                <a:spcPts val="0"/>
              </a:spcAft>
              <a:buSzPts val="1000"/>
              <a:buChar char="■"/>
            </a:pPr>
            <a:r>
              <a:rPr lang="en" sz="1000" dirty="0">
                <a:highlight>
                  <a:srgbClr val="FFFF00"/>
                </a:highlight>
              </a:rPr>
              <a:t>If you turn the age into a string in "&lt;year&gt;-&lt;month&gt;-&lt;day&gt;" format you can use </a:t>
            </a:r>
            <a:r>
              <a:rPr lang="en" sz="1000" dirty="0">
                <a:highlight>
                  <a:srgbClr val="FFFF00"/>
                </a:highlight>
                <a:latin typeface="Courier New"/>
                <a:ea typeface="Courier New"/>
                <a:cs typeface="Courier New"/>
                <a:sym typeface="Courier New"/>
              </a:rPr>
              <a:t>String.compareTo</a:t>
            </a:r>
            <a:r>
              <a:rPr lang="en" sz="1000" dirty="0">
                <a:highlight>
                  <a:srgbClr val="FFFF00"/>
                </a:highlight>
              </a:rPr>
              <a:t> to check if it's before or after a set date.</a:t>
            </a:r>
            <a:endParaRPr sz="1000" dirty="0">
              <a:highlight>
                <a:srgbClr val="FFFF00"/>
              </a:highlight>
            </a:endParaRPr>
          </a:p>
          <a:p>
            <a:pPr marL="914400" lvl="1" indent="-298450" algn="l" rtl="0">
              <a:spcBef>
                <a:spcPts val="0"/>
              </a:spcBef>
              <a:spcAft>
                <a:spcPts val="0"/>
              </a:spcAft>
              <a:buSzPts val="1100"/>
              <a:buChar char="○"/>
            </a:pPr>
            <a:r>
              <a:rPr lang="en" dirty="0"/>
              <a:t>If the age is </a:t>
            </a:r>
            <a:r>
              <a:rPr lang="en" b="1" i="1" dirty="0">
                <a:solidFill>
                  <a:srgbClr val="FF0000"/>
                </a:solidFill>
              </a:rPr>
              <a:t>21 or older</a:t>
            </a:r>
            <a:r>
              <a:rPr lang="en" dirty="0"/>
              <a:t>, send a congratulatory response message</a:t>
            </a:r>
            <a:endParaRPr dirty="0"/>
          </a:p>
          <a:p>
            <a:pPr marL="914400" lvl="1" indent="-298450" algn="l" rtl="0">
              <a:spcBef>
                <a:spcPts val="0"/>
              </a:spcBef>
              <a:spcAft>
                <a:spcPts val="0"/>
              </a:spcAft>
              <a:buSzPts val="1100"/>
              <a:buChar char="○"/>
            </a:pPr>
            <a:r>
              <a:rPr lang="en" dirty="0"/>
              <a:t>If not, send response indicating they will have to wait a little longer</a:t>
            </a:r>
            <a:endParaRPr dirty="0"/>
          </a:p>
          <a:p>
            <a:pPr marL="457200" lvl="0" indent="-311150" algn="l" rtl="0">
              <a:spcBef>
                <a:spcPts val="1000"/>
              </a:spcBef>
              <a:spcAft>
                <a:spcPts val="0"/>
              </a:spcAft>
              <a:buSzPts val="1300"/>
              <a:buChar char="●"/>
            </a:pPr>
            <a:r>
              <a:rPr lang="en" dirty="0"/>
              <a:t>Run your server again and verify you get the expected response.</a:t>
            </a:r>
            <a:endParaRPr dirty="0"/>
          </a:p>
          <a:p>
            <a:pPr marL="457200" lvl="0" indent="-311150" algn="l" rtl="0">
              <a:spcBef>
                <a:spcPts val="1000"/>
              </a:spcBef>
              <a:spcAft>
                <a:spcPts val="0"/>
              </a:spcAft>
              <a:buSzPts val="1300"/>
              <a:buChar char="●"/>
            </a:pPr>
            <a:r>
              <a:rPr lang="en" dirty="0"/>
              <a:t>If you have time, try and make the response prettier by adding in a little html.</a:t>
            </a:r>
            <a:endParaRPr dirty="0"/>
          </a:p>
          <a:p>
            <a:pPr marL="914400" lvl="1" indent="-298450" algn="l" rtl="0">
              <a:spcBef>
                <a:spcPts val="0"/>
              </a:spcBef>
              <a:spcAft>
                <a:spcPts val="0"/>
              </a:spcAft>
              <a:buSzPts val="1100"/>
              <a:buChar char="○"/>
            </a:pPr>
            <a:r>
              <a:rPr lang="en" dirty="0"/>
              <a:t>You can use AI to help you with the html formatting</a:t>
            </a:r>
            <a:endParaRPr dirty="0"/>
          </a:p>
        </p:txBody>
      </p:sp>
      <p:sp>
        <p:nvSpPr>
          <p:cNvPr id="459" name="Google Shape;459;p52"/>
          <p:cNvSpPr txBox="1">
            <a:spLocks noGrp="1"/>
          </p:cNvSpPr>
          <p:nvPr>
            <p:ph type="title"/>
          </p:nvPr>
        </p:nvSpPr>
        <p:spPr>
          <a:xfrm>
            <a:off x="1436850" y="18926"/>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Request Handle Logic</a:t>
            </a:r>
            <a:endParaRPr/>
          </a:p>
        </p:txBody>
      </p:sp>
      <p:sp>
        <p:nvSpPr>
          <p:cNvPr id="460" name="Google Shape;460;p5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10.11</a:t>
            </a:r>
            <a:endParaRPr/>
          </a:p>
        </p:txBody>
      </p:sp>
      <p:sp>
        <p:nvSpPr>
          <p:cNvPr id="461" name="Google Shape;461;p52"/>
          <p:cNvSpPr txBox="1">
            <a:spLocks noGrp="1"/>
          </p:cNvSpPr>
          <p:nvPr>
            <p:ph type="body" idx="4"/>
          </p:nvPr>
        </p:nvSpPr>
        <p:spPr>
          <a:xfrm>
            <a:off x="141600" y="3705079"/>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 used the following HTML for the above response.</a:t>
            </a:r>
            <a:endParaRPr/>
          </a:p>
        </p:txBody>
      </p:sp>
      <p:pic>
        <p:nvPicPr>
          <p:cNvPr id="462" name="Google Shape;462;p52"/>
          <p:cNvPicPr preferRelativeResize="0"/>
          <p:nvPr/>
        </p:nvPicPr>
        <p:blipFill>
          <a:blip r:embed="rId3">
            <a:alphaModFix/>
          </a:blip>
          <a:stretch>
            <a:fillRect/>
          </a:stretch>
        </p:blipFill>
        <p:spPr>
          <a:xfrm>
            <a:off x="141597" y="1900724"/>
            <a:ext cx="3023700" cy="1720747"/>
          </a:xfrm>
          <a:prstGeom prst="rect">
            <a:avLst/>
          </a:prstGeom>
          <a:noFill/>
          <a:ln w="19050" cap="flat" cmpd="sng">
            <a:solidFill>
              <a:schemeClr val="dk1"/>
            </a:solidFill>
            <a:prstDash val="solid"/>
            <a:round/>
            <a:headEnd type="none" w="sm" len="sm"/>
            <a:tailEnd type="none" w="sm" len="sm"/>
          </a:ln>
        </p:spPr>
      </p:pic>
      <p:sp>
        <p:nvSpPr>
          <p:cNvPr id="463" name="Google Shape;463;p52"/>
          <p:cNvSpPr txBox="1">
            <a:spLocks noGrp="1"/>
          </p:cNvSpPr>
          <p:nvPr>
            <p:ph type="body" idx="4"/>
          </p:nvPr>
        </p:nvSpPr>
        <p:spPr>
          <a:xfrm>
            <a:off x="141600" y="4342779"/>
            <a:ext cx="3023700" cy="52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a:solidFill>
                  <a:srgbClr val="1F1F1F"/>
                </a:solidFill>
                <a:latin typeface="Consolas"/>
                <a:ea typeface="Consolas"/>
                <a:cs typeface="Consolas"/>
                <a:sym typeface="Consolas"/>
              </a:rPr>
              <a:t>"&lt;html&gt;&lt;body&gt;&lt;h1&gt;Sorry!&lt;/h1&gt;&lt;p&gt;You are not old enough to drink.&lt;/p&gt;&lt;/body&gt;&lt;/html&gt;"</a:t>
            </a:r>
            <a:endParaRPr sz="1100">
              <a:solidFill>
                <a:srgbClr val="1F1F1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Right now, our server only works for one type of request. While we could make a seperate server for each application, it would be better to outsource the handleRequest to its own class.</a:t>
            </a:r>
            <a:endParaRPr/>
          </a:p>
        </p:txBody>
      </p:sp>
      <p:sp>
        <p:nvSpPr>
          <p:cNvPr id="469" name="Google Shape;469;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470" name="Google Shape;470;p53"/>
          <p:cNvSpPr txBox="1">
            <a:spLocks noGrp="1"/>
          </p:cNvSpPr>
          <p:nvPr>
            <p:ph type="body" idx="2"/>
          </p:nvPr>
        </p:nvSpPr>
        <p:spPr>
          <a:xfrm>
            <a:off x="3165300" y="1576900"/>
            <a:ext cx="5775900" cy="3358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In the </a:t>
            </a:r>
            <a:r>
              <a:rPr lang="en" dirty="0">
                <a:latin typeface="Courier New"/>
                <a:ea typeface="Courier New"/>
                <a:cs typeface="Courier New"/>
                <a:sym typeface="Courier New"/>
              </a:rPr>
              <a:t>httpserver </a:t>
            </a:r>
            <a:r>
              <a:rPr lang="en" dirty="0"/>
              <a:t>package, create a </a:t>
            </a:r>
            <a:r>
              <a:rPr lang="en" dirty="0">
                <a:solidFill>
                  <a:srgbClr val="FF0000"/>
                </a:solidFill>
                <a:latin typeface="Courier New"/>
                <a:ea typeface="Courier New"/>
                <a:cs typeface="Courier New"/>
                <a:sym typeface="Courier New"/>
              </a:rPr>
              <a:t>RequestHandler</a:t>
            </a:r>
            <a:r>
              <a:rPr lang="en" dirty="0">
                <a:solidFill>
                  <a:srgbClr val="FF0000"/>
                </a:solidFill>
              </a:rPr>
              <a:t> </a:t>
            </a:r>
            <a:r>
              <a:rPr lang="en" dirty="0"/>
              <a:t>interface.</a:t>
            </a:r>
            <a:endParaRPr dirty="0"/>
          </a:p>
          <a:p>
            <a:pPr marL="914400" lvl="1" indent="-298450" algn="l" rtl="0">
              <a:spcBef>
                <a:spcPts val="0"/>
              </a:spcBef>
              <a:spcAft>
                <a:spcPts val="0"/>
              </a:spcAft>
              <a:buSzPts val="1100"/>
              <a:buChar char="○"/>
            </a:pPr>
            <a:r>
              <a:rPr lang="en" dirty="0"/>
              <a:t>Use the UML on the left as a guide.</a:t>
            </a:r>
            <a:endParaRPr dirty="0"/>
          </a:p>
          <a:p>
            <a:pPr marL="457200" lvl="0" indent="-311150" algn="l" rtl="0">
              <a:spcBef>
                <a:spcPts val="0"/>
              </a:spcBef>
              <a:spcAft>
                <a:spcPts val="0"/>
              </a:spcAft>
              <a:buSzPts val="1300"/>
              <a:buChar char="●"/>
            </a:pPr>
            <a:r>
              <a:rPr lang="en" dirty="0"/>
              <a:t>In </a:t>
            </a:r>
            <a:r>
              <a:rPr lang="en" dirty="0">
                <a:latin typeface="Courier New"/>
                <a:ea typeface="Courier New"/>
                <a:cs typeface="Courier New"/>
                <a:sym typeface="Courier New"/>
              </a:rPr>
              <a:t>HttpWebServer</a:t>
            </a:r>
            <a:r>
              <a:rPr lang="en" dirty="0"/>
              <a:t>, </a:t>
            </a:r>
            <a:r>
              <a:rPr lang="en" b="1" i="1" dirty="0">
                <a:solidFill>
                  <a:srgbClr val="FF0000"/>
                </a:solidFill>
              </a:rPr>
              <a:t>add </a:t>
            </a:r>
            <a:r>
              <a:rPr lang="en" dirty="0"/>
              <a:t>a </a:t>
            </a:r>
            <a:r>
              <a:rPr lang="en" dirty="0">
                <a:latin typeface="Courier New"/>
                <a:ea typeface="Courier New"/>
                <a:cs typeface="Courier New"/>
                <a:sym typeface="Courier New"/>
              </a:rPr>
              <a:t>RequestHandler</a:t>
            </a:r>
            <a:r>
              <a:rPr lang="en" dirty="0"/>
              <a:t> instance to the class.</a:t>
            </a:r>
            <a:endParaRPr dirty="0"/>
          </a:p>
          <a:p>
            <a:pPr marL="914400" lvl="1" indent="-298450" algn="l" rtl="0">
              <a:spcBef>
                <a:spcPts val="0"/>
              </a:spcBef>
              <a:spcAft>
                <a:spcPts val="0"/>
              </a:spcAft>
              <a:buSzPts val="1100"/>
              <a:buChar char="○"/>
            </a:pPr>
            <a:r>
              <a:rPr lang="en" dirty="0"/>
              <a:t>Use the UML as a guide.</a:t>
            </a:r>
            <a:endParaRPr dirty="0"/>
          </a:p>
          <a:p>
            <a:pPr marL="457200" lvl="0" indent="-311150" algn="l" rtl="0">
              <a:spcBef>
                <a:spcPts val="0"/>
              </a:spcBef>
              <a:spcAft>
                <a:spcPts val="0"/>
              </a:spcAft>
              <a:buSzPts val="1300"/>
              <a:buChar char="●"/>
            </a:pPr>
            <a:r>
              <a:rPr lang="en" b="1" i="1" dirty="0">
                <a:solidFill>
                  <a:srgbClr val="FF0000"/>
                </a:solidFill>
              </a:rPr>
              <a:t>Edit </a:t>
            </a:r>
            <a:r>
              <a:rPr lang="en" dirty="0">
                <a:solidFill>
                  <a:srgbClr val="FF0000"/>
                </a:solidFill>
                <a:latin typeface="Courier New"/>
                <a:ea typeface="Courier New"/>
                <a:cs typeface="Courier New"/>
                <a:sym typeface="Courier New"/>
              </a:rPr>
              <a:t>handleClient</a:t>
            </a:r>
            <a:r>
              <a:rPr lang="en" dirty="0"/>
              <a:t> to call </a:t>
            </a:r>
            <a:r>
              <a:rPr lang="en" dirty="0">
                <a:solidFill>
                  <a:srgbClr val="FF0000"/>
                </a:solidFill>
                <a:latin typeface="Courier New"/>
                <a:ea typeface="Courier New"/>
                <a:cs typeface="Courier New"/>
                <a:sym typeface="Courier New"/>
              </a:rPr>
              <a:t>handler.handleRequest</a:t>
            </a:r>
            <a:r>
              <a:rPr lang="en" dirty="0"/>
              <a:t>, instead of </a:t>
            </a:r>
            <a:r>
              <a:rPr lang="en" dirty="0">
                <a:latin typeface="Courier New"/>
                <a:ea typeface="Courier New"/>
                <a:cs typeface="Courier New"/>
                <a:sym typeface="Courier New"/>
              </a:rPr>
              <a:t>handleRequest</a:t>
            </a:r>
            <a:r>
              <a:rPr lang="en" dirty="0"/>
              <a:t>.</a:t>
            </a:r>
            <a:endParaRPr dirty="0"/>
          </a:p>
          <a:p>
            <a:pPr marL="457200" lvl="0" indent="-311150" algn="l" rtl="0">
              <a:spcBef>
                <a:spcPts val="0"/>
              </a:spcBef>
              <a:spcAft>
                <a:spcPts val="0"/>
              </a:spcAft>
              <a:buSzPts val="1300"/>
              <a:buChar char="●"/>
            </a:pPr>
            <a:r>
              <a:rPr lang="en" dirty="0"/>
              <a:t>In the </a:t>
            </a:r>
            <a:r>
              <a:rPr lang="en" dirty="0">
                <a:latin typeface="Courier New"/>
                <a:ea typeface="Courier New"/>
                <a:cs typeface="Courier New"/>
                <a:sym typeface="Courier New"/>
              </a:rPr>
              <a:t>activities</a:t>
            </a:r>
            <a:r>
              <a:rPr lang="en" dirty="0"/>
              <a:t> package, make a </a:t>
            </a:r>
            <a:r>
              <a:rPr lang="en" dirty="0">
                <a:solidFill>
                  <a:srgbClr val="FF0000"/>
                </a:solidFill>
                <a:latin typeface="Courier New"/>
                <a:ea typeface="Courier New"/>
                <a:cs typeface="Courier New"/>
                <a:sym typeface="Courier New"/>
              </a:rPr>
              <a:t>DrinkingAgeHandler</a:t>
            </a:r>
            <a:r>
              <a:rPr lang="en" dirty="0"/>
              <a:t> that implements </a:t>
            </a:r>
            <a:r>
              <a:rPr lang="en" dirty="0">
                <a:latin typeface="Courier New"/>
                <a:ea typeface="Courier New"/>
                <a:cs typeface="Courier New"/>
                <a:sym typeface="Courier New"/>
              </a:rPr>
              <a:t>RequestHandler</a:t>
            </a:r>
            <a:r>
              <a:rPr lang="en" dirty="0"/>
              <a:t>.</a:t>
            </a:r>
            <a:endParaRPr dirty="0"/>
          </a:p>
          <a:p>
            <a:pPr marL="914400" lvl="1" indent="-298450" algn="l" rtl="0">
              <a:spcBef>
                <a:spcPts val="0"/>
              </a:spcBef>
              <a:spcAft>
                <a:spcPts val="0"/>
              </a:spcAft>
              <a:buSzPts val="1100"/>
              <a:buChar char="○"/>
            </a:pPr>
            <a:r>
              <a:rPr lang="en" dirty="0"/>
              <a:t>Cut and paste the </a:t>
            </a:r>
            <a:r>
              <a:rPr lang="en" dirty="0">
                <a:latin typeface="Courier New"/>
                <a:ea typeface="Courier New"/>
                <a:cs typeface="Courier New"/>
                <a:sym typeface="Courier New"/>
              </a:rPr>
              <a:t>handleRequest</a:t>
            </a:r>
            <a:r>
              <a:rPr lang="en" dirty="0"/>
              <a:t> message from </a:t>
            </a:r>
            <a:r>
              <a:rPr lang="en" dirty="0">
                <a:latin typeface="Courier New"/>
                <a:ea typeface="Courier New"/>
                <a:cs typeface="Courier New"/>
                <a:sym typeface="Courier New"/>
              </a:rPr>
              <a:t>HttpWebServer</a:t>
            </a:r>
            <a:r>
              <a:rPr lang="en" dirty="0"/>
              <a:t>.</a:t>
            </a:r>
            <a:endParaRPr dirty="0"/>
          </a:p>
          <a:p>
            <a:pPr marL="457200" lvl="0" indent="-311150" algn="l" rtl="0">
              <a:spcBef>
                <a:spcPts val="0"/>
              </a:spcBef>
              <a:spcAft>
                <a:spcPts val="0"/>
              </a:spcAft>
              <a:buSzPts val="1300"/>
              <a:buChar char="●"/>
            </a:pPr>
            <a:r>
              <a:rPr lang="en" dirty="0"/>
              <a:t>Create a new </a:t>
            </a:r>
            <a:r>
              <a:rPr lang="en" dirty="0">
                <a:latin typeface="Courier New"/>
                <a:ea typeface="Courier New"/>
                <a:cs typeface="Courier New"/>
                <a:sym typeface="Courier New"/>
              </a:rPr>
              <a:t>DrinkingAgeServer</a:t>
            </a:r>
            <a:r>
              <a:rPr lang="en" dirty="0"/>
              <a:t> in activities. The server should:</a:t>
            </a:r>
            <a:endParaRPr dirty="0"/>
          </a:p>
          <a:p>
            <a:pPr marL="914400" lvl="1" indent="-298450" algn="l" rtl="0">
              <a:spcBef>
                <a:spcPts val="0"/>
              </a:spcBef>
              <a:spcAft>
                <a:spcPts val="0"/>
              </a:spcAft>
              <a:buSzPts val="1100"/>
              <a:buChar char="○"/>
            </a:pPr>
            <a:r>
              <a:rPr lang="en" dirty="0"/>
              <a:t>Create an instance of </a:t>
            </a:r>
            <a:r>
              <a:rPr lang="en" dirty="0">
                <a:latin typeface="Courier New"/>
                <a:ea typeface="Courier New"/>
                <a:cs typeface="Courier New"/>
                <a:sym typeface="Courier New"/>
              </a:rPr>
              <a:t>DrinkingAgeHandler</a:t>
            </a:r>
            <a:endParaRPr dirty="0">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Create an instance of </a:t>
            </a:r>
            <a:r>
              <a:rPr lang="en" dirty="0">
                <a:latin typeface="Courier New"/>
                <a:ea typeface="Courier New"/>
                <a:cs typeface="Courier New"/>
                <a:sym typeface="Courier New"/>
              </a:rPr>
              <a:t>HttpWebServer</a:t>
            </a:r>
            <a:r>
              <a:rPr lang="en" dirty="0"/>
              <a:t> on port </a:t>
            </a:r>
            <a:r>
              <a:rPr lang="en" dirty="0">
                <a:latin typeface="Courier New"/>
                <a:ea typeface="Courier New"/>
                <a:cs typeface="Courier New"/>
                <a:sym typeface="Courier New"/>
              </a:rPr>
              <a:t>8081</a:t>
            </a:r>
            <a:r>
              <a:rPr lang="en" dirty="0"/>
              <a:t> using the handler created in the previous step.</a:t>
            </a:r>
            <a:endParaRPr dirty="0"/>
          </a:p>
          <a:p>
            <a:pPr marL="914400" lvl="1" indent="-298450" algn="l" rtl="0">
              <a:spcBef>
                <a:spcPts val="0"/>
              </a:spcBef>
              <a:spcAft>
                <a:spcPts val="0"/>
              </a:spcAft>
              <a:buSzPts val="1100"/>
              <a:buChar char="○"/>
            </a:pPr>
            <a:r>
              <a:rPr lang="en" dirty="0"/>
              <a:t>Call start on the server.</a:t>
            </a:r>
            <a:endParaRPr dirty="0"/>
          </a:p>
          <a:p>
            <a:pPr marL="457200" lvl="0" indent="-311150" algn="l" rtl="0">
              <a:spcBef>
                <a:spcPts val="0"/>
              </a:spcBef>
              <a:spcAft>
                <a:spcPts val="0"/>
              </a:spcAft>
              <a:buSzPts val="1300"/>
              <a:buChar char="●"/>
            </a:pPr>
            <a:r>
              <a:rPr lang="en" dirty="0"/>
              <a:t>Run your new server and verify everything works as before.</a:t>
            </a:r>
            <a:endParaRPr dirty="0"/>
          </a:p>
        </p:txBody>
      </p:sp>
      <p:sp>
        <p:nvSpPr>
          <p:cNvPr id="471" name="Google Shape;471;p53"/>
          <p:cNvSpPr txBox="1">
            <a:spLocks noGrp="1"/>
          </p:cNvSpPr>
          <p:nvPr>
            <p:ph type="title"/>
          </p:nvPr>
        </p:nvSpPr>
        <p:spPr>
          <a:xfrm>
            <a:off x="1436850" y="3856"/>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RequestHandler Interface</a:t>
            </a:r>
            <a:endParaRPr/>
          </a:p>
        </p:txBody>
      </p:sp>
      <p:sp>
        <p:nvSpPr>
          <p:cNvPr id="472" name="Google Shape;472;p5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10.12</a:t>
            </a:r>
            <a:endParaRPr/>
          </a:p>
        </p:txBody>
      </p:sp>
      <p:sp>
        <p:nvSpPr>
          <p:cNvPr id="473" name="Google Shape;473;p53"/>
          <p:cNvSpPr txBox="1">
            <a:spLocks noGrp="1"/>
          </p:cNvSpPr>
          <p:nvPr>
            <p:ph type="body" idx="4"/>
          </p:nvPr>
        </p:nvSpPr>
        <p:spPr>
          <a:xfrm>
            <a:off x="141600" y="4428564"/>
            <a:ext cx="3023700" cy="523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1100"/>
              <a:t>Making </a:t>
            </a:r>
            <a:r>
              <a:rPr lang="en" sz="1100">
                <a:latin typeface="Courier New"/>
                <a:ea typeface="Courier New"/>
                <a:cs typeface="Courier New"/>
                <a:sym typeface="Courier New"/>
              </a:rPr>
              <a:t>handleRequest</a:t>
            </a:r>
            <a:r>
              <a:rPr lang="en" sz="1100"/>
              <a:t> its own object will greatly increase the reusability of our server.</a:t>
            </a:r>
            <a:endParaRPr sz="1100"/>
          </a:p>
        </p:txBody>
      </p:sp>
      <p:pic>
        <p:nvPicPr>
          <p:cNvPr id="474" name="Google Shape;474;p53"/>
          <p:cNvPicPr preferRelativeResize="0"/>
          <p:nvPr/>
        </p:nvPicPr>
        <p:blipFill>
          <a:blip r:embed="rId3">
            <a:alphaModFix/>
          </a:blip>
          <a:stretch>
            <a:fillRect/>
          </a:stretch>
        </p:blipFill>
        <p:spPr>
          <a:xfrm>
            <a:off x="395838" y="1478900"/>
            <a:ext cx="2515213" cy="283513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54"/>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3400"/>
              <a:t>Guessing Game! </a:t>
            </a:r>
            <a:endParaRPr sz="3400"/>
          </a:p>
        </p:txBody>
      </p:sp>
      <p:sp>
        <p:nvSpPr>
          <p:cNvPr id="480" name="Google Shape;480;p54"/>
          <p:cNvSpPr txBox="1">
            <a:spLocks noGrp="1"/>
          </p:cNvSpPr>
          <p:nvPr>
            <p:ph type="body" idx="1"/>
          </p:nvPr>
        </p:nvSpPr>
        <p:spPr>
          <a:xfrm>
            <a:off x="65250" y="731625"/>
            <a:ext cx="8955900" cy="8082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rgbClr val="000000"/>
              </a:buClr>
              <a:buSzPts val="1800"/>
              <a:buNone/>
            </a:pPr>
            <a:r>
              <a:rPr lang="en"/>
              <a:t>You have been provided with a completely functional implementation of a Guessing Game in the </a:t>
            </a:r>
            <a:r>
              <a:rPr lang="en">
                <a:latin typeface="Courier New"/>
                <a:ea typeface="Courier New"/>
                <a:cs typeface="Courier New"/>
                <a:sym typeface="Courier New"/>
              </a:rPr>
              <a:t>guessing</a:t>
            </a:r>
            <a:r>
              <a:rPr lang="en"/>
              <a:t> package. Examine the code now and make sure that you understand how to play the game using the provided CLI.</a:t>
            </a:r>
            <a:endParaRPr/>
          </a:p>
        </p:txBody>
      </p:sp>
      <p:sp>
        <p:nvSpPr>
          <p:cNvPr id="481" name="Google Shape;481;p54"/>
          <p:cNvSpPr txBox="1">
            <a:spLocks noGrp="1"/>
          </p:cNvSpPr>
          <p:nvPr>
            <p:ph type="body" idx="2"/>
          </p:nvPr>
        </p:nvSpPr>
        <p:spPr>
          <a:xfrm>
            <a:off x="2864200" y="1784200"/>
            <a:ext cx="6019500" cy="3039300"/>
          </a:xfrm>
          <a:prstGeom prst="rect">
            <a:avLst/>
          </a:prstGeom>
          <a:noFill/>
          <a:ln>
            <a:noFill/>
          </a:ln>
        </p:spPr>
        <p:txBody>
          <a:bodyPr spcFirstLastPara="1" wrap="square" lIns="68575" tIns="34275" rIns="68575" bIns="34275" anchor="t" anchorCtr="0">
            <a:spAutoFit/>
          </a:bodyPr>
          <a:lstStyle/>
          <a:p>
            <a:pPr marL="457200" lvl="0" indent="-336550" algn="l" rtl="0">
              <a:lnSpc>
                <a:spcPct val="115000"/>
              </a:lnSpc>
              <a:spcBef>
                <a:spcPts val="0"/>
              </a:spcBef>
              <a:spcAft>
                <a:spcPts val="0"/>
              </a:spcAft>
              <a:buSzPts val="1700"/>
              <a:buChar char="●"/>
            </a:pPr>
            <a:r>
              <a:rPr lang="en" sz="1700"/>
              <a:t>A random number between 1 and 100 is generated by the game.</a:t>
            </a:r>
            <a:endParaRPr sz="1500"/>
          </a:p>
          <a:p>
            <a:pPr marL="457200" lvl="0" indent="-336550" algn="l" rtl="0">
              <a:lnSpc>
                <a:spcPct val="115000"/>
              </a:lnSpc>
              <a:spcBef>
                <a:spcPts val="0"/>
              </a:spcBef>
              <a:spcAft>
                <a:spcPts val="0"/>
              </a:spcAft>
              <a:buSzPts val="1700"/>
              <a:buChar char="●"/>
            </a:pPr>
            <a:r>
              <a:rPr lang="en" sz="1700"/>
              <a:t>The player has 6 guesses to try and find the number.</a:t>
            </a:r>
            <a:endParaRPr sz="1500"/>
          </a:p>
          <a:p>
            <a:pPr marL="457200" lvl="0" indent="-336550" algn="l" rtl="0">
              <a:lnSpc>
                <a:spcPct val="115000"/>
              </a:lnSpc>
              <a:spcBef>
                <a:spcPts val="0"/>
              </a:spcBef>
              <a:spcAft>
                <a:spcPts val="0"/>
              </a:spcAft>
              <a:buSzPts val="1700"/>
              <a:buChar char="●"/>
            </a:pPr>
            <a:r>
              <a:rPr lang="en" sz="1700"/>
              <a:t>The player can restart the game at any time with a new number to guess.</a:t>
            </a:r>
            <a:endParaRPr sz="1500"/>
          </a:p>
          <a:p>
            <a:pPr marL="457200" lvl="0" indent="-336550" algn="l" rtl="0">
              <a:lnSpc>
                <a:spcPct val="115000"/>
              </a:lnSpc>
              <a:spcBef>
                <a:spcPts val="0"/>
              </a:spcBef>
              <a:spcAft>
                <a:spcPts val="0"/>
              </a:spcAft>
              <a:buSzPts val="1700"/>
              <a:buChar char="●"/>
            </a:pPr>
            <a:r>
              <a:rPr lang="en" sz="1700"/>
              <a:t>The </a:t>
            </a:r>
            <a:r>
              <a:rPr lang="en" sz="1700">
                <a:latin typeface="Courier New"/>
                <a:ea typeface="Courier New"/>
                <a:cs typeface="Courier New"/>
                <a:sym typeface="Courier New"/>
              </a:rPr>
              <a:t>LocalGuessingGame</a:t>
            </a:r>
            <a:r>
              <a:rPr lang="en" sz="1700"/>
              <a:t> class will play the game locally from a command line.</a:t>
            </a:r>
            <a:endParaRPr sz="1500"/>
          </a:p>
          <a:p>
            <a:pPr marL="914400" lvl="1" indent="-336550" algn="l" rtl="0">
              <a:lnSpc>
                <a:spcPct val="115000"/>
              </a:lnSpc>
              <a:spcBef>
                <a:spcPts val="0"/>
              </a:spcBef>
              <a:spcAft>
                <a:spcPts val="0"/>
              </a:spcAft>
              <a:buSzPts val="1700"/>
              <a:buChar char="○"/>
            </a:pPr>
            <a:r>
              <a:rPr lang="en" sz="1500"/>
              <a:t>Try it out!</a:t>
            </a:r>
            <a:endParaRPr sz="1500"/>
          </a:p>
          <a:p>
            <a:pPr marL="914400" lvl="1" indent="-336550" algn="l" rtl="0">
              <a:lnSpc>
                <a:spcPct val="115000"/>
              </a:lnSpc>
              <a:spcBef>
                <a:spcPts val="0"/>
              </a:spcBef>
              <a:spcAft>
                <a:spcPts val="0"/>
              </a:spcAft>
              <a:buSzPts val="1700"/>
              <a:buChar char="○"/>
            </a:pPr>
            <a:r>
              <a:rPr lang="en" sz="1500"/>
              <a:t>Look at the code!</a:t>
            </a:r>
            <a:endParaRPr sz="1500"/>
          </a:p>
          <a:p>
            <a:pPr marL="914400" lvl="1" indent="-336550" algn="l" rtl="0">
              <a:lnSpc>
                <a:spcPct val="115000"/>
              </a:lnSpc>
              <a:spcBef>
                <a:spcPts val="0"/>
              </a:spcBef>
              <a:spcAft>
                <a:spcPts val="0"/>
              </a:spcAft>
              <a:buSzPts val="1700"/>
              <a:buChar char="○"/>
            </a:pPr>
            <a:r>
              <a:rPr lang="en" sz="1500"/>
              <a:t>Raise your hand with questions.</a:t>
            </a:r>
            <a:endParaRPr sz="1200"/>
          </a:p>
        </p:txBody>
      </p:sp>
      <p:sp>
        <p:nvSpPr>
          <p:cNvPr id="482" name="Google Shape;482;p54"/>
          <p:cNvSpPr/>
          <p:nvPr/>
        </p:nvSpPr>
        <p:spPr>
          <a:xfrm>
            <a:off x="166082" y="1784188"/>
            <a:ext cx="2534400" cy="1816200"/>
          </a:xfrm>
          <a:prstGeom prst="cloudCallout">
            <a:avLst>
              <a:gd name="adj1" fmla="val -20833"/>
              <a:gd name="adj2" fmla="val 62500"/>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Shadows Into Light"/>
                <a:ea typeface="Shadows Into Light"/>
                <a:cs typeface="Shadows Into Light"/>
                <a:sym typeface="Shadows Into Light"/>
              </a:rPr>
              <a:t>I’m thinking of a number between 1 and 100.</a:t>
            </a:r>
            <a:endParaRPr sz="1800">
              <a:solidFill>
                <a:schemeClr val="dk1"/>
              </a:solidFill>
              <a:latin typeface="Shadows Into Light"/>
              <a:ea typeface="Shadows Into Light"/>
              <a:cs typeface="Shadows Into Light"/>
              <a:sym typeface="Shadows Into Light"/>
            </a:endParaRPr>
          </a:p>
        </p:txBody>
      </p:sp>
      <p:sp>
        <p:nvSpPr>
          <p:cNvPr id="483" name="Google Shape;483;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484" name="Google Shape;484;p5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10.13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55"/>
          <p:cNvSpPr txBox="1">
            <a:spLocks noGrp="1"/>
          </p:cNvSpPr>
          <p:nvPr>
            <p:ph type="title"/>
          </p:nvPr>
        </p:nvSpPr>
        <p:spPr>
          <a:xfrm>
            <a:off x="311725" y="119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Protocols</a:t>
            </a:r>
            <a:endParaRPr/>
          </a:p>
        </p:txBody>
      </p:sp>
      <p:sp>
        <p:nvSpPr>
          <p:cNvPr id="490" name="Google Shape;490;p55"/>
          <p:cNvSpPr txBox="1">
            <a:spLocks noGrp="1"/>
          </p:cNvSpPr>
          <p:nvPr>
            <p:ph type="body" idx="1"/>
          </p:nvPr>
        </p:nvSpPr>
        <p:spPr>
          <a:xfrm>
            <a:off x="4644675" y="500925"/>
            <a:ext cx="4166400" cy="4432200"/>
          </a:xfrm>
          <a:prstGeom prst="rect">
            <a:avLst/>
          </a:prstGeom>
          <a:noFill/>
          <a:ln>
            <a:noFill/>
          </a:ln>
        </p:spPr>
        <p:txBody>
          <a:bodyPr spcFirstLastPara="1" wrap="square" lIns="68575" tIns="34275" rIns="68575" bIns="34275" anchor="t" anchorCtr="0">
            <a:normAutofit/>
          </a:bodyPr>
          <a:lstStyle/>
          <a:p>
            <a:pPr marL="457200" lvl="0" indent="-317500" algn="l" rtl="0">
              <a:lnSpc>
                <a:spcPct val="115000"/>
              </a:lnSpc>
              <a:spcBef>
                <a:spcPts val="0"/>
              </a:spcBef>
              <a:spcAft>
                <a:spcPts val="0"/>
              </a:spcAft>
              <a:buSzPts val="1400"/>
              <a:buChar char="●"/>
            </a:pPr>
            <a:r>
              <a:rPr lang="en" sz="1400"/>
              <a:t>In order to communicate, two computers must speak the same </a:t>
            </a:r>
            <a:r>
              <a:rPr lang="en" sz="1400" b="1" i="1">
                <a:solidFill>
                  <a:srgbClr val="FF0000"/>
                </a:solidFill>
              </a:rPr>
              <a:t>language</a:t>
            </a:r>
            <a:endParaRPr sz="1400" b="1" i="1">
              <a:solidFill>
                <a:srgbClr val="FF0000"/>
              </a:solidFill>
            </a:endParaRPr>
          </a:p>
          <a:p>
            <a:pPr marL="457200" lvl="0" indent="-317500" algn="l" rtl="0">
              <a:lnSpc>
                <a:spcPct val="115000"/>
              </a:lnSpc>
              <a:spcBef>
                <a:spcPts val="0"/>
              </a:spcBef>
              <a:spcAft>
                <a:spcPts val="0"/>
              </a:spcAft>
              <a:buSzPts val="1400"/>
              <a:buChar char="●"/>
            </a:pPr>
            <a:r>
              <a:rPr lang="en" sz="1400"/>
              <a:t>A </a:t>
            </a:r>
            <a:r>
              <a:rPr lang="en" sz="1400" b="1" i="1">
                <a:solidFill>
                  <a:srgbClr val="FF0000"/>
                </a:solidFill>
              </a:rPr>
              <a:t>protocol</a:t>
            </a:r>
            <a:r>
              <a:rPr lang="en" sz="1400"/>
              <a:t> is a specification of the format of the messages and the rules governing those messages that two or more machines must follow in order to </a:t>
            </a:r>
            <a:r>
              <a:rPr lang="en" sz="1400" b="1" i="1">
                <a:solidFill>
                  <a:srgbClr val="FF0000"/>
                </a:solidFill>
              </a:rPr>
              <a:t>communicate</a:t>
            </a:r>
            <a:endParaRPr sz="1400" b="1" i="1">
              <a:solidFill>
                <a:srgbClr val="FF0000"/>
              </a:solidFill>
            </a:endParaRPr>
          </a:p>
          <a:p>
            <a:pPr marL="457200" lvl="0" indent="-317500" algn="l" rtl="0">
              <a:lnSpc>
                <a:spcPct val="115000"/>
              </a:lnSpc>
              <a:spcBef>
                <a:spcPts val="0"/>
              </a:spcBef>
              <a:spcAft>
                <a:spcPts val="0"/>
              </a:spcAft>
              <a:buSzPts val="1400"/>
              <a:buChar char="●"/>
            </a:pPr>
            <a:r>
              <a:rPr lang="en" sz="1400"/>
              <a:t>Protocols usually exist in two forms:</a:t>
            </a:r>
            <a:endParaRPr sz="1400"/>
          </a:p>
          <a:p>
            <a:pPr marL="914400" lvl="1" indent="-311150" algn="l" rtl="0">
              <a:lnSpc>
                <a:spcPct val="115000"/>
              </a:lnSpc>
              <a:spcBef>
                <a:spcPts val="0"/>
              </a:spcBef>
              <a:spcAft>
                <a:spcPts val="0"/>
              </a:spcAft>
              <a:buSzPts val="1300"/>
              <a:buChar char="○"/>
            </a:pPr>
            <a:r>
              <a:rPr lang="en" sz="1300"/>
              <a:t>A textual specification meant for humans to </a:t>
            </a:r>
            <a:r>
              <a:rPr lang="en" sz="1300" b="1" i="1">
                <a:solidFill>
                  <a:srgbClr val="FF0000"/>
                </a:solidFill>
              </a:rPr>
              <a:t>read</a:t>
            </a:r>
            <a:r>
              <a:rPr lang="en" sz="1300"/>
              <a:t> and understand</a:t>
            </a:r>
            <a:endParaRPr sz="1300"/>
          </a:p>
          <a:p>
            <a:pPr marL="1371600" lvl="2" indent="-304800" algn="l" rtl="0">
              <a:lnSpc>
                <a:spcPct val="115000"/>
              </a:lnSpc>
              <a:spcBef>
                <a:spcPts val="0"/>
              </a:spcBef>
              <a:spcAft>
                <a:spcPts val="0"/>
              </a:spcAft>
              <a:buSzPts val="1200"/>
              <a:buChar char="■"/>
            </a:pPr>
            <a:r>
              <a:rPr lang="en" sz="1200"/>
              <a:t>This is used by developers to implement the protocol</a:t>
            </a:r>
            <a:endParaRPr sz="1200"/>
          </a:p>
          <a:p>
            <a:pPr marL="914400" lvl="1" indent="-311150" algn="l" rtl="0">
              <a:lnSpc>
                <a:spcPct val="115000"/>
              </a:lnSpc>
              <a:spcBef>
                <a:spcPts val="0"/>
              </a:spcBef>
              <a:spcAft>
                <a:spcPts val="0"/>
              </a:spcAft>
              <a:buSzPts val="1300"/>
              <a:buChar char="○"/>
            </a:pPr>
            <a:r>
              <a:rPr lang="en" sz="1300"/>
              <a:t>A </a:t>
            </a:r>
            <a:r>
              <a:rPr lang="en" sz="1300" b="1" i="1">
                <a:solidFill>
                  <a:srgbClr val="FF0000"/>
                </a:solidFill>
              </a:rPr>
              <a:t>coded</a:t>
            </a:r>
            <a:r>
              <a:rPr lang="en" sz="1300"/>
              <a:t> implementation created by humans for computers to use and understand</a:t>
            </a:r>
            <a:endParaRPr sz="1300"/>
          </a:p>
          <a:p>
            <a:pPr marL="457200" lvl="0" indent="-317500" algn="l" rtl="0">
              <a:lnSpc>
                <a:spcPct val="115000"/>
              </a:lnSpc>
              <a:spcBef>
                <a:spcPts val="0"/>
              </a:spcBef>
              <a:spcAft>
                <a:spcPts val="0"/>
              </a:spcAft>
              <a:buSzPts val="1400"/>
              <a:buChar char="●"/>
            </a:pPr>
            <a:r>
              <a:rPr lang="en" sz="1400"/>
              <a:t>Both forms should specify the precise interpretation of </a:t>
            </a:r>
            <a:r>
              <a:rPr lang="en" sz="1400" b="1" i="1">
                <a:solidFill>
                  <a:srgbClr val="FF0000"/>
                </a:solidFill>
              </a:rPr>
              <a:t>every</a:t>
            </a:r>
            <a:r>
              <a:rPr lang="en" sz="1400"/>
              <a:t> message and how to respond</a:t>
            </a:r>
            <a:endParaRPr sz="1400"/>
          </a:p>
        </p:txBody>
      </p:sp>
      <p:sp>
        <p:nvSpPr>
          <p:cNvPr id="491" name="Google Shape;491;p55"/>
          <p:cNvSpPr/>
          <p:nvPr/>
        </p:nvSpPr>
        <p:spPr>
          <a:xfrm>
            <a:off x="2400125" y="2459351"/>
            <a:ext cx="1084800" cy="1046100"/>
          </a:xfrm>
          <a:prstGeom prst="smileyFace">
            <a:avLst>
              <a:gd name="adj" fmla="val 4653"/>
            </a:avLst>
          </a:prstGeom>
          <a:solidFill>
            <a:srgbClr val="D9D2E9"/>
          </a:solidFill>
          <a:ln w="9525" cap="flat" cmpd="sng">
            <a:solidFill>
              <a:srgbClr val="30303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2" name="Google Shape;492;p55"/>
          <p:cNvSpPr/>
          <p:nvPr/>
        </p:nvSpPr>
        <p:spPr>
          <a:xfrm>
            <a:off x="963950" y="1237442"/>
            <a:ext cx="1084800" cy="1046100"/>
          </a:xfrm>
          <a:prstGeom prst="smileyFace">
            <a:avLst>
              <a:gd name="adj" fmla="val 4653"/>
            </a:avLst>
          </a:prstGeom>
          <a:solidFill>
            <a:srgbClr val="F9CB9C"/>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3" name="Google Shape;493;p55"/>
          <p:cNvSpPr/>
          <p:nvPr/>
        </p:nvSpPr>
        <p:spPr>
          <a:xfrm>
            <a:off x="2167625" y="990767"/>
            <a:ext cx="1084800" cy="639300"/>
          </a:xfrm>
          <a:prstGeom prst="wedgeRoundRectCallout">
            <a:avLst>
              <a:gd name="adj1" fmla="val -53572"/>
              <a:gd name="adj2" fmla="val 72728"/>
              <a:gd name="adj3" fmla="val 0"/>
            </a:avLst>
          </a:prstGeom>
          <a:solidFill>
            <a:srgbClr val="FFFFFF"/>
          </a:solidFill>
          <a:ln w="19050" cap="flat" cmpd="sng">
            <a:solidFill>
              <a:srgbClr val="F6B26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2000">
                <a:solidFill>
                  <a:schemeClr val="dk1"/>
                </a:solidFill>
                <a:latin typeface="Calibri"/>
                <a:ea typeface="Calibri"/>
                <a:cs typeface="Calibri"/>
                <a:sym typeface="Calibri"/>
              </a:rPr>
              <a:t>Aloha!</a:t>
            </a:r>
            <a:endParaRPr sz="2000">
              <a:solidFill>
                <a:schemeClr val="dk1"/>
              </a:solidFill>
              <a:latin typeface="Calibri"/>
              <a:ea typeface="Calibri"/>
              <a:cs typeface="Calibri"/>
              <a:sym typeface="Calibri"/>
            </a:endParaRPr>
          </a:p>
        </p:txBody>
      </p:sp>
      <p:sp>
        <p:nvSpPr>
          <p:cNvPr id="494" name="Google Shape;494;p55"/>
          <p:cNvSpPr/>
          <p:nvPr/>
        </p:nvSpPr>
        <p:spPr>
          <a:xfrm>
            <a:off x="1031725" y="2434067"/>
            <a:ext cx="1084800" cy="639300"/>
          </a:xfrm>
          <a:prstGeom prst="wedgeRoundRectCallout">
            <a:avLst>
              <a:gd name="adj1" fmla="val 72569"/>
              <a:gd name="adj2" fmla="val 76158"/>
              <a:gd name="adj3" fmla="val 0"/>
            </a:avLst>
          </a:prstGeom>
          <a:solidFill>
            <a:srgbClr val="FFFFFF"/>
          </a:solidFill>
          <a:ln w="19050" cap="flat" cmpd="sng">
            <a:solidFill>
              <a:srgbClr val="8E7CC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1300" b="1">
                <a:solidFill>
                  <a:srgbClr val="212121"/>
                </a:solidFill>
                <a:highlight>
                  <a:srgbClr val="FFFFFF"/>
                </a:highlight>
                <a:latin typeface="Calibri"/>
                <a:ea typeface="Calibri"/>
                <a:cs typeface="Calibri"/>
                <a:sym typeface="Calibri"/>
              </a:rPr>
              <a:t>こんにちは</a:t>
            </a:r>
            <a:endParaRPr sz="2000" b="1">
              <a:solidFill>
                <a:schemeClr val="dk1"/>
              </a:solidFill>
              <a:latin typeface="Calibri"/>
              <a:ea typeface="Calibri"/>
              <a:cs typeface="Calibri"/>
              <a:sym typeface="Calibri"/>
            </a:endParaRPr>
          </a:p>
        </p:txBody>
      </p:sp>
      <p:sp>
        <p:nvSpPr>
          <p:cNvPr id="495" name="Google Shape;495;p55"/>
          <p:cNvSpPr txBox="1"/>
          <p:nvPr/>
        </p:nvSpPr>
        <p:spPr>
          <a:xfrm>
            <a:off x="433000" y="3582400"/>
            <a:ext cx="3504600" cy="6000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If two machines don’t speak the same language, communication is not possible.</a:t>
            </a:r>
            <a:endParaRPr>
              <a:solidFill>
                <a:schemeClr val="dk1"/>
              </a:solidFill>
              <a:latin typeface="Arial"/>
              <a:ea typeface="Arial"/>
              <a:cs typeface="Arial"/>
              <a:sym typeface="Arial"/>
            </a:endParaRPr>
          </a:p>
        </p:txBody>
      </p:sp>
      <p:sp>
        <p:nvSpPr>
          <p:cNvPr id="496" name="Google Shape;496;p55"/>
          <p:cNvSpPr txBox="1"/>
          <p:nvPr/>
        </p:nvSpPr>
        <p:spPr>
          <a:xfrm>
            <a:off x="635875" y="855140"/>
            <a:ext cx="619800" cy="65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2400" b="1">
                <a:solidFill>
                  <a:srgbClr val="F6B26B"/>
                </a:solidFill>
                <a:latin typeface="Calibri"/>
                <a:ea typeface="Calibri"/>
                <a:cs typeface="Calibri"/>
                <a:sym typeface="Calibri"/>
              </a:rPr>
              <a:t>??</a:t>
            </a:r>
            <a:endParaRPr sz="2400" b="1">
              <a:solidFill>
                <a:srgbClr val="F6B26B"/>
              </a:solidFill>
              <a:latin typeface="Calibri"/>
              <a:ea typeface="Calibri"/>
              <a:cs typeface="Calibri"/>
              <a:sym typeface="Calibri"/>
            </a:endParaRPr>
          </a:p>
        </p:txBody>
      </p:sp>
      <p:sp>
        <p:nvSpPr>
          <p:cNvPr id="497" name="Google Shape;497;p55"/>
          <p:cNvSpPr txBox="1"/>
          <p:nvPr/>
        </p:nvSpPr>
        <p:spPr>
          <a:xfrm>
            <a:off x="3074275" y="2054967"/>
            <a:ext cx="619800" cy="65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2400" b="1">
                <a:solidFill>
                  <a:srgbClr val="B4A7D6"/>
                </a:solidFill>
                <a:latin typeface="Calibri"/>
                <a:ea typeface="Calibri"/>
                <a:cs typeface="Calibri"/>
                <a:sym typeface="Calibri"/>
              </a:rPr>
              <a:t>??</a:t>
            </a:r>
            <a:endParaRPr sz="2400" b="1">
              <a:solidFill>
                <a:srgbClr val="B4A7D6"/>
              </a:solidFill>
              <a:latin typeface="Calibri"/>
              <a:ea typeface="Calibri"/>
              <a:cs typeface="Calibri"/>
              <a:sym typeface="Calibri"/>
            </a:endParaRPr>
          </a:p>
        </p:txBody>
      </p:sp>
      <p:sp>
        <p:nvSpPr>
          <p:cNvPr id="498" name="Google Shape;498;p55"/>
          <p:cNvSpPr txBox="1"/>
          <p:nvPr/>
        </p:nvSpPr>
        <p:spPr>
          <a:xfrm>
            <a:off x="433000" y="4335550"/>
            <a:ext cx="3504600" cy="6000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Let’s design a protocol that uses strings terminated by newlines to communicate!</a:t>
            </a:r>
            <a:endParaRPr>
              <a:solidFill>
                <a:schemeClr val="dk1"/>
              </a:solidFill>
              <a:latin typeface="Arial"/>
              <a:ea typeface="Arial"/>
              <a:cs typeface="Arial"/>
              <a:sym typeface="Arial"/>
            </a:endParaRPr>
          </a:p>
        </p:txBody>
      </p:sp>
      <p:sp>
        <p:nvSpPr>
          <p:cNvPr id="499" name="Google Shape;499;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3"/>
                                        </p:tgtEl>
                                        <p:attrNameLst>
                                          <p:attrName>style.visibility</p:attrName>
                                        </p:attrNameLst>
                                      </p:cBhvr>
                                      <p:to>
                                        <p:strVal val="visible"/>
                                      </p:to>
                                    </p:set>
                                    <p:animEffect transition="in" filter="fade">
                                      <p:cBhvr>
                                        <p:cTn id="7" dur="1000"/>
                                        <p:tgtEl>
                                          <p:spTgt spid="49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97"/>
                                        </p:tgtEl>
                                        <p:attrNameLst>
                                          <p:attrName>style.visibility</p:attrName>
                                        </p:attrNameLst>
                                      </p:cBhvr>
                                      <p:to>
                                        <p:strVal val="visible"/>
                                      </p:to>
                                    </p:set>
                                    <p:animEffect transition="in" filter="fade">
                                      <p:cBhvr>
                                        <p:cTn id="11" dur="1000"/>
                                        <p:tgtEl>
                                          <p:spTgt spid="49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94"/>
                                        </p:tgtEl>
                                        <p:attrNameLst>
                                          <p:attrName>style.visibility</p:attrName>
                                        </p:attrNameLst>
                                      </p:cBhvr>
                                      <p:to>
                                        <p:strVal val="visible"/>
                                      </p:to>
                                    </p:set>
                                    <p:animEffect transition="in" filter="fade">
                                      <p:cBhvr>
                                        <p:cTn id="16" dur="1000"/>
                                        <p:tgtEl>
                                          <p:spTgt spid="494"/>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fade">
                                      <p:cBhvr>
                                        <p:cTn id="20" dur="1000"/>
                                        <p:tgtEl>
                                          <p:spTgt spid="49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95"/>
                                        </p:tgtEl>
                                        <p:attrNameLst>
                                          <p:attrName>style.visibility</p:attrName>
                                        </p:attrNameLst>
                                      </p:cBhvr>
                                      <p:to>
                                        <p:strVal val="visible"/>
                                      </p:to>
                                    </p:set>
                                    <p:animEffect transition="in" filter="fade">
                                      <p:cBhvr>
                                        <p:cTn id="25" dur="1000"/>
                                        <p:tgtEl>
                                          <p:spTgt spid="49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98"/>
                                        </p:tgtEl>
                                        <p:attrNameLst>
                                          <p:attrName>style.visibility</p:attrName>
                                        </p:attrNameLst>
                                      </p:cBhvr>
                                      <p:to>
                                        <p:strVal val="visible"/>
                                      </p:to>
                                    </p:set>
                                    <p:animEffect transition="in" filter="fade">
                                      <p:cBhvr>
                                        <p:cTn id="30" dur="1000"/>
                                        <p:tgtEl>
                                          <p:spTgt spid="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graphicFrame>
        <p:nvGraphicFramePr>
          <p:cNvPr id="504" name="Google Shape;504;p56"/>
          <p:cNvGraphicFramePr/>
          <p:nvPr/>
        </p:nvGraphicFramePr>
        <p:xfrm>
          <a:off x="2928001" y="1916137"/>
          <a:ext cx="5515000" cy="2946855"/>
        </p:xfrm>
        <a:graphic>
          <a:graphicData uri="http://schemas.openxmlformats.org/drawingml/2006/table">
            <a:tbl>
              <a:tblPr>
                <a:noFill/>
                <a:tableStyleId>{A6BC7D69-8298-4041-8F1F-79278DC50952}</a:tableStyleId>
              </a:tblPr>
              <a:tblGrid>
                <a:gridCol w="2757500">
                  <a:extLst>
                    <a:ext uri="{9D8B030D-6E8A-4147-A177-3AD203B41FA5}">
                      <a16:colId xmlns:a16="http://schemas.microsoft.com/office/drawing/2014/main" val="20000"/>
                    </a:ext>
                  </a:extLst>
                </a:gridCol>
                <a:gridCol w="2757500">
                  <a:extLst>
                    <a:ext uri="{9D8B030D-6E8A-4147-A177-3AD203B41FA5}">
                      <a16:colId xmlns:a16="http://schemas.microsoft.com/office/drawing/2014/main" val="20001"/>
                    </a:ext>
                  </a:extLst>
                </a:gridCol>
              </a:tblGrid>
              <a:tr h="776225">
                <a:tc>
                  <a:txBody>
                    <a:bodyPr/>
                    <a:lstStyle/>
                    <a:p>
                      <a:pPr marL="0" marR="0" lvl="0" indent="0" algn="l" rtl="0">
                        <a:spcBef>
                          <a:spcPts val="0"/>
                        </a:spcBef>
                        <a:spcAft>
                          <a:spcPts val="0"/>
                        </a:spcAft>
                        <a:buClr>
                          <a:srgbClr val="FFFFFF"/>
                        </a:buClr>
                        <a:buSzPts val="1800"/>
                        <a:buFont typeface="Calibri"/>
                        <a:buNone/>
                      </a:pPr>
                      <a:r>
                        <a:rPr lang="en" sz="1800" b="1" u="none" strike="noStrike" cap="none">
                          <a:solidFill>
                            <a:srgbClr val="FFFFFF"/>
                          </a:solidFill>
                        </a:rPr>
                        <a:t>Request From Client</a:t>
                      </a:r>
                      <a:endParaRPr sz="18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l" rtl="0">
                        <a:spcBef>
                          <a:spcPts val="0"/>
                        </a:spcBef>
                        <a:spcAft>
                          <a:spcPts val="0"/>
                        </a:spcAft>
                        <a:buClr>
                          <a:srgbClr val="FFFFFF"/>
                        </a:buClr>
                        <a:buSzPts val="1800"/>
                        <a:buFont typeface="Calibri"/>
                        <a:buNone/>
                      </a:pPr>
                      <a:r>
                        <a:rPr lang="en" sz="1800" b="1" u="none" strike="noStrike" cap="none">
                          <a:solidFill>
                            <a:srgbClr val="FFFFFF"/>
                          </a:solidFill>
                        </a:rPr>
                        <a:t>Response(s) From Server</a:t>
                      </a:r>
                      <a:endParaRPr sz="18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10100">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69150">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32125">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85125">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505" name="Google Shape;505;p56"/>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3400"/>
              <a:t>Guessing Game Protocol</a:t>
            </a:r>
            <a:endParaRPr sz="3400"/>
          </a:p>
        </p:txBody>
      </p:sp>
      <p:sp>
        <p:nvSpPr>
          <p:cNvPr id="506" name="Google Shape;506;p56"/>
          <p:cNvSpPr txBox="1">
            <a:spLocks noGrp="1"/>
          </p:cNvSpPr>
          <p:nvPr>
            <p:ph type="body" idx="1"/>
          </p:nvPr>
        </p:nvSpPr>
        <p:spPr>
          <a:xfrm>
            <a:off x="65250" y="731625"/>
            <a:ext cx="8955900" cy="1146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800"/>
              <a:buNone/>
            </a:pPr>
            <a:r>
              <a:rPr lang="en">
                <a:solidFill>
                  <a:srgbClr val="666666"/>
                </a:solidFill>
              </a:rPr>
              <a:t>Our ultimate goal is to implement a version of the Guessing Game that can be played over a network connection. Before we do that, we must clearly define the </a:t>
            </a:r>
            <a:r>
              <a:rPr lang="en" i="1">
                <a:solidFill>
                  <a:srgbClr val="666666"/>
                </a:solidFill>
              </a:rPr>
              <a:t>protocol</a:t>
            </a:r>
            <a:r>
              <a:rPr lang="en">
                <a:solidFill>
                  <a:srgbClr val="666666"/>
                </a:solidFill>
              </a:rPr>
              <a:t> that will be used to communicate between the client and server. To keep things simple, we will make sure that each request and response is a single line of text.</a:t>
            </a:r>
            <a:endParaRPr>
              <a:solidFill>
                <a:srgbClr val="666666"/>
              </a:solidFill>
            </a:endParaRPr>
          </a:p>
          <a:p>
            <a:pPr marL="0" lvl="0" indent="0" algn="l" rtl="0">
              <a:lnSpc>
                <a:spcPct val="115000"/>
              </a:lnSpc>
              <a:spcBef>
                <a:spcPts val="0"/>
              </a:spcBef>
              <a:spcAft>
                <a:spcPts val="1600"/>
              </a:spcAft>
              <a:buClr>
                <a:schemeClr val="dk1"/>
              </a:buClr>
              <a:buSzPts val="1800"/>
              <a:buNone/>
            </a:pPr>
            <a:endParaRPr>
              <a:solidFill>
                <a:srgbClr val="000000"/>
              </a:solidFill>
              <a:latin typeface="Calibri"/>
              <a:ea typeface="Calibri"/>
              <a:cs typeface="Calibri"/>
              <a:sym typeface="Calibri"/>
            </a:endParaRPr>
          </a:p>
        </p:txBody>
      </p:sp>
      <p:sp>
        <p:nvSpPr>
          <p:cNvPr id="507" name="Google Shape;507;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508" name="Google Shape;508;p5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10.14</a:t>
            </a:r>
            <a:endParaRPr/>
          </a:p>
        </p:txBody>
      </p:sp>
      <p:sp>
        <p:nvSpPr>
          <p:cNvPr id="509" name="Google Shape;509;p56"/>
          <p:cNvSpPr/>
          <p:nvPr/>
        </p:nvSpPr>
        <p:spPr>
          <a:xfrm>
            <a:off x="127774" y="2098950"/>
            <a:ext cx="2581200" cy="1792500"/>
          </a:xfrm>
          <a:prstGeom prst="cloudCallout">
            <a:avLst>
              <a:gd name="adj1" fmla="val -20833"/>
              <a:gd name="adj2" fmla="val 62500"/>
            </a:avLst>
          </a:prstGeom>
          <a:solidFill>
            <a:srgbClr val="FFFFFF"/>
          </a:solidFill>
          <a:ln w="190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1400"/>
              <a:buFont typeface="Shadows Into Light"/>
              <a:buNone/>
            </a:pPr>
            <a:r>
              <a:rPr lang="en" sz="1400">
                <a:solidFill>
                  <a:schemeClr val="dk1"/>
                </a:solidFill>
                <a:latin typeface="Shadows Into Light"/>
                <a:ea typeface="Shadows Into Light"/>
                <a:cs typeface="Shadows Into Light"/>
                <a:sym typeface="Shadows Into Light"/>
              </a:rPr>
              <a:t>I’m thinking of a number between 1 and 100.</a:t>
            </a:r>
            <a:endParaRPr sz="1400">
              <a:solidFill>
                <a:schemeClr val="dk1"/>
              </a:solidFill>
              <a:latin typeface="Shadows Into Light"/>
              <a:ea typeface="Shadows Into Light"/>
              <a:cs typeface="Shadows Into Light"/>
              <a:sym typeface="Shadows Into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graphicFrame>
        <p:nvGraphicFramePr>
          <p:cNvPr id="514" name="Google Shape;514;p57"/>
          <p:cNvGraphicFramePr/>
          <p:nvPr/>
        </p:nvGraphicFramePr>
        <p:xfrm>
          <a:off x="2928001" y="1916137"/>
          <a:ext cx="5515000" cy="2946855"/>
        </p:xfrm>
        <a:graphic>
          <a:graphicData uri="http://schemas.openxmlformats.org/drawingml/2006/table">
            <a:tbl>
              <a:tblPr>
                <a:noFill/>
                <a:tableStyleId>{A6BC7D69-8298-4041-8F1F-79278DC50952}</a:tableStyleId>
              </a:tblPr>
              <a:tblGrid>
                <a:gridCol w="2757500">
                  <a:extLst>
                    <a:ext uri="{9D8B030D-6E8A-4147-A177-3AD203B41FA5}">
                      <a16:colId xmlns:a16="http://schemas.microsoft.com/office/drawing/2014/main" val="20000"/>
                    </a:ext>
                  </a:extLst>
                </a:gridCol>
                <a:gridCol w="2757500">
                  <a:extLst>
                    <a:ext uri="{9D8B030D-6E8A-4147-A177-3AD203B41FA5}">
                      <a16:colId xmlns:a16="http://schemas.microsoft.com/office/drawing/2014/main" val="20001"/>
                    </a:ext>
                  </a:extLst>
                </a:gridCol>
              </a:tblGrid>
              <a:tr h="776225">
                <a:tc>
                  <a:txBody>
                    <a:bodyPr/>
                    <a:lstStyle/>
                    <a:p>
                      <a:pPr marL="0" marR="0" lvl="0" indent="0" algn="l" rtl="0">
                        <a:spcBef>
                          <a:spcPts val="0"/>
                        </a:spcBef>
                        <a:spcAft>
                          <a:spcPts val="0"/>
                        </a:spcAft>
                        <a:buClr>
                          <a:srgbClr val="FFFFFF"/>
                        </a:buClr>
                        <a:buSzPts val="1800"/>
                        <a:buFont typeface="Calibri"/>
                        <a:buNone/>
                      </a:pPr>
                      <a:r>
                        <a:rPr lang="en" sz="1800" b="1" u="none" strike="noStrike" cap="none">
                          <a:solidFill>
                            <a:srgbClr val="FFFFFF"/>
                          </a:solidFill>
                        </a:rPr>
                        <a:t>Request From Client</a:t>
                      </a:r>
                      <a:endParaRPr sz="18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l" rtl="0">
                        <a:spcBef>
                          <a:spcPts val="0"/>
                        </a:spcBef>
                        <a:spcAft>
                          <a:spcPts val="0"/>
                        </a:spcAft>
                        <a:buClr>
                          <a:srgbClr val="FFFFFF"/>
                        </a:buClr>
                        <a:buSzPts val="1800"/>
                        <a:buFont typeface="Calibri"/>
                        <a:buNone/>
                      </a:pPr>
                      <a:r>
                        <a:rPr lang="en" sz="1800" b="1" u="none" strike="noStrike" cap="none">
                          <a:solidFill>
                            <a:srgbClr val="FFFFFF"/>
                          </a:solidFill>
                        </a:rPr>
                        <a:t>Response(s) From Server</a:t>
                      </a:r>
                      <a:endParaRPr sz="18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10100">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69150">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32125">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85125">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endParaRPr sz="16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515" name="Google Shape;515;p57"/>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3400"/>
              <a:t>Guessing Game Protocol</a:t>
            </a:r>
            <a:endParaRPr sz="3400"/>
          </a:p>
        </p:txBody>
      </p:sp>
      <p:sp>
        <p:nvSpPr>
          <p:cNvPr id="516" name="Google Shape;516;p57"/>
          <p:cNvSpPr txBox="1">
            <a:spLocks noGrp="1"/>
          </p:cNvSpPr>
          <p:nvPr>
            <p:ph type="body" idx="1"/>
          </p:nvPr>
        </p:nvSpPr>
        <p:spPr>
          <a:xfrm>
            <a:off x="65250" y="731625"/>
            <a:ext cx="8955900" cy="1146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800"/>
              <a:buNone/>
            </a:pPr>
            <a:r>
              <a:rPr lang="en">
                <a:solidFill>
                  <a:srgbClr val="666666"/>
                </a:solidFill>
              </a:rPr>
              <a:t>Our ultimate goal is to implement a version of the Guessing Game that can be played over a network connection. Before we do that, we must clearly define the </a:t>
            </a:r>
            <a:r>
              <a:rPr lang="en" i="1">
                <a:solidFill>
                  <a:srgbClr val="666666"/>
                </a:solidFill>
              </a:rPr>
              <a:t>protocol</a:t>
            </a:r>
            <a:r>
              <a:rPr lang="en">
                <a:solidFill>
                  <a:srgbClr val="666666"/>
                </a:solidFill>
              </a:rPr>
              <a:t> that will be used to communicate between the client and server. To keep things simple, we will make sure that each request and response is a single line of text.</a:t>
            </a:r>
            <a:endParaRPr>
              <a:solidFill>
                <a:srgbClr val="666666"/>
              </a:solidFill>
            </a:endParaRPr>
          </a:p>
          <a:p>
            <a:pPr marL="0" lvl="0" indent="0" algn="l" rtl="0">
              <a:lnSpc>
                <a:spcPct val="115000"/>
              </a:lnSpc>
              <a:spcBef>
                <a:spcPts val="0"/>
              </a:spcBef>
              <a:spcAft>
                <a:spcPts val="1600"/>
              </a:spcAft>
              <a:buClr>
                <a:schemeClr val="dk1"/>
              </a:buClr>
              <a:buSzPts val="1800"/>
              <a:buNone/>
            </a:pPr>
            <a:endParaRPr>
              <a:solidFill>
                <a:srgbClr val="000000"/>
              </a:solidFill>
              <a:latin typeface="Calibri"/>
              <a:ea typeface="Calibri"/>
              <a:cs typeface="Calibri"/>
              <a:sym typeface="Calibri"/>
            </a:endParaRPr>
          </a:p>
        </p:txBody>
      </p:sp>
      <p:sp>
        <p:nvSpPr>
          <p:cNvPr id="517" name="Google Shape;517;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518" name="Google Shape;518;p5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10.14</a:t>
            </a:r>
            <a:endParaRPr/>
          </a:p>
        </p:txBody>
      </p:sp>
      <p:sp>
        <p:nvSpPr>
          <p:cNvPr id="519" name="Google Shape;519;p57"/>
          <p:cNvSpPr/>
          <p:nvPr/>
        </p:nvSpPr>
        <p:spPr>
          <a:xfrm>
            <a:off x="127774" y="2098950"/>
            <a:ext cx="2581200" cy="1792500"/>
          </a:xfrm>
          <a:prstGeom prst="cloudCallout">
            <a:avLst>
              <a:gd name="adj1" fmla="val -20833"/>
              <a:gd name="adj2" fmla="val 62500"/>
            </a:avLst>
          </a:prstGeom>
          <a:solidFill>
            <a:srgbClr val="FFFFFF"/>
          </a:solidFill>
          <a:ln w="190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1400"/>
              <a:buFont typeface="Shadows Into Light"/>
              <a:buNone/>
            </a:pPr>
            <a:r>
              <a:rPr lang="en" sz="1400">
                <a:solidFill>
                  <a:schemeClr val="dk1"/>
                </a:solidFill>
                <a:latin typeface="Shadows Into Light"/>
                <a:ea typeface="Shadows Into Light"/>
                <a:cs typeface="Shadows Into Light"/>
                <a:sym typeface="Shadows Into Light"/>
              </a:rPr>
              <a:t>I’m thinking of a number between 1 and 100.</a:t>
            </a:r>
            <a:endParaRPr sz="1400">
              <a:solidFill>
                <a:schemeClr val="dk1"/>
              </a:solidFill>
              <a:latin typeface="Shadows Into Light"/>
              <a:ea typeface="Shadows Into Light"/>
              <a:cs typeface="Shadows Into Light"/>
              <a:sym typeface="Shadows Into Light"/>
            </a:endParaRPr>
          </a:p>
        </p:txBody>
      </p:sp>
      <p:sp>
        <p:nvSpPr>
          <p:cNvPr id="520" name="Google Shape;520;p57"/>
          <p:cNvSpPr txBox="1">
            <a:spLocks noGrp="1"/>
          </p:cNvSpPr>
          <p:nvPr>
            <p:ph type="body" idx="4"/>
          </p:nvPr>
        </p:nvSpPr>
        <p:spPr>
          <a:xfrm>
            <a:off x="3034425" y="3117025"/>
            <a:ext cx="2595300" cy="478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1800"/>
              <a:buNone/>
            </a:pPr>
            <a:r>
              <a:rPr lang="en">
                <a:solidFill>
                  <a:srgbClr val="FF0000"/>
                </a:solidFill>
              </a:rPr>
              <a:t>RESTART</a:t>
            </a:r>
            <a:endParaRPr>
              <a:solidFill>
                <a:srgbClr val="FF0000"/>
              </a:solidFill>
            </a:endParaRPr>
          </a:p>
        </p:txBody>
      </p:sp>
      <p:sp>
        <p:nvSpPr>
          <p:cNvPr id="521" name="Google Shape;521;p57"/>
          <p:cNvSpPr txBox="1">
            <a:spLocks noGrp="1"/>
          </p:cNvSpPr>
          <p:nvPr>
            <p:ph type="body" idx="4294967295"/>
          </p:nvPr>
        </p:nvSpPr>
        <p:spPr>
          <a:xfrm>
            <a:off x="3034425" y="2690649"/>
            <a:ext cx="1818300" cy="4269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1600"/>
              </a:spcAft>
              <a:buClr>
                <a:schemeClr val="dk1"/>
              </a:buClr>
              <a:buSzPts val="1800"/>
              <a:buNone/>
            </a:pPr>
            <a:r>
              <a:rPr lang="en">
                <a:solidFill>
                  <a:srgbClr val="FF0000"/>
                </a:solidFill>
              </a:rPr>
              <a:t>QUIT</a:t>
            </a:r>
            <a:endParaRPr>
              <a:solidFill>
                <a:srgbClr val="FF0000"/>
              </a:solidFill>
            </a:endParaRPr>
          </a:p>
        </p:txBody>
      </p:sp>
      <p:sp>
        <p:nvSpPr>
          <p:cNvPr id="522" name="Google Shape;522;p57"/>
          <p:cNvSpPr txBox="1">
            <a:spLocks noGrp="1"/>
          </p:cNvSpPr>
          <p:nvPr>
            <p:ph type="body" idx="4294967295"/>
          </p:nvPr>
        </p:nvSpPr>
        <p:spPr>
          <a:xfrm>
            <a:off x="5791925" y="2690125"/>
            <a:ext cx="1596300" cy="4269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1600"/>
              </a:spcAft>
              <a:buClr>
                <a:schemeClr val="dk1"/>
              </a:buClr>
              <a:buSzPts val="1800"/>
              <a:buNone/>
            </a:pPr>
            <a:r>
              <a:rPr lang="en">
                <a:solidFill>
                  <a:srgbClr val="FF0000"/>
                </a:solidFill>
              </a:rPr>
              <a:t>GAME_OVER</a:t>
            </a:r>
            <a:endParaRPr>
              <a:solidFill>
                <a:srgbClr val="FF0000"/>
              </a:solidFill>
            </a:endParaRPr>
          </a:p>
        </p:txBody>
      </p:sp>
      <p:sp>
        <p:nvSpPr>
          <p:cNvPr id="523" name="Google Shape;523;p57"/>
          <p:cNvSpPr txBox="1">
            <a:spLocks noGrp="1"/>
          </p:cNvSpPr>
          <p:nvPr>
            <p:ph type="body" idx="4294967295"/>
          </p:nvPr>
        </p:nvSpPr>
        <p:spPr>
          <a:xfrm>
            <a:off x="3034425" y="3498100"/>
            <a:ext cx="1560900" cy="832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1600"/>
              </a:spcAft>
              <a:buClr>
                <a:schemeClr val="dk1"/>
              </a:buClr>
              <a:buSzPts val="1800"/>
              <a:buNone/>
            </a:pPr>
            <a:r>
              <a:rPr lang="en">
                <a:solidFill>
                  <a:srgbClr val="FF0000"/>
                </a:solidFill>
              </a:rPr>
              <a:t>GUESS #</a:t>
            </a:r>
            <a:endParaRPr>
              <a:solidFill>
                <a:srgbClr val="FF0000"/>
              </a:solidFill>
            </a:endParaRPr>
          </a:p>
        </p:txBody>
      </p:sp>
      <p:sp>
        <p:nvSpPr>
          <p:cNvPr id="524" name="Google Shape;524;p57"/>
          <p:cNvSpPr txBox="1">
            <a:spLocks noGrp="1"/>
          </p:cNvSpPr>
          <p:nvPr>
            <p:ph type="body" idx="4294967295"/>
          </p:nvPr>
        </p:nvSpPr>
        <p:spPr>
          <a:xfrm>
            <a:off x="5791925" y="3560400"/>
            <a:ext cx="2595300" cy="832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1800"/>
              <a:buNone/>
            </a:pPr>
            <a:r>
              <a:rPr lang="en">
                <a:solidFill>
                  <a:srgbClr val="FF0000"/>
                </a:solidFill>
              </a:rPr>
              <a:t>TOO_LOW</a:t>
            </a:r>
            <a:endParaRPr>
              <a:solidFill>
                <a:srgbClr val="FF0000"/>
              </a:solidFill>
            </a:endParaRPr>
          </a:p>
          <a:p>
            <a:pPr marL="0" lvl="0" indent="0" algn="l" rtl="0">
              <a:lnSpc>
                <a:spcPct val="100000"/>
              </a:lnSpc>
              <a:spcBef>
                <a:spcPts val="0"/>
              </a:spcBef>
              <a:spcAft>
                <a:spcPts val="0"/>
              </a:spcAft>
              <a:buClr>
                <a:schemeClr val="dk1"/>
              </a:buClr>
              <a:buSzPts val="1800"/>
              <a:buNone/>
            </a:pPr>
            <a:r>
              <a:rPr lang="en">
                <a:solidFill>
                  <a:srgbClr val="FF0000"/>
                </a:solidFill>
              </a:rPr>
              <a:t>TOO_HIGH</a:t>
            </a:r>
            <a:endParaRPr>
              <a:solidFill>
                <a:srgbClr val="FF0000"/>
              </a:solidFill>
            </a:endParaRPr>
          </a:p>
          <a:p>
            <a:pPr marL="0" lvl="0" indent="0" algn="l" rtl="0">
              <a:lnSpc>
                <a:spcPct val="100000"/>
              </a:lnSpc>
              <a:spcBef>
                <a:spcPts val="0"/>
              </a:spcBef>
              <a:spcAft>
                <a:spcPts val="0"/>
              </a:spcAft>
              <a:buClr>
                <a:schemeClr val="dk1"/>
              </a:buClr>
              <a:buSzPts val="1800"/>
              <a:buNone/>
            </a:pPr>
            <a:r>
              <a:rPr lang="en">
                <a:solidFill>
                  <a:srgbClr val="FF0000"/>
                </a:solidFill>
              </a:rPr>
              <a:t>CORRECT</a:t>
            </a:r>
            <a:endParaRPr>
              <a:solidFill>
                <a:srgbClr val="FF0000"/>
              </a:solidFill>
            </a:endParaRPr>
          </a:p>
          <a:p>
            <a:pPr marL="0" lvl="0" indent="0" algn="l" rtl="0">
              <a:lnSpc>
                <a:spcPct val="100000"/>
              </a:lnSpc>
              <a:spcBef>
                <a:spcPts val="0"/>
              </a:spcBef>
              <a:spcAft>
                <a:spcPts val="1600"/>
              </a:spcAft>
              <a:buClr>
                <a:schemeClr val="dk1"/>
              </a:buClr>
              <a:buSzPts val="1800"/>
              <a:buNone/>
            </a:pPr>
            <a:r>
              <a:rPr lang="en">
                <a:solidFill>
                  <a:srgbClr val="FF0000"/>
                </a:solidFill>
              </a:rPr>
              <a:t>OUT_OF_GUESSES</a:t>
            </a:r>
            <a:endParaRPr>
              <a:solidFill>
                <a:srgbClr val="FF0000"/>
              </a:solidFill>
            </a:endParaRPr>
          </a:p>
        </p:txBody>
      </p:sp>
      <p:sp>
        <p:nvSpPr>
          <p:cNvPr id="525" name="Google Shape;525;p57"/>
          <p:cNvSpPr txBox="1">
            <a:spLocks noGrp="1"/>
          </p:cNvSpPr>
          <p:nvPr>
            <p:ph type="body" idx="4294967295"/>
          </p:nvPr>
        </p:nvSpPr>
        <p:spPr>
          <a:xfrm>
            <a:off x="3034425" y="4380799"/>
            <a:ext cx="2581200" cy="4836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1600"/>
              </a:spcAft>
              <a:buClr>
                <a:schemeClr val="dk1"/>
              </a:buClr>
              <a:buSzPts val="1800"/>
              <a:buNone/>
            </a:pPr>
            <a:r>
              <a:rPr lang="en">
                <a:solidFill>
                  <a:srgbClr val="FF0000"/>
                </a:solidFill>
              </a:rPr>
              <a:t>bad request (any other message)</a:t>
            </a:r>
            <a:endParaRPr>
              <a:solidFill>
                <a:srgbClr val="FF0000"/>
              </a:solidFill>
            </a:endParaRPr>
          </a:p>
        </p:txBody>
      </p:sp>
      <p:sp>
        <p:nvSpPr>
          <p:cNvPr id="526" name="Google Shape;526;p57"/>
          <p:cNvSpPr txBox="1">
            <a:spLocks noGrp="1"/>
          </p:cNvSpPr>
          <p:nvPr>
            <p:ph type="body" idx="4294967295"/>
          </p:nvPr>
        </p:nvSpPr>
        <p:spPr>
          <a:xfrm>
            <a:off x="5791925" y="4406875"/>
            <a:ext cx="1560900" cy="4836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1600"/>
              </a:spcAft>
              <a:buClr>
                <a:schemeClr val="dk1"/>
              </a:buClr>
              <a:buSzPts val="1800"/>
              <a:buNone/>
            </a:pPr>
            <a:r>
              <a:rPr lang="en">
                <a:solidFill>
                  <a:srgbClr val="FF0000"/>
                </a:solidFill>
              </a:rPr>
              <a:t>ERROR</a:t>
            </a:r>
            <a:endParaRPr>
              <a:solidFill>
                <a:srgbClr val="FF0000"/>
              </a:solidFill>
            </a:endParaRPr>
          </a:p>
        </p:txBody>
      </p:sp>
      <p:sp>
        <p:nvSpPr>
          <p:cNvPr id="527" name="Google Shape;527;p57"/>
          <p:cNvSpPr txBox="1">
            <a:spLocks noGrp="1"/>
          </p:cNvSpPr>
          <p:nvPr>
            <p:ph type="body" idx="4"/>
          </p:nvPr>
        </p:nvSpPr>
        <p:spPr>
          <a:xfrm>
            <a:off x="5791925" y="3117025"/>
            <a:ext cx="2581200" cy="478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1800"/>
              <a:buNone/>
            </a:pPr>
            <a:r>
              <a:rPr lang="en">
                <a:solidFill>
                  <a:srgbClr val="FF0000"/>
                </a:solidFill>
              </a:rPr>
              <a:t>RESTARTED</a:t>
            </a:r>
            <a:endParaRPr>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58"/>
          <p:cNvSpPr txBox="1">
            <a:spLocks noGrp="1"/>
          </p:cNvSpPr>
          <p:nvPr>
            <p:ph type="title"/>
          </p:nvPr>
        </p:nvSpPr>
        <p:spPr>
          <a:xfrm>
            <a:off x="1436850" y="76300"/>
            <a:ext cx="7642500" cy="596700"/>
          </a:xfrm>
          <a:prstGeom prst="rect">
            <a:avLst/>
          </a:prstGeom>
          <a:noFill/>
          <a:ln>
            <a:noFill/>
          </a:ln>
        </p:spPr>
        <p:txBody>
          <a:bodyPr spcFirstLastPara="1" wrap="square" lIns="68575" tIns="34275" rIns="68575" bIns="34275" anchor="ctr" anchorCtr="0">
            <a:normAutofit/>
          </a:bodyPr>
          <a:lstStyle/>
          <a:p>
            <a:pPr marL="0" lvl="0" indent="0" algn="l" rtl="0">
              <a:lnSpc>
                <a:spcPct val="100000"/>
              </a:lnSpc>
              <a:spcBef>
                <a:spcPts val="0"/>
              </a:spcBef>
              <a:spcAft>
                <a:spcPts val="0"/>
              </a:spcAft>
              <a:buClr>
                <a:schemeClr val="dk2"/>
              </a:buClr>
              <a:buSzPts val="3300"/>
              <a:buFont typeface="Calibri"/>
              <a:buNone/>
            </a:pPr>
            <a:r>
              <a:rPr lang="en"/>
              <a:t>Guessing Game Server</a:t>
            </a:r>
            <a:endParaRPr/>
          </a:p>
        </p:txBody>
      </p:sp>
      <p:sp>
        <p:nvSpPr>
          <p:cNvPr id="534" name="Google Shape;534;p58"/>
          <p:cNvSpPr txBox="1">
            <a:spLocks noGrp="1"/>
          </p:cNvSpPr>
          <p:nvPr>
            <p:ph type="body" idx="1"/>
          </p:nvPr>
        </p:nvSpPr>
        <p:spPr>
          <a:xfrm>
            <a:off x="65250" y="731625"/>
            <a:ext cx="8955900" cy="1146600"/>
          </a:xfrm>
          <a:prstGeom prst="rect">
            <a:avLst/>
          </a:prstGeom>
          <a:noFill/>
          <a:ln>
            <a:noFill/>
          </a:ln>
        </p:spPr>
        <p:txBody>
          <a:bodyPr spcFirstLastPara="1" wrap="square" lIns="68575" tIns="34275" rIns="68575" bIns="34275" anchor="t" anchorCtr="0">
            <a:normAutofit/>
          </a:bodyPr>
          <a:lstStyle/>
          <a:p>
            <a:pPr marL="0" lvl="0" indent="0" algn="l" rtl="0">
              <a:lnSpc>
                <a:spcPct val="115000"/>
              </a:lnSpc>
              <a:spcBef>
                <a:spcPts val="0"/>
              </a:spcBef>
              <a:spcAft>
                <a:spcPts val="0"/>
              </a:spcAft>
              <a:buClr>
                <a:srgbClr val="000000"/>
              </a:buClr>
              <a:buSzPts val="1400"/>
              <a:buNone/>
            </a:pPr>
            <a:r>
              <a:rPr lang="en" sz="1400"/>
              <a:t>You will need to write a server that listens for connections from clients and then reads messages from the clients that want to play a game. You already have a perfectly functioning implementation of the Guessing Game, so there is no need to rewrite any of that logic. Instead, your server will use the existing class and interpret messages from the client to decide which  methods to call on the game. Easy! Right?</a:t>
            </a:r>
            <a:endParaRPr/>
          </a:p>
        </p:txBody>
      </p:sp>
      <p:sp>
        <p:nvSpPr>
          <p:cNvPr id="535" name="Google Shape;535;p58"/>
          <p:cNvSpPr txBox="1">
            <a:spLocks noGrp="1"/>
          </p:cNvSpPr>
          <p:nvPr>
            <p:ph type="body" idx="2"/>
          </p:nvPr>
        </p:nvSpPr>
        <p:spPr>
          <a:xfrm>
            <a:off x="2437150" y="1860725"/>
            <a:ext cx="6320100" cy="3086100"/>
          </a:xfrm>
          <a:prstGeom prst="rect">
            <a:avLst/>
          </a:prstGeom>
          <a:noFill/>
          <a:ln>
            <a:noFill/>
          </a:ln>
        </p:spPr>
        <p:txBody>
          <a:bodyPr spcFirstLastPara="1" wrap="square" lIns="68575" tIns="34275" rIns="68575" bIns="34275" anchor="t" anchorCtr="0">
            <a:spAutoFit/>
          </a:bodyPr>
          <a:lstStyle/>
          <a:p>
            <a:pPr marL="457200" lvl="0" indent="-336550" algn="l" rtl="0">
              <a:lnSpc>
                <a:spcPct val="115000"/>
              </a:lnSpc>
              <a:spcBef>
                <a:spcPts val="0"/>
              </a:spcBef>
              <a:spcAft>
                <a:spcPts val="0"/>
              </a:spcAft>
              <a:buSzPts val="1700"/>
              <a:buChar char="●"/>
            </a:pPr>
            <a:r>
              <a:rPr lang="en" sz="1400"/>
              <a:t>You also already have a working server (</a:t>
            </a:r>
            <a:r>
              <a:rPr lang="en" sz="1400">
                <a:latin typeface="Courier New"/>
                <a:ea typeface="Courier New"/>
                <a:cs typeface="Courier New"/>
                <a:sym typeface="Courier New"/>
              </a:rPr>
              <a:t>HttpServer</a:t>
            </a:r>
            <a:r>
              <a:rPr lang="en" sz="1400"/>
              <a:t>). Now you just need to enshrine the logic in a </a:t>
            </a:r>
            <a:r>
              <a:rPr lang="en" sz="1400">
                <a:latin typeface="Courier New"/>
                <a:ea typeface="Courier New"/>
                <a:cs typeface="Courier New"/>
                <a:sym typeface="Courier New"/>
              </a:rPr>
              <a:t>RequestHandler</a:t>
            </a:r>
            <a:r>
              <a:rPr lang="en" sz="1400"/>
              <a:t>.</a:t>
            </a:r>
            <a:endParaRPr sz="1400"/>
          </a:p>
          <a:p>
            <a:pPr marL="457200" lvl="0" indent="-336550" algn="l" rtl="0">
              <a:lnSpc>
                <a:spcPct val="115000"/>
              </a:lnSpc>
              <a:spcBef>
                <a:spcPts val="0"/>
              </a:spcBef>
              <a:spcAft>
                <a:spcPts val="0"/>
              </a:spcAft>
              <a:buSzPts val="1700"/>
              <a:buChar char="●"/>
            </a:pPr>
            <a:r>
              <a:rPr lang="en" sz="1400"/>
              <a:t>Create a new </a:t>
            </a:r>
            <a:r>
              <a:rPr lang="en" sz="1400">
                <a:latin typeface="Courier New"/>
                <a:ea typeface="Courier New"/>
                <a:cs typeface="Courier New"/>
                <a:sym typeface="Courier New"/>
              </a:rPr>
              <a:t>GuessingGameHandler</a:t>
            </a:r>
            <a:r>
              <a:rPr lang="en" sz="1400"/>
              <a:t> that implements </a:t>
            </a:r>
            <a:r>
              <a:rPr lang="en" sz="1400">
                <a:latin typeface="Courier New"/>
                <a:ea typeface="Courier New"/>
                <a:cs typeface="Courier New"/>
                <a:sym typeface="Courier New"/>
              </a:rPr>
              <a:t>RequestHandler</a:t>
            </a:r>
            <a:r>
              <a:rPr lang="en" sz="1400"/>
              <a:t> in the </a:t>
            </a:r>
            <a:r>
              <a:rPr lang="en" sz="1400">
                <a:latin typeface="Courier New"/>
                <a:ea typeface="Courier New"/>
                <a:cs typeface="Courier New"/>
                <a:sym typeface="Courier New"/>
              </a:rPr>
              <a:t>guessing</a:t>
            </a:r>
            <a:r>
              <a:rPr lang="en" sz="1400"/>
              <a:t> package.</a:t>
            </a:r>
            <a:endParaRPr sz="1400"/>
          </a:p>
          <a:p>
            <a:pPr marL="457200" lvl="0" indent="-317500" algn="l" rtl="0">
              <a:lnSpc>
                <a:spcPct val="115000"/>
              </a:lnSpc>
              <a:spcBef>
                <a:spcPts val="0"/>
              </a:spcBef>
              <a:spcAft>
                <a:spcPts val="0"/>
              </a:spcAft>
              <a:buSzPts val="1400"/>
              <a:buChar char="●"/>
            </a:pPr>
            <a:r>
              <a:rPr lang="en" sz="1400"/>
              <a:t>In the constructor</a:t>
            </a:r>
            <a:endParaRPr sz="1400"/>
          </a:p>
          <a:p>
            <a:pPr marL="914400" lvl="1" indent="-304800" algn="l" rtl="0">
              <a:lnSpc>
                <a:spcPct val="115000"/>
              </a:lnSpc>
              <a:spcBef>
                <a:spcPts val="0"/>
              </a:spcBef>
              <a:spcAft>
                <a:spcPts val="0"/>
              </a:spcAft>
              <a:buSzPts val="1200"/>
              <a:buChar char="○"/>
            </a:pPr>
            <a:r>
              <a:rPr lang="en" sz="1200"/>
              <a:t>Create and store and instance of the Guessing Game</a:t>
            </a:r>
            <a:endParaRPr sz="1200"/>
          </a:p>
          <a:p>
            <a:pPr marL="457200" lvl="0" indent="-336550" algn="l" rtl="0">
              <a:lnSpc>
                <a:spcPct val="115000"/>
              </a:lnSpc>
              <a:spcBef>
                <a:spcPts val="0"/>
              </a:spcBef>
              <a:spcAft>
                <a:spcPts val="0"/>
              </a:spcAft>
              <a:buSzPts val="1700"/>
              <a:buChar char="●"/>
            </a:pPr>
            <a:r>
              <a:rPr lang="en" sz="1400"/>
              <a:t>Add a stub method </a:t>
            </a:r>
            <a:r>
              <a:rPr lang="en" sz="1400">
                <a:latin typeface="Courier New"/>
                <a:ea typeface="Courier New"/>
                <a:cs typeface="Courier New"/>
                <a:sym typeface="Courier New"/>
              </a:rPr>
              <a:t>handleRequest</a:t>
            </a:r>
            <a:r>
              <a:rPr lang="en" sz="1400"/>
              <a:t>, which will be used at a later time to handle the logic.</a:t>
            </a:r>
            <a:endParaRPr sz="1400"/>
          </a:p>
          <a:p>
            <a:pPr marL="457200" lvl="0" indent="-336550" algn="l" rtl="0">
              <a:lnSpc>
                <a:spcPct val="115000"/>
              </a:lnSpc>
              <a:spcBef>
                <a:spcPts val="0"/>
              </a:spcBef>
              <a:spcAft>
                <a:spcPts val="0"/>
              </a:spcAft>
              <a:buSzPts val="1700"/>
              <a:buChar char="●"/>
            </a:pPr>
            <a:r>
              <a:rPr lang="en" sz="1400"/>
              <a:t>Create a </a:t>
            </a:r>
            <a:r>
              <a:rPr lang="en" sz="1400">
                <a:latin typeface="Courier New"/>
                <a:ea typeface="Courier New"/>
                <a:cs typeface="Courier New"/>
                <a:sym typeface="Courier New"/>
              </a:rPr>
              <a:t>GuessingGameServer</a:t>
            </a:r>
            <a:r>
              <a:rPr lang="en" sz="1400"/>
              <a:t> in its own file. In its main :</a:t>
            </a:r>
            <a:endParaRPr sz="1400"/>
          </a:p>
          <a:p>
            <a:pPr marL="914400" lvl="1" indent="-304800" algn="l" rtl="0">
              <a:lnSpc>
                <a:spcPct val="115000"/>
              </a:lnSpc>
              <a:spcBef>
                <a:spcPts val="0"/>
              </a:spcBef>
              <a:spcAft>
                <a:spcPts val="0"/>
              </a:spcAft>
              <a:buSzPts val="1200"/>
              <a:buChar char="○"/>
            </a:pPr>
            <a:r>
              <a:rPr lang="en" sz="1200"/>
              <a:t>Create a </a:t>
            </a:r>
            <a:r>
              <a:rPr lang="en" sz="1200">
                <a:latin typeface="Courier New"/>
                <a:ea typeface="Courier New"/>
                <a:cs typeface="Courier New"/>
                <a:sym typeface="Courier New"/>
              </a:rPr>
              <a:t>GuessingGameHandler</a:t>
            </a:r>
            <a:endParaRPr sz="1200">
              <a:latin typeface="Courier New"/>
              <a:ea typeface="Courier New"/>
              <a:cs typeface="Courier New"/>
              <a:sym typeface="Courier New"/>
            </a:endParaRPr>
          </a:p>
          <a:p>
            <a:pPr marL="914400" lvl="1" indent="-304800" algn="l" rtl="0">
              <a:lnSpc>
                <a:spcPct val="115000"/>
              </a:lnSpc>
              <a:spcBef>
                <a:spcPts val="0"/>
              </a:spcBef>
              <a:spcAft>
                <a:spcPts val="0"/>
              </a:spcAft>
              <a:buSzPts val="1200"/>
              <a:buChar char="○"/>
            </a:pPr>
            <a:r>
              <a:rPr lang="en" sz="1200"/>
              <a:t>Create an </a:t>
            </a:r>
            <a:r>
              <a:rPr lang="en" sz="1200">
                <a:latin typeface="Courier New"/>
                <a:ea typeface="Courier New"/>
                <a:cs typeface="Courier New"/>
                <a:sym typeface="Courier New"/>
              </a:rPr>
              <a:t>HttpWebServer</a:t>
            </a:r>
            <a:r>
              <a:rPr lang="en" sz="1200"/>
              <a:t>, using the handler from the first step</a:t>
            </a:r>
            <a:endParaRPr sz="1200"/>
          </a:p>
          <a:p>
            <a:pPr marL="914400" lvl="1" indent="-304800" algn="l" rtl="0">
              <a:lnSpc>
                <a:spcPct val="115000"/>
              </a:lnSpc>
              <a:spcBef>
                <a:spcPts val="0"/>
              </a:spcBef>
              <a:spcAft>
                <a:spcPts val="0"/>
              </a:spcAft>
              <a:buSzPts val="1200"/>
              <a:buChar char="○"/>
            </a:pPr>
            <a:r>
              <a:rPr lang="en" sz="1200"/>
              <a:t>Call </a:t>
            </a:r>
            <a:r>
              <a:rPr lang="en" sz="1200">
                <a:latin typeface="Courier New"/>
                <a:ea typeface="Courier New"/>
                <a:cs typeface="Courier New"/>
                <a:sym typeface="Courier New"/>
              </a:rPr>
              <a:t>start</a:t>
            </a:r>
            <a:r>
              <a:rPr lang="en" sz="1200"/>
              <a:t> of the server</a:t>
            </a:r>
            <a:endParaRPr sz="1200"/>
          </a:p>
        </p:txBody>
      </p:sp>
      <p:sp>
        <p:nvSpPr>
          <p:cNvPr id="536" name="Google Shape;536;p58"/>
          <p:cNvSpPr/>
          <p:nvPr/>
        </p:nvSpPr>
        <p:spPr>
          <a:xfrm>
            <a:off x="127779" y="1870349"/>
            <a:ext cx="2019900" cy="1402800"/>
          </a:xfrm>
          <a:prstGeom prst="cloudCallout">
            <a:avLst>
              <a:gd name="adj1" fmla="val -20833"/>
              <a:gd name="adj2" fmla="val 62500"/>
            </a:avLst>
          </a:prstGeom>
          <a:solidFill>
            <a:srgbClr val="FFFFFF"/>
          </a:solidFill>
          <a:ln w="190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1400"/>
              <a:buFont typeface="Shadows Into Light"/>
              <a:buNone/>
            </a:pPr>
            <a:r>
              <a:rPr lang="en" sz="1400">
                <a:solidFill>
                  <a:schemeClr val="dk1"/>
                </a:solidFill>
                <a:latin typeface="Shadows Into Light"/>
                <a:ea typeface="Shadows Into Light"/>
                <a:cs typeface="Shadows Into Light"/>
                <a:sym typeface="Shadows Into Light"/>
              </a:rPr>
              <a:t>I’m thinking of a number between 1 and 100.</a:t>
            </a:r>
            <a:endParaRPr sz="1400">
              <a:solidFill>
                <a:schemeClr val="dk1"/>
              </a:solidFill>
              <a:latin typeface="Shadows Into Light"/>
              <a:ea typeface="Shadows Into Light"/>
              <a:cs typeface="Shadows Into Light"/>
              <a:sym typeface="Shadows Into Light"/>
            </a:endParaRPr>
          </a:p>
        </p:txBody>
      </p:sp>
      <p:sp>
        <p:nvSpPr>
          <p:cNvPr id="537" name="Google Shape;537;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538" name="Google Shape;538;p5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10.15</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59"/>
          <p:cNvSpPr txBox="1">
            <a:spLocks noGrp="1"/>
          </p:cNvSpPr>
          <p:nvPr>
            <p:ph type="title"/>
          </p:nvPr>
        </p:nvSpPr>
        <p:spPr>
          <a:xfrm>
            <a:off x="1436850" y="34041"/>
            <a:ext cx="7642500" cy="596700"/>
          </a:xfrm>
          <a:prstGeom prst="rect">
            <a:avLst/>
          </a:prstGeom>
          <a:noFill/>
          <a:ln>
            <a:noFill/>
          </a:ln>
        </p:spPr>
        <p:txBody>
          <a:bodyPr spcFirstLastPara="1" wrap="square" lIns="68575" tIns="34275" rIns="68575" bIns="34275" anchor="ctr" anchorCtr="0">
            <a:normAutofit/>
          </a:bodyPr>
          <a:lstStyle/>
          <a:p>
            <a:pPr marL="0" lvl="0" indent="0" algn="l" rtl="0">
              <a:lnSpc>
                <a:spcPct val="100000"/>
              </a:lnSpc>
              <a:spcBef>
                <a:spcPts val="0"/>
              </a:spcBef>
              <a:spcAft>
                <a:spcPts val="0"/>
              </a:spcAft>
              <a:buClr>
                <a:schemeClr val="dk2"/>
              </a:buClr>
              <a:buSzPts val="3300"/>
              <a:buFont typeface="Calibri"/>
              <a:buNone/>
            </a:pPr>
            <a:r>
              <a:rPr lang="en"/>
              <a:t>Guessing Game Handler</a:t>
            </a:r>
            <a:endParaRPr/>
          </a:p>
        </p:txBody>
      </p:sp>
      <p:sp>
        <p:nvSpPr>
          <p:cNvPr id="545" name="Google Shape;545;p59"/>
          <p:cNvSpPr txBox="1">
            <a:spLocks noGrp="1"/>
          </p:cNvSpPr>
          <p:nvPr>
            <p:ph type="body" idx="1"/>
          </p:nvPr>
        </p:nvSpPr>
        <p:spPr>
          <a:xfrm>
            <a:off x="65250" y="731625"/>
            <a:ext cx="8955900" cy="5001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rgbClr val="000000"/>
              </a:buClr>
              <a:buSzPts val="1400"/>
              <a:buNone/>
            </a:pPr>
            <a:r>
              <a:rPr lang="en" sz="1400"/>
              <a:t>The handler isn't finished yet! It will need to read requests from the client, interpret them by calling methods on the game, and return the appropriate response. Update the </a:t>
            </a:r>
            <a:r>
              <a:rPr lang="en" sz="1400">
                <a:latin typeface="Courier New"/>
                <a:ea typeface="Courier New"/>
                <a:cs typeface="Courier New"/>
                <a:sym typeface="Courier New"/>
              </a:rPr>
              <a:t>handleRequest</a:t>
            </a:r>
            <a:r>
              <a:rPr lang="en" sz="1400"/>
              <a:t> method to do this now!</a:t>
            </a:r>
            <a:endParaRPr/>
          </a:p>
        </p:txBody>
      </p:sp>
      <p:sp>
        <p:nvSpPr>
          <p:cNvPr id="546" name="Google Shape;546;p59"/>
          <p:cNvSpPr txBox="1">
            <a:spLocks noGrp="1"/>
          </p:cNvSpPr>
          <p:nvPr>
            <p:ph type="body" idx="2"/>
          </p:nvPr>
        </p:nvSpPr>
        <p:spPr>
          <a:xfrm>
            <a:off x="3972925" y="1554850"/>
            <a:ext cx="4925100" cy="3110400"/>
          </a:xfrm>
          <a:prstGeom prst="rect">
            <a:avLst/>
          </a:prstGeom>
          <a:noFill/>
          <a:ln>
            <a:noFill/>
          </a:ln>
        </p:spPr>
        <p:txBody>
          <a:bodyPr spcFirstLastPara="1" wrap="square" lIns="68575" tIns="34275" rIns="68575" bIns="34275" anchor="t" anchorCtr="0">
            <a:spAutoFit/>
          </a:bodyPr>
          <a:lstStyle/>
          <a:p>
            <a:pPr marL="457200" lvl="0" indent="-317500" algn="l" rtl="0">
              <a:lnSpc>
                <a:spcPct val="115000"/>
              </a:lnSpc>
              <a:spcBef>
                <a:spcPts val="0"/>
              </a:spcBef>
              <a:spcAft>
                <a:spcPts val="0"/>
              </a:spcAft>
              <a:buSzPts val="1400"/>
              <a:buChar char="●"/>
            </a:pPr>
            <a:r>
              <a:rPr lang="en" sz="1400"/>
              <a:t>If the method is not POST, return null.</a:t>
            </a:r>
            <a:endParaRPr sz="1400"/>
          </a:p>
          <a:p>
            <a:pPr marL="457200" lvl="0" indent="-317500" algn="l" rtl="0">
              <a:lnSpc>
                <a:spcPct val="115000"/>
              </a:lnSpc>
              <a:spcBef>
                <a:spcPts val="0"/>
              </a:spcBef>
              <a:spcAft>
                <a:spcPts val="0"/>
              </a:spcAft>
              <a:buSzPts val="1400"/>
              <a:buChar char="●"/>
            </a:pPr>
            <a:r>
              <a:rPr lang="en" sz="1400"/>
              <a:t>Get the body from the </a:t>
            </a:r>
            <a:r>
              <a:rPr lang="en" sz="1400">
                <a:latin typeface="Courier New"/>
                <a:ea typeface="Courier New"/>
                <a:cs typeface="Courier New"/>
                <a:sym typeface="Courier New"/>
              </a:rPr>
              <a:t>HttpRequest</a:t>
            </a:r>
            <a:r>
              <a:rPr lang="en" sz="1400"/>
              <a:t>, this is the request message.</a:t>
            </a:r>
            <a:endParaRPr sz="1600"/>
          </a:p>
          <a:p>
            <a:pPr marL="914400" lvl="1" indent="-298450" algn="l" rtl="0">
              <a:lnSpc>
                <a:spcPct val="115000"/>
              </a:lnSpc>
              <a:spcBef>
                <a:spcPts val="0"/>
              </a:spcBef>
              <a:spcAft>
                <a:spcPts val="0"/>
              </a:spcAft>
              <a:buSzPts val="1100"/>
              <a:buChar char="○"/>
            </a:pPr>
            <a:r>
              <a:rPr lang="en"/>
              <a:t>Print the request after it is read.</a:t>
            </a:r>
            <a:endParaRPr/>
          </a:p>
          <a:p>
            <a:pPr marL="457200" lvl="0" indent="-317500" algn="l" rtl="0">
              <a:lnSpc>
                <a:spcPct val="115000"/>
              </a:lnSpc>
              <a:spcBef>
                <a:spcPts val="1000"/>
              </a:spcBef>
              <a:spcAft>
                <a:spcPts val="0"/>
              </a:spcAft>
              <a:buSzPts val="1400"/>
              <a:buChar char="●"/>
            </a:pPr>
            <a:r>
              <a:rPr lang="en" sz="1400"/>
              <a:t>Determine which method to call on the </a:t>
            </a:r>
            <a:r>
              <a:rPr lang="en" sz="1400">
                <a:latin typeface="Courier New"/>
                <a:ea typeface="Courier New"/>
                <a:cs typeface="Courier New"/>
                <a:sym typeface="Courier New"/>
              </a:rPr>
              <a:t>GuessingGameImpl</a:t>
            </a:r>
            <a:r>
              <a:rPr lang="en" sz="1400"/>
              <a:t>.</a:t>
            </a:r>
            <a:endParaRPr sz="1400"/>
          </a:p>
          <a:p>
            <a:pPr marL="457200" lvl="0" indent="-317500" algn="l" rtl="0">
              <a:lnSpc>
                <a:spcPct val="115000"/>
              </a:lnSpc>
              <a:spcBef>
                <a:spcPts val="0"/>
              </a:spcBef>
              <a:spcAft>
                <a:spcPts val="0"/>
              </a:spcAft>
              <a:buSzPts val="1400"/>
              <a:buChar char="●"/>
            </a:pPr>
            <a:r>
              <a:rPr lang="en" sz="1400"/>
              <a:t>Call the method and formulate a response. </a:t>
            </a:r>
            <a:endParaRPr sz="1400"/>
          </a:p>
          <a:p>
            <a:pPr marL="457200" lvl="0" indent="-317500" algn="l" rtl="0">
              <a:lnSpc>
                <a:spcPct val="115000"/>
              </a:lnSpc>
              <a:spcBef>
                <a:spcPts val="0"/>
              </a:spcBef>
              <a:spcAft>
                <a:spcPts val="0"/>
              </a:spcAft>
              <a:buSzPts val="1400"/>
              <a:buChar char="●"/>
            </a:pPr>
            <a:r>
              <a:rPr lang="en" sz="1400"/>
              <a:t>Return the response.</a:t>
            </a:r>
            <a:endParaRPr sz="1600"/>
          </a:p>
          <a:p>
            <a:pPr marL="914400" lvl="1" indent="-298450" algn="l" rtl="0">
              <a:lnSpc>
                <a:spcPct val="115000"/>
              </a:lnSpc>
              <a:spcBef>
                <a:spcPts val="0"/>
              </a:spcBef>
              <a:spcAft>
                <a:spcPts val="0"/>
              </a:spcAft>
              <a:buSzPts val="1100"/>
              <a:buChar char="○"/>
            </a:pPr>
            <a:r>
              <a:rPr lang="en"/>
              <a:t>Print each response before returning it</a:t>
            </a:r>
            <a:endParaRPr/>
          </a:p>
          <a:p>
            <a:pPr marL="457200" lvl="0" indent="-311150" algn="l" rtl="0">
              <a:lnSpc>
                <a:spcPct val="115000"/>
              </a:lnSpc>
              <a:spcBef>
                <a:spcPts val="1000"/>
              </a:spcBef>
              <a:spcAft>
                <a:spcPts val="0"/>
              </a:spcAft>
              <a:buSzPts val="1300"/>
              <a:buChar char="●"/>
            </a:pPr>
            <a:r>
              <a:rPr lang="en"/>
              <a:t>Unit tests have been provided in </a:t>
            </a:r>
            <a:r>
              <a:rPr lang="en">
                <a:latin typeface="Courier New"/>
                <a:ea typeface="Courier New"/>
                <a:cs typeface="Courier New"/>
                <a:sym typeface="Courier New"/>
              </a:rPr>
              <a:t>GuessingGameHandlerTest.txt</a:t>
            </a:r>
            <a:r>
              <a:rPr lang="en"/>
              <a:t> (change to </a:t>
            </a:r>
            <a:r>
              <a:rPr lang="en">
                <a:latin typeface="Courier New"/>
                <a:ea typeface="Courier New"/>
                <a:cs typeface="Courier New"/>
                <a:sym typeface="Courier New"/>
              </a:rPr>
              <a:t>.java</a:t>
            </a:r>
            <a:r>
              <a:rPr lang="en"/>
              <a:t>).</a:t>
            </a:r>
            <a:endParaRPr sz="1300"/>
          </a:p>
          <a:p>
            <a:pPr marL="457200" lvl="0" indent="-311150" algn="l" rtl="0">
              <a:lnSpc>
                <a:spcPct val="115000"/>
              </a:lnSpc>
              <a:spcBef>
                <a:spcPts val="0"/>
              </a:spcBef>
              <a:spcAft>
                <a:spcPts val="0"/>
              </a:spcAft>
              <a:buSzPts val="1300"/>
              <a:buChar char="●"/>
            </a:pPr>
            <a:r>
              <a:rPr lang="en"/>
              <a:t>Run the server and ensure it doesn't crash</a:t>
            </a:r>
            <a:endParaRPr/>
          </a:p>
        </p:txBody>
      </p:sp>
      <p:sp>
        <p:nvSpPr>
          <p:cNvPr id="547" name="Google Shape;547;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548" name="Google Shape;548;p5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10.16</a:t>
            </a:r>
            <a:endParaRPr/>
          </a:p>
        </p:txBody>
      </p:sp>
      <p:pic>
        <p:nvPicPr>
          <p:cNvPr id="549" name="Google Shape;549;p59"/>
          <p:cNvPicPr preferRelativeResize="0"/>
          <p:nvPr/>
        </p:nvPicPr>
        <p:blipFill>
          <a:blip r:embed="rId3">
            <a:alphaModFix/>
          </a:blip>
          <a:stretch>
            <a:fillRect/>
          </a:stretch>
        </p:blipFill>
        <p:spPr>
          <a:xfrm>
            <a:off x="206825" y="1573675"/>
            <a:ext cx="3707149" cy="199615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6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 still need someway to interact with our server. Since we are using HTTP it most likely should be a web page. Since this isn't a course on web development, we'll use AI to fast track us a usable web page.</a:t>
            </a:r>
            <a:endParaRPr/>
          </a:p>
        </p:txBody>
      </p:sp>
      <p:sp>
        <p:nvSpPr>
          <p:cNvPr id="555" name="Google Shape;555;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556" name="Google Shape;556;p60"/>
          <p:cNvSpPr txBox="1">
            <a:spLocks noGrp="1"/>
          </p:cNvSpPr>
          <p:nvPr>
            <p:ph type="body" idx="2"/>
          </p:nvPr>
        </p:nvSpPr>
        <p:spPr>
          <a:xfrm>
            <a:off x="3165300" y="1540675"/>
            <a:ext cx="5775900" cy="3588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First, ensure the AI tool you have has our </a:t>
            </a:r>
            <a:r>
              <a:rPr lang="en">
                <a:latin typeface="Courier New"/>
                <a:ea typeface="Courier New"/>
                <a:cs typeface="Courier New"/>
                <a:sym typeface="Courier New"/>
              </a:rPr>
              <a:t>GuessingGameHandler</a:t>
            </a:r>
            <a:r>
              <a:rPr lang="en"/>
              <a:t> as its context.</a:t>
            </a:r>
            <a:endParaRPr/>
          </a:p>
          <a:p>
            <a:pPr marL="914400" lvl="1" indent="-298450" algn="l" rtl="0">
              <a:spcBef>
                <a:spcPts val="0"/>
              </a:spcBef>
              <a:spcAft>
                <a:spcPts val="0"/>
              </a:spcAft>
              <a:buSzPts val="1100"/>
              <a:buChar char="○"/>
            </a:pPr>
            <a:r>
              <a:rPr lang="en"/>
              <a:t>In VS code, selecting the file then starting the AI chat will include it as the context.</a:t>
            </a:r>
            <a:endParaRPr/>
          </a:p>
          <a:p>
            <a:pPr marL="914400" lvl="1" indent="-298450" algn="l" rtl="0">
              <a:spcBef>
                <a:spcPts val="0"/>
              </a:spcBef>
              <a:spcAft>
                <a:spcPts val="0"/>
              </a:spcAft>
              <a:buSzPts val="1100"/>
              <a:buChar char="○"/>
            </a:pPr>
            <a:r>
              <a:rPr lang="en"/>
              <a:t>If using AI in a browser, you'll want to drag the file into the AI chat.</a:t>
            </a:r>
            <a:endParaRPr/>
          </a:p>
          <a:p>
            <a:pPr marL="457200" lvl="0" indent="-311150" algn="l" rtl="0">
              <a:spcBef>
                <a:spcPts val="0"/>
              </a:spcBef>
              <a:spcAft>
                <a:spcPts val="0"/>
              </a:spcAft>
              <a:buSzPts val="1300"/>
              <a:buChar char="●"/>
            </a:pPr>
            <a:r>
              <a:rPr lang="en"/>
              <a:t>Ask the AI to create a guessing game html page using forms that matches the protocol in the file.</a:t>
            </a:r>
            <a:endParaRPr/>
          </a:p>
          <a:p>
            <a:pPr marL="914400" lvl="1" indent="-298450" algn="l" rtl="0">
              <a:spcBef>
                <a:spcPts val="0"/>
              </a:spcBef>
              <a:spcAft>
                <a:spcPts val="0"/>
              </a:spcAft>
              <a:buSzPts val="1100"/>
              <a:buChar char="○"/>
            </a:pPr>
            <a:r>
              <a:rPr lang="en"/>
              <a:t>Record what you use for your prompts in a </a:t>
            </a:r>
            <a:r>
              <a:rPr lang="en">
                <a:latin typeface="Courier New"/>
                <a:ea typeface="Courier New"/>
                <a:cs typeface="Courier New"/>
                <a:sym typeface="Courier New"/>
              </a:rPr>
              <a:t>prompt.txt</a:t>
            </a:r>
            <a:r>
              <a:rPr lang="en"/>
              <a:t> file.</a:t>
            </a:r>
            <a:endParaRPr/>
          </a:p>
          <a:p>
            <a:pPr marL="457200" lvl="0" indent="-311150" algn="l" rtl="0">
              <a:spcBef>
                <a:spcPts val="0"/>
              </a:spcBef>
              <a:spcAft>
                <a:spcPts val="0"/>
              </a:spcAft>
              <a:buSzPts val="1300"/>
              <a:buChar char="●"/>
            </a:pPr>
            <a:r>
              <a:rPr lang="en"/>
              <a:t>If using the browser, you'll most likely need to copy the html into a file.</a:t>
            </a:r>
            <a:endParaRPr/>
          </a:p>
          <a:p>
            <a:pPr marL="914400" lvl="1" indent="-298450" algn="l" rtl="0">
              <a:spcBef>
                <a:spcPts val="0"/>
              </a:spcBef>
              <a:spcAft>
                <a:spcPts val="0"/>
              </a:spcAft>
              <a:buSzPts val="1100"/>
              <a:buChar char="○"/>
            </a:pPr>
            <a:r>
              <a:rPr lang="en"/>
              <a:t>If you used VS code with an AI agent, it should make the file for you.</a:t>
            </a:r>
            <a:endParaRPr/>
          </a:p>
          <a:p>
            <a:pPr marL="457200" lvl="0" indent="-311150" algn="l" rtl="0">
              <a:spcBef>
                <a:spcPts val="0"/>
              </a:spcBef>
              <a:spcAft>
                <a:spcPts val="0"/>
              </a:spcAft>
              <a:buSzPts val="1300"/>
              <a:buChar char="●"/>
            </a:pPr>
            <a:r>
              <a:rPr lang="en"/>
              <a:t>If all went well, you should be able to load the web page into your browser and play the game.</a:t>
            </a:r>
            <a:endParaRPr/>
          </a:p>
          <a:p>
            <a:pPr marL="914400" lvl="1" indent="-298450" algn="l" rtl="0">
              <a:spcBef>
                <a:spcPts val="0"/>
              </a:spcBef>
              <a:spcAft>
                <a:spcPts val="0"/>
              </a:spcAft>
              <a:buSzPts val="1100"/>
              <a:buChar char="○"/>
            </a:pPr>
            <a:r>
              <a:rPr lang="en"/>
              <a:t>You may need to give the AI a little more information, most likely the port the server is listening on. Or you can hand edit the generated code to add it.</a:t>
            </a:r>
            <a:endParaRPr/>
          </a:p>
          <a:p>
            <a:pPr marL="457200" lvl="0" indent="-311150" algn="l" rtl="0">
              <a:spcBef>
                <a:spcPts val="0"/>
              </a:spcBef>
              <a:spcAft>
                <a:spcPts val="0"/>
              </a:spcAft>
              <a:buSzPts val="1300"/>
              <a:buChar char="●"/>
            </a:pPr>
            <a:r>
              <a:rPr lang="en"/>
              <a:t>If after a couple attempts you aren't' getting anything to work, a sample has been provided (</a:t>
            </a:r>
            <a:r>
              <a:rPr lang="en">
                <a:latin typeface="Courier New"/>
                <a:ea typeface="Courier New"/>
                <a:cs typeface="Courier New"/>
                <a:sym typeface="Courier New"/>
              </a:rPr>
              <a:t>activities/view/guessing.html</a:t>
            </a:r>
            <a:r>
              <a:rPr lang="en"/>
              <a:t>).</a:t>
            </a:r>
            <a:endParaRPr/>
          </a:p>
        </p:txBody>
      </p:sp>
      <p:sp>
        <p:nvSpPr>
          <p:cNvPr id="557" name="Google Shape;557;p60"/>
          <p:cNvSpPr txBox="1">
            <a:spLocks noGrp="1"/>
          </p:cNvSpPr>
          <p:nvPr>
            <p:ph type="title"/>
          </p:nvPr>
        </p:nvSpPr>
        <p:spPr>
          <a:xfrm>
            <a:off x="1436850" y="9893"/>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Creating the Front End</a:t>
            </a:r>
            <a:endParaRPr/>
          </a:p>
        </p:txBody>
      </p:sp>
      <p:sp>
        <p:nvSpPr>
          <p:cNvPr id="558" name="Google Shape;558;p6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10.17</a:t>
            </a:r>
            <a:endParaRPr/>
          </a:p>
        </p:txBody>
      </p:sp>
      <p:sp>
        <p:nvSpPr>
          <p:cNvPr id="559" name="Google Shape;559;p60"/>
          <p:cNvSpPr txBox="1">
            <a:spLocks noGrp="1"/>
          </p:cNvSpPr>
          <p:nvPr>
            <p:ph type="body" idx="4"/>
          </p:nvPr>
        </p:nvSpPr>
        <p:spPr>
          <a:xfrm>
            <a:off x="141600" y="3975791"/>
            <a:ext cx="3023700" cy="6465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webpage AI gave me for the prompt:</a:t>
            </a:r>
            <a:endParaRPr/>
          </a:p>
          <a:p>
            <a:pPr marL="0" lvl="0" indent="0" algn="l" rtl="0">
              <a:spcBef>
                <a:spcPts val="0"/>
              </a:spcBef>
              <a:spcAft>
                <a:spcPts val="0"/>
              </a:spcAft>
              <a:buNone/>
            </a:pPr>
            <a:r>
              <a:rPr lang="en" sz="900">
                <a:latin typeface="Courier New"/>
                <a:ea typeface="Courier New"/>
                <a:cs typeface="Courier New"/>
                <a:sym typeface="Courier New"/>
              </a:rPr>
              <a:t>Create a guessing game html form page that matches the protocol in this file.</a:t>
            </a:r>
            <a:endParaRPr sz="900">
              <a:latin typeface="Courier New"/>
              <a:ea typeface="Courier New"/>
              <a:cs typeface="Courier New"/>
              <a:sym typeface="Courier New"/>
            </a:endParaRPr>
          </a:p>
        </p:txBody>
      </p:sp>
      <p:pic>
        <p:nvPicPr>
          <p:cNvPr id="560" name="Google Shape;560;p60"/>
          <p:cNvPicPr preferRelativeResize="0"/>
          <p:nvPr/>
        </p:nvPicPr>
        <p:blipFill>
          <a:blip r:embed="rId3">
            <a:alphaModFix/>
          </a:blip>
          <a:stretch>
            <a:fillRect/>
          </a:stretch>
        </p:blipFill>
        <p:spPr>
          <a:xfrm>
            <a:off x="141600" y="2134110"/>
            <a:ext cx="3023700" cy="1639748"/>
          </a:xfrm>
          <a:prstGeom prst="rect">
            <a:avLst/>
          </a:prstGeom>
          <a:noFill/>
          <a:ln w="19050" cap="flat" cmpd="sng">
            <a:solidFill>
              <a:schemeClr val="dk1"/>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Hopefully at this point, you are able to play your guessing game. Pretty neat! What happens if you try playing two games at the same time? Try it out and see what happens.</a:t>
            </a:r>
            <a:endParaRPr/>
          </a:p>
        </p:txBody>
      </p:sp>
      <p:sp>
        <p:nvSpPr>
          <p:cNvPr id="566" name="Google Shape;566;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567" name="Google Shape;567;p61"/>
          <p:cNvSpPr txBox="1">
            <a:spLocks noGrp="1"/>
          </p:cNvSpPr>
          <p:nvPr>
            <p:ph type="body" idx="2"/>
          </p:nvPr>
        </p:nvSpPr>
        <p:spPr>
          <a:xfrm>
            <a:off x="3165300" y="1637275"/>
            <a:ext cx="5775900" cy="1920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Load two copies of your guessing game html file into your browser.</a:t>
            </a:r>
            <a:endParaRPr/>
          </a:p>
          <a:p>
            <a:pPr marL="457200" lvl="0" indent="-311150" algn="l" rtl="0">
              <a:spcBef>
                <a:spcPts val="1000"/>
              </a:spcBef>
              <a:spcAft>
                <a:spcPts val="0"/>
              </a:spcAft>
              <a:buSzPts val="1300"/>
              <a:buChar char="●"/>
            </a:pPr>
            <a:r>
              <a:rPr lang="en"/>
              <a:t>If your server isn't running, make sure to start it.</a:t>
            </a:r>
            <a:endParaRPr/>
          </a:p>
          <a:p>
            <a:pPr marL="457200" lvl="0" indent="-311150" algn="l" rtl="0">
              <a:spcBef>
                <a:spcPts val="1000"/>
              </a:spcBef>
              <a:spcAft>
                <a:spcPts val="0"/>
              </a:spcAft>
              <a:buSzPts val="1300"/>
              <a:buChar char="●"/>
            </a:pPr>
            <a:r>
              <a:rPr lang="en"/>
              <a:t>Try and play two games at the same time, alternating guesses between them.</a:t>
            </a:r>
            <a:endParaRPr/>
          </a:p>
          <a:p>
            <a:pPr marL="457200" lvl="0" indent="-311150" algn="l" rtl="0">
              <a:spcBef>
                <a:spcPts val="1000"/>
              </a:spcBef>
              <a:spcAft>
                <a:spcPts val="1000"/>
              </a:spcAft>
              <a:buSzPts val="1300"/>
              <a:buChar char="●"/>
            </a:pPr>
            <a:r>
              <a:rPr lang="en"/>
              <a:t>In a guessing.txt file, record your thoughts on how this works out and if it's what you would want to happen.</a:t>
            </a:r>
            <a:endParaRPr/>
          </a:p>
        </p:txBody>
      </p:sp>
      <p:sp>
        <p:nvSpPr>
          <p:cNvPr id="568" name="Google Shape;568;p61"/>
          <p:cNvSpPr txBox="1">
            <a:spLocks noGrp="1"/>
          </p:cNvSpPr>
          <p:nvPr>
            <p:ph type="title"/>
          </p:nvPr>
        </p:nvSpPr>
        <p:spPr>
          <a:xfrm>
            <a:off x="1436850" y="9893"/>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Two Guessing Games</a:t>
            </a:r>
            <a:endParaRPr/>
          </a:p>
        </p:txBody>
      </p:sp>
      <p:sp>
        <p:nvSpPr>
          <p:cNvPr id="569" name="Google Shape;569;p6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10.18</a:t>
            </a:r>
            <a:endParaRPr/>
          </a:p>
        </p:txBody>
      </p:sp>
      <p:sp>
        <p:nvSpPr>
          <p:cNvPr id="570" name="Google Shape;570;p61"/>
          <p:cNvSpPr txBox="1">
            <a:spLocks noGrp="1"/>
          </p:cNvSpPr>
          <p:nvPr>
            <p:ph type="body" idx="4"/>
          </p:nvPr>
        </p:nvSpPr>
        <p:spPr>
          <a:xfrm>
            <a:off x="141600" y="3873162"/>
            <a:ext cx="3023700" cy="369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Twice the guessing, twice the fun!?</a:t>
            </a:r>
            <a:endParaRPr/>
          </a:p>
        </p:txBody>
      </p:sp>
      <p:pic>
        <p:nvPicPr>
          <p:cNvPr id="571" name="Google Shape;571;p61"/>
          <p:cNvPicPr preferRelativeResize="0"/>
          <p:nvPr/>
        </p:nvPicPr>
        <p:blipFill>
          <a:blip r:embed="rId3">
            <a:alphaModFix/>
          </a:blip>
          <a:stretch>
            <a:fillRect/>
          </a:stretch>
        </p:blipFill>
        <p:spPr>
          <a:xfrm>
            <a:off x="141600" y="1667452"/>
            <a:ext cx="2376100" cy="1288550"/>
          </a:xfrm>
          <a:prstGeom prst="rect">
            <a:avLst/>
          </a:prstGeom>
          <a:noFill/>
          <a:ln w="19050" cap="flat" cmpd="sng">
            <a:solidFill>
              <a:schemeClr val="dk1"/>
            </a:solidFill>
            <a:prstDash val="solid"/>
            <a:round/>
            <a:headEnd type="none" w="sm" len="sm"/>
            <a:tailEnd type="none" w="sm" len="sm"/>
          </a:ln>
        </p:spPr>
      </p:pic>
      <p:pic>
        <p:nvPicPr>
          <p:cNvPr id="572" name="Google Shape;572;p61"/>
          <p:cNvPicPr preferRelativeResize="0"/>
          <p:nvPr/>
        </p:nvPicPr>
        <p:blipFill>
          <a:blip r:embed="rId3">
            <a:alphaModFix/>
          </a:blip>
          <a:stretch>
            <a:fillRect/>
          </a:stretch>
        </p:blipFill>
        <p:spPr>
          <a:xfrm>
            <a:off x="789200" y="2369227"/>
            <a:ext cx="2376100" cy="1288550"/>
          </a:xfrm>
          <a:prstGeom prst="rect">
            <a:avLst/>
          </a:prstGeom>
          <a:noFill/>
          <a:ln w="19050" cap="flat" cmpd="sng">
            <a:solidFill>
              <a:schemeClr val="dk1"/>
            </a:solidFill>
            <a:prstDash val="solid"/>
            <a:round/>
            <a:headEnd type="none" w="sm" len="sm"/>
            <a:tailEnd type="none" w="sm" len="sm"/>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62"/>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What you most likely noticed when playing two games is you are actually playing one game on two clients.</a:t>
            </a:r>
            <a:endParaRPr/>
          </a:p>
          <a:p>
            <a:pPr marL="914400" lvl="1" indent="-304800" algn="l" rtl="0">
              <a:spcBef>
                <a:spcPts val="0"/>
              </a:spcBef>
              <a:spcAft>
                <a:spcPts val="0"/>
              </a:spcAft>
              <a:buSzPts val="1200"/>
              <a:buChar char="○"/>
            </a:pPr>
            <a:r>
              <a:rPr lang="en" sz="1200"/>
              <a:t>Each attempt affect both but you only see the messages in the client that made this guess</a:t>
            </a:r>
            <a:endParaRPr sz="1200"/>
          </a:p>
          <a:p>
            <a:pPr marL="914400" lvl="1" indent="-304800" algn="l" rtl="0">
              <a:spcBef>
                <a:spcPts val="0"/>
              </a:spcBef>
              <a:spcAft>
                <a:spcPts val="0"/>
              </a:spcAft>
              <a:buSzPts val="1200"/>
              <a:buChar char="○"/>
            </a:pPr>
            <a:r>
              <a:rPr lang="en" sz="1200"/>
              <a:t>This is confusing and really doesn't scale well</a:t>
            </a:r>
            <a:endParaRPr sz="1200"/>
          </a:p>
          <a:p>
            <a:pPr marL="457200" lvl="0" indent="-311150" algn="l" rtl="0">
              <a:spcBef>
                <a:spcPts val="1000"/>
              </a:spcBef>
              <a:spcAft>
                <a:spcPts val="0"/>
              </a:spcAft>
              <a:buSzPts val="1300"/>
              <a:buChar char="●"/>
            </a:pPr>
            <a:r>
              <a:rPr lang="en"/>
              <a:t>Instead of having one </a:t>
            </a:r>
            <a:r>
              <a:rPr lang="en">
                <a:latin typeface="Courier New"/>
                <a:ea typeface="Courier New"/>
                <a:cs typeface="Courier New"/>
                <a:sym typeface="Courier New"/>
              </a:rPr>
              <a:t>GuessingGameImpl</a:t>
            </a:r>
            <a:r>
              <a:rPr lang="en"/>
              <a:t> for every client, what we'd really like is to have one for each client.</a:t>
            </a:r>
            <a:endParaRPr/>
          </a:p>
          <a:p>
            <a:pPr marL="457200" lvl="0" indent="-311150" algn="l" rtl="0">
              <a:spcBef>
                <a:spcPts val="1000"/>
              </a:spcBef>
              <a:spcAft>
                <a:spcPts val="0"/>
              </a:spcAft>
              <a:buSzPts val="1300"/>
              <a:buChar char="●"/>
            </a:pPr>
            <a:r>
              <a:rPr lang="en"/>
              <a:t>This will involve a couple updates to our solution which will include:</a:t>
            </a:r>
            <a:endParaRPr/>
          </a:p>
          <a:p>
            <a:pPr marL="914400" lvl="1" indent="-304800" algn="l" rtl="0">
              <a:spcBef>
                <a:spcPts val="0"/>
              </a:spcBef>
              <a:spcAft>
                <a:spcPts val="0"/>
              </a:spcAft>
              <a:buSzPts val="1200"/>
              <a:buChar char="○"/>
            </a:pPr>
            <a:r>
              <a:rPr lang="en" sz="1200"/>
              <a:t>A system to store and look up handlers based on some type of unique identifier</a:t>
            </a:r>
            <a:endParaRPr sz="1200"/>
          </a:p>
          <a:p>
            <a:pPr marL="914400" lvl="1" indent="-304800" algn="l" rtl="0">
              <a:spcBef>
                <a:spcPts val="0"/>
              </a:spcBef>
              <a:spcAft>
                <a:spcPts val="0"/>
              </a:spcAft>
              <a:buSzPts val="1200"/>
              <a:buChar char="○"/>
            </a:pPr>
            <a:r>
              <a:rPr lang="en" sz="1200"/>
              <a:t>Adding a unique identifier to the headers sent by the clients</a:t>
            </a:r>
            <a:endParaRPr sz="1200"/>
          </a:p>
        </p:txBody>
      </p:sp>
      <p:sp>
        <p:nvSpPr>
          <p:cNvPr id="578" name="Google Shape;578;p6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579" name="Google Shape;579;p62"/>
          <p:cNvSpPr txBox="1">
            <a:spLocks noGrp="1"/>
          </p:cNvSpPr>
          <p:nvPr>
            <p:ph type="body" idx="3"/>
          </p:nvPr>
        </p:nvSpPr>
        <p:spPr>
          <a:xfrm>
            <a:off x="51922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Currently all games share the same object. We need a way to give each game client its own object.</a:t>
            </a:r>
            <a:endParaRPr/>
          </a:p>
        </p:txBody>
      </p:sp>
      <p:sp>
        <p:nvSpPr>
          <p:cNvPr id="580" name="Google Shape;580;p62"/>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Multi-Client Servers</a:t>
            </a:r>
            <a:endParaRPr/>
          </a:p>
        </p:txBody>
      </p:sp>
      <p:pic>
        <p:nvPicPr>
          <p:cNvPr id="581" name="Google Shape;581;p62"/>
          <p:cNvPicPr preferRelativeResize="0"/>
          <p:nvPr/>
        </p:nvPicPr>
        <p:blipFill>
          <a:blip r:embed="rId3">
            <a:alphaModFix/>
          </a:blip>
          <a:stretch>
            <a:fillRect/>
          </a:stretch>
        </p:blipFill>
        <p:spPr>
          <a:xfrm>
            <a:off x="5264725" y="1338825"/>
            <a:ext cx="2855689" cy="1548629"/>
          </a:xfrm>
          <a:prstGeom prst="rect">
            <a:avLst/>
          </a:prstGeom>
          <a:noFill/>
          <a:ln w="22900" cap="flat" cmpd="sng">
            <a:solidFill>
              <a:schemeClr val="dk2"/>
            </a:solidFill>
            <a:prstDash val="solid"/>
            <a:round/>
            <a:headEnd type="none" w="sm" len="sm"/>
            <a:tailEnd type="none" w="sm" len="sm"/>
          </a:ln>
        </p:spPr>
      </p:pic>
      <p:pic>
        <p:nvPicPr>
          <p:cNvPr id="582" name="Google Shape;582;p62"/>
          <p:cNvPicPr preferRelativeResize="0"/>
          <p:nvPr/>
        </p:nvPicPr>
        <p:blipFill>
          <a:blip r:embed="rId3">
            <a:alphaModFix/>
          </a:blip>
          <a:stretch>
            <a:fillRect/>
          </a:stretch>
        </p:blipFill>
        <p:spPr>
          <a:xfrm>
            <a:off x="6043036" y="2182245"/>
            <a:ext cx="2855689" cy="1548629"/>
          </a:xfrm>
          <a:prstGeom prst="rect">
            <a:avLst/>
          </a:prstGeom>
          <a:noFill/>
          <a:ln w="22900" cap="flat" cmpd="sng">
            <a:solidFill>
              <a:schemeClr val="dk2"/>
            </a:solidFill>
            <a:prstDash val="solid"/>
            <a:round/>
            <a:headEnd type="none" w="sm" len="sm"/>
            <a:tailEnd type="none" w="sm" len="sm"/>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588" name="Google Shape;588;p63"/>
          <p:cNvSpPr txBox="1">
            <a:spLocks noGrp="1"/>
          </p:cNvSpPr>
          <p:nvPr>
            <p:ph type="title"/>
          </p:nvPr>
        </p:nvSpPr>
        <p:spPr>
          <a:xfrm>
            <a:off x="1436850" y="9893"/>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Server Updates I</a:t>
            </a:r>
            <a:endParaRPr/>
          </a:p>
        </p:txBody>
      </p:sp>
      <p:sp>
        <p:nvSpPr>
          <p:cNvPr id="589" name="Google Shape;589;p63"/>
          <p:cNvSpPr txBox="1">
            <a:spLocks noGrp="1"/>
          </p:cNvSpPr>
          <p:nvPr>
            <p:ph type="body" idx="1"/>
          </p:nvPr>
        </p:nvSpPr>
        <p:spPr>
          <a:xfrm>
            <a:off x="65250" y="664074"/>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first update involves adding something to keep track of different RequestHandlers by ID. As you probably already guessed, this would be a great place to use a Map.</a:t>
            </a:r>
            <a:endParaRPr/>
          </a:p>
        </p:txBody>
      </p:sp>
      <p:sp>
        <p:nvSpPr>
          <p:cNvPr id="590" name="Google Shape;590;p63"/>
          <p:cNvSpPr txBox="1">
            <a:spLocks noGrp="1"/>
          </p:cNvSpPr>
          <p:nvPr>
            <p:ph type="body" idx="2"/>
          </p:nvPr>
        </p:nvSpPr>
        <p:spPr>
          <a:xfrm>
            <a:off x="3165450" y="1259856"/>
            <a:ext cx="5775900" cy="39780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a:t>In your </a:t>
            </a:r>
            <a:r>
              <a:rPr lang="en" sz="1200">
                <a:latin typeface="Courier New"/>
                <a:ea typeface="Courier New"/>
                <a:cs typeface="Courier New"/>
                <a:sym typeface="Courier New"/>
              </a:rPr>
              <a:t>HttpWebServer</a:t>
            </a:r>
            <a:r>
              <a:rPr lang="en" sz="1200"/>
              <a:t>, replace the single instance of </a:t>
            </a:r>
            <a:r>
              <a:rPr lang="en" sz="1200">
                <a:latin typeface="Courier New"/>
                <a:ea typeface="Courier New"/>
                <a:cs typeface="Courier New"/>
                <a:sym typeface="Courier New"/>
              </a:rPr>
              <a:t>RequestHandler</a:t>
            </a:r>
            <a:r>
              <a:rPr lang="en" sz="1200"/>
              <a:t> with a </a:t>
            </a:r>
            <a:r>
              <a:rPr lang="en" sz="1200">
                <a:latin typeface="Courier New"/>
                <a:ea typeface="Courier New"/>
                <a:cs typeface="Courier New"/>
                <a:sym typeface="Courier New"/>
              </a:rPr>
              <a:t>Map&lt;String, RequestHandler&gt;</a:t>
            </a:r>
            <a:r>
              <a:rPr lang="en" sz="1200"/>
              <a:t> and initialize it in the constructor.</a:t>
            </a:r>
            <a:endParaRPr sz="1200"/>
          </a:p>
          <a:p>
            <a:pPr marL="914400" lvl="1" indent="-298450" algn="l" rtl="0">
              <a:spcBef>
                <a:spcPts val="0"/>
              </a:spcBef>
              <a:spcAft>
                <a:spcPts val="0"/>
              </a:spcAft>
              <a:buSzPts val="1100"/>
              <a:buChar char="○"/>
            </a:pPr>
            <a:r>
              <a:rPr lang="en"/>
              <a:t>Which type of Map should you use for your implementation?</a:t>
            </a:r>
            <a:endParaRPr/>
          </a:p>
          <a:p>
            <a:pPr marL="457200" lvl="0" indent="-304800" algn="l" rtl="0">
              <a:spcBef>
                <a:spcPts val="1000"/>
              </a:spcBef>
              <a:spcAft>
                <a:spcPts val="0"/>
              </a:spcAft>
              <a:buSzPts val="1200"/>
              <a:buChar char="●"/>
            </a:pPr>
            <a:r>
              <a:rPr lang="en" sz="1200"/>
              <a:t>In </a:t>
            </a:r>
            <a:r>
              <a:rPr lang="en" sz="1200">
                <a:latin typeface="Courier New"/>
                <a:ea typeface="Courier New"/>
                <a:cs typeface="Courier New"/>
                <a:sym typeface="Courier New"/>
              </a:rPr>
              <a:t>handleClient</a:t>
            </a:r>
            <a:r>
              <a:rPr lang="en" sz="1200"/>
              <a:t>, right after parsing the request:</a:t>
            </a:r>
            <a:endParaRPr sz="1200"/>
          </a:p>
          <a:p>
            <a:pPr marL="914400" lvl="1" indent="-298450" algn="l" rtl="0">
              <a:spcBef>
                <a:spcPts val="0"/>
              </a:spcBef>
              <a:spcAft>
                <a:spcPts val="0"/>
              </a:spcAft>
              <a:buSzPts val="1100"/>
              <a:buChar char="○"/>
            </a:pPr>
            <a:r>
              <a:rPr lang="en"/>
              <a:t>Get the session ID from headers using "</a:t>
            </a:r>
            <a:r>
              <a:rPr lang="en">
                <a:latin typeface="Courier New"/>
                <a:ea typeface="Courier New"/>
                <a:cs typeface="Courier New"/>
                <a:sym typeface="Courier New"/>
              </a:rPr>
              <a:t>x-session-id</a:t>
            </a:r>
            <a:r>
              <a:rPr lang="en"/>
              <a:t>" as the header key</a:t>
            </a:r>
            <a:endParaRPr/>
          </a:p>
          <a:p>
            <a:pPr marL="914400" lvl="1" indent="-298450" algn="l" rtl="0">
              <a:spcBef>
                <a:spcPts val="0"/>
              </a:spcBef>
              <a:spcAft>
                <a:spcPts val="0"/>
              </a:spcAft>
              <a:buSzPts val="1100"/>
              <a:buChar char="○"/>
            </a:pPr>
            <a:r>
              <a:rPr lang="en"/>
              <a:t>If the key </a:t>
            </a:r>
            <a:r>
              <a:rPr lang="en" b="1" i="1">
                <a:solidFill>
                  <a:srgbClr val="FF0000"/>
                </a:solidFill>
              </a:rPr>
              <a:t>is found</a:t>
            </a:r>
            <a:r>
              <a:rPr lang="en"/>
              <a:t>, use the returned handler as the request handler</a:t>
            </a:r>
            <a:endParaRPr/>
          </a:p>
          <a:p>
            <a:pPr marL="914400" lvl="1" indent="-298450" algn="l" rtl="0">
              <a:spcBef>
                <a:spcPts val="0"/>
              </a:spcBef>
              <a:spcAft>
                <a:spcPts val="0"/>
              </a:spcAft>
              <a:buSzPts val="1100"/>
              <a:buChar char="○"/>
            </a:pPr>
            <a:r>
              <a:rPr lang="en"/>
              <a:t>If they key is </a:t>
            </a:r>
            <a:r>
              <a:rPr lang="en" b="1" i="1">
                <a:solidFill>
                  <a:srgbClr val="FF0000"/>
                </a:solidFill>
              </a:rPr>
              <a:t>not found</a:t>
            </a:r>
            <a:r>
              <a:rPr lang="en"/>
              <a:t>, create a new </a:t>
            </a:r>
            <a:r>
              <a:rPr lang="en">
                <a:latin typeface="Courier New"/>
                <a:ea typeface="Courier New"/>
                <a:cs typeface="Courier New"/>
                <a:sym typeface="Courier New"/>
              </a:rPr>
              <a:t>GuessingGameHandler</a:t>
            </a:r>
            <a:r>
              <a:rPr lang="en"/>
              <a:t> to use as the request handler and save it in the map</a:t>
            </a:r>
            <a:endParaRPr/>
          </a:p>
          <a:p>
            <a:pPr marL="457200" lvl="0" indent="-304800" algn="l" rtl="0">
              <a:spcBef>
                <a:spcPts val="1000"/>
              </a:spcBef>
              <a:spcAft>
                <a:spcPts val="0"/>
              </a:spcAft>
              <a:buSzPts val="1200"/>
              <a:buChar char="●"/>
            </a:pPr>
            <a:r>
              <a:rPr lang="en" sz="1200"/>
              <a:t>Use AI to add a unique session id named "</a:t>
            </a:r>
            <a:r>
              <a:rPr lang="en" sz="1200">
                <a:latin typeface="Courier New"/>
                <a:ea typeface="Courier New"/>
                <a:cs typeface="Courier New"/>
                <a:sym typeface="Courier New"/>
              </a:rPr>
              <a:t>x-session-id</a:t>
            </a:r>
            <a:r>
              <a:rPr lang="en" sz="1200"/>
              <a:t>" to the header of the request message.</a:t>
            </a:r>
            <a:endParaRPr sz="1200"/>
          </a:p>
          <a:p>
            <a:pPr marL="914400" lvl="1" indent="-298450" algn="l" rtl="0">
              <a:spcBef>
                <a:spcPts val="0"/>
              </a:spcBef>
              <a:spcAft>
                <a:spcPts val="0"/>
              </a:spcAft>
              <a:buSzPts val="1100"/>
              <a:buChar char="○"/>
            </a:pPr>
            <a:r>
              <a:rPr lang="en"/>
              <a:t> Make sure you have your existing html file as the context when making the request </a:t>
            </a:r>
            <a:endParaRPr/>
          </a:p>
          <a:p>
            <a:pPr marL="914400" lvl="1" indent="-298450" algn="l" rtl="0">
              <a:spcBef>
                <a:spcPts val="0"/>
              </a:spcBef>
              <a:spcAft>
                <a:spcPts val="0"/>
              </a:spcAft>
              <a:buSzPts val="1100"/>
              <a:buChar char="○"/>
            </a:pPr>
            <a:r>
              <a:rPr lang="en"/>
              <a:t>You can use </a:t>
            </a:r>
            <a:r>
              <a:rPr lang="en">
                <a:latin typeface="Courier New"/>
                <a:ea typeface="Courier New"/>
                <a:cs typeface="Courier New"/>
                <a:sym typeface="Courier New"/>
              </a:rPr>
              <a:t>activites/view/guessing_session_id.html</a:t>
            </a:r>
            <a:r>
              <a:rPr lang="en"/>
              <a:t> if needed</a:t>
            </a:r>
            <a:endParaRPr/>
          </a:p>
          <a:p>
            <a:pPr marL="457200" lvl="0" indent="-304800" algn="l" rtl="0">
              <a:spcBef>
                <a:spcPts val="1000"/>
              </a:spcBef>
              <a:spcAft>
                <a:spcPts val="0"/>
              </a:spcAft>
              <a:buSzPts val="1200"/>
              <a:buChar char="●"/>
            </a:pPr>
            <a:r>
              <a:rPr lang="en" sz="1200"/>
              <a:t>Run your new server and see what happens.</a:t>
            </a:r>
            <a:endParaRPr sz="1200"/>
          </a:p>
          <a:p>
            <a:pPr marL="914400" lvl="1" indent="-298450" algn="l" rtl="0">
              <a:spcBef>
                <a:spcPts val="0"/>
              </a:spcBef>
              <a:spcAft>
                <a:spcPts val="0"/>
              </a:spcAft>
              <a:buSzPts val="1100"/>
              <a:buChar char="○"/>
            </a:pPr>
            <a:r>
              <a:rPr lang="en"/>
              <a:t>As you guessed, there is going to be an error. See if you can find the HTTP message that is causing the problem.</a:t>
            </a:r>
            <a:endParaRPr/>
          </a:p>
        </p:txBody>
      </p:sp>
      <p:sp>
        <p:nvSpPr>
          <p:cNvPr id="591" name="Google Shape;591;p6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10.19</a:t>
            </a:r>
            <a:endParaRPr/>
          </a:p>
        </p:txBody>
      </p:sp>
      <p:sp>
        <p:nvSpPr>
          <p:cNvPr id="592" name="Google Shape;592;p63"/>
          <p:cNvSpPr txBox="1">
            <a:spLocks noGrp="1"/>
          </p:cNvSpPr>
          <p:nvPr>
            <p:ph type="body" idx="4"/>
          </p:nvPr>
        </p:nvSpPr>
        <p:spPr>
          <a:xfrm>
            <a:off x="141600" y="4156900"/>
            <a:ext cx="3023700" cy="7158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1150"/>
              <a:t>Somewhere in your AI generated code is going to be a line similar to the highlighted ones. It adds the unique id to the headers. </a:t>
            </a:r>
            <a:endParaRPr sz="1150"/>
          </a:p>
        </p:txBody>
      </p:sp>
      <p:sp>
        <p:nvSpPr>
          <p:cNvPr id="593" name="Google Shape;593;p63"/>
          <p:cNvSpPr txBox="1"/>
          <p:nvPr/>
        </p:nvSpPr>
        <p:spPr>
          <a:xfrm>
            <a:off x="141750" y="1601051"/>
            <a:ext cx="3023700" cy="2370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async function sendCommand(cmd) {</a:t>
            </a:r>
            <a:endParaRPr sz="850">
              <a:solidFill>
                <a:srgbClr val="B7B7B7"/>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try {</a:t>
            </a:r>
            <a:endParaRPr sz="850">
              <a:solidFill>
                <a:srgbClr val="B7B7B7"/>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addHistory('SEND', cmd);</a:t>
            </a:r>
            <a:endParaRPr sz="850">
              <a:solidFill>
                <a:srgbClr val="B7B7B7"/>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const res = await fetch(baseUrl, {</a:t>
            </a:r>
            <a:endParaRPr sz="850">
              <a:solidFill>
                <a:srgbClr val="B7B7B7"/>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method: 'POST',</a:t>
            </a:r>
            <a:endParaRPr sz="850">
              <a:solidFill>
                <a:srgbClr val="B7B7B7"/>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body: cmd,</a:t>
            </a:r>
            <a:endParaRPr sz="850">
              <a:solidFill>
                <a:srgbClr val="B7B7B7"/>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850">
                <a:latin typeface="Consolas"/>
                <a:ea typeface="Consolas"/>
                <a:cs typeface="Consolas"/>
                <a:sym typeface="Consolas"/>
              </a:rPr>
              <a:t>          </a:t>
            </a:r>
            <a:r>
              <a:rPr lang="en" sz="850">
                <a:solidFill>
                  <a:srgbClr val="001080"/>
                </a:solidFill>
                <a:latin typeface="Consolas"/>
                <a:ea typeface="Consolas"/>
                <a:cs typeface="Consolas"/>
                <a:sym typeface="Consolas"/>
              </a:rPr>
              <a:t>headers:</a:t>
            </a:r>
            <a:r>
              <a:rPr lang="en" sz="850">
                <a:latin typeface="Consolas"/>
                <a:ea typeface="Consolas"/>
                <a:cs typeface="Consolas"/>
                <a:sym typeface="Consolas"/>
              </a:rPr>
              <a:t> {</a:t>
            </a:r>
            <a:endParaRPr sz="850">
              <a:latin typeface="Consolas"/>
              <a:ea typeface="Consolas"/>
              <a:cs typeface="Consolas"/>
              <a:sym typeface="Consolas"/>
            </a:endParaRPr>
          </a:p>
          <a:p>
            <a:pPr marL="0" lvl="0" indent="0" algn="l" rtl="0">
              <a:lnSpc>
                <a:spcPct val="100000"/>
              </a:lnSpc>
              <a:spcBef>
                <a:spcPts val="0"/>
              </a:spcBef>
              <a:spcAft>
                <a:spcPts val="0"/>
              </a:spcAft>
              <a:buNone/>
            </a:pPr>
            <a:r>
              <a:rPr lang="en" sz="850">
                <a:latin typeface="Consolas"/>
                <a:ea typeface="Consolas"/>
                <a:cs typeface="Consolas"/>
                <a:sym typeface="Consolas"/>
              </a:rPr>
              <a:t>            </a:t>
            </a:r>
            <a:r>
              <a:rPr lang="en" sz="850">
                <a:solidFill>
                  <a:srgbClr val="A31515"/>
                </a:solidFill>
                <a:latin typeface="Consolas"/>
                <a:ea typeface="Consolas"/>
                <a:cs typeface="Consolas"/>
                <a:sym typeface="Consolas"/>
              </a:rPr>
              <a:t>'x-session-id'</a:t>
            </a:r>
            <a:r>
              <a:rPr lang="en" sz="850">
                <a:solidFill>
                  <a:srgbClr val="001080"/>
                </a:solidFill>
                <a:latin typeface="Consolas"/>
                <a:ea typeface="Consolas"/>
                <a:cs typeface="Consolas"/>
                <a:sym typeface="Consolas"/>
              </a:rPr>
              <a:t>:</a:t>
            </a:r>
            <a:r>
              <a:rPr lang="en" sz="850">
                <a:latin typeface="Consolas"/>
                <a:ea typeface="Consolas"/>
                <a:cs typeface="Consolas"/>
                <a:sym typeface="Consolas"/>
              </a:rPr>
              <a:t> </a:t>
            </a:r>
            <a:r>
              <a:rPr lang="en" sz="850">
                <a:solidFill>
                  <a:srgbClr val="0070C1"/>
                </a:solidFill>
                <a:latin typeface="Consolas"/>
                <a:ea typeface="Consolas"/>
                <a:cs typeface="Consolas"/>
                <a:sym typeface="Consolas"/>
              </a:rPr>
              <a:t>sessionId</a:t>
            </a:r>
            <a:endParaRPr sz="850">
              <a:solidFill>
                <a:srgbClr val="0070C1"/>
              </a:solidFill>
              <a:latin typeface="Consolas"/>
              <a:ea typeface="Consolas"/>
              <a:cs typeface="Consolas"/>
              <a:sym typeface="Consolas"/>
            </a:endParaRPr>
          </a:p>
          <a:p>
            <a:pPr marL="0" lvl="0" indent="0" algn="l" rtl="0">
              <a:lnSpc>
                <a:spcPct val="100000"/>
              </a:lnSpc>
              <a:spcBef>
                <a:spcPts val="0"/>
              </a:spcBef>
              <a:spcAft>
                <a:spcPts val="0"/>
              </a:spcAft>
              <a:buNone/>
            </a:pPr>
            <a:r>
              <a:rPr lang="en" sz="850">
                <a:latin typeface="Consolas"/>
                <a:ea typeface="Consolas"/>
                <a:cs typeface="Consolas"/>
                <a:sym typeface="Consolas"/>
              </a:rPr>
              <a:t>          }</a:t>
            </a:r>
            <a:endParaRPr sz="850">
              <a:latin typeface="Consolas"/>
              <a:ea typeface="Consolas"/>
              <a:cs typeface="Consolas"/>
              <a:sym typeface="Consolas"/>
            </a:endParaRPr>
          </a:p>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t>
            </a:r>
            <a:endParaRPr sz="850">
              <a:solidFill>
                <a:srgbClr val="B7B7B7"/>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const text = await res.text();</a:t>
            </a:r>
            <a:endParaRPr sz="850">
              <a:solidFill>
                <a:srgbClr val="B7B7B7"/>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addHistory('RECV', text);</a:t>
            </a:r>
            <a:endParaRPr sz="850">
              <a:solidFill>
                <a:srgbClr val="B7B7B7"/>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applyResponse(text.trim());</a:t>
            </a:r>
            <a:endParaRPr sz="850">
              <a:solidFill>
                <a:srgbClr val="B7B7B7"/>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 catch (err) {</a:t>
            </a:r>
            <a:endParaRPr sz="850">
              <a:solidFill>
                <a:srgbClr val="B7B7B7"/>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applyResponse('ERROR: ' + err.message);</a:t>
            </a:r>
            <a:endParaRPr sz="850">
              <a:solidFill>
                <a:srgbClr val="B7B7B7"/>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t>
            </a:r>
            <a:endParaRPr sz="850">
              <a:solidFill>
                <a:srgbClr val="B7B7B7"/>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t>
            </a:r>
            <a:endParaRPr sz="850">
              <a:solidFill>
                <a:srgbClr val="B7B7B7"/>
              </a:solidFill>
              <a:highlight>
                <a:srgbClr val="FFFFFF"/>
              </a:highlight>
              <a:latin typeface="Consolas"/>
              <a:ea typeface="Consolas"/>
              <a:cs typeface="Consolas"/>
              <a:sym typeface="Consolas"/>
            </a:endParaRPr>
          </a:p>
          <a:p>
            <a:pPr marL="0" lvl="0" indent="0" algn="l" rtl="0">
              <a:spcBef>
                <a:spcPts val="0"/>
              </a:spcBef>
              <a:spcAft>
                <a:spcPts val="0"/>
              </a:spcAft>
              <a:buNone/>
            </a:pPr>
            <a:endParaRPr sz="1300">
              <a:solidFill>
                <a:schemeClr val="dk2"/>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64"/>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issue crept in when we added something new to the request header. The client now sends us a message asking if it has permission to use that field. While a minor pain, it's better to have the additional layer of security. We'll need to tell the client, it is okay to use.</a:t>
            </a:r>
            <a:endParaRPr/>
          </a:p>
        </p:txBody>
      </p:sp>
      <p:sp>
        <p:nvSpPr>
          <p:cNvPr id="599" name="Google Shape;599;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
        <p:nvSpPr>
          <p:cNvPr id="600" name="Google Shape;600;p64"/>
          <p:cNvSpPr txBox="1">
            <a:spLocks noGrp="1"/>
          </p:cNvSpPr>
          <p:nvPr>
            <p:ph type="body" idx="2"/>
          </p:nvPr>
        </p:nvSpPr>
        <p:spPr>
          <a:xfrm>
            <a:off x="3165300" y="1804350"/>
            <a:ext cx="5775900" cy="2668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Luckily we were prepared for this. The </a:t>
            </a:r>
            <a:r>
              <a:rPr lang="en">
                <a:latin typeface="Courier New"/>
                <a:ea typeface="Courier New"/>
                <a:cs typeface="Courier New"/>
                <a:sym typeface="Courier New"/>
              </a:rPr>
              <a:t>buildOptionsResponse</a:t>
            </a:r>
            <a:r>
              <a:rPr lang="en"/>
              <a:t> in </a:t>
            </a:r>
            <a:r>
              <a:rPr lang="en">
                <a:latin typeface="Courier New"/>
                <a:ea typeface="Courier New"/>
                <a:cs typeface="Courier New"/>
                <a:sym typeface="Courier New"/>
              </a:rPr>
              <a:t>HttpResponseBuilder</a:t>
            </a:r>
            <a:r>
              <a:rPr lang="en"/>
              <a:t> was created for this purpose.</a:t>
            </a:r>
            <a:endParaRPr/>
          </a:p>
          <a:p>
            <a:pPr marL="457200" lvl="0" indent="-311150" algn="l" rtl="0">
              <a:spcBef>
                <a:spcPts val="1000"/>
              </a:spcBef>
              <a:spcAft>
                <a:spcPts val="0"/>
              </a:spcAft>
              <a:buSzPts val="1300"/>
              <a:buChar char="●"/>
            </a:pPr>
            <a:r>
              <a:rPr lang="en"/>
              <a:t>First add </a:t>
            </a:r>
            <a:r>
              <a:rPr lang="en">
                <a:latin typeface="Courier New"/>
                <a:ea typeface="Courier New"/>
                <a:cs typeface="Courier New"/>
                <a:sym typeface="Courier New"/>
              </a:rPr>
              <a:t>OPTIONS</a:t>
            </a:r>
            <a:r>
              <a:rPr lang="en"/>
              <a:t> as one of the values in </a:t>
            </a:r>
            <a:r>
              <a:rPr lang="en">
                <a:latin typeface="Courier New"/>
                <a:ea typeface="Courier New"/>
                <a:cs typeface="Courier New"/>
                <a:sym typeface="Courier New"/>
              </a:rPr>
              <a:t>Method</a:t>
            </a:r>
            <a:r>
              <a:rPr lang="en"/>
              <a:t> (see UML).</a:t>
            </a:r>
            <a:endParaRPr/>
          </a:p>
          <a:p>
            <a:pPr marL="457200" lvl="0" indent="-311150" algn="l" rtl="0">
              <a:spcBef>
                <a:spcPts val="1000"/>
              </a:spcBef>
              <a:spcAft>
                <a:spcPts val="0"/>
              </a:spcAft>
              <a:buSzPts val="1300"/>
              <a:buChar char="●"/>
            </a:pPr>
            <a:r>
              <a:rPr lang="en"/>
              <a:t>In </a:t>
            </a:r>
            <a:r>
              <a:rPr lang="en">
                <a:latin typeface="Courier New"/>
                <a:ea typeface="Courier New"/>
                <a:cs typeface="Courier New"/>
                <a:sym typeface="Courier New"/>
              </a:rPr>
              <a:t>HttpWebServer.handleClient</a:t>
            </a:r>
            <a:r>
              <a:rPr lang="en"/>
              <a:t> after parsing the request:</a:t>
            </a:r>
            <a:endParaRPr/>
          </a:p>
          <a:p>
            <a:pPr marL="914400" lvl="1" indent="-298450" algn="l" rtl="0">
              <a:spcBef>
                <a:spcPts val="0"/>
              </a:spcBef>
              <a:spcAft>
                <a:spcPts val="0"/>
              </a:spcAft>
              <a:buSzPts val="1100"/>
              <a:buChar char="○"/>
            </a:pPr>
            <a:r>
              <a:rPr lang="en"/>
              <a:t>Check to see if the request method is </a:t>
            </a:r>
            <a:r>
              <a:rPr lang="en">
                <a:latin typeface="Courier New"/>
                <a:ea typeface="Courier New"/>
                <a:cs typeface="Courier New"/>
                <a:sym typeface="Courier New"/>
              </a:rPr>
              <a:t>OPTIONS</a:t>
            </a:r>
            <a:endParaRPr>
              <a:latin typeface="Courier New"/>
              <a:ea typeface="Courier New"/>
              <a:cs typeface="Courier New"/>
              <a:sym typeface="Courier New"/>
            </a:endParaRPr>
          </a:p>
          <a:p>
            <a:pPr marL="914400" lvl="1" indent="-298450" algn="l" rtl="0">
              <a:spcBef>
                <a:spcPts val="0"/>
              </a:spcBef>
              <a:spcAft>
                <a:spcPts val="0"/>
              </a:spcAft>
              <a:buSzPts val="1100"/>
              <a:buChar char="○"/>
            </a:pPr>
            <a:r>
              <a:rPr lang="en"/>
              <a:t>If it is, use </a:t>
            </a:r>
            <a:r>
              <a:rPr lang="en">
                <a:latin typeface="Courier New"/>
                <a:ea typeface="Courier New"/>
                <a:cs typeface="Courier New"/>
                <a:sym typeface="Courier New"/>
              </a:rPr>
              <a:t>HttpResponseBuilder.buildOptionsResponse</a:t>
            </a:r>
            <a:r>
              <a:rPr lang="en"/>
              <a:t> to create a response</a:t>
            </a:r>
            <a:endParaRPr/>
          </a:p>
          <a:p>
            <a:pPr marL="914400" lvl="1" indent="-298450" algn="l" rtl="0">
              <a:spcBef>
                <a:spcPts val="0"/>
              </a:spcBef>
              <a:spcAft>
                <a:spcPts val="0"/>
              </a:spcAft>
              <a:buSzPts val="1100"/>
              <a:buChar char="○"/>
            </a:pPr>
            <a:r>
              <a:rPr lang="en"/>
              <a:t>Send the response to the client and return </a:t>
            </a:r>
            <a:endParaRPr/>
          </a:p>
          <a:p>
            <a:pPr marL="457200" lvl="0" indent="-311150" algn="l" rtl="0">
              <a:spcBef>
                <a:spcPts val="1000"/>
              </a:spcBef>
              <a:spcAft>
                <a:spcPts val="0"/>
              </a:spcAft>
              <a:buSzPts val="1300"/>
              <a:buChar char="●"/>
            </a:pPr>
            <a:r>
              <a:rPr lang="en"/>
              <a:t>Restart your server and verify everything is running as expected</a:t>
            </a:r>
            <a:endParaRPr/>
          </a:p>
          <a:p>
            <a:pPr marL="914400" lvl="1" indent="-298450" algn="l" rtl="0">
              <a:spcBef>
                <a:spcPts val="0"/>
              </a:spcBef>
              <a:spcAft>
                <a:spcPts val="1000"/>
              </a:spcAft>
              <a:buSzPts val="1100"/>
              <a:buChar char="○"/>
            </a:pPr>
            <a:r>
              <a:rPr lang="en"/>
              <a:t>Raise your hand if you are having a problem you can't solve</a:t>
            </a:r>
            <a:endParaRPr/>
          </a:p>
        </p:txBody>
      </p:sp>
      <p:sp>
        <p:nvSpPr>
          <p:cNvPr id="601" name="Google Shape;601;p64"/>
          <p:cNvSpPr txBox="1">
            <a:spLocks noGrp="1"/>
          </p:cNvSpPr>
          <p:nvPr>
            <p:ph type="title"/>
          </p:nvPr>
        </p:nvSpPr>
        <p:spPr>
          <a:xfrm>
            <a:off x="1436850" y="9893"/>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Solving Problems</a:t>
            </a:r>
            <a:endParaRPr/>
          </a:p>
        </p:txBody>
      </p:sp>
      <p:sp>
        <p:nvSpPr>
          <p:cNvPr id="602" name="Google Shape;602;p6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10.20</a:t>
            </a:r>
            <a:endParaRPr/>
          </a:p>
        </p:txBody>
      </p:sp>
      <p:sp>
        <p:nvSpPr>
          <p:cNvPr id="603" name="Google Shape;603;p64"/>
          <p:cNvSpPr txBox="1">
            <a:spLocks noGrp="1"/>
          </p:cNvSpPr>
          <p:nvPr>
            <p:ph type="body" idx="4"/>
          </p:nvPr>
        </p:nvSpPr>
        <p:spPr>
          <a:xfrm>
            <a:off x="141600" y="4528375"/>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We'll need to manage OPTIONS in addition to GET and POST.</a:t>
            </a:r>
            <a:endParaRPr/>
          </a:p>
        </p:txBody>
      </p:sp>
      <p:pic>
        <p:nvPicPr>
          <p:cNvPr id="604" name="Google Shape;604;p64"/>
          <p:cNvPicPr preferRelativeResize="0"/>
          <p:nvPr/>
        </p:nvPicPr>
        <p:blipFill>
          <a:blip r:embed="rId3">
            <a:alphaModFix/>
          </a:blip>
          <a:stretch>
            <a:fillRect/>
          </a:stretch>
        </p:blipFill>
        <p:spPr>
          <a:xfrm>
            <a:off x="766813" y="1671975"/>
            <a:ext cx="1773275" cy="28059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65"/>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Everything works but now our generic server is locked into only working with guessing game.</a:t>
            </a:r>
            <a:endParaRPr/>
          </a:p>
          <a:p>
            <a:pPr marL="457200" lvl="0" indent="-311150" algn="l" rtl="0">
              <a:spcBef>
                <a:spcPts val="1000"/>
              </a:spcBef>
              <a:spcAft>
                <a:spcPts val="0"/>
              </a:spcAft>
              <a:buSzPts val="1300"/>
              <a:buChar char="●"/>
            </a:pPr>
            <a:r>
              <a:rPr lang="en"/>
              <a:t>What we really need is some way to store the object we want to construct in a variable.</a:t>
            </a:r>
            <a:endParaRPr/>
          </a:p>
          <a:p>
            <a:pPr marL="914400" lvl="1" indent="-298450" algn="l" rtl="0">
              <a:spcBef>
                <a:spcPts val="0"/>
              </a:spcBef>
              <a:spcAft>
                <a:spcPts val="0"/>
              </a:spcAft>
              <a:buSzPts val="1100"/>
              <a:buChar char="○"/>
            </a:pPr>
            <a:r>
              <a:rPr lang="en"/>
              <a:t>This way, it can be passed in rather than having to be hard coded</a:t>
            </a:r>
            <a:endParaRPr/>
          </a:p>
          <a:p>
            <a:pPr marL="457200" lvl="0" indent="-311150" algn="l" rtl="0">
              <a:spcBef>
                <a:spcPts val="1000"/>
              </a:spcBef>
              <a:spcAft>
                <a:spcPts val="0"/>
              </a:spcAft>
              <a:buSzPts val="1300"/>
              <a:buChar char="●"/>
            </a:pPr>
            <a:r>
              <a:rPr lang="en"/>
              <a:t>At first this might feel almost impossible but it's actually pretty simple, thanks to functional interfaces.</a:t>
            </a:r>
            <a:endParaRPr/>
          </a:p>
          <a:p>
            <a:pPr marL="457200" lvl="0" indent="-311150" algn="l" rtl="0">
              <a:spcBef>
                <a:spcPts val="1000"/>
              </a:spcBef>
              <a:spcAft>
                <a:spcPts val="0"/>
              </a:spcAft>
              <a:buSzPts val="1300"/>
              <a:buChar char="●"/>
            </a:pPr>
            <a:r>
              <a:rPr lang="en"/>
              <a:t>In effect, we'll create a reference to a classes constructor that we can call on demand.</a:t>
            </a:r>
            <a:endParaRPr/>
          </a:p>
          <a:p>
            <a:pPr marL="457200" lvl="0" indent="-311150" algn="l" rtl="0">
              <a:spcBef>
                <a:spcPts val="1000"/>
              </a:spcBef>
              <a:spcAft>
                <a:spcPts val="0"/>
              </a:spcAft>
              <a:buSzPts val="1300"/>
              <a:buChar char="●"/>
            </a:pPr>
            <a:r>
              <a:rPr lang="en"/>
              <a:t>To do this we'll use the </a:t>
            </a:r>
            <a:r>
              <a:rPr lang="en">
                <a:latin typeface="Courier New"/>
                <a:ea typeface="Courier New"/>
                <a:cs typeface="Courier New"/>
                <a:sym typeface="Courier New"/>
              </a:rPr>
              <a:t>Supplier&lt;T&gt;</a:t>
            </a:r>
            <a:r>
              <a:rPr lang="en"/>
              <a:t> interface.</a:t>
            </a:r>
            <a:endParaRPr/>
          </a:p>
          <a:p>
            <a:pPr marL="914400" lvl="1" indent="-298450" algn="l" rtl="0">
              <a:spcBef>
                <a:spcPts val="0"/>
              </a:spcBef>
              <a:spcAft>
                <a:spcPts val="0"/>
              </a:spcAft>
              <a:buSzPts val="1100"/>
              <a:buChar char="○"/>
            </a:pPr>
            <a:r>
              <a:rPr lang="en"/>
              <a:t>Found in </a:t>
            </a:r>
            <a:r>
              <a:rPr lang="en">
                <a:latin typeface="Courier New"/>
                <a:ea typeface="Courier New"/>
                <a:cs typeface="Courier New"/>
                <a:sym typeface="Courier New"/>
              </a:rPr>
              <a:t>java.util.function.Supplier</a:t>
            </a:r>
            <a:endParaRPr>
              <a:latin typeface="Courier New"/>
              <a:ea typeface="Courier New"/>
              <a:cs typeface="Courier New"/>
              <a:sym typeface="Courier New"/>
            </a:endParaRPr>
          </a:p>
          <a:p>
            <a:pPr marL="914400" lvl="1" indent="-298450" algn="l" rtl="0">
              <a:spcBef>
                <a:spcPts val="0"/>
              </a:spcBef>
              <a:spcAft>
                <a:spcPts val="0"/>
              </a:spcAft>
              <a:buSzPts val="1100"/>
              <a:buChar char="○"/>
            </a:pPr>
            <a:r>
              <a:rPr lang="en"/>
              <a:t>Has a single method named </a:t>
            </a:r>
            <a:r>
              <a:rPr lang="en">
                <a:latin typeface="Courier New"/>
                <a:ea typeface="Courier New"/>
                <a:cs typeface="Courier New"/>
                <a:sym typeface="Courier New"/>
              </a:rPr>
              <a:t>get()</a:t>
            </a:r>
            <a:endParaRPr>
              <a:latin typeface="Courier New"/>
              <a:ea typeface="Courier New"/>
              <a:cs typeface="Courier New"/>
              <a:sym typeface="Courier New"/>
            </a:endParaRPr>
          </a:p>
          <a:p>
            <a:pPr marL="914400" lvl="1" indent="-298450" algn="l" rtl="0">
              <a:spcBef>
                <a:spcPts val="0"/>
              </a:spcBef>
              <a:spcAft>
                <a:spcPts val="0"/>
              </a:spcAft>
              <a:buSzPts val="1100"/>
              <a:buChar char="○"/>
            </a:pPr>
            <a:r>
              <a:rPr lang="en"/>
              <a:t>Used to encapsulate a </a:t>
            </a:r>
            <a:r>
              <a:rPr lang="en" b="1" i="1">
                <a:solidFill>
                  <a:srgbClr val="FF0000"/>
                </a:solidFill>
              </a:rPr>
              <a:t>method that creates a class</a:t>
            </a:r>
            <a:r>
              <a:rPr lang="en"/>
              <a:t> as a functional interface</a:t>
            </a:r>
            <a:endParaRPr/>
          </a:p>
        </p:txBody>
      </p:sp>
      <p:sp>
        <p:nvSpPr>
          <p:cNvPr id="610" name="Google Shape;610;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611" name="Google Shape;611;p65"/>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Supplier</a:t>
            </a:r>
            <a:endParaRPr/>
          </a:p>
        </p:txBody>
      </p:sp>
      <p:sp>
        <p:nvSpPr>
          <p:cNvPr id="612" name="Google Shape;612;p65"/>
          <p:cNvSpPr txBox="1">
            <a:spLocks noGrp="1"/>
          </p:cNvSpPr>
          <p:nvPr>
            <p:ph type="body" idx="2"/>
          </p:nvPr>
        </p:nvSpPr>
        <p:spPr>
          <a:xfrm>
            <a:off x="315425" y="1286175"/>
            <a:ext cx="3706500" cy="2759700"/>
          </a:xfrm>
          <a:prstGeom prst="rect">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a:t>
            </a:r>
            <a:r>
              <a:rPr lang="en" sz="1050">
                <a:solidFill>
                  <a:srgbClr val="0000FF"/>
                </a:solidFill>
                <a:highlight>
                  <a:srgbClr val="FFFFFF"/>
                </a:highlight>
                <a:latin typeface="Consolas"/>
                <a:ea typeface="Consolas"/>
                <a:cs typeface="Consolas"/>
                <a:sym typeface="Consolas"/>
              </a:rPr>
              <a:t>  public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interface</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Supplier</a:t>
            </a:r>
            <a:r>
              <a:rPr lang="en" sz="1050">
                <a:solidFill>
                  <a:srgbClr val="3B3B3B"/>
                </a:solidFill>
                <a:highlight>
                  <a:srgbClr val="FFFFFF"/>
                </a:highlight>
                <a:latin typeface="Consolas"/>
                <a:ea typeface="Consolas"/>
                <a:cs typeface="Consolas"/>
                <a:sym typeface="Consolas"/>
              </a:rPr>
              <a:t>&lt;</a:t>
            </a:r>
            <a:r>
              <a:rPr lang="en" sz="1050">
                <a:solidFill>
                  <a:srgbClr val="267F99"/>
                </a:solidFill>
                <a:highlight>
                  <a:srgbClr val="FFFFFF"/>
                </a:highlight>
                <a:latin typeface="Consolas"/>
                <a:ea typeface="Consolas"/>
                <a:cs typeface="Consolas"/>
                <a:sym typeface="Consolas"/>
              </a:rPr>
              <a:t>T</a:t>
            </a:r>
            <a:r>
              <a:rPr lang="en" sz="1050">
                <a:solidFill>
                  <a:srgbClr val="3B3B3B"/>
                </a:solidFill>
                <a:highlight>
                  <a:srgbClr val="FFFFFF"/>
                </a:highlight>
                <a:latin typeface="Consolas"/>
                <a:ea typeface="Consolas"/>
                <a:cs typeface="Consolas"/>
                <a:sym typeface="Consolas"/>
              </a:rPr>
              <a:t>&gt;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2</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T</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get</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3</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4</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class</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MyClass</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5 </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toString</a:t>
            </a:r>
            <a:r>
              <a:rPr lang="en" sz="1050">
                <a:solidFill>
                  <a:srgbClr val="3B3B3B"/>
                </a:solidFill>
                <a:highlight>
                  <a:srgbClr val="FFFFFF"/>
                </a:highlight>
                <a:latin typeface="Consolas"/>
                <a:ea typeface="Consolas"/>
                <a:cs typeface="Consolas"/>
                <a:sym typeface="Consolas"/>
              </a:rPr>
              <a:t> ()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6</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return</a:t>
            </a:r>
            <a:r>
              <a:rPr lang="en" sz="1050">
                <a:solidFill>
                  <a:srgbClr val="3B3B3B"/>
                </a:solidFill>
                <a:highlight>
                  <a:srgbClr val="FFFFFF"/>
                </a:highlight>
                <a:latin typeface="Consolas"/>
                <a:ea typeface="Consolas"/>
                <a:cs typeface="Consolas"/>
                <a:sym typeface="Consolas"/>
              </a:rPr>
              <a:t> </a:t>
            </a:r>
            <a:r>
              <a:rPr lang="en" sz="1050">
                <a:solidFill>
                  <a:srgbClr val="A31515"/>
                </a:solidFill>
                <a:highlight>
                  <a:srgbClr val="FFFFFF"/>
                </a:highlight>
                <a:latin typeface="Consolas"/>
                <a:ea typeface="Consolas"/>
                <a:cs typeface="Consolas"/>
                <a:sym typeface="Consolas"/>
              </a:rPr>
              <a:t>"My class string"</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7</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8</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9</a:t>
            </a:r>
            <a:endParaRPr sz="105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10</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main</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args</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11</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Supplier</a:t>
            </a:r>
            <a:r>
              <a:rPr lang="en" sz="1050">
                <a:solidFill>
                  <a:srgbClr val="3B3B3B"/>
                </a:solidFill>
                <a:highlight>
                  <a:srgbClr val="FFFFFF"/>
                </a:highlight>
                <a:latin typeface="Consolas"/>
                <a:ea typeface="Consolas"/>
                <a:cs typeface="Consolas"/>
                <a:sym typeface="Consolas"/>
              </a:rPr>
              <a:t>&lt;</a:t>
            </a:r>
            <a:r>
              <a:rPr lang="en" sz="1050">
                <a:solidFill>
                  <a:srgbClr val="267F99"/>
                </a:solidFill>
                <a:highlight>
                  <a:srgbClr val="FFFFFF"/>
                </a:highlight>
                <a:latin typeface="Consolas"/>
                <a:ea typeface="Consolas"/>
                <a:cs typeface="Consolas"/>
                <a:sym typeface="Consolas"/>
              </a:rPr>
              <a:t>MyClass</a:t>
            </a:r>
            <a:r>
              <a:rPr lang="en" sz="1050">
                <a:solidFill>
                  <a:srgbClr val="3B3B3B"/>
                </a:solidFill>
                <a:highlight>
                  <a:srgbClr val="FFFFFF"/>
                </a:highlight>
                <a:latin typeface="Consolas"/>
                <a:ea typeface="Consolas"/>
                <a:cs typeface="Consolas"/>
                <a:sym typeface="Consolas"/>
              </a:rPr>
              <a:t>&gt; </a:t>
            </a:r>
            <a:r>
              <a:rPr lang="en" sz="1050">
                <a:solidFill>
                  <a:srgbClr val="001080"/>
                </a:solidFill>
                <a:highlight>
                  <a:srgbClr val="FFFFFF"/>
                </a:highlight>
                <a:latin typeface="Consolas"/>
                <a:ea typeface="Consolas"/>
                <a:cs typeface="Consolas"/>
                <a:sym typeface="Consolas"/>
              </a:rPr>
              <a:t>myClass</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12</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-&gt;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MyClass</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13</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MyClass</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instance</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myClass</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get</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14</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instance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15</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16</a:t>
            </a:r>
            <a:r>
              <a:rPr lang="en" sz="1050">
                <a:solidFill>
                  <a:srgbClr val="3B3B3B"/>
                </a:solidFill>
                <a:highlight>
                  <a:srgbClr val="FFFFFF"/>
                </a:highlight>
                <a:latin typeface="Consolas"/>
                <a:ea typeface="Consolas"/>
                <a:cs typeface="Consolas"/>
                <a:sym typeface="Consolas"/>
              </a:rPr>
              <a:t> }</a:t>
            </a:r>
            <a:endParaRPr/>
          </a:p>
        </p:txBody>
      </p:sp>
      <p:sp>
        <p:nvSpPr>
          <p:cNvPr id="613" name="Google Shape;613;p65"/>
          <p:cNvSpPr txBox="1">
            <a:spLocks noGrp="1"/>
          </p:cNvSpPr>
          <p:nvPr>
            <p:ph type="body" idx="3"/>
          </p:nvPr>
        </p:nvSpPr>
        <p:spPr>
          <a:xfrm>
            <a:off x="315425" y="4125872"/>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The above is an example implementation of the Supplier interface and an example of how it could be used to store a constructor.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66"/>
          <p:cNvSpPr txBox="1">
            <a:spLocks noGrp="1"/>
          </p:cNvSpPr>
          <p:nvPr>
            <p:ph type="title"/>
          </p:nvPr>
        </p:nvSpPr>
        <p:spPr>
          <a:xfrm>
            <a:off x="1436850" y="9893"/>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Server Updates II</a:t>
            </a:r>
            <a:endParaRPr/>
          </a:p>
        </p:txBody>
      </p:sp>
      <p:sp>
        <p:nvSpPr>
          <p:cNvPr id="619" name="Google Shape;619;p66"/>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One last step to get our server working with any client rather than only guessing game. We'll need to store the implementation constructor in a Supplier and call it from the supplier instead of directly.</a:t>
            </a:r>
            <a:endParaRPr/>
          </a:p>
        </p:txBody>
      </p:sp>
      <p:sp>
        <p:nvSpPr>
          <p:cNvPr id="620" name="Google Shape;620;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621" name="Google Shape;621;p66"/>
          <p:cNvSpPr txBox="1">
            <a:spLocks noGrp="1"/>
          </p:cNvSpPr>
          <p:nvPr>
            <p:ph type="body" idx="4"/>
          </p:nvPr>
        </p:nvSpPr>
        <p:spPr>
          <a:xfrm>
            <a:off x="141600" y="4313358"/>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Using a </a:t>
            </a:r>
            <a:r>
              <a:rPr lang="en" b="1" i="1">
                <a:solidFill>
                  <a:srgbClr val="FF0000"/>
                </a:solidFill>
              </a:rPr>
              <a:t>supplier</a:t>
            </a:r>
            <a:r>
              <a:rPr lang="en"/>
              <a:t> let's re-generalize our server to work with any type of </a:t>
            </a:r>
            <a:r>
              <a:rPr lang="en">
                <a:latin typeface="Courier New"/>
                <a:ea typeface="Courier New"/>
                <a:cs typeface="Courier New"/>
                <a:sym typeface="Courier New"/>
              </a:rPr>
              <a:t>RequestHandler</a:t>
            </a:r>
            <a:r>
              <a:rPr lang="en"/>
              <a:t>.</a:t>
            </a:r>
            <a:endParaRPr/>
          </a:p>
        </p:txBody>
      </p:sp>
      <p:sp>
        <p:nvSpPr>
          <p:cNvPr id="622" name="Google Shape;622;p66"/>
          <p:cNvSpPr txBox="1">
            <a:spLocks noGrp="1"/>
          </p:cNvSpPr>
          <p:nvPr>
            <p:ph type="body" idx="2"/>
          </p:nvPr>
        </p:nvSpPr>
        <p:spPr>
          <a:xfrm>
            <a:off x="3165300" y="1729125"/>
            <a:ext cx="5775900" cy="2464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In </a:t>
            </a:r>
            <a:r>
              <a:rPr lang="en">
                <a:latin typeface="Courier New"/>
                <a:ea typeface="Courier New"/>
                <a:cs typeface="Courier New"/>
                <a:sym typeface="Courier New"/>
              </a:rPr>
              <a:t>HttpWebServer</a:t>
            </a:r>
            <a:r>
              <a:rPr lang="en"/>
              <a:t>:</a:t>
            </a:r>
            <a:endParaRPr/>
          </a:p>
          <a:p>
            <a:pPr marL="914400" lvl="1" indent="-298450" algn="l" rtl="0">
              <a:spcBef>
                <a:spcPts val="0"/>
              </a:spcBef>
              <a:spcAft>
                <a:spcPts val="0"/>
              </a:spcAft>
              <a:buSzPts val="1100"/>
              <a:buChar char="○"/>
            </a:pPr>
            <a:r>
              <a:rPr lang="en"/>
              <a:t>Add a </a:t>
            </a:r>
            <a:r>
              <a:rPr lang="en">
                <a:latin typeface="Courier New"/>
                <a:ea typeface="Courier New"/>
                <a:cs typeface="Courier New"/>
                <a:sym typeface="Courier New"/>
              </a:rPr>
              <a:t>Supplier&lt;RequestHandler&gt;</a:t>
            </a:r>
            <a:r>
              <a:rPr lang="en"/>
              <a:t> to the class</a:t>
            </a:r>
            <a:endParaRPr/>
          </a:p>
          <a:p>
            <a:pPr marL="914400" lvl="1" indent="-298450" algn="l" rtl="0">
              <a:spcBef>
                <a:spcPts val="0"/>
              </a:spcBef>
              <a:spcAft>
                <a:spcPts val="0"/>
              </a:spcAft>
              <a:buSzPts val="1100"/>
              <a:buChar char="○"/>
            </a:pPr>
            <a:r>
              <a:rPr lang="en"/>
              <a:t>Pass in the supplier through the constructor</a:t>
            </a:r>
            <a:endParaRPr/>
          </a:p>
          <a:p>
            <a:pPr marL="914400" lvl="1" indent="-298450" algn="l" rtl="0">
              <a:spcBef>
                <a:spcPts val="0"/>
              </a:spcBef>
              <a:spcAft>
                <a:spcPts val="0"/>
              </a:spcAft>
              <a:buSzPts val="1100"/>
              <a:buChar char="○"/>
            </a:pPr>
            <a:r>
              <a:rPr lang="en"/>
              <a:t>In handleClient, change the call to </a:t>
            </a:r>
            <a:r>
              <a:rPr lang="en">
                <a:latin typeface="Courier New"/>
                <a:ea typeface="Courier New"/>
                <a:cs typeface="Courier New"/>
                <a:sym typeface="Courier New"/>
              </a:rPr>
              <a:t>new GuessingGameImpl</a:t>
            </a:r>
            <a:r>
              <a:rPr lang="en"/>
              <a:t> to be </a:t>
            </a:r>
            <a:r>
              <a:rPr lang="en">
                <a:latin typeface="Courier New"/>
                <a:ea typeface="Courier New"/>
                <a:cs typeface="Courier New"/>
                <a:sym typeface="Courier New"/>
              </a:rPr>
              <a:t>supplier.get()</a:t>
            </a:r>
            <a:endParaRPr>
              <a:latin typeface="Courier New"/>
              <a:ea typeface="Courier New"/>
              <a:cs typeface="Courier New"/>
              <a:sym typeface="Courier New"/>
            </a:endParaRPr>
          </a:p>
          <a:p>
            <a:pPr marL="457200" lvl="0" indent="-311150" algn="l" rtl="0">
              <a:spcBef>
                <a:spcPts val="1000"/>
              </a:spcBef>
              <a:spcAft>
                <a:spcPts val="0"/>
              </a:spcAft>
              <a:buSzPts val="1300"/>
              <a:buChar char="●"/>
            </a:pPr>
            <a:r>
              <a:rPr lang="en"/>
              <a:t>In </a:t>
            </a:r>
            <a:r>
              <a:rPr lang="en">
                <a:latin typeface="Courier New"/>
                <a:ea typeface="Courier New"/>
                <a:cs typeface="Courier New"/>
                <a:sym typeface="Courier New"/>
              </a:rPr>
              <a:t>GuessingGameServer</a:t>
            </a:r>
            <a:r>
              <a:rPr lang="en"/>
              <a:t>, when creating the </a:t>
            </a:r>
            <a:r>
              <a:rPr lang="en">
                <a:latin typeface="Courier New"/>
                <a:ea typeface="Courier New"/>
                <a:cs typeface="Courier New"/>
                <a:sym typeface="Courier New"/>
              </a:rPr>
              <a:t>HttpWebServer</a:t>
            </a:r>
            <a:r>
              <a:rPr lang="en"/>
              <a:t>:</a:t>
            </a:r>
            <a:endParaRPr/>
          </a:p>
          <a:p>
            <a:pPr marL="914400" lvl="1" indent="-298450" algn="l" rtl="0">
              <a:spcBef>
                <a:spcPts val="0"/>
              </a:spcBef>
              <a:spcAft>
                <a:spcPts val="0"/>
              </a:spcAft>
              <a:buSzPts val="1100"/>
              <a:buChar char="○"/>
            </a:pPr>
            <a:r>
              <a:rPr lang="en"/>
              <a:t>Pass in a reference to the </a:t>
            </a:r>
            <a:r>
              <a:rPr lang="en">
                <a:latin typeface="Courier New"/>
                <a:ea typeface="Courier New"/>
                <a:cs typeface="Courier New"/>
                <a:sym typeface="Courier New"/>
              </a:rPr>
              <a:t>GuessingGameImpl</a:t>
            </a:r>
            <a:r>
              <a:rPr lang="en"/>
              <a:t>'s constructor</a:t>
            </a:r>
            <a:endParaRPr/>
          </a:p>
          <a:p>
            <a:pPr marL="914400" lvl="1" indent="-298450" algn="l" rtl="0">
              <a:spcBef>
                <a:spcPts val="0"/>
              </a:spcBef>
              <a:spcAft>
                <a:spcPts val="0"/>
              </a:spcAft>
              <a:buSzPts val="1100"/>
              <a:buChar char="○"/>
            </a:pPr>
            <a:r>
              <a:rPr lang="en"/>
              <a:t>Use </a:t>
            </a:r>
            <a:r>
              <a:rPr lang="en">
                <a:latin typeface="Courier New"/>
                <a:ea typeface="Courier New"/>
                <a:cs typeface="Courier New"/>
                <a:sym typeface="Courier New"/>
              </a:rPr>
              <a:t>()-&gt; new GuessingGameImpl()</a:t>
            </a:r>
            <a:endParaRPr>
              <a:latin typeface="Courier New"/>
              <a:ea typeface="Courier New"/>
              <a:cs typeface="Courier New"/>
              <a:sym typeface="Courier New"/>
            </a:endParaRPr>
          </a:p>
          <a:p>
            <a:pPr marL="914400" lvl="1" indent="-298450" algn="l" rtl="0">
              <a:spcBef>
                <a:spcPts val="0"/>
              </a:spcBef>
              <a:spcAft>
                <a:spcPts val="0"/>
              </a:spcAft>
              <a:buSzPts val="1100"/>
              <a:buChar char="○"/>
            </a:pPr>
            <a:r>
              <a:rPr lang="en"/>
              <a:t>Or </a:t>
            </a:r>
            <a:r>
              <a:rPr lang="en">
                <a:latin typeface="Courier New"/>
                <a:ea typeface="Courier New"/>
                <a:cs typeface="Courier New"/>
                <a:sym typeface="Courier New"/>
              </a:rPr>
              <a:t>GuessingGameImpl::new</a:t>
            </a:r>
            <a:endParaRPr>
              <a:latin typeface="Courier New"/>
              <a:ea typeface="Courier New"/>
              <a:cs typeface="Courier New"/>
              <a:sym typeface="Courier New"/>
            </a:endParaRPr>
          </a:p>
          <a:p>
            <a:pPr marL="457200" lvl="0" indent="-311150" algn="l" rtl="0">
              <a:spcBef>
                <a:spcPts val="1000"/>
              </a:spcBef>
              <a:spcAft>
                <a:spcPts val="0"/>
              </a:spcAft>
              <a:buSzPts val="1300"/>
              <a:buChar char="●"/>
            </a:pPr>
            <a:r>
              <a:rPr lang="en"/>
              <a:t>Rerun your server and ensure the ractor worked correctly.</a:t>
            </a:r>
            <a:endParaRPr/>
          </a:p>
        </p:txBody>
      </p:sp>
      <p:sp>
        <p:nvSpPr>
          <p:cNvPr id="623" name="Google Shape;623;p6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10.21</a:t>
            </a:r>
            <a:endParaRPr/>
          </a:p>
        </p:txBody>
      </p:sp>
      <p:pic>
        <p:nvPicPr>
          <p:cNvPr id="624" name="Google Shape;624;p66"/>
          <p:cNvPicPr preferRelativeResize="0"/>
          <p:nvPr/>
        </p:nvPicPr>
        <p:blipFill>
          <a:blip r:embed="rId3">
            <a:alphaModFix/>
          </a:blip>
          <a:stretch>
            <a:fillRect/>
          </a:stretch>
        </p:blipFill>
        <p:spPr>
          <a:xfrm>
            <a:off x="141600" y="1729125"/>
            <a:ext cx="3023700" cy="239179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67"/>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We're all done! However, our UI is probably a little boring looking. There is so much more that a modern web page can do. If you have time, try and use AI to spruce up your drinking age and guessing game html.</a:t>
            </a:r>
            <a:endParaRPr/>
          </a:p>
        </p:txBody>
      </p:sp>
      <p:sp>
        <p:nvSpPr>
          <p:cNvPr id="630" name="Google Shape;630;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631" name="Google Shape;631;p67"/>
          <p:cNvSpPr txBox="1">
            <a:spLocks noGrp="1"/>
          </p:cNvSpPr>
          <p:nvPr>
            <p:ph type="body" idx="2"/>
          </p:nvPr>
        </p:nvSpPr>
        <p:spPr>
          <a:xfrm>
            <a:off x="3405425" y="1798325"/>
            <a:ext cx="5535900" cy="1915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Use AI to add some flair to the HTML files we created.</a:t>
            </a:r>
            <a:endParaRPr/>
          </a:p>
          <a:p>
            <a:pPr marL="914400" lvl="1" indent="-298450" algn="l" rtl="0">
              <a:spcBef>
                <a:spcPts val="0"/>
              </a:spcBef>
              <a:spcAft>
                <a:spcPts val="0"/>
              </a:spcAft>
              <a:buSzPts val="1100"/>
              <a:buChar char="○"/>
            </a:pPr>
            <a:r>
              <a:rPr lang="en"/>
              <a:t>Occasionally AI can delete needed code when making additions, for this reason you may want to create new files with the changes rather than purely updating.</a:t>
            </a:r>
            <a:endParaRPr/>
          </a:p>
          <a:p>
            <a:pPr marL="457200" lvl="0" indent="-311150" algn="l" rtl="0">
              <a:spcBef>
                <a:spcPts val="1000"/>
              </a:spcBef>
              <a:spcAft>
                <a:spcPts val="0"/>
              </a:spcAft>
              <a:buSzPts val="1300"/>
              <a:buChar char="●"/>
            </a:pPr>
            <a:r>
              <a:rPr lang="en"/>
              <a:t>See what your seatmates are also doing. </a:t>
            </a:r>
            <a:endParaRPr/>
          </a:p>
          <a:p>
            <a:pPr marL="457200" lvl="0" indent="-311150" algn="l" rtl="0">
              <a:spcBef>
                <a:spcPts val="1000"/>
              </a:spcBef>
              <a:spcAft>
                <a:spcPts val="0"/>
              </a:spcAft>
              <a:buSzPts val="1300"/>
              <a:buChar char="●"/>
            </a:pPr>
            <a:r>
              <a:rPr lang="en"/>
              <a:t>Feel free to talk about what prompts you used to get the desired results.</a:t>
            </a:r>
            <a:endParaRPr/>
          </a:p>
        </p:txBody>
      </p:sp>
      <p:sp>
        <p:nvSpPr>
          <p:cNvPr id="632" name="Google Shape;632;p67"/>
          <p:cNvSpPr txBox="1">
            <a:spLocks noGrp="1"/>
          </p:cNvSpPr>
          <p:nvPr>
            <p:ph type="title"/>
          </p:nvPr>
        </p:nvSpPr>
        <p:spPr>
          <a:xfrm>
            <a:off x="1436850" y="1593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Bonus Round</a:t>
            </a:r>
            <a:endParaRPr/>
          </a:p>
        </p:txBody>
      </p:sp>
      <p:sp>
        <p:nvSpPr>
          <p:cNvPr id="633" name="Google Shape;633;p6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10.22</a:t>
            </a:r>
            <a:endParaRPr u="sng"/>
          </a:p>
        </p:txBody>
      </p:sp>
      <p:sp>
        <p:nvSpPr>
          <p:cNvPr id="634" name="Google Shape;634;p67"/>
          <p:cNvSpPr txBox="1">
            <a:spLocks noGrp="1"/>
          </p:cNvSpPr>
          <p:nvPr>
            <p:ph type="body" idx="4"/>
          </p:nvPr>
        </p:nvSpPr>
        <p:spPr>
          <a:xfrm>
            <a:off x="124400" y="3873173"/>
            <a:ext cx="32808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This is what my guessing game looks like after instructioning the AI to "make it pretty".</a:t>
            </a:r>
            <a:endParaRPr/>
          </a:p>
        </p:txBody>
      </p:sp>
      <p:sp>
        <p:nvSpPr>
          <p:cNvPr id="635" name="Google Shape;635;p67"/>
          <p:cNvSpPr txBox="1">
            <a:spLocks noGrp="1"/>
          </p:cNvSpPr>
          <p:nvPr>
            <p:ph type="body" idx="4"/>
          </p:nvPr>
        </p:nvSpPr>
        <p:spPr>
          <a:xfrm>
            <a:off x="124575" y="4520602"/>
            <a:ext cx="32808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I'm sure you can come up with something even better!</a:t>
            </a:r>
            <a:endParaRPr/>
          </a:p>
        </p:txBody>
      </p:sp>
      <p:pic>
        <p:nvPicPr>
          <p:cNvPr id="636" name="Google Shape;636;p67"/>
          <p:cNvPicPr preferRelativeResize="0"/>
          <p:nvPr/>
        </p:nvPicPr>
        <p:blipFill>
          <a:blip r:embed="rId3">
            <a:alphaModFix/>
          </a:blip>
          <a:stretch>
            <a:fillRect/>
          </a:stretch>
        </p:blipFill>
        <p:spPr>
          <a:xfrm>
            <a:off x="124625" y="1681145"/>
            <a:ext cx="3280800" cy="2090934"/>
          </a:xfrm>
          <a:prstGeom prst="rect">
            <a:avLst/>
          </a:prstGeom>
          <a:noFill/>
          <a:ln w="19050" cap="flat" cmpd="sng">
            <a:solidFill>
              <a:schemeClr val="dk1"/>
            </a:solidFill>
            <a:prstDash val="solid"/>
            <a:round/>
            <a:headEnd type="none" w="sm" len="sm"/>
            <a:tailEnd type="none" w="sm" len="sm"/>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68"/>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642" name="Google Shape;642;p68"/>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643" name="Google Shape;643;p68"/>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644" name="Google Shape;644;p68"/>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645" name="Google Shape;645;p68"/>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646" name="Google Shape;646;p68"/>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647" name="Google Shape;647;p68"/>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648" name="Google Shape;648;p68"/>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HTTP</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GET</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POST</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Separation of Concerns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HTTP Server</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Request Handler</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Guessing Game</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Protocols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Supplier&lt;T&gt;</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AI HTML generation</a:t>
            </a:r>
            <a:endParaRPr sz="1600">
              <a:solidFill>
                <a:srgbClr val="FF0000"/>
              </a:solidFill>
              <a:latin typeface="Shadows Into Light"/>
              <a:ea typeface="Shadows Into Light"/>
              <a:cs typeface="Shadows Into Light"/>
              <a:sym typeface="Shadows Into Light"/>
            </a:endParaRPr>
          </a:p>
        </p:txBody>
      </p:sp>
      <p:sp>
        <p:nvSpPr>
          <p:cNvPr id="649" name="Google Shape;649;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graphicFrame>
        <p:nvGraphicFramePr>
          <p:cNvPr id="654" name="Google Shape;654;p69"/>
          <p:cNvGraphicFramePr/>
          <p:nvPr/>
        </p:nvGraphicFramePr>
        <p:xfrm>
          <a:off x="-10" y="-9"/>
          <a:ext cx="9143975" cy="5151300"/>
        </p:xfrm>
        <a:graphic>
          <a:graphicData uri="http://schemas.openxmlformats.org/drawingml/2006/table">
            <a:tbl>
              <a:tblPr>
                <a:noFill/>
                <a:tableStyleId>{BF7C4C70-6B9B-4779-A020-29D47D630658}</a:tableStyleId>
              </a:tblPr>
              <a:tblGrid>
                <a:gridCol w="389750">
                  <a:extLst>
                    <a:ext uri="{9D8B030D-6E8A-4147-A177-3AD203B41FA5}">
                      <a16:colId xmlns:a16="http://schemas.microsoft.com/office/drawing/2014/main" val="20000"/>
                    </a:ext>
                  </a:extLst>
                </a:gridCol>
                <a:gridCol w="2148200">
                  <a:extLst>
                    <a:ext uri="{9D8B030D-6E8A-4147-A177-3AD203B41FA5}">
                      <a16:colId xmlns:a16="http://schemas.microsoft.com/office/drawing/2014/main" val="20001"/>
                    </a:ext>
                  </a:extLst>
                </a:gridCol>
                <a:gridCol w="2034050">
                  <a:extLst>
                    <a:ext uri="{9D8B030D-6E8A-4147-A177-3AD203B41FA5}">
                      <a16:colId xmlns:a16="http://schemas.microsoft.com/office/drawing/2014/main" val="20002"/>
                    </a:ext>
                  </a:extLst>
                </a:gridCol>
                <a:gridCol w="4571975">
                  <a:extLst>
                    <a:ext uri="{9D8B030D-6E8A-4147-A177-3AD203B41FA5}">
                      <a16:colId xmlns:a16="http://schemas.microsoft.com/office/drawing/2014/main" val="20003"/>
                    </a:ext>
                  </a:extLst>
                </a:gridCol>
              </a:tblGrid>
              <a:tr h="1326025">
                <a:tc rowSpan="4">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a:txBody>
                    <a:bodyPr/>
                    <a:lstStyle/>
                    <a:p>
                      <a:pPr marL="0" lvl="0" indent="0" algn="l" rtl="0">
                        <a:spcBef>
                          <a:spcPts val="0"/>
                        </a:spcBef>
                        <a:spcAft>
                          <a:spcPts val="0"/>
                        </a:spcAft>
                        <a:buNone/>
                      </a:pPr>
                      <a:r>
                        <a:rPr lang="en" sz="1000" u="sng">
                          <a:solidFill>
                            <a:schemeClr val="hlink"/>
                          </a:solidFill>
                          <a:hlinkClick r:id="rId3"/>
                        </a:rPr>
                        <a:t>InetAddress</a:t>
                      </a:r>
                      <a:endParaRPr sz="1000"/>
                    </a:p>
                    <a:p>
                      <a:pPr marL="0" lvl="0" indent="0" algn="l" rtl="0">
                        <a:spcBef>
                          <a:spcPts val="0"/>
                        </a:spcBef>
                        <a:spcAft>
                          <a:spcPts val="0"/>
                        </a:spcAft>
                        <a:buNone/>
                      </a:pPr>
                      <a:r>
                        <a:rPr lang="en" sz="1000" b="1">
                          <a:latin typeface="Courier New"/>
                          <a:ea typeface="Courier New"/>
                          <a:cs typeface="Courier New"/>
                          <a:sym typeface="Courier New"/>
                        </a:rPr>
                        <a:t>java.net.InetAddress</a:t>
                      </a:r>
                      <a:endParaRPr sz="1000" b="1">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getByName(String host)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getLocalHost()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br>
                        <a:rPr lang="en" sz="1000"/>
                      </a:br>
                      <a:br>
                        <a:rPr lang="en" sz="1000">
                          <a:latin typeface="Courier New"/>
                          <a:ea typeface="Courier New"/>
                          <a:cs typeface="Courier New"/>
                          <a:sym typeface="Courier New"/>
                        </a:rPr>
                      </a:br>
                      <a:r>
                        <a:rPr lang="en" sz="1000">
                          <a:latin typeface="Courier New"/>
                          <a:ea typeface="Courier New"/>
                          <a:cs typeface="Courier New"/>
                          <a:sym typeface="Courier New"/>
                        </a:rPr>
                        <a:t>getHostAddress()</a:t>
                      </a:r>
                      <a:br>
                        <a:rPr lang="en" sz="1000">
                          <a:latin typeface="Courier New"/>
                          <a:ea typeface="Courier New"/>
                          <a:cs typeface="Courier New"/>
                          <a:sym typeface="Courier New"/>
                        </a:rPr>
                      </a:br>
                      <a:r>
                        <a:rPr lang="en" sz="1000">
                          <a:latin typeface="Courier New"/>
                          <a:ea typeface="Courier New"/>
                          <a:cs typeface="Courier New"/>
                          <a:sym typeface="Courier New"/>
                        </a:rPr>
                        <a:t>getHostname()</a:t>
                      </a:r>
                      <a:endParaRPr sz="1000">
                        <a:latin typeface="Courier New"/>
                        <a:ea typeface="Courier New"/>
                        <a:cs typeface="Courier New"/>
                        <a:sym typeface="Courier New"/>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u="sng">
                          <a:solidFill>
                            <a:schemeClr val="hlink"/>
                          </a:solidFill>
                          <a:hlinkClick r:id="rId4"/>
                        </a:rPr>
                        <a:t>URL &amp; URLConnection</a:t>
                      </a:r>
                      <a:endParaRPr sz="1000"/>
                    </a:p>
                    <a:p>
                      <a:pPr marL="0" lvl="0" indent="0" algn="l" rtl="0">
                        <a:spcBef>
                          <a:spcPts val="0"/>
                        </a:spcBef>
                        <a:spcAft>
                          <a:spcPts val="0"/>
                        </a:spcAft>
                        <a:buNone/>
                      </a:pPr>
                      <a:r>
                        <a:rPr lang="en" sz="1000" b="1">
                          <a:latin typeface="Courier New"/>
                          <a:ea typeface="Courier New"/>
                          <a:cs typeface="Courier New"/>
                          <a:sym typeface="Courier New"/>
                        </a:rPr>
                        <a:t>java.net.URL</a:t>
                      </a:r>
                      <a:br>
                        <a:rPr lang="en" sz="1000">
                          <a:latin typeface="Courier New"/>
                          <a:ea typeface="Courier New"/>
                          <a:cs typeface="Courier New"/>
                          <a:sym typeface="Courier New"/>
                        </a:rPr>
                      </a:br>
                      <a:r>
                        <a:rPr lang="en" sz="1000">
                          <a:latin typeface="Courier New"/>
                          <a:ea typeface="Courier New"/>
                          <a:cs typeface="Courier New"/>
                          <a:sym typeface="Courier New"/>
                        </a:rPr>
                        <a:t>URL u = new URL(“http://nasa.gov/”);</a:t>
                      </a:r>
                      <a:br>
                        <a:rPr lang="en" sz="1000"/>
                      </a:br>
                      <a:r>
                        <a:rPr lang="en" sz="1000">
                          <a:latin typeface="Courier New"/>
                          <a:ea typeface="Courier New"/>
                          <a:cs typeface="Courier New"/>
                          <a:sym typeface="Courier New"/>
                        </a:rPr>
                        <a:t>openConnection()             getInputStream()</a:t>
                      </a:r>
                      <a:br>
                        <a:rPr lang="en" sz="1000">
                          <a:latin typeface="Courier New"/>
                          <a:ea typeface="Courier New"/>
                          <a:cs typeface="Courier New"/>
                          <a:sym typeface="Courier New"/>
                        </a:rPr>
                      </a:br>
                      <a:r>
                        <a:rPr lang="en" sz="1000">
                          <a:latin typeface="Courier New"/>
                          <a:ea typeface="Courier New"/>
                          <a:cs typeface="Courier New"/>
                          <a:sym typeface="Courier New"/>
                        </a:rPr>
                        <a:t>connect()                    getOutputStream()</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753775">
                <a:tc vMerge="1">
                  <a:txBody>
                    <a:bodyPr/>
                    <a:lstStyle/>
                    <a:p>
                      <a:endParaRPr lang="en-US"/>
                    </a:p>
                  </a:txBody>
                  <a:tcPr/>
                </a:tc>
                <a:tc gridSpan="2">
                  <a:txBody>
                    <a:bodyPr/>
                    <a:lstStyle/>
                    <a:p>
                      <a:pPr marL="0" lvl="0" indent="0" algn="l" rtl="0">
                        <a:spcBef>
                          <a:spcPts val="0"/>
                        </a:spcBef>
                        <a:spcAft>
                          <a:spcPts val="0"/>
                        </a:spcAft>
                        <a:buNone/>
                      </a:pPr>
                      <a:r>
                        <a:rPr lang="en" sz="1000" u="sng">
                          <a:solidFill>
                            <a:schemeClr val="hlink"/>
                          </a:solidFill>
                          <a:hlinkClick r:id="rId5"/>
                        </a:rPr>
                        <a:t>Sockets</a:t>
                      </a:r>
                      <a:endParaRPr sz="1000"/>
                    </a:p>
                    <a:p>
                      <a:pPr marL="0" lvl="0" indent="0" algn="l" rtl="0">
                        <a:spcBef>
                          <a:spcPts val="0"/>
                        </a:spcBef>
                        <a:spcAft>
                          <a:spcPts val="0"/>
                        </a:spcAft>
                        <a:buNone/>
                      </a:pPr>
                      <a:r>
                        <a:rPr lang="en" sz="1000" b="1">
                          <a:latin typeface="Courier New"/>
                          <a:ea typeface="Courier New"/>
                          <a:cs typeface="Courier New"/>
                          <a:sym typeface="Courier New"/>
                        </a:rPr>
                        <a:t>java.net.Socket</a:t>
                      </a:r>
                      <a:endParaRPr sz="1000" b="1">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Socket sock = new Socket(“localhost”, 1234);</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6"/>
                        </a:rPr>
                        <a:t>OutputStream &amp; PrintWriter</a:t>
                      </a:r>
                      <a:endParaRPr sz="1000"/>
                    </a:p>
                    <a:p>
                      <a:pPr marL="0" lvl="0" indent="0" algn="l" rtl="0">
                        <a:spcBef>
                          <a:spcPts val="0"/>
                        </a:spcBef>
                        <a:spcAft>
                          <a:spcPts val="0"/>
                        </a:spcAft>
                        <a:buNone/>
                      </a:pPr>
                      <a:r>
                        <a:rPr lang="en" sz="1000" b="1">
                          <a:latin typeface="Courier New"/>
                          <a:ea typeface="Courier New"/>
                          <a:cs typeface="Courier New"/>
                          <a:sym typeface="Courier New"/>
                        </a:rPr>
                        <a:t>Socket::getOutputStream()</a:t>
                      </a:r>
                      <a:endParaRPr sz="1000" b="1">
                        <a:latin typeface="Courier New"/>
                        <a:ea typeface="Courier New"/>
                        <a:cs typeface="Courier New"/>
                        <a:sym typeface="Courier New"/>
                      </a:endParaRPr>
                    </a:p>
                    <a:p>
                      <a:pPr marL="0" lvl="0" indent="0" algn="l" rtl="0">
                        <a:spcBef>
                          <a:spcPts val="0"/>
                        </a:spcBef>
                        <a:spcAft>
                          <a:spcPts val="0"/>
                        </a:spcAft>
                        <a:buNone/>
                      </a:pPr>
                      <a:r>
                        <a:rPr lang="en" sz="1000" b="1">
                          <a:latin typeface="Courier New"/>
                          <a:ea typeface="Courier New"/>
                          <a:cs typeface="Courier New"/>
                          <a:sym typeface="Courier New"/>
                        </a:rPr>
                        <a:t>java.io.PrintWriter</a:t>
                      </a:r>
                      <a:endParaRPr sz="1000" b="1">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PrintWriter writer = new PrintWriter(stream);</a:t>
                      </a:r>
                      <a:endParaRPr sz="1000">
                        <a:latin typeface="Courier New"/>
                        <a:ea typeface="Courier New"/>
                        <a:cs typeface="Courier New"/>
                        <a:sym typeface="Courier New"/>
                      </a:endParaRPr>
                    </a:p>
                    <a:p>
                      <a:pPr marL="457200" lvl="0" indent="-292100" algn="l" rtl="0">
                        <a:spcBef>
                          <a:spcPts val="0"/>
                        </a:spcBef>
                        <a:spcAft>
                          <a:spcPts val="0"/>
                        </a:spcAft>
                        <a:buSzPts val="1000"/>
                        <a:buFont typeface="Courier New"/>
                        <a:buChar char="●"/>
                      </a:pPr>
                      <a:r>
                        <a:rPr lang="en" sz="1000">
                          <a:latin typeface="Courier New"/>
                          <a:ea typeface="Courier New"/>
                          <a:cs typeface="Courier New"/>
                          <a:sym typeface="Courier New"/>
                        </a:rPr>
                        <a:t>println(String)</a:t>
                      </a:r>
                      <a:endParaRPr sz="1000">
                        <a:latin typeface="Courier New"/>
                        <a:ea typeface="Courier New"/>
                        <a:cs typeface="Courier New"/>
                        <a:sym typeface="Courier New"/>
                      </a:endParaRPr>
                    </a:p>
                    <a:p>
                      <a:pPr marL="457200" lvl="0" indent="-292100" algn="l" rtl="0">
                        <a:spcBef>
                          <a:spcPts val="0"/>
                        </a:spcBef>
                        <a:spcAft>
                          <a:spcPts val="0"/>
                        </a:spcAft>
                        <a:buSzPts val="1000"/>
                        <a:buFont typeface="Courier New"/>
                        <a:buChar char="●"/>
                      </a:pPr>
                      <a:r>
                        <a:rPr lang="en" sz="1000">
                          <a:latin typeface="Courier New"/>
                          <a:ea typeface="Courier New"/>
                          <a:cs typeface="Courier New"/>
                          <a:sym typeface="Courier New"/>
                        </a:rPr>
                        <a:t>write(char[])</a:t>
                      </a:r>
                      <a:endParaRPr sz="1000">
                        <a:latin typeface="Courier New"/>
                        <a:ea typeface="Courier New"/>
                        <a:cs typeface="Courier New"/>
                        <a:sym typeface="Courier New"/>
                      </a:endParaRPr>
                    </a:p>
                    <a:p>
                      <a:pPr marL="457200" lvl="0" indent="-292100" algn="l" rtl="0">
                        <a:spcBef>
                          <a:spcPts val="0"/>
                        </a:spcBef>
                        <a:spcAft>
                          <a:spcPts val="0"/>
                        </a:spcAft>
                        <a:buSzPts val="1000"/>
                        <a:buFont typeface="Courier New"/>
                        <a:buChar char="●"/>
                      </a:pPr>
                      <a:r>
                        <a:rPr lang="en" sz="1000">
                          <a:latin typeface="Courier New"/>
                          <a:ea typeface="Courier New"/>
                          <a:cs typeface="Courier New"/>
                          <a:sym typeface="Courier New"/>
                        </a:rPr>
                        <a:t>flush()</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12125">
                <a:tc vMerge="1">
                  <a:txBody>
                    <a:bodyPr/>
                    <a:lstStyle/>
                    <a:p>
                      <a:endParaRPr lang="en-US"/>
                    </a:p>
                  </a:txBody>
                  <a:tcPr/>
                </a:tc>
                <a:tc gridSpan="2">
                  <a:txBody>
                    <a:bodyPr/>
                    <a:lstStyle/>
                    <a:p>
                      <a:pPr marL="0" lvl="0" indent="0" algn="l" rtl="0">
                        <a:spcBef>
                          <a:spcPts val="0"/>
                        </a:spcBef>
                        <a:spcAft>
                          <a:spcPts val="0"/>
                        </a:spcAft>
                        <a:buNone/>
                      </a:pPr>
                      <a:r>
                        <a:rPr lang="en" sz="1000" u="sng">
                          <a:solidFill>
                            <a:schemeClr val="hlink"/>
                          </a:solidFill>
                          <a:hlinkClick r:id="rId7"/>
                        </a:rPr>
                        <a:t>InputStream &amp; Scanner</a:t>
                      </a:r>
                      <a:endParaRPr sz="1000"/>
                    </a:p>
                    <a:p>
                      <a:pPr marL="0" lvl="0" indent="0" algn="l" rtl="0">
                        <a:spcBef>
                          <a:spcPts val="0"/>
                        </a:spcBef>
                        <a:spcAft>
                          <a:spcPts val="0"/>
                        </a:spcAft>
                        <a:buNone/>
                      </a:pPr>
                      <a:r>
                        <a:rPr lang="en" sz="1000" b="1">
                          <a:latin typeface="Courier New"/>
                          <a:ea typeface="Courier New"/>
                          <a:cs typeface="Courier New"/>
                          <a:sym typeface="Courier New"/>
                        </a:rPr>
                        <a:t>Socket::getInputStream()</a:t>
                      </a:r>
                      <a:endParaRPr sz="1000" b="1">
                        <a:latin typeface="Courier New"/>
                        <a:ea typeface="Courier New"/>
                        <a:cs typeface="Courier New"/>
                        <a:sym typeface="Courier New"/>
                      </a:endParaRPr>
                    </a:p>
                    <a:p>
                      <a:pPr marL="0" lvl="0" indent="0" algn="l" rtl="0">
                        <a:spcBef>
                          <a:spcPts val="0"/>
                        </a:spcBef>
                        <a:spcAft>
                          <a:spcPts val="0"/>
                        </a:spcAft>
                        <a:buNone/>
                      </a:pPr>
                      <a:r>
                        <a:rPr lang="en" sz="1000" b="1">
                          <a:latin typeface="Courier New"/>
                          <a:ea typeface="Courier New"/>
                          <a:cs typeface="Courier New"/>
                          <a:sym typeface="Courier New"/>
                        </a:rPr>
                        <a:t>java.util.Scanner</a:t>
                      </a:r>
                      <a:endParaRPr sz="1000" b="1">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8"/>
                        </a:rPr>
                        <a:t>ServerSocket</a:t>
                      </a:r>
                      <a:endParaRPr sz="1000"/>
                    </a:p>
                    <a:p>
                      <a:pPr marL="0" lvl="0" indent="0" algn="l" rtl="0">
                        <a:spcBef>
                          <a:spcPts val="0"/>
                        </a:spcBef>
                        <a:spcAft>
                          <a:spcPts val="0"/>
                        </a:spcAft>
                        <a:buNone/>
                      </a:pPr>
                      <a:r>
                        <a:rPr lang="en" sz="1000" b="1">
                          <a:latin typeface="Courier New"/>
                          <a:ea typeface="Courier New"/>
                          <a:cs typeface="Courier New"/>
                          <a:sym typeface="Courier New"/>
                        </a:rPr>
                        <a:t>java.net.ServerSocket</a:t>
                      </a:r>
                      <a:endParaRPr sz="1000" b="1">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ServerSocket s = new ServerSocket(1234);</a:t>
                      </a:r>
                      <a:endParaRPr sz="1000">
                        <a:latin typeface="Courier New"/>
                        <a:ea typeface="Courier New"/>
                        <a:cs typeface="Courier New"/>
                        <a:sym typeface="Courier New"/>
                      </a:endParaRPr>
                    </a:p>
                    <a:p>
                      <a:pPr marL="457200" lvl="0" indent="-292100" algn="l" rtl="0">
                        <a:spcBef>
                          <a:spcPts val="0"/>
                        </a:spcBef>
                        <a:spcAft>
                          <a:spcPts val="0"/>
                        </a:spcAft>
                        <a:buSzPts val="1000"/>
                        <a:buFont typeface="Courier New"/>
                        <a:buChar char="●"/>
                      </a:pPr>
                      <a:r>
                        <a:rPr lang="en" sz="1000">
                          <a:latin typeface="Courier New"/>
                          <a:ea typeface="Courier New"/>
                          <a:cs typeface="Courier New"/>
                          <a:sym typeface="Courier New"/>
                        </a:rPr>
                        <a:t>accept()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59375">
                <a:tc vMerge="1">
                  <a:txBody>
                    <a:bodyPr/>
                    <a:lstStyle/>
                    <a:p>
                      <a:endParaRPr lang="en-US"/>
                    </a:p>
                  </a:txBody>
                  <a:tcPr/>
                </a:tc>
                <a:tc gridSpan="3">
                  <a:txBody>
                    <a:bodyPr/>
                    <a:lstStyle/>
                    <a:p>
                      <a:pPr marL="0" lvl="0" indent="0" algn="l" rtl="0">
                        <a:spcBef>
                          <a:spcPts val="0"/>
                        </a:spcBef>
                        <a:spcAft>
                          <a:spcPts val="0"/>
                        </a:spcAft>
                        <a:buNone/>
                      </a:pPr>
                      <a:r>
                        <a:rPr lang="en" sz="1000" u="sng">
                          <a:solidFill>
                            <a:schemeClr val="hlink"/>
                          </a:solidFill>
                          <a:hlinkClick r:id="rId9"/>
                        </a:rPr>
                        <a:t>DatagramPacket &amp; DatagramSocket</a:t>
                      </a:r>
                      <a:endParaRPr sz="1000"/>
                    </a:p>
                    <a:p>
                      <a:pPr marL="0" lvl="0" indent="0" algn="l" rtl="0">
                        <a:spcBef>
                          <a:spcPts val="0"/>
                        </a:spcBef>
                        <a:spcAft>
                          <a:spcPts val="0"/>
                        </a:spcAft>
                        <a:buNone/>
                      </a:pPr>
                      <a:r>
                        <a:rPr lang="en" sz="1000" b="1">
                          <a:latin typeface="Courier New"/>
                          <a:ea typeface="Courier New"/>
                          <a:cs typeface="Courier New"/>
                          <a:sym typeface="Courier New"/>
                        </a:rPr>
                        <a:t>java.net.DatagramPacket</a:t>
                      </a:r>
                      <a:endParaRPr sz="1000" b="1">
                        <a:latin typeface="Courier New"/>
                        <a:ea typeface="Courier New"/>
                        <a:cs typeface="Courier New"/>
                        <a:sym typeface="Courier New"/>
                      </a:endParaRPr>
                    </a:p>
                    <a:p>
                      <a:pPr marL="0" lvl="0" indent="0" algn="l" rtl="0">
                        <a:spcBef>
                          <a:spcPts val="0"/>
                        </a:spcBef>
                        <a:spcAft>
                          <a:spcPts val="0"/>
                        </a:spcAft>
                        <a:buNone/>
                      </a:pPr>
                      <a:r>
                        <a:rPr lang="en" sz="1000" b="1">
                          <a:latin typeface="Courier New"/>
                          <a:ea typeface="Courier New"/>
                          <a:cs typeface="Courier New"/>
                          <a:sym typeface="Courier New"/>
                        </a:rPr>
                        <a:t>java.net.DatagramSocket</a:t>
                      </a:r>
                      <a:endParaRPr sz="1000" b="1">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bl>
          </a:graphicData>
        </a:graphic>
      </p:graphicFrame>
      <p:sp>
        <p:nvSpPr>
          <p:cNvPr id="655" name="Google Shape;655;p69"/>
          <p:cNvSpPr txBox="1"/>
          <p:nvPr/>
        </p:nvSpPr>
        <p:spPr>
          <a:xfrm rot="-5400000">
            <a:off x="-2378350" y="2377688"/>
            <a:ext cx="5151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10: Networking </a:t>
            </a:r>
            <a:endParaRPr sz="1300">
              <a:solidFill>
                <a:schemeClr val="lt1"/>
              </a:solidFill>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1483</TotalTime>
  <Words>7276</Words>
  <Application>Microsoft Office PowerPoint</Application>
  <PresentationFormat>On-screen Show (16:9)</PresentationFormat>
  <Paragraphs>742</Paragraphs>
  <Slides>38</Slides>
  <Notes>38</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38</vt:i4>
      </vt:variant>
    </vt:vector>
  </HeadingPairs>
  <TitlesOfParts>
    <vt:vector size="49" baseType="lpstr">
      <vt:lpstr>Arial</vt:lpstr>
      <vt:lpstr>Calibri</vt:lpstr>
      <vt:lpstr>Consolas</vt:lpstr>
      <vt:lpstr>Courier New</vt:lpstr>
      <vt:lpstr>Merriweather</vt:lpstr>
      <vt:lpstr>Noto Sans Symbols</vt:lpstr>
      <vt:lpstr>Roboto</vt:lpstr>
      <vt:lpstr>Shadows Into Light</vt:lpstr>
      <vt:lpstr>Wingdings</vt:lpstr>
      <vt:lpstr>Paradigm</vt:lpstr>
      <vt:lpstr>Paradigm</vt:lpstr>
      <vt:lpstr>GCIS-124 Software Development &amp; Problem Solving</vt:lpstr>
      <vt:lpstr>HTTP</vt:lpstr>
      <vt:lpstr>Hypertext Transfer Protocol (HTTP)</vt:lpstr>
      <vt:lpstr>HTTP Message Format </vt:lpstr>
      <vt:lpstr>Simple GET Request Example</vt:lpstr>
      <vt:lpstr>HttpStream</vt:lpstr>
      <vt:lpstr>GETting Our First Message</vt:lpstr>
      <vt:lpstr>Response Messages</vt:lpstr>
      <vt:lpstr>Simple GET Response Example</vt:lpstr>
      <vt:lpstr>Response</vt:lpstr>
      <vt:lpstr>Sending Data</vt:lpstr>
      <vt:lpstr>POST Request</vt:lpstr>
      <vt:lpstr>Separation of Concerns</vt:lpstr>
      <vt:lpstr>HttpRequest</vt:lpstr>
      <vt:lpstr>HttpRequestParser - parseRequest</vt:lpstr>
      <vt:lpstr>HttpRequestParser - parseHeader</vt:lpstr>
      <vt:lpstr>HttpRequestParser</vt:lpstr>
      <vt:lpstr>HttpResponseBuilder</vt:lpstr>
      <vt:lpstr>HttpWebServer</vt:lpstr>
      <vt:lpstr>favicon.ico???</vt:lpstr>
      <vt:lpstr>Request Handle Logic</vt:lpstr>
      <vt:lpstr>RequestHandler Interface</vt:lpstr>
      <vt:lpstr>Guessing Game! </vt:lpstr>
      <vt:lpstr>Protocols</vt:lpstr>
      <vt:lpstr>Guessing Game Protocol</vt:lpstr>
      <vt:lpstr>Guessing Game Protocol</vt:lpstr>
      <vt:lpstr>Guessing Game Server</vt:lpstr>
      <vt:lpstr>Guessing Game Handler</vt:lpstr>
      <vt:lpstr>Creating the Front End</vt:lpstr>
      <vt:lpstr>Two Guessing Games</vt:lpstr>
      <vt:lpstr>Multi-Client Servers</vt:lpstr>
      <vt:lpstr>Server Updates I</vt:lpstr>
      <vt:lpstr>Solving Problems</vt:lpstr>
      <vt:lpstr>Supplier</vt:lpstr>
      <vt:lpstr>Server Updates II</vt:lpstr>
      <vt:lpstr>Bonus Round</vt:lpstr>
      <vt:lpstr>Summary &amp; Reflection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16</cp:revision>
  <dcterms:modified xsi:type="dcterms:W3CDTF">2026-03-24T17:37:59Z</dcterms:modified>
</cp:coreProperties>
</file>