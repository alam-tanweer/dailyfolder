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20" r:id="rId5"/>
    <p:sldMasterId id="2147483721" r:id="rId6"/>
    <p:sldMasterId id="214748372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Lst>
  <p:sldSz cy="5143500" cx="9144000"/>
  <p:notesSz cx="6858000" cy="9144000"/>
  <p:embeddedFontLst>
    <p:embeddedFont>
      <p:font typeface="Roboto"/>
      <p:regular r:id="rId72"/>
      <p:bold r:id="rId73"/>
      <p:italic r:id="rId74"/>
      <p:boldItalic r:id="rId75"/>
    </p:embeddedFont>
    <p:embeddedFont>
      <p:font typeface="Proxima Nova"/>
      <p:regular r:id="rId76"/>
      <p:bold r:id="rId77"/>
      <p:italic r:id="rId78"/>
      <p:boldItalic r:id="rId79"/>
    </p:embeddedFont>
    <p:embeddedFont>
      <p:font typeface="Inter"/>
      <p:regular r:id="rId80"/>
      <p:bold r:id="rId81"/>
      <p:italic r:id="rId82"/>
      <p:boldItalic r:id="rId83"/>
    </p:embeddedFont>
    <p:embeddedFont>
      <p:font typeface="Merriweather"/>
      <p:regular r:id="rId84"/>
      <p:bold r:id="rId85"/>
      <p:italic r:id="rId86"/>
      <p:boldItalic r:id="rId8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317DAE7-6F48-4459-89BA-82DB4F46E07A}">
  <a:tblStyle styleId="{B317DAE7-6F48-4459-89BA-82DB4F46E07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84" Type="http://schemas.openxmlformats.org/officeDocument/2006/relationships/font" Target="fonts/Merriweather-regular.fntdata"/><Relationship Id="rId83" Type="http://schemas.openxmlformats.org/officeDocument/2006/relationships/font" Target="fonts/Inter-boldItalic.fntdata"/><Relationship Id="rId42" Type="http://schemas.openxmlformats.org/officeDocument/2006/relationships/slide" Target="slides/slide34.xml"/><Relationship Id="rId86" Type="http://schemas.openxmlformats.org/officeDocument/2006/relationships/font" Target="fonts/Merriweather-italic.fntdata"/><Relationship Id="rId41" Type="http://schemas.openxmlformats.org/officeDocument/2006/relationships/slide" Target="slides/slide33.xml"/><Relationship Id="rId85" Type="http://schemas.openxmlformats.org/officeDocument/2006/relationships/font" Target="fonts/Merriweather-bold.fntdata"/><Relationship Id="rId44" Type="http://schemas.openxmlformats.org/officeDocument/2006/relationships/slide" Target="slides/slide36.xml"/><Relationship Id="rId43" Type="http://schemas.openxmlformats.org/officeDocument/2006/relationships/slide" Target="slides/slide35.xml"/><Relationship Id="rId87" Type="http://schemas.openxmlformats.org/officeDocument/2006/relationships/font" Target="fonts/Merriweather-boldItalic.fntdata"/><Relationship Id="rId46" Type="http://schemas.openxmlformats.org/officeDocument/2006/relationships/slide" Target="slides/slide38.xml"/><Relationship Id="rId45" Type="http://schemas.openxmlformats.org/officeDocument/2006/relationships/slide" Target="slides/slide37.xml"/><Relationship Id="rId80" Type="http://schemas.openxmlformats.org/officeDocument/2006/relationships/font" Target="fonts/Inter-regular.fntdata"/><Relationship Id="rId82" Type="http://schemas.openxmlformats.org/officeDocument/2006/relationships/font" Target="fonts/Inter-italic.fntdata"/><Relationship Id="rId81" Type="http://schemas.openxmlformats.org/officeDocument/2006/relationships/font" Target="fonts/Inter-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73" Type="http://schemas.openxmlformats.org/officeDocument/2006/relationships/font" Target="fonts/Roboto-bold.fntdata"/><Relationship Id="rId72" Type="http://schemas.openxmlformats.org/officeDocument/2006/relationships/font" Target="fonts/Roboto-regular.fntdata"/><Relationship Id="rId31" Type="http://schemas.openxmlformats.org/officeDocument/2006/relationships/slide" Target="slides/slide23.xml"/><Relationship Id="rId75" Type="http://schemas.openxmlformats.org/officeDocument/2006/relationships/font" Target="fonts/Roboto-boldItalic.fntdata"/><Relationship Id="rId30" Type="http://schemas.openxmlformats.org/officeDocument/2006/relationships/slide" Target="slides/slide22.xml"/><Relationship Id="rId74" Type="http://schemas.openxmlformats.org/officeDocument/2006/relationships/font" Target="fonts/Roboto-italic.fntdata"/><Relationship Id="rId33" Type="http://schemas.openxmlformats.org/officeDocument/2006/relationships/slide" Target="slides/slide25.xml"/><Relationship Id="rId77" Type="http://schemas.openxmlformats.org/officeDocument/2006/relationships/font" Target="fonts/ProximaNova-bold.fntdata"/><Relationship Id="rId32" Type="http://schemas.openxmlformats.org/officeDocument/2006/relationships/slide" Target="slides/slide24.xml"/><Relationship Id="rId76" Type="http://schemas.openxmlformats.org/officeDocument/2006/relationships/font" Target="fonts/ProximaNova-regular.fntdata"/><Relationship Id="rId35" Type="http://schemas.openxmlformats.org/officeDocument/2006/relationships/slide" Target="slides/slide27.xml"/><Relationship Id="rId79" Type="http://schemas.openxmlformats.org/officeDocument/2006/relationships/font" Target="fonts/ProximaNova-boldItalic.fntdata"/><Relationship Id="rId34" Type="http://schemas.openxmlformats.org/officeDocument/2006/relationships/slide" Target="slides/slide26.xml"/><Relationship Id="rId78" Type="http://schemas.openxmlformats.org/officeDocument/2006/relationships/font" Target="fonts/ProximaNova-italic.fntdata"/><Relationship Id="rId71" Type="http://schemas.openxmlformats.org/officeDocument/2006/relationships/slide" Target="slides/slide63.xml"/><Relationship Id="rId70" Type="http://schemas.openxmlformats.org/officeDocument/2006/relationships/slide" Target="slides/slide62.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slide" Target="slides/slide54.xml"/><Relationship Id="rId61" Type="http://schemas.openxmlformats.org/officeDocument/2006/relationships/slide" Target="slides/slide53.xml"/><Relationship Id="rId20" Type="http://schemas.openxmlformats.org/officeDocument/2006/relationships/slide" Target="slides/slide12.xml"/><Relationship Id="rId64" Type="http://schemas.openxmlformats.org/officeDocument/2006/relationships/slide" Target="slides/slide56.xml"/><Relationship Id="rId63" Type="http://schemas.openxmlformats.org/officeDocument/2006/relationships/slide" Target="slides/slide55.xml"/><Relationship Id="rId22" Type="http://schemas.openxmlformats.org/officeDocument/2006/relationships/slide" Target="slides/slide14.xml"/><Relationship Id="rId66" Type="http://schemas.openxmlformats.org/officeDocument/2006/relationships/slide" Target="slides/slide58.xml"/><Relationship Id="rId21" Type="http://schemas.openxmlformats.org/officeDocument/2006/relationships/slide" Target="slides/slide13.xml"/><Relationship Id="rId65" Type="http://schemas.openxmlformats.org/officeDocument/2006/relationships/slide" Target="slides/slide57.xml"/><Relationship Id="rId24" Type="http://schemas.openxmlformats.org/officeDocument/2006/relationships/slide" Target="slides/slide16.xml"/><Relationship Id="rId68" Type="http://schemas.openxmlformats.org/officeDocument/2006/relationships/slide" Target="slides/slide60.xml"/><Relationship Id="rId23" Type="http://schemas.openxmlformats.org/officeDocument/2006/relationships/slide" Target="slides/slide15.xml"/><Relationship Id="rId67" Type="http://schemas.openxmlformats.org/officeDocument/2006/relationships/slide" Target="slides/slide59.xml"/><Relationship Id="rId60" Type="http://schemas.openxmlformats.org/officeDocument/2006/relationships/slide" Target="slides/slide52.xml"/><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slide" Target="slides/slide61.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15" Type="http://schemas.openxmlformats.org/officeDocument/2006/relationships/slide" Target="slides/slide7.xml"/><Relationship Id="rId59" Type="http://schemas.openxmlformats.org/officeDocument/2006/relationships/slide" Target="slides/slide51.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d8a09b4757_2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d8a09b4757_2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d8a09b4757_2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d8a09b4757_2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d8a09b4757_2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d8a09b4757_2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d8a09b4757_2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d8a09b4757_2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ab6e66fde9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ab6e66fde9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ab6e66fde9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ab6e66fde9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ab729fcb7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3ab729fcb7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ab92334585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3ab92334585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Have teams place wagers at this point.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97644bca2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397644bca2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ab6e66fde9_0_1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3ab6e66fde9_0_1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ab6e66fde9_0_1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3ab6e66fde9_0_1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ab6e66fde9_0_1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3ab6e66fde9_0_1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ab6e66fde9_0_1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3ab6e66fde9_0_1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ab6e66fde9_0_1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3ab6e66fde9_0_1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974e44411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3974e44411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ab6e66fde9_0_1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3ab6e66fde9_0_1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ab6e66fde9_0_1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3ab6e66fde9_0_1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ab6e66fde9_0_1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3ab6e66fde9_0_1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ab6e66fde9_0_1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3ab6e66fde9_0_1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3ab6e66fde9_0_1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3ab6e66fde9_0_1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ab6e66fde9_0_1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3ab6e66fde9_0_1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ab6e66fde9_0_1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3ab6e66fde9_0_1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ab6e66fde9_0_1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3ab6e66fde9_0_1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3ab6e66fde9_0_1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3ab6e66fde9_0_1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3ab6e66fde9_0_1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3ab6e66fde9_0_1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ab6e66fde9_0_1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3ab6e66fde9_0_1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ab6e66fde9_0_1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3ab6e66fde9_0_1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ab6e66fde9_0_1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3ab6e66fde9_0_1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3ab6e66fde9_0_1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7" name="Google Shape;727;g3ab6e66fde9_0_1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ab6e66fde9_0_1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4" name="Google Shape;734;g3ab6e66fde9_0_1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ab6e66fde9_0_1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3ab6e66fde9_0_1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3ab6e66fde9_0_1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7" name="Google Shape;757;g3ab6e66fde9_0_1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3ab6e66fde9_0_1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3ab6e66fde9_0_1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3ab6e66fde9_0_1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3ab6e66fde9_0_1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3ab6e66fde9_0_1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3ab6e66fde9_0_1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3ab9233458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6" name="Google Shape;786;g3ab9233458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3ab92334585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g3ab92334585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3ab9233458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0" name="Google Shape;800;g3ab9233458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3ab92334585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7" name="Google Shape;807;g3ab9233458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g397644bca2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2" name="Google Shape;812;g397644bca2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ab92334585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3ab92334585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39769e3d0c0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4" name="Google Shape;824;g39769e3d0c0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3ab92334585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2" name="Google Shape;832;g3ab92334585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ab92334585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3ab92334585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ab92334585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6" name="Google Shape;846;g3ab92334585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g3ab92334585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3" name="Google Shape;853;g3ab92334585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ab92334585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4" name="Google Shape;894;g3ab92334585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3ab92334585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1" name="Google Shape;951;g3ab92334585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g3ab92334585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8" name="Google Shape;958;g3ab92334585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3ab92334585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5" name="Google Shape;965;g3ab92334585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g3ab92334585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2" name="Google Shape;972;g3ab92334585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ab92334585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5" name="Google Shape;995;g3ab92334585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ab92334585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0" name="Google Shape;1040;g3ab92334585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g3ab92334585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7" name="Google Shape;1047;g3ab92334585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3ab92334585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4" name="Google Shape;1054;g3ab92334585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ab92334585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1" name="Google Shape;1061;g3ab92334585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3ab92334585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3" name="Google Shape;1073;g3ab92334585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ab92334585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6" name="Google Shape;1086;g3ab92334585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g3ab92334585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3" name="Google Shape;1093;g3ab92334585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3ab92334585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0" name="Google Shape;1100;g3ab92334585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g3ab92334585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7" name="Google Shape;1107;g3ab92334585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2" name="Shape 1112"/>
        <p:cNvGrpSpPr/>
        <p:nvPr/>
      </p:nvGrpSpPr>
      <p:grpSpPr>
        <a:xfrm>
          <a:off x="0" y="0"/>
          <a:ext cx="0" cy="0"/>
          <a:chOff x="0" y="0"/>
          <a:chExt cx="0" cy="0"/>
        </a:xfrm>
      </p:grpSpPr>
      <p:sp>
        <p:nvSpPr>
          <p:cNvPr id="1113" name="Google Shape;1113;g3ab92334585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4" name="Google Shape;1114;g3ab92334585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g39769e3d0c0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2" name="Google Shape;1122;g39769e3d0c0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sp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sp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sp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sp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sp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sp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sp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sp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sp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sp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
    <p:spTree>
      <p:nvGrpSpPr>
        <p:cNvPr id="58" name="Shape 58"/>
        <p:cNvGrpSpPr/>
        <p:nvPr/>
      </p:nvGrpSpPr>
      <p:grpSpPr>
        <a:xfrm>
          <a:off x="0" y="0"/>
          <a:ext cx="0" cy="0"/>
          <a:chOff x="0" y="0"/>
          <a:chExt cx="0" cy="0"/>
        </a:xfrm>
      </p:grpSpPr>
      <p:sp>
        <p:nvSpPr>
          <p:cNvPr id="59" name="Google Shape;59;p14"/>
          <p:cNvSpPr txBox="1"/>
          <p:nvPr>
            <p:ph type="title"/>
          </p:nvPr>
        </p:nvSpPr>
        <p:spPr>
          <a:xfrm>
            <a:off x="284850" y="474875"/>
            <a:ext cx="4227300" cy="11547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60" name="Google Shape;60;p14"/>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14"/>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4"/>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4"/>
          <p:cNvSpPr txBox="1"/>
          <p:nvPr>
            <p:ph idx="1" type="body"/>
          </p:nvPr>
        </p:nvSpPr>
        <p:spPr>
          <a:xfrm>
            <a:off x="4629550" y="3479875"/>
            <a:ext cx="4227300" cy="923400"/>
          </a:xfrm>
          <a:prstGeom prst="rect">
            <a:avLst/>
          </a:prstGeom>
        </p:spPr>
        <p:txBody>
          <a:bodyPr anchorCtr="0" anchor="t" bIns="91425" lIns="182875" spcFirstLastPara="1" rIns="182875" wrap="square" tIns="91425">
            <a:noAutofit/>
          </a:bodyPr>
          <a:lstStyle>
            <a:lvl1pPr indent="-304800" lvl="0" marL="457200">
              <a:lnSpc>
                <a:spcPct val="100000"/>
              </a:lnSpc>
              <a:spcBef>
                <a:spcPts val="0"/>
              </a:spcBef>
              <a:spcAft>
                <a:spcPts val="0"/>
              </a:spcAft>
              <a:buSzPts val="1200"/>
              <a:buChar char="●"/>
              <a:defRPr/>
            </a:lvl1pPr>
            <a:lvl2pPr indent="-304800" lvl="1" marL="914400">
              <a:lnSpc>
                <a:spcPct val="100000"/>
              </a:lnSpc>
              <a:spcBef>
                <a:spcPts val="0"/>
              </a:spcBef>
              <a:spcAft>
                <a:spcPts val="0"/>
              </a:spcAft>
              <a:buSzPts val="1200"/>
              <a:buChar char="○"/>
              <a:defRPr/>
            </a:lvl2pPr>
            <a:lvl3pPr indent="-304800" lvl="2" marL="1371600">
              <a:lnSpc>
                <a:spcPct val="100000"/>
              </a:lnSpc>
              <a:spcBef>
                <a:spcPts val="0"/>
              </a:spcBef>
              <a:spcAft>
                <a:spcPts val="0"/>
              </a:spcAft>
              <a:buSzPts val="1200"/>
              <a:buChar char="■"/>
              <a:defRPr/>
            </a:lvl3pPr>
            <a:lvl4pPr indent="-304800" lvl="3" marL="1828800">
              <a:lnSpc>
                <a:spcPct val="100000"/>
              </a:lnSpc>
              <a:spcBef>
                <a:spcPts val="0"/>
              </a:spcBef>
              <a:spcAft>
                <a:spcPts val="0"/>
              </a:spcAft>
              <a:buSzPts val="1200"/>
              <a:buChar char="●"/>
              <a:defRPr/>
            </a:lvl4pPr>
            <a:lvl5pPr indent="-304800" lvl="4" marL="2286000">
              <a:lnSpc>
                <a:spcPct val="100000"/>
              </a:lnSpc>
              <a:spcBef>
                <a:spcPts val="0"/>
              </a:spcBef>
              <a:spcAft>
                <a:spcPts val="0"/>
              </a:spcAft>
              <a:buSzPts val="1200"/>
              <a:buChar char="○"/>
              <a:defRPr/>
            </a:lvl5pPr>
            <a:lvl6pPr indent="-304800" lvl="5" marL="2743200">
              <a:lnSpc>
                <a:spcPct val="100000"/>
              </a:lnSpc>
              <a:spcBef>
                <a:spcPts val="0"/>
              </a:spcBef>
              <a:spcAft>
                <a:spcPts val="0"/>
              </a:spcAft>
              <a:buSzPts val="1200"/>
              <a:buChar char="■"/>
              <a:defRPr/>
            </a:lvl6pPr>
            <a:lvl7pPr indent="-304800" lvl="6" marL="3200400">
              <a:lnSpc>
                <a:spcPct val="100000"/>
              </a:lnSpc>
              <a:spcBef>
                <a:spcPts val="0"/>
              </a:spcBef>
              <a:spcAft>
                <a:spcPts val="0"/>
              </a:spcAft>
              <a:buSzPts val="1200"/>
              <a:buChar char="●"/>
              <a:defRPr/>
            </a:lvl7pPr>
            <a:lvl8pPr indent="-304800" lvl="7" marL="3657600">
              <a:lnSpc>
                <a:spcPct val="100000"/>
              </a:lnSpc>
              <a:spcBef>
                <a:spcPts val="0"/>
              </a:spcBef>
              <a:spcAft>
                <a:spcPts val="0"/>
              </a:spcAft>
              <a:buSzPts val="1200"/>
              <a:buChar char="○"/>
              <a:defRPr/>
            </a:lvl8pPr>
            <a:lvl9pPr indent="-304800" lvl="8" marL="4114800">
              <a:lnSpc>
                <a:spcPct val="100000"/>
              </a:lnSpc>
              <a:spcBef>
                <a:spcPts val="0"/>
              </a:spcBef>
              <a:spcAft>
                <a:spcPts val="0"/>
              </a:spcAft>
              <a:buSzPts val="12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2">
    <p:bg>
      <p:bgPr>
        <a:solidFill>
          <a:schemeClr val="accent1"/>
        </a:solidFill>
      </p:bgPr>
    </p:bg>
    <p:spTree>
      <p:nvGrpSpPr>
        <p:cNvPr id="64" name="Shape 64"/>
        <p:cNvGrpSpPr/>
        <p:nvPr/>
      </p:nvGrpSpPr>
      <p:grpSpPr>
        <a:xfrm>
          <a:off x="0" y="0"/>
          <a:ext cx="0" cy="0"/>
          <a:chOff x="0" y="0"/>
          <a:chExt cx="0" cy="0"/>
        </a:xfrm>
      </p:grpSpPr>
      <p:sp>
        <p:nvSpPr>
          <p:cNvPr id="65" name="Google Shape;65;p15"/>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66" name="Google Shape;66;p15"/>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67" name="Google Shape;67;p1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1">
  <p:cSld name="BLANK_1_1_1_1_2_2">
    <p:bg>
      <p:bgPr>
        <a:solidFill>
          <a:srgbClr val="002280"/>
        </a:solidFill>
      </p:bgPr>
    </p:bg>
    <p:spTree>
      <p:nvGrpSpPr>
        <p:cNvPr id="69" name="Shape 69"/>
        <p:cNvGrpSpPr/>
        <p:nvPr/>
      </p:nvGrpSpPr>
      <p:grpSpPr>
        <a:xfrm>
          <a:off x="0" y="0"/>
          <a:ext cx="0" cy="0"/>
          <a:chOff x="0" y="0"/>
          <a:chExt cx="0" cy="0"/>
        </a:xfrm>
      </p:grpSpPr>
      <p:sp>
        <p:nvSpPr>
          <p:cNvPr id="70" name="Google Shape;70;p16"/>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71" name="Google Shape;71;p16"/>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16"/>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6"/>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2_1">
    <p:spTree>
      <p:nvGrpSpPr>
        <p:cNvPr id="74" name="Shape 74"/>
        <p:cNvGrpSpPr/>
        <p:nvPr/>
      </p:nvGrpSpPr>
      <p:grpSpPr>
        <a:xfrm>
          <a:off x="0" y="0"/>
          <a:ext cx="0" cy="0"/>
          <a:chOff x="0" y="0"/>
          <a:chExt cx="0" cy="0"/>
        </a:xfrm>
      </p:grpSpPr>
      <p:sp>
        <p:nvSpPr>
          <p:cNvPr id="75" name="Google Shape;75;p17"/>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76" name="Google Shape;76;p17"/>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77" name="Google Shape;77;p1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1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1_1">
    <p:bg>
      <p:bgPr>
        <a:solidFill>
          <a:schemeClr val="lt1"/>
        </a:solidFill>
      </p:bgPr>
    </p:bg>
    <p:spTree>
      <p:nvGrpSpPr>
        <p:cNvPr id="79" name="Shape 79"/>
        <p:cNvGrpSpPr/>
        <p:nvPr/>
      </p:nvGrpSpPr>
      <p:grpSpPr>
        <a:xfrm>
          <a:off x="0" y="0"/>
          <a:ext cx="0" cy="0"/>
          <a:chOff x="0" y="0"/>
          <a:chExt cx="0" cy="0"/>
        </a:xfrm>
      </p:grpSpPr>
      <p:sp>
        <p:nvSpPr>
          <p:cNvPr id="80" name="Google Shape;80;p18"/>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cxnSp>
        <p:nvCxnSpPr>
          <p:cNvPr id="81" name="Google Shape;81;p18"/>
          <p:cNvCxnSpPr/>
          <p:nvPr/>
        </p:nvCxnSpPr>
        <p:spPr>
          <a:xfrm>
            <a:off x="283850" y="4683734"/>
            <a:ext cx="8573100" cy="0"/>
          </a:xfrm>
          <a:prstGeom prst="straightConnector1">
            <a:avLst/>
          </a:prstGeom>
          <a:noFill/>
          <a:ln cap="flat" cmpd="sng" w="9525">
            <a:solidFill>
              <a:schemeClr val="dk1"/>
            </a:solidFill>
            <a:prstDash val="solid"/>
            <a:round/>
            <a:headEnd len="med" w="med" type="none"/>
            <a:tailEnd len="med" w="med" type="none"/>
          </a:ln>
        </p:spPr>
      </p:cxnSp>
      <p:sp>
        <p:nvSpPr>
          <p:cNvPr id="82" name="Google Shape;82;p18"/>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83" name="Google Shape;83;p1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4" name="Google Shape;84;p1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
    <p:bg>
      <p:bgPr>
        <a:solidFill>
          <a:schemeClr val="lt1"/>
        </a:solidFill>
      </p:bgPr>
    </p:bg>
    <p:spTree>
      <p:nvGrpSpPr>
        <p:cNvPr id="85" name="Shape 85"/>
        <p:cNvGrpSpPr/>
        <p:nvPr/>
      </p:nvGrpSpPr>
      <p:grpSpPr>
        <a:xfrm>
          <a:off x="0" y="0"/>
          <a:ext cx="0" cy="0"/>
          <a:chOff x="0" y="0"/>
          <a:chExt cx="0" cy="0"/>
        </a:xfrm>
      </p:grpSpPr>
      <p:cxnSp>
        <p:nvCxnSpPr>
          <p:cNvPr id="86" name="Google Shape;86;p19"/>
          <p:cNvCxnSpPr/>
          <p:nvPr/>
        </p:nvCxnSpPr>
        <p:spPr>
          <a:xfrm>
            <a:off x="283850" y="4683725"/>
            <a:ext cx="8573100" cy="0"/>
          </a:xfrm>
          <a:prstGeom prst="straightConnector1">
            <a:avLst/>
          </a:prstGeom>
          <a:noFill/>
          <a:ln cap="flat" cmpd="sng" w="9525">
            <a:solidFill>
              <a:schemeClr val="dk1"/>
            </a:solidFill>
            <a:prstDash val="solid"/>
            <a:round/>
            <a:headEnd len="med" w="med" type="none"/>
            <a:tailEnd len="med" w="med" type="none"/>
          </a:ln>
        </p:spPr>
      </p:cxnSp>
      <p:sp>
        <p:nvSpPr>
          <p:cNvPr id="87" name="Google Shape;87;p19"/>
          <p:cNvSpPr txBox="1"/>
          <p:nvPr>
            <p:ph type="title"/>
          </p:nvPr>
        </p:nvSpPr>
        <p:spPr>
          <a:xfrm>
            <a:off x="283850" y="230676"/>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88" name="Google Shape;88;p19"/>
          <p:cNvSpPr txBox="1"/>
          <p:nvPr>
            <p:ph idx="1" type="subTitle"/>
          </p:nvPr>
        </p:nvSpPr>
        <p:spPr>
          <a:xfrm>
            <a:off x="6214200" y="3602000"/>
            <a:ext cx="23865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89" name="Google Shape;89;p19"/>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19"/>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91" name="Google Shape;91;p19"/>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92" name="Google Shape;92;p19"/>
          <p:cNvSpPr/>
          <p:nvPr>
            <p:ph idx="4" type="pic"/>
          </p:nvPr>
        </p:nvSpPr>
        <p:spPr>
          <a:xfrm>
            <a:off x="4629750" y="3386700"/>
            <a:ext cx="1328400" cy="12909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3">
  <p:cSld name="BLANK_3_1">
    <p:bg>
      <p:bgPr>
        <a:solidFill>
          <a:schemeClr val="accent3"/>
        </a:solidFill>
      </p:bgPr>
    </p:bg>
    <p:spTree>
      <p:nvGrpSpPr>
        <p:cNvPr id="93" name="Shape 93"/>
        <p:cNvGrpSpPr/>
        <p:nvPr/>
      </p:nvGrpSpPr>
      <p:grpSpPr>
        <a:xfrm>
          <a:off x="0" y="0"/>
          <a:ext cx="0" cy="0"/>
          <a:chOff x="0" y="0"/>
          <a:chExt cx="0" cy="0"/>
        </a:xfrm>
      </p:grpSpPr>
      <p:sp>
        <p:nvSpPr>
          <p:cNvPr id="94" name="Google Shape;94;p20"/>
          <p:cNvSpPr/>
          <p:nvPr/>
        </p:nvSpPr>
        <p:spPr>
          <a:xfrm>
            <a:off x="3186050" y="288625"/>
            <a:ext cx="5670900" cy="292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95" name="Google Shape;95;p20"/>
          <p:cNvSpPr/>
          <p:nvPr/>
        </p:nvSpPr>
        <p:spPr>
          <a:xfrm>
            <a:off x="3499026" y="558338"/>
            <a:ext cx="5044948" cy="2389773"/>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96" name="Google Shape;96;p20"/>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97" name="Google Shape;97;p20"/>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nter"/>
              <a:buNone/>
              <a:defRPr sz="1200">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98" name="Google Shape;98;p20"/>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20"/>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100" name="Google Shape;100;p20"/>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4">
  <p:cSld name="BLANK_3_1_1">
    <p:bg>
      <p:bgPr>
        <a:solidFill>
          <a:schemeClr val="accent1"/>
        </a:solidFill>
      </p:bgPr>
    </p:bg>
    <p:spTree>
      <p:nvGrpSpPr>
        <p:cNvPr id="101" name="Shape 101"/>
        <p:cNvGrpSpPr/>
        <p:nvPr/>
      </p:nvGrpSpPr>
      <p:grpSpPr>
        <a:xfrm>
          <a:off x="0" y="0"/>
          <a:ext cx="0" cy="0"/>
          <a:chOff x="0" y="0"/>
          <a:chExt cx="0" cy="0"/>
        </a:xfrm>
      </p:grpSpPr>
      <p:sp>
        <p:nvSpPr>
          <p:cNvPr id="102" name="Google Shape;102;p21"/>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103" name="Google Shape;103;p21"/>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104" name="Google Shape;104;p21"/>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21"/>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21"/>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7" name="Google Shape;107;p21"/>
          <p:cNvSpPr/>
          <p:nvPr>
            <p:ph idx="4" type="pic"/>
          </p:nvPr>
        </p:nvSpPr>
        <p:spPr>
          <a:xfrm>
            <a:off x="3185700" y="291263"/>
            <a:ext cx="5671200" cy="4387800"/>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2">
    <p:bg>
      <p:bgPr>
        <a:solidFill>
          <a:schemeClr val="lt1"/>
        </a:solidFill>
      </p:bgPr>
    </p:bg>
    <p:spTree>
      <p:nvGrpSpPr>
        <p:cNvPr id="108" name="Shape 108"/>
        <p:cNvGrpSpPr/>
        <p:nvPr/>
      </p:nvGrpSpPr>
      <p:grpSpPr>
        <a:xfrm>
          <a:off x="0" y="0"/>
          <a:ext cx="0" cy="0"/>
          <a:chOff x="0" y="0"/>
          <a:chExt cx="0" cy="0"/>
        </a:xfrm>
      </p:grpSpPr>
      <p:sp>
        <p:nvSpPr>
          <p:cNvPr id="109" name="Google Shape;109;p2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10" name="Google Shape;110;p22"/>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111" name="Google Shape;111;p22"/>
          <p:cNvSpPr txBox="1"/>
          <p:nvPr>
            <p:ph idx="2"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5">
  <p:cSld name="BLANK_1_1_1_1_1_1_1_1_1_1_1_2_1">
    <p:bg>
      <p:bgPr>
        <a:solidFill>
          <a:schemeClr val="lt1"/>
        </a:solidFill>
      </p:bgPr>
    </p:bg>
    <p:spTree>
      <p:nvGrpSpPr>
        <p:cNvPr id="112" name="Shape 112"/>
        <p:cNvGrpSpPr/>
        <p:nvPr/>
      </p:nvGrpSpPr>
      <p:grpSpPr>
        <a:xfrm>
          <a:off x="0" y="0"/>
          <a:ext cx="0" cy="0"/>
          <a:chOff x="0" y="0"/>
          <a:chExt cx="0" cy="0"/>
        </a:xfrm>
      </p:grpSpPr>
      <p:sp>
        <p:nvSpPr>
          <p:cNvPr id="113" name="Google Shape;113;p23"/>
          <p:cNvSpPr txBox="1"/>
          <p:nvPr>
            <p:ph type="title"/>
          </p:nvPr>
        </p:nvSpPr>
        <p:spPr>
          <a:xfrm>
            <a:off x="283850" y="285900"/>
            <a:ext cx="4227600" cy="309300"/>
          </a:xfrm>
          <a:prstGeom prst="rect">
            <a:avLst/>
          </a:prstGeom>
        </p:spPr>
        <p:txBody>
          <a:bodyPr anchorCtr="0" anchor="t" bIns="0" lIns="0" spcFirstLastPara="1" rIns="0" wrap="square" tIns="0">
            <a:spAutoFit/>
          </a:bodyPr>
          <a:lstStyle>
            <a:lvl1pPr lvl="0">
              <a:lnSpc>
                <a:spcPct val="70000"/>
              </a:lnSpc>
              <a:spcBef>
                <a:spcPts val="0"/>
              </a:spcBef>
              <a:spcAft>
                <a:spcPts val="0"/>
              </a:spcAft>
              <a:buNone/>
              <a:defRPr sz="1800">
                <a:solidFill>
                  <a:schemeClr val="dk1"/>
                </a:solidFill>
              </a:defRPr>
            </a:lvl1pPr>
            <a:lvl2pPr lvl="1">
              <a:lnSpc>
                <a:spcPct val="70000"/>
              </a:lnSpc>
              <a:spcBef>
                <a:spcPts val="0"/>
              </a:spcBef>
              <a:spcAft>
                <a:spcPts val="0"/>
              </a:spcAft>
              <a:buNone/>
              <a:defRPr sz="1800">
                <a:solidFill>
                  <a:schemeClr val="dk1"/>
                </a:solidFill>
              </a:defRPr>
            </a:lvl2pPr>
            <a:lvl3pPr lvl="2">
              <a:lnSpc>
                <a:spcPct val="70000"/>
              </a:lnSpc>
              <a:spcBef>
                <a:spcPts val="0"/>
              </a:spcBef>
              <a:spcAft>
                <a:spcPts val="0"/>
              </a:spcAft>
              <a:buNone/>
              <a:defRPr sz="1800">
                <a:solidFill>
                  <a:schemeClr val="dk1"/>
                </a:solidFill>
              </a:defRPr>
            </a:lvl3pPr>
            <a:lvl4pPr lvl="3">
              <a:lnSpc>
                <a:spcPct val="70000"/>
              </a:lnSpc>
              <a:spcBef>
                <a:spcPts val="0"/>
              </a:spcBef>
              <a:spcAft>
                <a:spcPts val="0"/>
              </a:spcAft>
              <a:buNone/>
              <a:defRPr sz="1800">
                <a:solidFill>
                  <a:schemeClr val="dk1"/>
                </a:solidFill>
              </a:defRPr>
            </a:lvl4pPr>
            <a:lvl5pPr lvl="4">
              <a:lnSpc>
                <a:spcPct val="70000"/>
              </a:lnSpc>
              <a:spcBef>
                <a:spcPts val="0"/>
              </a:spcBef>
              <a:spcAft>
                <a:spcPts val="0"/>
              </a:spcAft>
              <a:buNone/>
              <a:defRPr sz="1800">
                <a:solidFill>
                  <a:schemeClr val="dk1"/>
                </a:solidFill>
              </a:defRPr>
            </a:lvl5pPr>
            <a:lvl6pPr lvl="5">
              <a:lnSpc>
                <a:spcPct val="70000"/>
              </a:lnSpc>
              <a:spcBef>
                <a:spcPts val="0"/>
              </a:spcBef>
              <a:spcAft>
                <a:spcPts val="0"/>
              </a:spcAft>
              <a:buNone/>
              <a:defRPr sz="1800">
                <a:solidFill>
                  <a:schemeClr val="dk1"/>
                </a:solidFill>
              </a:defRPr>
            </a:lvl6pPr>
            <a:lvl7pPr lvl="6">
              <a:lnSpc>
                <a:spcPct val="70000"/>
              </a:lnSpc>
              <a:spcBef>
                <a:spcPts val="0"/>
              </a:spcBef>
              <a:spcAft>
                <a:spcPts val="0"/>
              </a:spcAft>
              <a:buNone/>
              <a:defRPr sz="1800">
                <a:solidFill>
                  <a:schemeClr val="dk1"/>
                </a:solidFill>
              </a:defRPr>
            </a:lvl7pPr>
            <a:lvl8pPr lvl="7">
              <a:lnSpc>
                <a:spcPct val="70000"/>
              </a:lnSpc>
              <a:spcBef>
                <a:spcPts val="0"/>
              </a:spcBef>
              <a:spcAft>
                <a:spcPts val="0"/>
              </a:spcAft>
              <a:buNone/>
              <a:defRPr sz="1800">
                <a:solidFill>
                  <a:schemeClr val="dk1"/>
                </a:solidFill>
              </a:defRPr>
            </a:lvl8pPr>
            <a:lvl9pPr lvl="8">
              <a:lnSpc>
                <a:spcPct val="70000"/>
              </a:lnSpc>
              <a:spcBef>
                <a:spcPts val="0"/>
              </a:spcBef>
              <a:spcAft>
                <a:spcPts val="0"/>
              </a:spcAft>
              <a:buNone/>
              <a:defRPr sz="1800">
                <a:solidFill>
                  <a:schemeClr val="dk1"/>
                </a:solidFill>
              </a:defRPr>
            </a:lvl9pPr>
          </a:lstStyle>
          <a:p/>
        </p:txBody>
      </p:sp>
      <p:sp>
        <p:nvSpPr>
          <p:cNvPr id="114" name="Google Shape;114;p2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15" name="Google Shape;115;p23"/>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6" name="Google Shape;116;p23"/>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7" name="Google Shape;117;p23"/>
          <p:cNvSpPr txBox="1"/>
          <p:nvPr>
            <p:ph idx="1" type="subTitle"/>
          </p:nvPr>
        </p:nvSpPr>
        <p:spPr>
          <a:xfrm>
            <a:off x="1125100" y="23454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18" name="Google Shape;118;p23"/>
          <p:cNvSpPr txBox="1"/>
          <p:nvPr>
            <p:ph idx="4" type="subTitle"/>
          </p:nvPr>
        </p:nvSpPr>
        <p:spPr>
          <a:xfrm flipH="1">
            <a:off x="6801950" y="23454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9" name="Google Shape;119;p23"/>
          <p:cNvSpPr txBox="1"/>
          <p:nvPr>
            <p:ph idx="5" type="subTitle"/>
          </p:nvPr>
        </p:nvSpPr>
        <p:spPr>
          <a:xfrm>
            <a:off x="1125100" y="15556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0" name="Google Shape;120;p23"/>
          <p:cNvSpPr txBox="1"/>
          <p:nvPr>
            <p:ph idx="6" type="subTitle"/>
          </p:nvPr>
        </p:nvSpPr>
        <p:spPr>
          <a:xfrm flipH="1">
            <a:off x="6801950" y="15556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21" name="Google Shape;121;p23"/>
          <p:cNvSpPr txBox="1"/>
          <p:nvPr>
            <p:ph idx="7" type="subTitle"/>
          </p:nvPr>
        </p:nvSpPr>
        <p:spPr>
          <a:xfrm>
            <a:off x="1125100" y="312316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2" name="Google Shape;122;p23"/>
          <p:cNvSpPr txBox="1"/>
          <p:nvPr>
            <p:ph idx="8" type="subTitle"/>
          </p:nvPr>
        </p:nvSpPr>
        <p:spPr>
          <a:xfrm flipH="1">
            <a:off x="6801950" y="312316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23" name="Google Shape;123;p23"/>
          <p:cNvSpPr txBox="1"/>
          <p:nvPr>
            <p:ph idx="9" type="subTitle"/>
          </p:nvPr>
        </p:nvSpPr>
        <p:spPr>
          <a:xfrm>
            <a:off x="1125100" y="390291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4" name="Google Shape;124;p23"/>
          <p:cNvSpPr txBox="1"/>
          <p:nvPr>
            <p:ph idx="13" type="subTitle"/>
          </p:nvPr>
        </p:nvSpPr>
        <p:spPr>
          <a:xfrm flipH="1">
            <a:off x="6801950" y="390291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CUSTOM_1">
    <p:bg>
      <p:bgPr>
        <a:solidFill>
          <a:schemeClr val="lt1"/>
        </a:solidFill>
      </p:bgPr>
    </p:bg>
    <p:spTree>
      <p:nvGrpSpPr>
        <p:cNvPr id="125" name="Shape 125"/>
        <p:cNvGrpSpPr/>
        <p:nvPr/>
      </p:nvGrpSpPr>
      <p:grpSpPr>
        <a:xfrm>
          <a:off x="0" y="0"/>
          <a:ext cx="0" cy="0"/>
          <a:chOff x="0" y="0"/>
          <a:chExt cx="0" cy="0"/>
        </a:xfrm>
      </p:grpSpPr>
      <p:sp>
        <p:nvSpPr>
          <p:cNvPr id="126" name="Google Shape;126;p24"/>
          <p:cNvSpPr/>
          <p:nvPr>
            <p:ph idx="2" type="pic"/>
          </p:nvPr>
        </p:nvSpPr>
        <p:spPr>
          <a:xfrm>
            <a:off x="283850" y="2178075"/>
            <a:ext cx="4227600" cy="2505600"/>
          </a:xfrm>
          <a:prstGeom prst="rect">
            <a:avLst/>
          </a:prstGeom>
          <a:noFill/>
          <a:ln>
            <a:noFill/>
          </a:ln>
        </p:spPr>
      </p:sp>
      <p:sp>
        <p:nvSpPr>
          <p:cNvPr id="127" name="Google Shape;127;p24"/>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28" name="Google Shape;128;p24"/>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29" name="Google Shape;129;p24"/>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0" name="Google Shape;130;p24"/>
          <p:cNvSpPr txBox="1"/>
          <p:nvPr>
            <p:ph idx="4"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31" name="Google Shape;131;p24"/>
          <p:cNvSpPr txBox="1"/>
          <p:nvPr>
            <p:ph idx="1" type="body"/>
          </p:nvPr>
        </p:nvSpPr>
        <p:spPr>
          <a:xfrm>
            <a:off x="4629300" y="2636275"/>
            <a:ext cx="42276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32" name="Google Shape;132;p24"/>
          <p:cNvSpPr/>
          <p:nvPr/>
        </p:nvSpPr>
        <p:spPr>
          <a:xfrm rot="10800000">
            <a:off x="8020323" y="286810"/>
            <a:ext cx="836528" cy="83636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3">
    <p:bg>
      <p:bgPr>
        <a:solidFill>
          <a:schemeClr val="lt1"/>
        </a:solidFill>
      </p:bgPr>
    </p:bg>
    <p:spTree>
      <p:nvGrpSpPr>
        <p:cNvPr id="133" name="Shape 133"/>
        <p:cNvGrpSpPr/>
        <p:nvPr/>
      </p:nvGrpSpPr>
      <p:grpSpPr>
        <a:xfrm>
          <a:off x="0" y="0"/>
          <a:ext cx="0" cy="0"/>
          <a:chOff x="0" y="0"/>
          <a:chExt cx="0" cy="0"/>
        </a:xfrm>
      </p:grpSpPr>
      <p:sp>
        <p:nvSpPr>
          <p:cNvPr id="134" name="Google Shape;134;p25"/>
          <p:cNvSpPr/>
          <p:nvPr>
            <p:ph idx="2" type="pic"/>
          </p:nvPr>
        </p:nvSpPr>
        <p:spPr>
          <a:xfrm>
            <a:off x="4629750" y="0"/>
            <a:ext cx="4227000" cy="4683600"/>
          </a:xfrm>
          <a:prstGeom prst="roundRect">
            <a:avLst>
              <a:gd fmla="val 0" name="adj"/>
            </a:avLst>
          </a:prstGeom>
          <a:noFill/>
          <a:ln>
            <a:noFill/>
          </a:ln>
        </p:spPr>
      </p:sp>
      <p:sp>
        <p:nvSpPr>
          <p:cNvPr id="135" name="Google Shape;135;p2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36" name="Google Shape;136;p25"/>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37" name="Google Shape;137;p25"/>
          <p:cNvSpPr txBox="1"/>
          <p:nvPr>
            <p:ph idx="1" type="body"/>
          </p:nvPr>
        </p:nvSpPr>
        <p:spPr>
          <a:xfrm>
            <a:off x="763175" y="2599225"/>
            <a:ext cx="37488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138" name="Google Shape;138;p25"/>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9" name="Google Shape;139;p25"/>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5">
  <p:cSld name="BLANK_1_1_1_1_1_1_1_1_1_1_1_1_3_1_1">
    <p:bg>
      <p:bgPr>
        <a:solidFill>
          <a:schemeClr val="lt1"/>
        </a:solidFill>
      </p:bgPr>
    </p:bg>
    <p:spTree>
      <p:nvGrpSpPr>
        <p:cNvPr id="140" name="Shape 140"/>
        <p:cNvGrpSpPr/>
        <p:nvPr/>
      </p:nvGrpSpPr>
      <p:grpSpPr>
        <a:xfrm>
          <a:off x="0" y="0"/>
          <a:ext cx="0" cy="0"/>
          <a:chOff x="0" y="0"/>
          <a:chExt cx="0" cy="0"/>
        </a:xfrm>
      </p:grpSpPr>
      <p:sp>
        <p:nvSpPr>
          <p:cNvPr id="141" name="Google Shape;141;p26"/>
          <p:cNvSpPr/>
          <p:nvPr>
            <p:ph idx="2" type="pic"/>
          </p:nvPr>
        </p:nvSpPr>
        <p:spPr>
          <a:xfrm>
            <a:off x="270275" y="3132475"/>
            <a:ext cx="2770500" cy="1551000"/>
          </a:xfrm>
          <a:prstGeom prst="roundRect">
            <a:avLst>
              <a:gd fmla="val 0" name="adj"/>
            </a:avLst>
          </a:prstGeom>
          <a:noFill/>
          <a:ln>
            <a:noFill/>
          </a:ln>
        </p:spPr>
      </p:sp>
      <p:sp>
        <p:nvSpPr>
          <p:cNvPr id="142" name="Google Shape;142;p26"/>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43" name="Google Shape;143;p26"/>
          <p:cNvSpPr txBox="1"/>
          <p:nvPr>
            <p:ph type="title"/>
          </p:nvPr>
        </p:nvSpPr>
        <p:spPr>
          <a:xfrm>
            <a:off x="283850" y="285900"/>
            <a:ext cx="6400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44" name="Google Shape;144;p26"/>
          <p:cNvSpPr txBox="1"/>
          <p:nvPr>
            <p:ph idx="1" type="body"/>
          </p:nvPr>
        </p:nvSpPr>
        <p:spPr>
          <a:xfrm>
            <a:off x="6086325" y="2599225"/>
            <a:ext cx="27705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145" name="Google Shape;145;p26"/>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6" name="Google Shape;146;p26"/>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7" name="Google Shape;147;p26"/>
          <p:cNvSpPr txBox="1"/>
          <p:nvPr>
            <p:ph idx="5" type="body"/>
          </p:nvPr>
        </p:nvSpPr>
        <p:spPr>
          <a:xfrm>
            <a:off x="3185700" y="2599225"/>
            <a:ext cx="2770500" cy="2084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7">
  <p:cSld name="BLANK_1_1_1_1_1_1_1_1_1_1_1_1_2_1">
    <p:bg>
      <p:bgPr>
        <a:solidFill>
          <a:schemeClr val="lt1"/>
        </a:solidFill>
      </p:bgPr>
    </p:bg>
    <p:spTree>
      <p:nvGrpSpPr>
        <p:cNvPr id="148" name="Shape 148"/>
        <p:cNvGrpSpPr/>
        <p:nvPr/>
      </p:nvGrpSpPr>
      <p:grpSpPr>
        <a:xfrm>
          <a:off x="0" y="0"/>
          <a:ext cx="0" cy="0"/>
          <a:chOff x="0" y="0"/>
          <a:chExt cx="0" cy="0"/>
        </a:xfrm>
      </p:grpSpPr>
      <p:sp>
        <p:nvSpPr>
          <p:cNvPr id="149" name="Google Shape;149;p27"/>
          <p:cNvSpPr txBox="1"/>
          <p:nvPr>
            <p:ph type="title"/>
          </p:nvPr>
        </p:nvSpPr>
        <p:spPr>
          <a:xfrm>
            <a:off x="4782150" y="285900"/>
            <a:ext cx="40749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50" name="Google Shape;150;p27"/>
          <p:cNvSpPr txBox="1"/>
          <p:nvPr>
            <p:ph idx="1" type="body"/>
          </p:nvPr>
        </p:nvSpPr>
        <p:spPr>
          <a:xfrm>
            <a:off x="6086325" y="2636275"/>
            <a:ext cx="2770800" cy="2047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151" name="Google Shape;151;p27"/>
          <p:cNvSpPr txBox="1"/>
          <p:nvPr>
            <p:ph idx="2" type="body"/>
          </p:nvPr>
        </p:nvSpPr>
        <p:spPr>
          <a:xfrm>
            <a:off x="4782375" y="2636275"/>
            <a:ext cx="11757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52" name="Google Shape;152;p27"/>
          <p:cNvSpPr/>
          <p:nvPr>
            <p:ph idx="3" type="pic"/>
          </p:nvPr>
        </p:nvSpPr>
        <p:spPr>
          <a:xfrm>
            <a:off x="283850" y="0"/>
            <a:ext cx="4227000" cy="4683600"/>
          </a:xfrm>
          <a:prstGeom prst="roundRect">
            <a:avLst>
              <a:gd fmla="val 0" name="adj"/>
            </a:avLst>
          </a:prstGeom>
          <a:noFill/>
          <a:ln>
            <a:noFill/>
          </a:ln>
        </p:spPr>
      </p:sp>
      <p:sp>
        <p:nvSpPr>
          <p:cNvPr id="153" name="Google Shape;153;p2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54" name="Google Shape;154;p27"/>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5" name="Google Shape;155;p27"/>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3_1_2">
    <p:bg>
      <p:bgPr>
        <a:solidFill>
          <a:schemeClr val="lt1"/>
        </a:solidFill>
      </p:bgPr>
    </p:bg>
    <p:spTree>
      <p:nvGrpSpPr>
        <p:cNvPr id="156" name="Shape 156"/>
        <p:cNvGrpSpPr/>
        <p:nvPr/>
      </p:nvGrpSpPr>
      <p:grpSpPr>
        <a:xfrm>
          <a:off x="0" y="0"/>
          <a:ext cx="0" cy="0"/>
          <a:chOff x="0" y="0"/>
          <a:chExt cx="0" cy="0"/>
        </a:xfrm>
      </p:grpSpPr>
      <p:sp>
        <p:nvSpPr>
          <p:cNvPr id="157" name="Google Shape;157;p2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58" name="Google Shape;158;p28"/>
          <p:cNvSpPr txBox="1"/>
          <p:nvPr>
            <p:ph type="title"/>
          </p:nvPr>
        </p:nvSpPr>
        <p:spPr>
          <a:xfrm>
            <a:off x="283850" y="285900"/>
            <a:ext cx="4227300" cy="7515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59" name="Google Shape;159;p2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60" name="Google Shape;160;p2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61" name="Google Shape;161;p28"/>
          <p:cNvSpPr txBox="1"/>
          <p:nvPr>
            <p:ph idx="1" type="body"/>
          </p:nvPr>
        </p:nvSpPr>
        <p:spPr>
          <a:xfrm>
            <a:off x="4632000" y="285900"/>
            <a:ext cx="4227300" cy="11547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62" name="Google Shape;162;p28"/>
          <p:cNvSpPr txBox="1"/>
          <p:nvPr>
            <p:ph idx="4" type="subTitle"/>
          </p:nvPr>
        </p:nvSpPr>
        <p:spPr>
          <a:xfrm>
            <a:off x="28862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63" name="Google Shape;163;p28"/>
          <p:cNvSpPr txBox="1"/>
          <p:nvPr>
            <p:ph idx="5" type="body"/>
          </p:nvPr>
        </p:nvSpPr>
        <p:spPr>
          <a:xfrm>
            <a:off x="288625" y="2891825"/>
            <a:ext cx="2050800" cy="1507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Char char="●"/>
              <a:defRPr sz="1000">
                <a:solidFill>
                  <a:schemeClr val="dk1"/>
                </a:solidFill>
              </a:defRPr>
            </a:lvl1pPr>
            <a:lvl2pPr indent="-292100" lvl="1" marL="914400">
              <a:spcBef>
                <a:spcPts val="0"/>
              </a:spcBef>
              <a:spcAft>
                <a:spcPts val="0"/>
              </a:spcAft>
              <a:buClr>
                <a:schemeClr val="dk1"/>
              </a:buClr>
              <a:buSzPts val="1000"/>
              <a:buChar char="○"/>
              <a:defRPr sz="1000">
                <a:solidFill>
                  <a:schemeClr val="dk1"/>
                </a:solidFill>
              </a:defRPr>
            </a:lvl2pPr>
            <a:lvl3pPr indent="-292100" lvl="2" marL="1371600">
              <a:spcBef>
                <a:spcPts val="0"/>
              </a:spcBef>
              <a:spcAft>
                <a:spcPts val="0"/>
              </a:spcAft>
              <a:buClr>
                <a:schemeClr val="dk1"/>
              </a:buClr>
              <a:buSzPts val="1000"/>
              <a:buChar char="■"/>
              <a:defRPr sz="1000">
                <a:solidFill>
                  <a:schemeClr val="dk1"/>
                </a:solidFill>
              </a:defRPr>
            </a:lvl3pPr>
            <a:lvl4pPr indent="-292100" lvl="3" marL="1828800">
              <a:spcBef>
                <a:spcPts val="0"/>
              </a:spcBef>
              <a:spcAft>
                <a:spcPts val="0"/>
              </a:spcAft>
              <a:buClr>
                <a:schemeClr val="dk1"/>
              </a:buClr>
              <a:buSzPts val="1000"/>
              <a:buChar char="●"/>
              <a:defRPr sz="1000">
                <a:solidFill>
                  <a:schemeClr val="dk1"/>
                </a:solidFill>
              </a:defRPr>
            </a:lvl4pPr>
            <a:lvl5pPr indent="-292100" lvl="4" marL="2286000">
              <a:spcBef>
                <a:spcPts val="0"/>
              </a:spcBef>
              <a:spcAft>
                <a:spcPts val="0"/>
              </a:spcAft>
              <a:buClr>
                <a:schemeClr val="dk1"/>
              </a:buClr>
              <a:buSzPts val="1000"/>
              <a:buChar char="○"/>
              <a:defRPr sz="1000">
                <a:solidFill>
                  <a:schemeClr val="dk1"/>
                </a:solidFill>
              </a:defRPr>
            </a:lvl5pPr>
            <a:lvl6pPr indent="-292100" lvl="5" marL="2743200">
              <a:spcBef>
                <a:spcPts val="0"/>
              </a:spcBef>
              <a:spcAft>
                <a:spcPts val="0"/>
              </a:spcAft>
              <a:buClr>
                <a:schemeClr val="dk1"/>
              </a:buClr>
              <a:buSzPts val="1000"/>
              <a:buChar char="■"/>
              <a:defRPr sz="1000">
                <a:solidFill>
                  <a:schemeClr val="dk1"/>
                </a:solidFill>
              </a:defRPr>
            </a:lvl6pPr>
            <a:lvl7pPr indent="-292100" lvl="6" marL="3200400">
              <a:spcBef>
                <a:spcPts val="0"/>
              </a:spcBef>
              <a:spcAft>
                <a:spcPts val="0"/>
              </a:spcAft>
              <a:buClr>
                <a:schemeClr val="dk1"/>
              </a:buClr>
              <a:buSzPts val="1000"/>
              <a:buChar char="●"/>
              <a:defRPr sz="1000">
                <a:solidFill>
                  <a:schemeClr val="dk1"/>
                </a:solidFill>
              </a:defRPr>
            </a:lvl7pPr>
            <a:lvl8pPr indent="-292100" lvl="7" marL="3657600">
              <a:spcBef>
                <a:spcPts val="0"/>
              </a:spcBef>
              <a:spcAft>
                <a:spcPts val="0"/>
              </a:spcAft>
              <a:buClr>
                <a:schemeClr val="dk1"/>
              </a:buClr>
              <a:buSzPts val="1000"/>
              <a:buChar char="○"/>
              <a:defRPr sz="1000">
                <a:solidFill>
                  <a:schemeClr val="dk1"/>
                </a:solidFill>
              </a:defRPr>
            </a:lvl8pPr>
            <a:lvl9pPr indent="-292100" lvl="8" marL="4114800">
              <a:spcBef>
                <a:spcPts val="0"/>
              </a:spcBef>
              <a:spcAft>
                <a:spcPts val="0"/>
              </a:spcAft>
              <a:buClr>
                <a:schemeClr val="dk1"/>
              </a:buClr>
              <a:buSzPts val="1000"/>
              <a:buChar char="■"/>
              <a:defRPr sz="1000">
                <a:solidFill>
                  <a:schemeClr val="dk1"/>
                </a:solidFill>
              </a:defRPr>
            </a:lvl9pPr>
          </a:lstStyle>
          <a:p/>
        </p:txBody>
      </p:sp>
      <p:sp>
        <p:nvSpPr>
          <p:cNvPr id="164" name="Google Shape;164;p28"/>
          <p:cNvSpPr txBox="1"/>
          <p:nvPr>
            <p:ph idx="6" type="subTitle"/>
          </p:nvPr>
        </p:nvSpPr>
        <p:spPr>
          <a:xfrm>
            <a:off x="245670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65" name="Google Shape;165;p28"/>
          <p:cNvSpPr txBox="1"/>
          <p:nvPr>
            <p:ph idx="7" type="body"/>
          </p:nvPr>
        </p:nvSpPr>
        <p:spPr>
          <a:xfrm>
            <a:off x="245670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66" name="Google Shape;166;p28"/>
          <p:cNvSpPr txBox="1"/>
          <p:nvPr>
            <p:ph idx="8" type="subTitle"/>
          </p:nvPr>
        </p:nvSpPr>
        <p:spPr>
          <a:xfrm>
            <a:off x="462937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67" name="Google Shape;167;p28"/>
          <p:cNvSpPr txBox="1"/>
          <p:nvPr>
            <p:ph idx="9" type="body"/>
          </p:nvPr>
        </p:nvSpPr>
        <p:spPr>
          <a:xfrm>
            <a:off x="4629375"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68" name="Google Shape;168;p28"/>
          <p:cNvSpPr txBox="1"/>
          <p:nvPr>
            <p:ph idx="13" type="subTitle"/>
          </p:nvPr>
        </p:nvSpPr>
        <p:spPr>
          <a:xfrm>
            <a:off x="680205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69" name="Google Shape;169;p28"/>
          <p:cNvSpPr txBox="1"/>
          <p:nvPr>
            <p:ph idx="14" type="body"/>
          </p:nvPr>
        </p:nvSpPr>
        <p:spPr>
          <a:xfrm>
            <a:off x="680205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5">
  <p:cSld name="BLANK_1_1_1_1_1_1_1_1_1_1_1_1_1_2_1_2_1">
    <p:bg>
      <p:bgPr>
        <a:solidFill>
          <a:schemeClr val="lt1"/>
        </a:solidFill>
      </p:bgPr>
    </p:bg>
    <p:spTree>
      <p:nvGrpSpPr>
        <p:cNvPr id="170" name="Shape 170"/>
        <p:cNvGrpSpPr/>
        <p:nvPr/>
      </p:nvGrpSpPr>
      <p:grpSpPr>
        <a:xfrm>
          <a:off x="0" y="0"/>
          <a:ext cx="0" cy="0"/>
          <a:chOff x="0" y="0"/>
          <a:chExt cx="0" cy="0"/>
        </a:xfrm>
      </p:grpSpPr>
      <p:sp>
        <p:nvSpPr>
          <p:cNvPr id="171" name="Google Shape;171;p29"/>
          <p:cNvSpPr txBox="1"/>
          <p:nvPr>
            <p:ph idx="1" type="subTitle"/>
          </p:nvPr>
        </p:nvSpPr>
        <p:spPr>
          <a:xfrm>
            <a:off x="288625" y="2636275"/>
            <a:ext cx="1005000" cy="972000"/>
          </a:xfrm>
          <a:prstGeom prst="rect">
            <a:avLst/>
          </a:prstGeom>
        </p:spPr>
        <p:txBody>
          <a:bodyPr anchorCtr="0" anchor="t"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72" name="Google Shape;172;p29"/>
          <p:cNvSpPr txBox="1"/>
          <p:nvPr>
            <p:ph idx="2" type="subTitle"/>
          </p:nvPr>
        </p:nvSpPr>
        <p:spPr>
          <a:xfrm>
            <a:off x="288625"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73" name="Google Shape;173;p29"/>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74" name="Google Shape;174;p29"/>
          <p:cNvSpPr txBox="1"/>
          <p:nvPr>
            <p:ph idx="4" type="body"/>
          </p:nvPr>
        </p:nvSpPr>
        <p:spPr>
          <a:xfrm>
            <a:off x="6091950" y="2635425"/>
            <a:ext cx="2764800" cy="9720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
        <p:nvSpPr>
          <p:cNvPr id="175" name="Google Shape;175;p29"/>
          <p:cNvSpPr txBox="1"/>
          <p:nvPr>
            <p:ph idx="5"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6" name="Google Shape;176;p2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77" name="Google Shape;177;p29"/>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78" name="Google Shape;178;p29"/>
          <p:cNvSpPr txBox="1"/>
          <p:nvPr>
            <p:ph idx="6"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9" name="Google Shape;179;p29"/>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0" name="Google Shape;180;p29"/>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1" name="Google Shape;181;p29"/>
          <p:cNvSpPr txBox="1"/>
          <p:nvPr>
            <p:ph idx="9" type="subTitle"/>
          </p:nvPr>
        </p:nvSpPr>
        <p:spPr>
          <a:xfrm>
            <a:off x="1648600" y="2636275"/>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4"/>
              </a:buClr>
              <a:buSzPts val="3600"/>
              <a:buFont typeface="Inter"/>
              <a:buNone/>
              <a:defRPr sz="3600">
                <a:solidFill>
                  <a:schemeClr val="accent4"/>
                </a:solidFill>
              </a:defRPr>
            </a:lvl1pPr>
            <a:lvl2pPr lvl="1">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2pPr>
            <a:lvl3pPr lvl="2">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3pPr>
            <a:lvl4pPr lvl="3">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4pPr>
            <a:lvl5pPr lvl="4">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5pPr>
            <a:lvl6pPr lvl="5">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6pPr>
            <a:lvl7pPr lvl="6">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7pPr>
            <a:lvl8pPr lvl="7">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8pPr>
            <a:lvl9pPr lvl="8">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9pPr>
          </a:lstStyle>
          <a:p/>
        </p:txBody>
      </p:sp>
      <p:sp>
        <p:nvSpPr>
          <p:cNvPr id="182" name="Google Shape;182;p29"/>
          <p:cNvSpPr txBox="1"/>
          <p:nvPr>
            <p:ph idx="13" type="subTitle"/>
          </p:nvPr>
        </p:nvSpPr>
        <p:spPr>
          <a:xfrm>
            <a:off x="1648600" y="1552438"/>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1"/>
              </a:buClr>
              <a:buSzPts val="3600"/>
              <a:buFont typeface="Inter"/>
              <a:buNone/>
              <a:defRPr sz="3600">
                <a:solidFill>
                  <a:schemeClr val="accent1"/>
                </a:solidFill>
              </a:defRPr>
            </a:lvl1pPr>
            <a:lvl2pPr lvl="1">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2pPr>
            <a:lvl3pPr lvl="2">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3pPr>
            <a:lvl4pPr lvl="3">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4pPr>
            <a:lvl5pPr lvl="4">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5pPr>
            <a:lvl6pPr lvl="5">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6pPr>
            <a:lvl7pPr lvl="6">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7pPr>
            <a:lvl8pPr lvl="7">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8pPr>
            <a:lvl9pPr lvl="8">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9pPr>
          </a:lstStyle>
          <a:p/>
        </p:txBody>
      </p:sp>
      <p:sp>
        <p:nvSpPr>
          <p:cNvPr id="183" name="Google Shape;183;p29"/>
          <p:cNvSpPr txBox="1"/>
          <p:nvPr>
            <p:ph idx="14" type="subTitle"/>
          </p:nvPr>
        </p:nvSpPr>
        <p:spPr>
          <a:xfrm>
            <a:off x="1648600" y="3707613"/>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5"/>
              </a:buClr>
              <a:buSzPts val="3600"/>
              <a:buFont typeface="Inter"/>
              <a:buNone/>
              <a:defRPr sz="3600">
                <a:solidFill>
                  <a:schemeClr val="accent5"/>
                </a:solidFill>
              </a:defRPr>
            </a:lvl1pPr>
            <a:lvl2pPr lvl="1">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2pPr>
            <a:lvl3pPr lvl="2">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3pPr>
            <a:lvl4pPr lvl="3">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4pPr>
            <a:lvl5pPr lvl="4">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5pPr>
            <a:lvl6pPr lvl="5">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6pPr>
            <a:lvl7pPr lvl="6">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7pPr>
            <a:lvl8pPr lvl="7">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8pPr>
            <a:lvl9pPr lvl="8">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6">
  <p:cSld name="BLANK_1_1_1_1_1_1_1_1_1_1_1_1_1_2_1_2_1_1">
    <p:bg>
      <p:bgPr>
        <a:solidFill>
          <a:schemeClr val="lt1"/>
        </a:solidFill>
      </p:bgPr>
    </p:bg>
    <p:spTree>
      <p:nvGrpSpPr>
        <p:cNvPr id="184" name="Shape 184"/>
        <p:cNvGrpSpPr/>
        <p:nvPr/>
      </p:nvGrpSpPr>
      <p:grpSpPr>
        <a:xfrm>
          <a:off x="0" y="0"/>
          <a:ext cx="0" cy="0"/>
          <a:chOff x="0" y="0"/>
          <a:chExt cx="0" cy="0"/>
        </a:xfrm>
      </p:grpSpPr>
      <p:sp>
        <p:nvSpPr>
          <p:cNvPr id="185" name="Google Shape;185;p30"/>
          <p:cNvSpPr txBox="1"/>
          <p:nvPr>
            <p:ph idx="1" type="subTitle"/>
          </p:nvPr>
        </p:nvSpPr>
        <p:spPr>
          <a:xfrm>
            <a:off x="3185700"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86" name="Google Shape;186;p30"/>
          <p:cNvSpPr txBox="1"/>
          <p:nvPr>
            <p:ph idx="2" type="subTitle"/>
          </p:nvPr>
        </p:nvSpPr>
        <p:spPr>
          <a:xfrm>
            <a:off x="1736388" y="26362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87" name="Google Shape;187;p30"/>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88" name="Google Shape;188;p30"/>
          <p:cNvSpPr txBox="1"/>
          <p:nvPr>
            <p:ph idx="4" type="body"/>
          </p:nvPr>
        </p:nvSpPr>
        <p:spPr>
          <a:xfrm>
            <a:off x="3187500" y="2635425"/>
            <a:ext cx="4227000" cy="972000"/>
          </a:xfrm>
          <a:prstGeom prst="rect">
            <a:avLst/>
          </a:prstGeom>
        </p:spPr>
        <p:txBody>
          <a:bodyPr anchorCtr="0" anchor="ctr" bIns="0" lIns="0" spcFirstLastPara="1" rIns="0" wrap="square" tIns="0">
            <a:noAutofit/>
          </a:bodyPr>
          <a:lstStyle>
            <a:lvl1pPr indent="-304800" lvl="0" marL="457200">
              <a:lnSpc>
                <a:spcPct val="100000"/>
              </a:lnSpc>
              <a:spcBef>
                <a:spcPts val="0"/>
              </a:spcBef>
              <a:spcAft>
                <a:spcPts val="0"/>
              </a:spcAft>
              <a:buClr>
                <a:schemeClr val="dk1"/>
              </a:buClr>
              <a:buSzPts val="1200"/>
              <a:buFont typeface="Inter"/>
              <a:buChar char="●"/>
              <a:defRPr>
                <a:solidFill>
                  <a:schemeClr val="dk1"/>
                </a:solidFill>
              </a:defRPr>
            </a:lvl1pPr>
            <a:lvl2pPr indent="-304800" lvl="1" marL="914400">
              <a:lnSpc>
                <a:spcPct val="100000"/>
              </a:lnSpc>
              <a:spcBef>
                <a:spcPts val="0"/>
              </a:spcBef>
              <a:spcAft>
                <a:spcPts val="0"/>
              </a:spcAft>
              <a:buClr>
                <a:schemeClr val="dk1"/>
              </a:buClr>
              <a:buSzPts val="1200"/>
              <a:buFont typeface="Inter"/>
              <a:buChar char="○"/>
              <a:defRPr>
                <a:solidFill>
                  <a:schemeClr val="dk1"/>
                </a:solidFill>
              </a:defRPr>
            </a:lvl2pPr>
            <a:lvl3pPr indent="-304800" lvl="2" marL="1371600">
              <a:lnSpc>
                <a:spcPct val="100000"/>
              </a:lnSpc>
              <a:spcBef>
                <a:spcPts val="0"/>
              </a:spcBef>
              <a:spcAft>
                <a:spcPts val="0"/>
              </a:spcAft>
              <a:buClr>
                <a:schemeClr val="dk1"/>
              </a:buClr>
              <a:buSzPts val="1200"/>
              <a:buFont typeface="Inter"/>
              <a:buChar char="■"/>
              <a:defRPr>
                <a:solidFill>
                  <a:schemeClr val="dk1"/>
                </a:solidFill>
              </a:defRPr>
            </a:lvl3pPr>
            <a:lvl4pPr indent="-304800" lvl="3" marL="1828800">
              <a:lnSpc>
                <a:spcPct val="100000"/>
              </a:lnSpc>
              <a:spcBef>
                <a:spcPts val="0"/>
              </a:spcBef>
              <a:spcAft>
                <a:spcPts val="0"/>
              </a:spcAft>
              <a:buClr>
                <a:schemeClr val="dk1"/>
              </a:buClr>
              <a:buSzPts val="1200"/>
              <a:buFont typeface="Inter"/>
              <a:buChar char="●"/>
              <a:defRPr>
                <a:solidFill>
                  <a:schemeClr val="dk1"/>
                </a:solidFill>
              </a:defRPr>
            </a:lvl4pPr>
            <a:lvl5pPr indent="-304800" lvl="4" marL="2286000">
              <a:lnSpc>
                <a:spcPct val="100000"/>
              </a:lnSpc>
              <a:spcBef>
                <a:spcPts val="0"/>
              </a:spcBef>
              <a:spcAft>
                <a:spcPts val="0"/>
              </a:spcAft>
              <a:buClr>
                <a:schemeClr val="dk1"/>
              </a:buClr>
              <a:buSzPts val="1200"/>
              <a:buFont typeface="Inter"/>
              <a:buChar char="○"/>
              <a:defRPr>
                <a:solidFill>
                  <a:schemeClr val="dk1"/>
                </a:solidFill>
              </a:defRPr>
            </a:lvl5pPr>
            <a:lvl6pPr indent="-304800" lvl="5" marL="2743200">
              <a:lnSpc>
                <a:spcPct val="100000"/>
              </a:lnSpc>
              <a:spcBef>
                <a:spcPts val="0"/>
              </a:spcBef>
              <a:spcAft>
                <a:spcPts val="0"/>
              </a:spcAft>
              <a:buClr>
                <a:schemeClr val="dk1"/>
              </a:buClr>
              <a:buSzPts val="1200"/>
              <a:buFont typeface="Inter"/>
              <a:buChar char="■"/>
              <a:defRPr>
                <a:solidFill>
                  <a:schemeClr val="dk1"/>
                </a:solidFill>
              </a:defRPr>
            </a:lvl6pPr>
            <a:lvl7pPr indent="-304800" lvl="6" marL="3200400">
              <a:lnSpc>
                <a:spcPct val="100000"/>
              </a:lnSpc>
              <a:spcBef>
                <a:spcPts val="0"/>
              </a:spcBef>
              <a:spcAft>
                <a:spcPts val="0"/>
              </a:spcAft>
              <a:buClr>
                <a:schemeClr val="dk1"/>
              </a:buClr>
              <a:buSzPts val="1200"/>
              <a:buFont typeface="Inter"/>
              <a:buChar char="●"/>
              <a:defRPr>
                <a:solidFill>
                  <a:schemeClr val="dk1"/>
                </a:solidFill>
              </a:defRPr>
            </a:lvl7pPr>
            <a:lvl8pPr indent="-304800" lvl="7" marL="3657600">
              <a:lnSpc>
                <a:spcPct val="100000"/>
              </a:lnSpc>
              <a:spcBef>
                <a:spcPts val="0"/>
              </a:spcBef>
              <a:spcAft>
                <a:spcPts val="0"/>
              </a:spcAft>
              <a:buClr>
                <a:schemeClr val="dk1"/>
              </a:buClr>
              <a:buSzPts val="1200"/>
              <a:buFont typeface="Inter"/>
              <a:buChar char="○"/>
              <a:defRPr>
                <a:solidFill>
                  <a:schemeClr val="dk1"/>
                </a:solidFill>
              </a:defRPr>
            </a:lvl8pPr>
            <a:lvl9pPr indent="-304800" lvl="8" marL="4114800">
              <a:lnSpc>
                <a:spcPct val="100000"/>
              </a:lnSpc>
              <a:spcBef>
                <a:spcPts val="0"/>
              </a:spcBef>
              <a:spcAft>
                <a:spcPts val="0"/>
              </a:spcAft>
              <a:buClr>
                <a:schemeClr val="dk1"/>
              </a:buClr>
              <a:buSzPts val="1200"/>
              <a:buFont typeface="Inter"/>
              <a:buChar char="■"/>
              <a:defRPr>
                <a:solidFill>
                  <a:schemeClr val="dk1"/>
                </a:solidFill>
              </a:defRPr>
            </a:lvl9pPr>
          </a:lstStyle>
          <a:p/>
        </p:txBody>
      </p:sp>
      <p:sp>
        <p:nvSpPr>
          <p:cNvPr id="189" name="Google Shape;189;p30"/>
          <p:cNvSpPr txBox="1"/>
          <p:nvPr>
            <p:ph idx="5" type="body"/>
          </p:nvPr>
        </p:nvSpPr>
        <p:spPr>
          <a:xfrm>
            <a:off x="4629750" y="3706771"/>
            <a:ext cx="4227000" cy="972000"/>
          </a:xfrm>
          <a:prstGeom prst="rect">
            <a:avLst/>
          </a:prstGeom>
        </p:spPr>
        <p:txBody>
          <a:bodyPr anchorCtr="0" anchor="ctr"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90" name="Google Shape;190;p30"/>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91" name="Google Shape;191;p30"/>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92" name="Google Shape;192;p30"/>
          <p:cNvSpPr txBox="1"/>
          <p:nvPr>
            <p:ph idx="6" type="body"/>
          </p:nvPr>
        </p:nvSpPr>
        <p:spPr>
          <a:xfrm>
            <a:off x="1736400" y="1553875"/>
            <a:ext cx="4227000" cy="9720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93" name="Google Shape;193;p30"/>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94" name="Google Shape;194;p30"/>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8">
  <p:cSld name="BLANK_1_1_1_1_1_1_1_1_1_1_1_1_1_2_1_1_1">
    <p:spTree>
      <p:nvGrpSpPr>
        <p:cNvPr id="195" name="Shape 195"/>
        <p:cNvGrpSpPr/>
        <p:nvPr/>
      </p:nvGrpSpPr>
      <p:grpSpPr>
        <a:xfrm>
          <a:off x="0" y="0"/>
          <a:ext cx="0" cy="0"/>
          <a:chOff x="0" y="0"/>
          <a:chExt cx="0" cy="0"/>
        </a:xfrm>
      </p:grpSpPr>
      <p:sp>
        <p:nvSpPr>
          <p:cNvPr id="196" name="Google Shape;196;p31"/>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97" name="Google Shape;197;p31"/>
          <p:cNvSpPr txBox="1"/>
          <p:nvPr>
            <p:ph type="title"/>
          </p:nvPr>
        </p:nvSpPr>
        <p:spPr>
          <a:xfrm>
            <a:off x="283850" y="285900"/>
            <a:ext cx="5674200" cy="2235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198" name="Google Shape;198;p31"/>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9" name="Google Shape;199;p31"/>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0" name="Google Shape;200;p31"/>
          <p:cNvSpPr txBox="1"/>
          <p:nvPr>
            <p:ph idx="1" type="body"/>
          </p:nvPr>
        </p:nvSpPr>
        <p:spPr>
          <a:xfrm>
            <a:off x="24568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01" name="Google Shape;201;p31"/>
          <p:cNvSpPr txBox="1"/>
          <p:nvPr>
            <p:ph idx="4" type="body"/>
          </p:nvPr>
        </p:nvSpPr>
        <p:spPr>
          <a:xfrm>
            <a:off x="46297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02" name="Google Shape;202;p31"/>
          <p:cNvSpPr txBox="1"/>
          <p:nvPr>
            <p:ph idx="5" type="body"/>
          </p:nvPr>
        </p:nvSpPr>
        <p:spPr>
          <a:xfrm>
            <a:off x="6802050" y="3716975"/>
            <a:ext cx="20547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9">
  <p:cSld name="BLANK_1_1_1_1_1_1_1_1_1_1_1_1_1_2_1_1_2">
    <p:spTree>
      <p:nvGrpSpPr>
        <p:cNvPr id="203" name="Shape 203"/>
        <p:cNvGrpSpPr/>
        <p:nvPr/>
      </p:nvGrpSpPr>
      <p:grpSpPr>
        <a:xfrm>
          <a:off x="0" y="0"/>
          <a:ext cx="0" cy="0"/>
          <a:chOff x="0" y="0"/>
          <a:chExt cx="0" cy="0"/>
        </a:xfrm>
      </p:grpSpPr>
      <p:sp>
        <p:nvSpPr>
          <p:cNvPr id="204" name="Google Shape;204;p32"/>
          <p:cNvSpPr txBox="1"/>
          <p:nvPr>
            <p:ph idx="1"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05" name="Google Shape;205;p32"/>
          <p:cNvSpPr txBox="1"/>
          <p:nvPr>
            <p:ph idx="2" type="body"/>
          </p:nvPr>
        </p:nvSpPr>
        <p:spPr>
          <a:xfrm>
            <a:off x="6091950" y="263542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06" name="Google Shape;206;p32"/>
          <p:cNvSpPr txBox="1"/>
          <p:nvPr>
            <p:ph idx="3"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07" name="Google Shape;207;p32"/>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lvl1pPr>
            <a:lvl2pPr lvl="1">
              <a:lnSpc>
                <a:spcPct val="85000"/>
              </a:lnSpc>
              <a:spcBef>
                <a:spcPts val="0"/>
              </a:spcBef>
              <a:spcAft>
                <a:spcPts val="0"/>
              </a:spcAft>
              <a:buNone/>
              <a:defRPr sz="1800"/>
            </a:lvl2pPr>
            <a:lvl3pPr lvl="2">
              <a:lnSpc>
                <a:spcPct val="85000"/>
              </a:lnSpc>
              <a:spcBef>
                <a:spcPts val="0"/>
              </a:spcBef>
              <a:spcAft>
                <a:spcPts val="0"/>
              </a:spcAft>
              <a:buNone/>
              <a:defRPr sz="1800"/>
            </a:lvl3pPr>
            <a:lvl4pPr lvl="3">
              <a:lnSpc>
                <a:spcPct val="85000"/>
              </a:lnSpc>
              <a:spcBef>
                <a:spcPts val="0"/>
              </a:spcBef>
              <a:spcAft>
                <a:spcPts val="0"/>
              </a:spcAft>
              <a:buNone/>
              <a:defRPr sz="1800"/>
            </a:lvl4pPr>
            <a:lvl5pPr lvl="4">
              <a:lnSpc>
                <a:spcPct val="85000"/>
              </a:lnSpc>
              <a:spcBef>
                <a:spcPts val="0"/>
              </a:spcBef>
              <a:spcAft>
                <a:spcPts val="0"/>
              </a:spcAft>
              <a:buNone/>
              <a:defRPr sz="1800"/>
            </a:lvl5pPr>
            <a:lvl6pPr lvl="5">
              <a:lnSpc>
                <a:spcPct val="85000"/>
              </a:lnSpc>
              <a:spcBef>
                <a:spcPts val="0"/>
              </a:spcBef>
              <a:spcAft>
                <a:spcPts val="0"/>
              </a:spcAft>
              <a:buNone/>
              <a:defRPr sz="1800"/>
            </a:lvl6pPr>
            <a:lvl7pPr lvl="6">
              <a:lnSpc>
                <a:spcPct val="85000"/>
              </a:lnSpc>
              <a:spcBef>
                <a:spcPts val="0"/>
              </a:spcBef>
              <a:spcAft>
                <a:spcPts val="0"/>
              </a:spcAft>
              <a:buNone/>
              <a:defRPr sz="1800"/>
            </a:lvl7pPr>
            <a:lvl8pPr lvl="7">
              <a:lnSpc>
                <a:spcPct val="85000"/>
              </a:lnSpc>
              <a:spcBef>
                <a:spcPts val="0"/>
              </a:spcBef>
              <a:spcAft>
                <a:spcPts val="0"/>
              </a:spcAft>
              <a:buNone/>
              <a:defRPr sz="1800"/>
            </a:lvl8pPr>
            <a:lvl9pPr lvl="8">
              <a:lnSpc>
                <a:spcPct val="85000"/>
              </a:lnSpc>
              <a:spcBef>
                <a:spcPts val="0"/>
              </a:spcBef>
              <a:spcAft>
                <a:spcPts val="0"/>
              </a:spcAft>
              <a:buNone/>
              <a:defRPr sz="1800"/>
            </a:lvl9pPr>
          </a:lstStyle>
          <a:p/>
        </p:txBody>
      </p:sp>
      <p:sp>
        <p:nvSpPr>
          <p:cNvPr id="208" name="Google Shape;208;p32"/>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9" name="Google Shape;209;p32"/>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0" name="Google Shape;210;p32"/>
          <p:cNvSpPr txBox="1"/>
          <p:nvPr>
            <p:ph idx="6" type="subTitle"/>
          </p:nvPr>
        </p:nvSpPr>
        <p:spPr>
          <a:xfrm>
            <a:off x="288625" y="15555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211" name="Google Shape;211;p32"/>
          <p:cNvSpPr txBox="1"/>
          <p:nvPr>
            <p:ph idx="7" type="subTitle"/>
          </p:nvPr>
        </p:nvSpPr>
        <p:spPr>
          <a:xfrm>
            <a:off x="288625" y="26362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212" name="Google Shape;212;p32"/>
          <p:cNvSpPr txBox="1"/>
          <p:nvPr>
            <p:ph idx="8" type="subTitle"/>
          </p:nvPr>
        </p:nvSpPr>
        <p:spPr>
          <a:xfrm>
            <a:off x="288625" y="37169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213" name="Google Shape;213;p3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0">
  <p:cSld name="BLANK_1_1_1_1_1_1_1_1_1_1_1_1_1_2_1_3">
    <p:bg>
      <p:bgPr>
        <a:solidFill>
          <a:schemeClr val="accent3"/>
        </a:solidFill>
      </p:bgPr>
    </p:bg>
    <p:spTree>
      <p:nvGrpSpPr>
        <p:cNvPr id="214" name="Shape 214"/>
        <p:cNvGrpSpPr/>
        <p:nvPr/>
      </p:nvGrpSpPr>
      <p:grpSpPr>
        <a:xfrm>
          <a:off x="0" y="0"/>
          <a:ext cx="0" cy="0"/>
          <a:chOff x="0" y="0"/>
          <a:chExt cx="0" cy="0"/>
        </a:xfrm>
      </p:grpSpPr>
      <p:sp>
        <p:nvSpPr>
          <p:cNvPr id="215" name="Google Shape;215;p33"/>
          <p:cNvSpPr txBox="1"/>
          <p:nvPr>
            <p:ph idx="1" type="subTitle"/>
          </p:nvPr>
        </p:nvSpPr>
        <p:spPr>
          <a:xfrm>
            <a:off x="4629000" y="28590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216" name="Google Shape;216;p33"/>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17" name="Google Shape;217;p33"/>
          <p:cNvSpPr txBox="1"/>
          <p:nvPr>
            <p:ph type="title"/>
          </p:nvPr>
        </p:nvSpPr>
        <p:spPr>
          <a:xfrm>
            <a:off x="283850" y="285900"/>
            <a:ext cx="2764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218" name="Google Shape;218;p33"/>
          <p:cNvSpPr txBox="1"/>
          <p:nvPr>
            <p:ph idx="2" type="body"/>
          </p:nvPr>
        </p:nvSpPr>
        <p:spPr>
          <a:xfrm>
            <a:off x="4629450" y="786100"/>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219" name="Google Shape;219;p33"/>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20" name="Google Shape;220;p33"/>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21" name="Google Shape;221;p33"/>
          <p:cNvSpPr txBox="1"/>
          <p:nvPr>
            <p:ph idx="5" type="subTitle"/>
          </p:nvPr>
        </p:nvSpPr>
        <p:spPr>
          <a:xfrm>
            <a:off x="4629000" y="175185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222" name="Google Shape;222;p33"/>
          <p:cNvSpPr txBox="1"/>
          <p:nvPr>
            <p:ph idx="6" type="body"/>
          </p:nvPr>
        </p:nvSpPr>
        <p:spPr>
          <a:xfrm>
            <a:off x="4629450" y="2252055"/>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223" name="Google Shape;223;p33"/>
          <p:cNvSpPr txBox="1"/>
          <p:nvPr>
            <p:ph idx="7" type="subTitle"/>
          </p:nvPr>
        </p:nvSpPr>
        <p:spPr>
          <a:xfrm>
            <a:off x="4629000" y="3217788"/>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224" name="Google Shape;224;p33"/>
          <p:cNvSpPr txBox="1"/>
          <p:nvPr>
            <p:ph idx="8" type="body"/>
          </p:nvPr>
        </p:nvSpPr>
        <p:spPr>
          <a:xfrm>
            <a:off x="4629450" y="3717997"/>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225" name="Google Shape;225;p33"/>
          <p:cNvSpPr txBox="1"/>
          <p:nvPr>
            <p:ph idx="9" type="body"/>
          </p:nvPr>
        </p:nvSpPr>
        <p:spPr>
          <a:xfrm>
            <a:off x="284850" y="3717988"/>
            <a:ext cx="2055300" cy="804300"/>
          </a:xfrm>
          <a:prstGeom prst="rect">
            <a:avLst/>
          </a:prstGeom>
        </p:spPr>
        <p:txBody>
          <a:bodyPr anchorCtr="0" anchor="t" bIns="0" lIns="0" spcFirstLastPara="1" rIns="182875" wrap="square" tIns="0">
            <a:sp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p:cSld name="CUSTOM">
    <p:bg>
      <p:bgPr>
        <a:solidFill>
          <a:schemeClr val="accent3"/>
        </a:solidFill>
      </p:bgPr>
    </p:bg>
    <p:spTree>
      <p:nvGrpSpPr>
        <p:cNvPr id="226" name="Shape 226"/>
        <p:cNvGrpSpPr/>
        <p:nvPr/>
      </p:nvGrpSpPr>
      <p:grpSpPr>
        <a:xfrm>
          <a:off x="0" y="0"/>
          <a:ext cx="0" cy="0"/>
          <a:chOff x="0" y="0"/>
          <a:chExt cx="0" cy="0"/>
        </a:xfrm>
      </p:grpSpPr>
      <p:sp>
        <p:nvSpPr>
          <p:cNvPr id="227" name="Google Shape;227;p34"/>
          <p:cNvSpPr/>
          <p:nvPr>
            <p:ph idx="2" type="pic"/>
          </p:nvPr>
        </p:nvSpPr>
        <p:spPr>
          <a:xfrm>
            <a:off x="4629750" y="286075"/>
            <a:ext cx="1257900" cy="1261500"/>
          </a:xfrm>
          <a:prstGeom prst="rect">
            <a:avLst/>
          </a:prstGeom>
          <a:noFill/>
          <a:ln>
            <a:noFill/>
          </a:ln>
        </p:spPr>
      </p:sp>
      <p:sp>
        <p:nvSpPr>
          <p:cNvPr id="228" name="Google Shape;228;p34"/>
          <p:cNvSpPr/>
          <p:nvPr>
            <p:ph idx="3" type="pic"/>
          </p:nvPr>
        </p:nvSpPr>
        <p:spPr>
          <a:xfrm>
            <a:off x="6111800" y="286075"/>
            <a:ext cx="1257900" cy="1261500"/>
          </a:xfrm>
          <a:prstGeom prst="rect">
            <a:avLst/>
          </a:prstGeom>
          <a:noFill/>
          <a:ln>
            <a:noFill/>
          </a:ln>
        </p:spPr>
      </p:sp>
      <p:sp>
        <p:nvSpPr>
          <p:cNvPr id="229" name="Google Shape;229;p34"/>
          <p:cNvSpPr/>
          <p:nvPr>
            <p:ph idx="4" type="pic"/>
          </p:nvPr>
        </p:nvSpPr>
        <p:spPr>
          <a:xfrm>
            <a:off x="7593850" y="286075"/>
            <a:ext cx="1257900" cy="1261500"/>
          </a:xfrm>
          <a:prstGeom prst="rect">
            <a:avLst/>
          </a:prstGeom>
          <a:noFill/>
          <a:ln>
            <a:noFill/>
          </a:ln>
        </p:spPr>
      </p:sp>
      <p:sp>
        <p:nvSpPr>
          <p:cNvPr id="230" name="Google Shape;230;p34"/>
          <p:cNvSpPr/>
          <p:nvPr>
            <p:ph idx="5" type="pic"/>
          </p:nvPr>
        </p:nvSpPr>
        <p:spPr>
          <a:xfrm>
            <a:off x="4629750" y="2634475"/>
            <a:ext cx="1257900" cy="1261500"/>
          </a:xfrm>
          <a:prstGeom prst="rect">
            <a:avLst/>
          </a:prstGeom>
          <a:noFill/>
          <a:ln>
            <a:noFill/>
          </a:ln>
        </p:spPr>
      </p:sp>
      <p:sp>
        <p:nvSpPr>
          <p:cNvPr id="231" name="Google Shape;231;p34"/>
          <p:cNvSpPr/>
          <p:nvPr>
            <p:ph idx="6" type="pic"/>
          </p:nvPr>
        </p:nvSpPr>
        <p:spPr>
          <a:xfrm>
            <a:off x="6111800" y="2634475"/>
            <a:ext cx="1257900" cy="1261500"/>
          </a:xfrm>
          <a:prstGeom prst="rect">
            <a:avLst/>
          </a:prstGeom>
          <a:noFill/>
          <a:ln>
            <a:noFill/>
          </a:ln>
        </p:spPr>
      </p:sp>
      <p:sp>
        <p:nvSpPr>
          <p:cNvPr id="232" name="Google Shape;232;p34"/>
          <p:cNvSpPr/>
          <p:nvPr>
            <p:ph idx="7" type="pic"/>
          </p:nvPr>
        </p:nvSpPr>
        <p:spPr>
          <a:xfrm>
            <a:off x="7593850" y="2634475"/>
            <a:ext cx="1257900" cy="1261500"/>
          </a:xfrm>
          <a:prstGeom prst="rect">
            <a:avLst/>
          </a:prstGeom>
          <a:noFill/>
          <a:ln>
            <a:noFill/>
          </a:ln>
        </p:spPr>
      </p:sp>
      <p:sp>
        <p:nvSpPr>
          <p:cNvPr id="233" name="Google Shape;233;p3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34" name="Google Shape;234;p34"/>
          <p:cNvSpPr txBox="1"/>
          <p:nvPr>
            <p:ph idx="8"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35" name="Google Shape;235;p34"/>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36" name="Google Shape;236;p34"/>
          <p:cNvSpPr txBox="1"/>
          <p:nvPr>
            <p:ph idx="9"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37" name="Google Shape;237;p34"/>
          <p:cNvSpPr txBox="1"/>
          <p:nvPr>
            <p:ph idx="13" type="title"/>
          </p:nvPr>
        </p:nvSpPr>
        <p:spPr>
          <a:xfrm>
            <a:off x="283850" y="474875"/>
            <a:ext cx="2773200" cy="17436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a:solidFill>
                  <a:schemeClr val="dk1"/>
                </a:solidFill>
              </a:defRPr>
            </a:lvl1pPr>
            <a:lvl2pPr lvl="1">
              <a:lnSpc>
                <a:spcPct val="85000"/>
              </a:lnSpc>
              <a:spcBef>
                <a:spcPts val="0"/>
              </a:spcBef>
              <a:spcAft>
                <a:spcPts val="0"/>
              </a:spcAft>
              <a:buNone/>
              <a:defRPr>
                <a:solidFill>
                  <a:schemeClr val="dk1"/>
                </a:solidFill>
              </a:defRPr>
            </a:lvl2pPr>
            <a:lvl3pPr lvl="2">
              <a:lnSpc>
                <a:spcPct val="85000"/>
              </a:lnSpc>
              <a:spcBef>
                <a:spcPts val="0"/>
              </a:spcBef>
              <a:spcAft>
                <a:spcPts val="0"/>
              </a:spcAft>
              <a:buNone/>
              <a:defRPr>
                <a:solidFill>
                  <a:schemeClr val="dk1"/>
                </a:solidFill>
              </a:defRPr>
            </a:lvl3pPr>
            <a:lvl4pPr lvl="3">
              <a:lnSpc>
                <a:spcPct val="85000"/>
              </a:lnSpc>
              <a:spcBef>
                <a:spcPts val="0"/>
              </a:spcBef>
              <a:spcAft>
                <a:spcPts val="0"/>
              </a:spcAft>
              <a:buNone/>
              <a:defRPr>
                <a:solidFill>
                  <a:schemeClr val="dk1"/>
                </a:solidFill>
              </a:defRPr>
            </a:lvl4pPr>
            <a:lvl5pPr lvl="4">
              <a:lnSpc>
                <a:spcPct val="85000"/>
              </a:lnSpc>
              <a:spcBef>
                <a:spcPts val="0"/>
              </a:spcBef>
              <a:spcAft>
                <a:spcPts val="0"/>
              </a:spcAft>
              <a:buNone/>
              <a:defRPr>
                <a:solidFill>
                  <a:schemeClr val="dk1"/>
                </a:solidFill>
              </a:defRPr>
            </a:lvl5pPr>
            <a:lvl6pPr lvl="5">
              <a:lnSpc>
                <a:spcPct val="85000"/>
              </a:lnSpc>
              <a:spcBef>
                <a:spcPts val="0"/>
              </a:spcBef>
              <a:spcAft>
                <a:spcPts val="0"/>
              </a:spcAft>
              <a:buNone/>
              <a:defRPr>
                <a:solidFill>
                  <a:schemeClr val="dk1"/>
                </a:solidFill>
              </a:defRPr>
            </a:lvl6pPr>
            <a:lvl7pPr lvl="6">
              <a:lnSpc>
                <a:spcPct val="85000"/>
              </a:lnSpc>
              <a:spcBef>
                <a:spcPts val="0"/>
              </a:spcBef>
              <a:spcAft>
                <a:spcPts val="0"/>
              </a:spcAft>
              <a:buNone/>
              <a:defRPr>
                <a:solidFill>
                  <a:schemeClr val="dk1"/>
                </a:solidFill>
              </a:defRPr>
            </a:lvl7pPr>
            <a:lvl8pPr lvl="7">
              <a:lnSpc>
                <a:spcPct val="85000"/>
              </a:lnSpc>
              <a:spcBef>
                <a:spcPts val="0"/>
              </a:spcBef>
              <a:spcAft>
                <a:spcPts val="0"/>
              </a:spcAft>
              <a:buNone/>
              <a:defRPr>
                <a:solidFill>
                  <a:schemeClr val="dk1"/>
                </a:solidFill>
              </a:defRPr>
            </a:lvl8pPr>
            <a:lvl9pPr lvl="8">
              <a:lnSpc>
                <a:spcPct val="85000"/>
              </a:lnSpc>
              <a:spcBef>
                <a:spcPts val="0"/>
              </a:spcBef>
              <a:spcAft>
                <a:spcPts val="0"/>
              </a:spcAft>
              <a:buNone/>
              <a:defRPr>
                <a:solidFill>
                  <a:schemeClr val="dk1"/>
                </a:solidFill>
              </a:defRPr>
            </a:lvl9pPr>
          </a:lstStyle>
          <a:p/>
        </p:txBody>
      </p:sp>
      <p:sp>
        <p:nvSpPr>
          <p:cNvPr id="238" name="Google Shape;238;p34"/>
          <p:cNvSpPr txBox="1"/>
          <p:nvPr>
            <p:ph idx="14" type="title"/>
          </p:nvPr>
        </p:nvSpPr>
        <p:spPr>
          <a:xfrm>
            <a:off x="46297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39" name="Google Shape;239;p34"/>
          <p:cNvSpPr txBox="1"/>
          <p:nvPr>
            <p:ph idx="15" type="title"/>
          </p:nvPr>
        </p:nvSpPr>
        <p:spPr>
          <a:xfrm>
            <a:off x="611180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40" name="Google Shape;240;p34"/>
          <p:cNvSpPr txBox="1"/>
          <p:nvPr>
            <p:ph idx="16" type="title"/>
          </p:nvPr>
        </p:nvSpPr>
        <p:spPr>
          <a:xfrm>
            <a:off x="75938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41" name="Google Shape;241;p34"/>
          <p:cNvSpPr txBox="1"/>
          <p:nvPr>
            <p:ph idx="17" type="title"/>
          </p:nvPr>
        </p:nvSpPr>
        <p:spPr>
          <a:xfrm>
            <a:off x="46297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42" name="Google Shape;242;p34"/>
          <p:cNvSpPr txBox="1"/>
          <p:nvPr>
            <p:ph idx="18" type="title"/>
          </p:nvPr>
        </p:nvSpPr>
        <p:spPr>
          <a:xfrm>
            <a:off x="611180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43" name="Google Shape;243;p34"/>
          <p:cNvSpPr txBox="1"/>
          <p:nvPr>
            <p:ph idx="19" type="title"/>
          </p:nvPr>
        </p:nvSpPr>
        <p:spPr>
          <a:xfrm>
            <a:off x="75938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1">
  <p:cSld name="CUSTOM_3">
    <p:bg>
      <p:bgPr>
        <a:solidFill>
          <a:schemeClr val="accent1"/>
        </a:solidFill>
      </p:bgPr>
    </p:bg>
    <p:spTree>
      <p:nvGrpSpPr>
        <p:cNvPr id="244" name="Shape 244"/>
        <p:cNvGrpSpPr/>
        <p:nvPr/>
      </p:nvGrpSpPr>
      <p:grpSpPr>
        <a:xfrm>
          <a:off x="0" y="0"/>
          <a:ext cx="0" cy="0"/>
          <a:chOff x="0" y="0"/>
          <a:chExt cx="0" cy="0"/>
        </a:xfrm>
      </p:grpSpPr>
      <p:sp>
        <p:nvSpPr>
          <p:cNvPr id="245" name="Google Shape;245;p35"/>
          <p:cNvSpPr/>
          <p:nvPr>
            <p:ph idx="2" type="pic"/>
          </p:nvPr>
        </p:nvSpPr>
        <p:spPr>
          <a:xfrm>
            <a:off x="2456700" y="373175"/>
            <a:ext cx="1515000" cy="1616700"/>
          </a:xfrm>
          <a:prstGeom prst="rect">
            <a:avLst/>
          </a:prstGeom>
          <a:noFill/>
          <a:ln>
            <a:noFill/>
          </a:ln>
        </p:spPr>
      </p:sp>
      <p:sp>
        <p:nvSpPr>
          <p:cNvPr id="246" name="Google Shape;246;p35"/>
          <p:cNvSpPr txBox="1"/>
          <p:nvPr>
            <p:ph type="title"/>
          </p:nvPr>
        </p:nvSpPr>
        <p:spPr>
          <a:xfrm>
            <a:off x="2635350" y="2172975"/>
            <a:ext cx="1188600" cy="152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47" name="Google Shape;247;p35"/>
          <p:cNvSpPr txBox="1"/>
          <p:nvPr>
            <p:ph idx="1" type="body"/>
          </p:nvPr>
        </p:nvSpPr>
        <p:spPr>
          <a:xfrm>
            <a:off x="263535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48" name="Google Shape;248;p35"/>
          <p:cNvSpPr txBox="1"/>
          <p:nvPr>
            <p:ph idx="3" type="title"/>
          </p:nvPr>
        </p:nvSpPr>
        <p:spPr>
          <a:xfrm>
            <a:off x="263535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49" name="Google Shape;249;p35"/>
          <p:cNvSpPr/>
          <p:nvPr>
            <p:ph idx="4" type="pic"/>
          </p:nvPr>
        </p:nvSpPr>
        <p:spPr>
          <a:xfrm>
            <a:off x="4084738" y="373175"/>
            <a:ext cx="1515000" cy="1616700"/>
          </a:xfrm>
          <a:prstGeom prst="rect">
            <a:avLst/>
          </a:prstGeom>
          <a:noFill/>
          <a:ln>
            <a:noFill/>
          </a:ln>
        </p:spPr>
      </p:sp>
      <p:sp>
        <p:nvSpPr>
          <p:cNvPr id="250" name="Google Shape;250;p35"/>
          <p:cNvSpPr txBox="1"/>
          <p:nvPr>
            <p:ph idx="5" type="title"/>
          </p:nvPr>
        </p:nvSpPr>
        <p:spPr>
          <a:xfrm>
            <a:off x="4263388"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51" name="Google Shape;251;p35"/>
          <p:cNvSpPr txBox="1"/>
          <p:nvPr>
            <p:ph idx="6" type="body"/>
          </p:nvPr>
        </p:nvSpPr>
        <p:spPr>
          <a:xfrm>
            <a:off x="4263388"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52" name="Google Shape;252;p35"/>
          <p:cNvSpPr txBox="1"/>
          <p:nvPr>
            <p:ph idx="7" type="title"/>
          </p:nvPr>
        </p:nvSpPr>
        <p:spPr>
          <a:xfrm>
            <a:off x="4263388"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53" name="Google Shape;253;p35"/>
          <p:cNvSpPr/>
          <p:nvPr>
            <p:ph idx="8" type="pic"/>
          </p:nvPr>
        </p:nvSpPr>
        <p:spPr>
          <a:xfrm>
            <a:off x="5713225" y="373175"/>
            <a:ext cx="1515000" cy="1616700"/>
          </a:xfrm>
          <a:prstGeom prst="rect">
            <a:avLst/>
          </a:prstGeom>
          <a:noFill/>
          <a:ln>
            <a:noFill/>
          </a:ln>
        </p:spPr>
      </p:sp>
      <p:sp>
        <p:nvSpPr>
          <p:cNvPr id="254" name="Google Shape;254;p35"/>
          <p:cNvSpPr txBox="1"/>
          <p:nvPr>
            <p:ph idx="9" type="title"/>
          </p:nvPr>
        </p:nvSpPr>
        <p:spPr>
          <a:xfrm>
            <a:off x="5891875"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55" name="Google Shape;255;p35"/>
          <p:cNvSpPr txBox="1"/>
          <p:nvPr>
            <p:ph idx="13" type="body"/>
          </p:nvPr>
        </p:nvSpPr>
        <p:spPr>
          <a:xfrm>
            <a:off x="5891875"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56" name="Google Shape;256;p35"/>
          <p:cNvSpPr txBox="1"/>
          <p:nvPr>
            <p:ph idx="14" type="title"/>
          </p:nvPr>
        </p:nvSpPr>
        <p:spPr>
          <a:xfrm>
            <a:off x="5891875"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57" name="Google Shape;257;p35"/>
          <p:cNvSpPr/>
          <p:nvPr>
            <p:ph idx="15" type="pic"/>
          </p:nvPr>
        </p:nvSpPr>
        <p:spPr>
          <a:xfrm>
            <a:off x="7341950" y="373175"/>
            <a:ext cx="1515000" cy="1616700"/>
          </a:xfrm>
          <a:prstGeom prst="rect">
            <a:avLst/>
          </a:prstGeom>
          <a:noFill/>
          <a:ln>
            <a:noFill/>
          </a:ln>
        </p:spPr>
      </p:sp>
      <p:sp>
        <p:nvSpPr>
          <p:cNvPr id="258" name="Google Shape;258;p35"/>
          <p:cNvSpPr txBox="1"/>
          <p:nvPr>
            <p:ph idx="16" type="title"/>
          </p:nvPr>
        </p:nvSpPr>
        <p:spPr>
          <a:xfrm>
            <a:off x="7520600"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59" name="Google Shape;259;p35"/>
          <p:cNvSpPr txBox="1"/>
          <p:nvPr>
            <p:ph idx="17" type="body"/>
          </p:nvPr>
        </p:nvSpPr>
        <p:spPr>
          <a:xfrm>
            <a:off x="752060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60" name="Google Shape;260;p35"/>
          <p:cNvSpPr txBox="1"/>
          <p:nvPr>
            <p:ph idx="18" type="title"/>
          </p:nvPr>
        </p:nvSpPr>
        <p:spPr>
          <a:xfrm>
            <a:off x="752060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61" name="Google Shape;261;p35"/>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2" name="Google Shape;262;p35"/>
          <p:cNvSpPr txBox="1"/>
          <p:nvPr>
            <p:ph idx="19"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3" name="Google Shape;263;p35"/>
          <p:cNvSpPr txBox="1"/>
          <p:nvPr>
            <p:ph idx="20"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 name="Google Shape;264;p35"/>
          <p:cNvSpPr txBox="1"/>
          <p:nvPr>
            <p:ph idx="21" type="title"/>
          </p:nvPr>
        </p:nvSpPr>
        <p:spPr>
          <a:xfrm>
            <a:off x="283850" y="285900"/>
            <a:ext cx="2055600" cy="12696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2">
  <p:cSld name="CUSTOM_4">
    <p:spTree>
      <p:nvGrpSpPr>
        <p:cNvPr id="265" name="Shape 265"/>
        <p:cNvGrpSpPr/>
        <p:nvPr/>
      </p:nvGrpSpPr>
      <p:grpSpPr>
        <a:xfrm>
          <a:off x="0" y="0"/>
          <a:ext cx="0" cy="0"/>
          <a:chOff x="0" y="0"/>
          <a:chExt cx="0" cy="0"/>
        </a:xfrm>
      </p:grpSpPr>
      <p:sp>
        <p:nvSpPr>
          <p:cNvPr id="266" name="Google Shape;266;p36"/>
          <p:cNvSpPr txBox="1"/>
          <p:nvPr>
            <p:ph type="title"/>
          </p:nvPr>
        </p:nvSpPr>
        <p:spPr>
          <a:xfrm>
            <a:off x="1049249" y="2030625"/>
            <a:ext cx="1902000" cy="243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67" name="Google Shape;267;p36"/>
          <p:cNvSpPr txBox="1"/>
          <p:nvPr>
            <p:ph idx="1" type="body"/>
          </p:nvPr>
        </p:nvSpPr>
        <p:spPr>
          <a:xfrm>
            <a:off x="1049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68" name="Google Shape;268;p36"/>
          <p:cNvSpPr txBox="1"/>
          <p:nvPr>
            <p:ph idx="2" type="title"/>
          </p:nvPr>
        </p:nvSpPr>
        <p:spPr>
          <a:xfrm>
            <a:off x="1049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69" name="Google Shape;269;p36"/>
          <p:cNvSpPr txBox="1"/>
          <p:nvPr>
            <p:ph idx="3" type="body"/>
          </p:nvPr>
        </p:nvSpPr>
        <p:spPr>
          <a:xfrm>
            <a:off x="1049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70" name="Google Shape;270;p36"/>
          <p:cNvSpPr txBox="1"/>
          <p:nvPr>
            <p:ph idx="4" type="title"/>
          </p:nvPr>
        </p:nvSpPr>
        <p:spPr>
          <a:xfrm>
            <a:off x="3950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71" name="Google Shape;271;p36"/>
          <p:cNvSpPr txBox="1"/>
          <p:nvPr>
            <p:ph idx="5" type="body"/>
          </p:nvPr>
        </p:nvSpPr>
        <p:spPr>
          <a:xfrm>
            <a:off x="3950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72" name="Google Shape;272;p36"/>
          <p:cNvSpPr txBox="1"/>
          <p:nvPr>
            <p:ph idx="6" type="title"/>
          </p:nvPr>
        </p:nvSpPr>
        <p:spPr>
          <a:xfrm>
            <a:off x="3950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73" name="Google Shape;273;p36"/>
          <p:cNvSpPr txBox="1"/>
          <p:nvPr>
            <p:ph idx="7" type="body"/>
          </p:nvPr>
        </p:nvSpPr>
        <p:spPr>
          <a:xfrm>
            <a:off x="3950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74" name="Google Shape;274;p36"/>
          <p:cNvSpPr txBox="1"/>
          <p:nvPr>
            <p:ph idx="8" type="title"/>
          </p:nvPr>
        </p:nvSpPr>
        <p:spPr>
          <a:xfrm>
            <a:off x="6851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75" name="Google Shape;275;p36"/>
          <p:cNvSpPr txBox="1"/>
          <p:nvPr>
            <p:ph idx="9" type="body"/>
          </p:nvPr>
        </p:nvSpPr>
        <p:spPr>
          <a:xfrm>
            <a:off x="6851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76" name="Google Shape;276;p36"/>
          <p:cNvSpPr txBox="1"/>
          <p:nvPr>
            <p:ph idx="13" type="title"/>
          </p:nvPr>
        </p:nvSpPr>
        <p:spPr>
          <a:xfrm>
            <a:off x="6851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77" name="Google Shape;277;p36"/>
          <p:cNvSpPr txBox="1"/>
          <p:nvPr>
            <p:ph idx="14" type="body"/>
          </p:nvPr>
        </p:nvSpPr>
        <p:spPr>
          <a:xfrm>
            <a:off x="6851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78" name="Google Shape;278;p36"/>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79" name="Google Shape;279;p36"/>
          <p:cNvSpPr txBox="1"/>
          <p:nvPr>
            <p:ph idx="15" type="title"/>
          </p:nvPr>
        </p:nvSpPr>
        <p:spPr>
          <a:xfrm>
            <a:off x="283850" y="285900"/>
            <a:ext cx="85719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
        <p:nvSpPr>
          <p:cNvPr id="280" name="Google Shape;280;p36"/>
          <p:cNvSpPr/>
          <p:nvPr>
            <p:ph idx="16" type="pic"/>
          </p:nvPr>
        </p:nvSpPr>
        <p:spPr>
          <a:xfrm>
            <a:off x="290325" y="1862825"/>
            <a:ext cx="663000" cy="1271100"/>
          </a:xfrm>
          <a:prstGeom prst="rect">
            <a:avLst/>
          </a:prstGeom>
          <a:noFill/>
          <a:ln>
            <a:noFill/>
          </a:ln>
        </p:spPr>
      </p:sp>
      <p:sp>
        <p:nvSpPr>
          <p:cNvPr id="281" name="Google Shape;281;p36"/>
          <p:cNvSpPr/>
          <p:nvPr>
            <p:ph idx="17" type="pic"/>
          </p:nvPr>
        </p:nvSpPr>
        <p:spPr>
          <a:xfrm>
            <a:off x="290325" y="3407525"/>
            <a:ext cx="663000" cy="1271100"/>
          </a:xfrm>
          <a:prstGeom prst="rect">
            <a:avLst/>
          </a:prstGeom>
          <a:noFill/>
          <a:ln>
            <a:noFill/>
          </a:ln>
        </p:spPr>
      </p:sp>
      <p:sp>
        <p:nvSpPr>
          <p:cNvPr id="282" name="Google Shape;282;p36"/>
          <p:cNvSpPr/>
          <p:nvPr>
            <p:ph idx="18" type="pic"/>
          </p:nvPr>
        </p:nvSpPr>
        <p:spPr>
          <a:xfrm>
            <a:off x="3191325" y="1862825"/>
            <a:ext cx="663000" cy="1271100"/>
          </a:xfrm>
          <a:prstGeom prst="rect">
            <a:avLst/>
          </a:prstGeom>
          <a:noFill/>
          <a:ln>
            <a:noFill/>
          </a:ln>
        </p:spPr>
      </p:sp>
      <p:sp>
        <p:nvSpPr>
          <p:cNvPr id="283" name="Google Shape;283;p36"/>
          <p:cNvSpPr/>
          <p:nvPr>
            <p:ph idx="19" type="pic"/>
          </p:nvPr>
        </p:nvSpPr>
        <p:spPr>
          <a:xfrm>
            <a:off x="3191325" y="3407525"/>
            <a:ext cx="663000" cy="1271100"/>
          </a:xfrm>
          <a:prstGeom prst="rect">
            <a:avLst/>
          </a:prstGeom>
          <a:noFill/>
          <a:ln>
            <a:noFill/>
          </a:ln>
        </p:spPr>
      </p:sp>
      <p:sp>
        <p:nvSpPr>
          <p:cNvPr id="284" name="Google Shape;284;p36"/>
          <p:cNvSpPr/>
          <p:nvPr>
            <p:ph idx="20" type="pic"/>
          </p:nvPr>
        </p:nvSpPr>
        <p:spPr>
          <a:xfrm>
            <a:off x="6092325" y="1862825"/>
            <a:ext cx="663000" cy="1271100"/>
          </a:xfrm>
          <a:prstGeom prst="rect">
            <a:avLst/>
          </a:prstGeom>
          <a:noFill/>
          <a:ln>
            <a:noFill/>
          </a:ln>
        </p:spPr>
      </p:sp>
      <p:sp>
        <p:nvSpPr>
          <p:cNvPr id="285" name="Google Shape;285;p36"/>
          <p:cNvSpPr/>
          <p:nvPr>
            <p:ph idx="21" type="pic"/>
          </p:nvPr>
        </p:nvSpPr>
        <p:spPr>
          <a:xfrm>
            <a:off x="6092325" y="3407525"/>
            <a:ext cx="663000" cy="1271100"/>
          </a:xfrm>
          <a:prstGeom prst="rect">
            <a:avLst/>
          </a:prstGeom>
          <a:noFill/>
          <a:ln>
            <a:noFill/>
          </a:ln>
        </p:spPr>
      </p:sp>
      <p:sp>
        <p:nvSpPr>
          <p:cNvPr id="286" name="Google Shape;286;p36"/>
          <p:cNvSpPr txBox="1"/>
          <p:nvPr>
            <p:ph idx="2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7" name="Google Shape;287;p36"/>
          <p:cNvSpPr txBox="1"/>
          <p:nvPr>
            <p:ph idx="2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body text">
  <p:cSld name="CUSTOM_2">
    <p:bg>
      <p:bgPr>
        <a:solidFill>
          <a:schemeClr val="lt1"/>
        </a:solidFill>
      </p:bgPr>
    </p:bg>
    <p:spTree>
      <p:nvGrpSpPr>
        <p:cNvPr id="288" name="Shape 288"/>
        <p:cNvGrpSpPr/>
        <p:nvPr/>
      </p:nvGrpSpPr>
      <p:grpSpPr>
        <a:xfrm>
          <a:off x="0" y="0"/>
          <a:ext cx="0" cy="0"/>
          <a:chOff x="0" y="0"/>
          <a:chExt cx="0" cy="0"/>
        </a:xfrm>
      </p:grpSpPr>
      <p:sp>
        <p:nvSpPr>
          <p:cNvPr id="289" name="Google Shape;289;p37"/>
          <p:cNvSpPr/>
          <p:nvPr>
            <p:ph idx="2" type="pic"/>
          </p:nvPr>
        </p:nvSpPr>
        <p:spPr>
          <a:xfrm>
            <a:off x="3186000" y="3242875"/>
            <a:ext cx="2798100" cy="1440600"/>
          </a:xfrm>
          <a:prstGeom prst="rect">
            <a:avLst/>
          </a:prstGeom>
          <a:noFill/>
          <a:ln>
            <a:noFill/>
          </a:ln>
        </p:spPr>
      </p:sp>
      <p:sp>
        <p:nvSpPr>
          <p:cNvPr id="290" name="Google Shape;290;p37"/>
          <p:cNvSpPr/>
          <p:nvPr>
            <p:ph idx="3" type="pic"/>
          </p:nvPr>
        </p:nvSpPr>
        <p:spPr>
          <a:xfrm>
            <a:off x="5984100" y="3242875"/>
            <a:ext cx="1440600" cy="1440600"/>
          </a:xfrm>
          <a:prstGeom prst="rect">
            <a:avLst/>
          </a:prstGeom>
          <a:noFill/>
          <a:ln>
            <a:noFill/>
          </a:ln>
        </p:spPr>
      </p:sp>
      <p:sp>
        <p:nvSpPr>
          <p:cNvPr id="291" name="Google Shape;291;p37"/>
          <p:cNvSpPr/>
          <p:nvPr>
            <p:ph idx="4" type="pic"/>
          </p:nvPr>
        </p:nvSpPr>
        <p:spPr>
          <a:xfrm>
            <a:off x="7412150" y="1440350"/>
            <a:ext cx="1441500" cy="3243000"/>
          </a:xfrm>
          <a:prstGeom prst="rect">
            <a:avLst/>
          </a:prstGeom>
          <a:noFill/>
          <a:ln>
            <a:noFill/>
          </a:ln>
        </p:spPr>
      </p:sp>
      <p:sp>
        <p:nvSpPr>
          <p:cNvPr id="292" name="Google Shape;292;p37"/>
          <p:cNvSpPr/>
          <p:nvPr>
            <p:ph idx="5" type="pic"/>
          </p:nvPr>
        </p:nvSpPr>
        <p:spPr>
          <a:xfrm>
            <a:off x="7412150" y="0"/>
            <a:ext cx="1441500" cy="1440600"/>
          </a:xfrm>
          <a:prstGeom prst="rect">
            <a:avLst/>
          </a:prstGeom>
          <a:noFill/>
          <a:ln>
            <a:noFill/>
          </a:ln>
        </p:spPr>
      </p:sp>
      <p:sp>
        <p:nvSpPr>
          <p:cNvPr id="293" name="Google Shape;293;p37"/>
          <p:cNvSpPr/>
          <p:nvPr>
            <p:ph idx="6" type="pic"/>
          </p:nvPr>
        </p:nvSpPr>
        <p:spPr>
          <a:xfrm>
            <a:off x="3184850" y="0"/>
            <a:ext cx="4227300" cy="3243000"/>
          </a:xfrm>
          <a:prstGeom prst="rect">
            <a:avLst/>
          </a:prstGeom>
          <a:noFill/>
          <a:ln>
            <a:noFill/>
          </a:ln>
        </p:spPr>
      </p:sp>
      <p:sp>
        <p:nvSpPr>
          <p:cNvPr id="294" name="Google Shape;294;p37"/>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95" name="Google Shape;295;p37"/>
          <p:cNvSpPr txBox="1"/>
          <p:nvPr>
            <p:ph idx="7"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96" name="Google Shape;296;p37"/>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97" name="Google Shape;297;p37"/>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98" name="Google Shape;298;p37"/>
          <p:cNvSpPr txBox="1"/>
          <p:nvPr>
            <p:ph idx="9" type="title"/>
          </p:nvPr>
        </p:nvSpPr>
        <p:spPr>
          <a:xfrm>
            <a:off x="283850" y="285900"/>
            <a:ext cx="27732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000">
                <a:solidFill>
                  <a:schemeClr val="dk1"/>
                </a:solidFill>
              </a:defRPr>
            </a:lvl1pPr>
            <a:lvl2pPr lvl="1">
              <a:lnSpc>
                <a:spcPct val="85000"/>
              </a:lnSpc>
              <a:spcBef>
                <a:spcPts val="0"/>
              </a:spcBef>
              <a:spcAft>
                <a:spcPts val="0"/>
              </a:spcAft>
              <a:buNone/>
              <a:defRPr sz="3000">
                <a:solidFill>
                  <a:schemeClr val="dk1"/>
                </a:solidFill>
              </a:defRPr>
            </a:lvl2pPr>
            <a:lvl3pPr lvl="2">
              <a:lnSpc>
                <a:spcPct val="85000"/>
              </a:lnSpc>
              <a:spcBef>
                <a:spcPts val="0"/>
              </a:spcBef>
              <a:spcAft>
                <a:spcPts val="0"/>
              </a:spcAft>
              <a:buNone/>
              <a:defRPr sz="3000">
                <a:solidFill>
                  <a:schemeClr val="dk1"/>
                </a:solidFill>
              </a:defRPr>
            </a:lvl3pPr>
            <a:lvl4pPr lvl="3">
              <a:lnSpc>
                <a:spcPct val="85000"/>
              </a:lnSpc>
              <a:spcBef>
                <a:spcPts val="0"/>
              </a:spcBef>
              <a:spcAft>
                <a:spcPts val="0"/>
              </a:spcAft>
              <a:buNone/>
              <a:defRPr sz="3000">
                <a:solidFill>
                  <a:schemeClr val="dk1"/>
                </a:solidFill>
              </a:defRPr>
            </a:lvl4pPr>
            <a:lvl5pPr lvl="4">
              <a:lnSpc>
                <a:spcPct val="85000"/>
              </a:lnSpc>
              <a:spcBef>
                <a:spcPts val="0"/>
              </a:spcBef>
              <a:spcAft>
                <a:spcPts val="0"/>
              </a:spcAft>
              <a:buNone/>
              <a:defRPr sz="3000">
                <a:solidFill>
                  <a:schemeClr val="dk1"/>
                </a:solidFill>
              </a:defRPr>
            </a:lvl5pPr>
            <a:lvl6pPr lvl="5">
              <a:lnSpc>
                <a:spcPct val="85000"/>
              </a:lnSpc>
              <a:spcBef>
                <a:spcPts val="0"/>
              </a:spcBef>
              <a:spcAft>
                <a:spcPts val="0"/>
              </a:spcAft>
              <a:buNone/>
              <a:defRPr sz="3000">
                <a:solidFill>
                  <a:schemeClr val="dk1"/>
                </a:solidFill>
              </a:defRPr>
            </a:lvl6pPr>
            <a:lvl7pPr lvl="6">
              <a:lnSpc>
                <a:spcPct val="85000"/>
              </a:lnSpc>
              <a:spcBef>
                <a:spcPts val="0"/>
              </a:spcBef>
              <a:spcAft>
                <a:spcPts val="0"/>
              </a:spcAft>
              <a:buNone/>
              <a:defRPr sz="3000">
                <a:solidFill>
                  <a:schemeClr val="dk1"/>
                </a:solidFill>
              </a:defRPr>
            </a:lvl7pPr>
            <a:lvl8pPr lvl="7">
              <a:lnSpc>
                <a:spcPct val="85000"/>
              </a:lnSpc>
              <a:spcBef>
                <a:spcPts val="0"/>
              </a:spcBef>
              <a:spcAft>
                <a:spcPts val="0"/>
              </a:spcAft>
              <a:buNone/>
              <a:defRPr sz="3000">
                <a:solidFill>
                  <a:schemeClr val="dk1"/>
                </a:solidFill>
              </a:defRPr>
            </a:lvl8pPr>
            <a:lvl9pPr lvl="8">
              <a:lnSpc>
                <a:spcPct val="85000"/>
              </a:lnSpc>
              <a:spcBef>
                <a:spcPts val="0"/>
              </a:spcBef>
              <a:spcAft>
                <a:spcPts val="0"/>
              </a:spcAft>
              <a:buNone/>
              <a:defRPr sz="3000">
                <a:solidFill>
                  <a:schemeClr val="dk1"/>
                </a:solidFill>
              </a:defRPr>
            </a:lvl9pPr>
          </a:lstStyle>
          <a:p/>
        </p:txBody>
      </p:sp>
      <p:sp>
        <p:nvSpPr>
          <p:cNvPr id="299" name="Google Shape;299;p37"/>
          <p:cNvSpPr txBox="1"/>
          <p:nvPr>
            <p:ph idx="1" type="body"/>
          </p:nvPr>
        </p:nvSpPr>
        <p:spPr>
          <a:xfrm>
            <a:off x="283850" y="2636275"/>
            <a:ext cx="2767200" cy="2046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4">
    <p:bg>
      <p:bgPr>
        <a:solidFill>
          <a:schemeClr val="accent1"/>
        </a:solidFill>
      </p:bgPr>
    </p:bg>
    <p:spTree>
      <p:nvGrpSpPr>
        <p:cNvPr id="300" name="Shape 300"/>
        <p:cNvGrpSpPr/>
        <p:nvPr/>
      </p:nvGrpSpPr>
      <p:grpSpPr>
        <a:xfrm>
          <a:off x="0" y="0"/>
          <a:ext cx="0" cy="0"/>
          <a:chOff x="0" y="0"/>
          <a:chExt cx="0" cy="0"/>
        </a:xfrm>
      </p:grpSpPr>
      <p:sp>
        <p:nvSpPr>
          <p:cNvPr id="301" name="Google Shape;301;p38"/>
          <p:cNvSpPr/>
          <p:nvPr/>
        </p:nvSpPr>
        <p:spPr>
          <a:xfrm>
            <a:off x="5283375" y="285900"/>
            <a:ext cx="3573485" cy="357348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Inter"/>
              <a:ea typeface="Inter"/>
              <a:cs typeface="Inter"/>
              <a:sym typeface="Inter"/>
            </a:endParaRPr>
          </a:p>
        </p:txBody>
      </p:sp>
      <p:sp>
        <p:nvSpPr>
          <p:cNvPr id="302" name="Google Shape;302;p38"/>
          <p:cNvSpPr txBox="1"/>
          <p:nvPr>
            <p:ph type="title"/>
          </p:nvPr>
        </p:nvSpPr>
        <p:spPr>
          <a:xfrm>
            <a:off x="283850" y="224410"/>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303" name="Google Shape;303;p3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04" name="Google Shape;304;p3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5" name="Google Shape;305;p3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6" name="Google Shape;306;p38"/>
          <p:cNvSpPr txBox="1"/>
          <p:nvPr>
            <p:ph idx="4" type="title"/>
          </p:nvPr>
        </p:nvSpPr>
        <p:spPr>
          <a:xfrm>
            <a:off x="288625" y="4778975"/>
            <a:ext cx="4227300" cy="762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600"/>
              <a:buFont typeface="Inter"/>
              <a:buNone/>
              <a:defRPr sz="6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07" name="Shape 307"/>
        <p:cNvGrpSpPr/>
        <p:nvPr/>
      </p:nvGrpSpPr>
      <p:grpSpPr>
        <a:xfrm>
          <a:off x="0" y="0"/>
          <a:ext cx="0" cy="0"/>
          <a:chOff x="0" y="0"/>
          <a:chExt cx="0" cy="0"/>
        </a:xfrm>
      </p:grpSpPr>
      <p:sp>
        <p:nvSpPr>
          <p:cNvPr id="308" name="Google Shape;308;p39"/>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09" name="Google Shape;309;p3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10" name="Shape 310"/>
        <p:cNvGrpSpPr/>
        <p:nvPr/>
      </p:nvGrpSpPr>
      <p:grpSpPr>
        <a:xfrm>
          <a:off x="0" y="0"/>
          <a:ext cx="0" cy="0"/>
          <a:chOff x="0" y="0"/>
          <a:chExt cx="0" cy="0"/>
        </a:xfrm>
      </p:grpSpPr>
      <p:sp>
        <p:nvSpPr>
          <p:cNvPr id="311" name="Google Shape;311;p40"/>
          <p:cNvSpPr txBox="1"/>
          <p:nvPr>
            <p:ph type="title"/>
          </p:nvPr>
        </p:nvSpPr>
        <p:spPr>
          <a:xfrm>
            <a:off x="311700" y="2150850"/>
            <a:ext cx="8520600" cy="841800"/>
          </a:xfrm>
          <a:prstGeom prst="rect">
            <a:avLst/>
          </a:prstGeom>
        </p:spPr>
        <p:txBody>
          <a:bodyPr anchorCtr="0" anchor="ctr" bIns="0" lIns="0" spcFirstLastPara="1" rIns="0"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12" name="Shape 312"/>
        <p:cNvGrpSpPr/>
        <p:nvPr/>
      </p:nvGrpSpPr>
      <p:grpSpPr>
        <a:xfrm>
          <a:off x="0" y="0"/>
          <a:ext cx="0" cy="0"/>
          <a:chOff x="0" y="0"/>
          <a:chExt cx="0" cy="0"/>
        </a:xfrm>
      </p:grpSpPr>
      <p:sp>
        <p:nvSpPr>
          <p:cNvPr id="313" name="Google Shape;313;p41"/>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4" name="Google Shape;314;p4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15" name="Shape 315"/>
        <p:cNvGrpSpPr/>
        <p:nvPr/>
      </p:nvGrpSpPr>
      <p:grpSpPr>
        <a:xfrm>
          <a:off x="0" y="0"/>
          <a:ext cx="0" cy="0"/>
          <a:chOff x="0" y="0"/>
          <a:chExt cx="0" cy="0"/>
        </a:xfrm>
      </p:grpSpPr>
      <p:sp>
        <p:nvSpPr>
          <p:cNvPr id="316" name="Google Shape;316;p42"/>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7" name="Google Shape;317;p42"/>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8" name="Google Shape;318;p42"/>
          <p:cNvSpPr txBox="1"/>
          <p:nvPr>
            <p:ph idx="2" type="body"/>
          </p:nvPr>
        </p:nvSpPr>
        <p:spPr>
          <a:xfrm>
            <a:off x="4832400" y="1152475"/>
            <a:ext cx="3999900" cy="34164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19" name="Shape 319"/>
        <p:cNvGrpSpPr/>
        <p:nvPr/>
      </p:nvGrpSpPr>
      <p:grpSpPr>
        <a:xfrm>
          <a:off x="0" y="0"/>
          <a:ext cx="0" cy="0"/>
          <a:chOff x="0" y="0"/>
          <a:chExt cx="0" cy="0"/>
        </a:xfrm>
      </p:grpSpPr>
      <p:sp>
        <p:nvSpPr>
          <p:cNvPr id="320" name="Google Shape;320;p43"/>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21" name="Shape 321"/>
        <p:cNvGrpSpPr/>
        <p:nvPr/>
      </p:nvGrpSpPr>
      <p:grpSpPr>
        <a:xfrm>
          <a:off x="0" y="0"/>
          <a:ext cx="0" cy="0"/>
          <a:chOff x="0" y="0"/>
          <a:chExt cx="0" cy="0"/>
        </a:xfrm>
      </p:grpSpPr>
      <p:sp>
        <p:nvSpPr>
          <p:cNvPr id="322" name="Google Shape;322;p44"/>
          <p:cNvSpPr txBox="1"/>
          <p:nvPr>
            <p:ph type="title"/>
          </p:nvPr>
        </p:nvSpPr>
        <p:spPr>
          <a:xfrm>
            <a:off x="311700" y="555600"/>
            <a:ext cx="2808000" cy="755700"/>
          </a:xfrm>
          <a:prstGeom prst="rect">
            <a:avLst/>
          </a:prstGeom>
        </p:spPr>
        <p:txBody>
          <a:bodyPr anchorCtr="0" anchor="b" bIns="0" lIns="0" spcFirstLastPara="1" rIns="0"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3" name="Google Shape;323;p44"/>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24" name="Shape 324"/>
        <p:cNvGrpSpPr/>
        <p:nvPr/>
      </p:nvGrpSpPr>
      <p:grpSpPr>
        <a:xfrm>
          <a:off x="0" y="0"/>
          <a:ext cx="0" cy="0"/>
          <a:chOff x="0" y="0"/>
          <a:chExt cx="0" cy="0"/>
        </a:xfrm>
      </p:grpSpPr>
      <p:sp>
        <p:nvSpPr>
          <p:cNvPr id="325" name="Google Shape;325;p45"/>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26" name="Shape 326"/>
        <p:cNvGrpSpPr/>
        <p:nvPr/>
      </p:nvGrpSpPr>
      <p:grpSpPr>
        <a:xfrm>
          <a:off x="0" y="0"/>
          <a:ext cx="0" cy="0"/>
          <a:chOff x="0" y="0"/>
          <a:chExt cx="0" cy="0"/>
        </a:xfrm>
      </p:grpSpPr>
      <p:sp>
        <p:nvSpPr>
          <p:cNvPr id="327" name="Google Shape;327;p46"/>
          <p:cNvSpPr txBox="1"/>
          <p:nvPr>
            <p:ph type="title"/>
          </p:nvPr>
        </p:nvSpPr>
        <p:spPr>
          <a:xfrm>
            <a:off x="265500" y="1233175"/>
            <a:ext cx="4045200" cy="1482300"/>
          </a:xfrm>
          <a:prstGeom prst="rect">
            <a:avLst/>
          </a:prstGeom>
        </p:spPr>
        <p:txBody>
          <a:bodyPr anchorCtr="0" anchor="b" bIns="0" lIns="0" spcFirstLastPara="1" rIns="0"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28" name="Google Shape;328;p46"/>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29" name="Google Shape;329;p46"/>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30" name="Shape 330"/>
        <p:cNvGrpSpPr/>
        <p:nvPr/>
      </p:nvGrpSpPr>
      <p:grpSpPr>
        <a:xfrm>
          <a:off x="0" y="0"/>
          <a:ext cx="0" cy="0"/>
          <a:chOff x="0" y="0"/>
          <a:chExt cx="0" cy="0"/>
        </a:xfrm>
      </p:grpSpPr>
      <p:sp>
        <p:nvSpPr>
          <p:cNvPr id="331" name="Google Shape;331;p47"/>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32" name="Shape 332"/>
        <p:cNvGrpSpPr/>
        <p:nvPr/>
      </p:nvGrpSpPr>
      <p:grpSpPr>
        <a:xfrm>
          <a:off x="0" y="0"/>
          <a:ext cx="0" cy="0"/>
          <a:chOff x="0" y="0"/>
          <a:chExt cx="0" cy="0"/>
        </a:xfrm>
      </p:grpSpPr>
      <p:sp>
        <p:nvSpPr>
          <p:cNvPr id="333" name="Google Shape;333;p48"/>
          <p:cNvSpPr txBox="1"/>
          <p:nvPr>
            <p:ph hasCustomPrompt="1" type="title"/>
          </p:nvPr>
        </p:nvSpPr>
        <p:spPr>
          <a:xfrm>
            <a:off x="311700" y="1106125"/>
            <a:ext cx="8520600" cy="1963500"/>
          </a:xfrm>
          <a:prstGeom prst="rect">
            <a:avLst/>
          </a:prstGeom>
        </p:spPr>
        <p:txBody>
          <a:bodyPr anchorCtr="0" anchor="b" bIns="0" lIns="0" spcFirstLastPara="1" rIns="0"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34" name="Google Shape;334;p48"/>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35" name="Shape 335"/>
        <p:cNvGrpSpPr/>
        <p:nvPr/>
      </p:nvGrpSpPr>
      <p:grpSpPr>
        <a:xfrm>
          <a:off x="0" y="0"/>
          <a:ext cx="0" cy="0"/>
          <a:chOff x="0" y="0"/>
          <a:chExt cx="0" cy="0"/>
        </a:xfrm>
      </p:grpSpPr>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36" name="Shape 336"/>
        <p:cNvGrpSpPr/>
        <p:nvPr/>
      </p:nvGrpSpPr>
      <p:grpSpPr>
        <a:xfrm>
          <a:off x="0" y="0"/>
          <a:ext cx="0" cy="0"/>
          <a:chOff x="0" y="0"/>
          <a:chExt cx="0" cy="0"/>
        </a:xfrm>
      </p:grpSpPr>
      <p:sp>
        <p:nvSpPr>
          <p:cNvPr id="337" name="Google Shape;337;p50"/>
          <p:cNvSpPr txBox="1"/>
          <p:nvPr>
            <p:ph type="title"/>
          </p:nvPr>
        </p:nvSpPr>
        <p:spPr>
          <a:xfrm>
            <a:off x="677325" y="1832775"/>
            <a:ext cx="3217200" cy="1484100"/>
          </a:xfrm>
          <a:prstGeom prst="rect">
            <a:avLst/>
          </a:prstGeom>
        </p:spPr>
        <p:txBody>
          <a:bodyPr anchorCtr="0" anchor="ctr" bIns="0" lIns="0" spcFirstLastPara="1" rIns="0" wrap="square" tIns="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8" name="Google Shape;338;p50"/>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9" name="Google Shape;339;p50"/>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0" name="Google Shape;340;p50"/>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1" name="Google Shape;341;p50"/>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2" name="Google Shape;342;p50"/>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3" name="Google Shape;343;p50"/>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44" name="Shape 344"/>
        <p:cNvGrpSpPr/>
        <p:nvPr/>
      </p:nvGrpSpPr>
      <p:grpSpPr>
        <a:xfrm>
          <a:off x="0" y="0"/>
          <a:ext cx="0" cy="0"/>
          <a:chOff x="0" y="0"/>
          <a:chExt cx="0" cy="0"/>
        </a:xfrm>
      </p:grpSpPr>
      <p:sp>
        <p:nvSpPr>
          <p:cNvPr id="345" name="Google Shape;345;p51"/>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6" name="Google Shape;346;p51"/>
          <p:cNvSpPr txBox="1"/>
          <p:nvPr>
            <p:ph idx="1" type="body"/>
          </p:nvPr>
        </p:nvSpPr>
        <p:spPr>
          <a:xfrm>
            <a:off x="311700" y="1152475"/>
            <a:ext cx="4473900" cy="34164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7" name="Google Shape;347;p51"/>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48" name="Shape 348"/>
        <p:cNvGrpSpPr/>
        <p:nvPr/>
      </p:nvGrpSpPr>
      <p:grpSpPr>
        <a:xfrm>
          <a:off x="0" y="0"/>
          <a:ext cx="0" cy="0"/>
          <a:chOff x="0" y="0"/>
          <a:chExt cx="0" cy="0"/>
        </a:xfrm>
      </p:grpSpPr>
      <p:sp>
        <p:nvSpPr>
          <p:cNvPr id="349" name="Google Shape;349;p52"/>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0" name="Google Shape;350;p52"/>
          <p:cNvSpPr txBox="1"/>
          <p:nvPr>
            <p:ph idx="1" type="body"/>
          </p:nvPr>
        </p:nvSpPr>
        <p:spPr>
          <a:xfrm>
            <a:off x="483150" y="2237788"/>
            <a:ext cx="36198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1" name="Google Shape;351;p52"/>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2" name="Google Shape;352;p52"/>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3" name="Google Shape;353;p52"/>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54" name="Shape 354"/>
        <p:cNvGrpSpPr/>
        <p:nvPr/>
      </p:nvGrpSpPr>
      <p:grpSpPr>
        <a:xfrm>
          <a:off x="0" y="0"/>
          <a:ext cx="0" cy="0"/>
          <a:chOff x="0" y="0"/>
          <a:chExt cx="0" cy="0"/>
        </a:xfrm>
      </p:grpSpPr>
      <p:sp>
        <p:nvSpPr>
          <p:cNvPr id="355" name="Google Shape;355;p53"/>
          <p:cNvSpPr txBox="1"/>
          <p:nvPr>
            <p:ph idx="1" type="body"/>
          </p:nvPr>
        </p:nvSpPr>
        <p:spPr>
          <a:xfrm>
            <a:off x="483175" y="2417500"/>
            <a:ext cx="24555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6" name="Google Shape;356;p53"/>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7" name="Google Shape;357;p53"/>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58" name="Google Shape;358;p53"/>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9" name="Google Shape;359;p53"/>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0" name="Google Shape;360;p53"/>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1" name="Google Shape;361;p53"/>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62" name="Shape 362"/>
        <p:cNvGrpSpPr/>
        <p:nvPr/>
      </p:nvGrpSpPr>
      <p:grpSpPr>
        <a:xfrm>
          <a:off x="0" y="0"/>
          <a:ext cx="0" cy="0"/>
          <a:chOff x="0" y="0"/>
          <a:chExt cx="0" cy="0"/>
        </a:xfrm>
      </p:grpSpPr>
      <p:sp>
        <p:nvSpPr>
          <p:cNvPr id="363" name="Google Shape;363;p54"/>
          <p:cNvSpPr txBox="1"/>
          <p:nvPr>
            <p:ph idx="1" type="body"/>
          </p:nvPr>
        </p:nvSpPr>
        <p:spPr>
          <a:xfrm>
            <a:off x="366725" y="1759093"/>
            <a:ext cx="3838500" cy="11385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4" name="Google Shape;364;p54"/>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5" name="Google Shape;365;p54"/>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6" name="Google Shape;366;p54"/>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7" name="Google Shape;367;p54"/>
          <p:cNvSpPr txBox="1"/>
          <p:nvPr>
            <p:ph type="title"/>
          </p:nvPr>
        </p:nvSpPr>
        <p:spPr>
          <a:xfrm>
            <a:off x="366750"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68" name="Google Shape;368;p54"/>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9" name="Google Shape;369;p54"/>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0" name="Google Shape;370;p54"/>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1" name="Google Shape;371;p54"/>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72" name="Shape 372"/>
        <p:cNvGrpSpPr/>
        <p:nvPr/>
      </p:nvGrpSpPr>
      <p:grpSpPr>
        <a:xfrm>
          <a:off x="0" y="0"/>
          <a:ext cx="0" cy="0"/>
          <a:chOff x="0" y="0"/>
          <a:chExt cx="0" cy="0"/>
        </a:xfrm>
      </p:grpSpPr>
      <p:sp>
        <p:nvSpPr>
          <p:cNvPr id="373" name="Google Shape;373;p55"/>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4" name="Google Shape;374;p55"/>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75" name="Shape 375"/>
        <p:cNvGrpSpPr/>
        <p:nvPr/>
      </p:nvGrpSpPr>
      <p:grpSpPr>
        <a:xfrm>
          <a:off x="0" y="0"/>
          <a:ext cx="0" cy="0"/>
          <a:chOff x="0" y="0"/>
          <a:chExt cx="0" cy="0"/>
        </a:xfrm>
      </p:grpSpPr>
      <p:sp>
        <p:nvSpPr>
          <p:cNvPr id="376" name="Google Shape;376;p56"/>
          <p:cNvSpPr txBox="1"/>
          <p:nvPr>
            <p:ph idx="1" type="body"/>
          </p:nvPr>
        </p:nvSpPr>
        <p:spPr>
          <a:xfrm>
            <a:off x="311700" y="4080225"/>
            <a:ext cx="4027500" cy="9261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7" name="Google Shape;377;p56"/>
          <p:cNvSpPr/>
          <p:nvPr>
            <p:ph idx="2" type="pic"/>
          </p:nvPr>
        </p:nvSpPr>
        <p:spPr>
          <a:xfrm>
            <a:off x="4804825" y="1133300"/>
            <a:ext cx="4027500" cy="2392800"/>
          </a:xfrm>
          <a:prstGeom prst="rect">
            <a:avLst/>
          </a:prstGeom>
          <a:noFill/>
          <a:ln>
            <a:noFill/>
          </a:ln>
        </p:spPr>
      </p:sp>
      <p:sp>
        <p:nvSpPr>
          <p:cNvPr id="378" name="Google Shape;378;p56"/>
          <p:cNvSpPr/>
          <p:nvPr>
            <p:ph idx="3" type="pic"/>
          </p:nvPr>
        </p:nvSpPr>
        <p:spPr>
          <a:xfrm>
            <a:off x="311725" y="1133300"/>
            <a:ext cx="4027500" cy="2392800"/>
          </a:xfrm>
          <a:prstGeom prst="rect">
            <a:avLst/>
          </a:prstGeom>
          <a:noFill/>
          <a:ln>
            <a:noFill/>
          </a:ln>
        </p:spPr>
      </p:sp>
      <p:sp>
        <p:nvSpPr>
          <p:cNvPr id="379" name="Google Shape;379;p56"/>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0" name="Google Shape;380;p56"/>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1" name="Google Shape;381;p56"/>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82" name="Google Shape;382;p56"/>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83" name="Shape 383"/>
        <p:cNvGrpSpPr/>
        <p:nvPr/>
      </p:nvGrpSpPr>
      <p:grpSpPr>
        <a:xfrm>
          <a:off x="0" y="0"/>
          <a:ext cx="0" cy="0"/>
          <a:chOff x="0" y="0"/>
          <a:chExt cx="0" cy="0"/>
        </a:xfrm>
      </p:grpSpPr>
      <p:sp>
        <p:nvSpPr>
          <p:cNvPr id="384" name="Google Shape;384;p57"/>
          <p:cNvSpPr txBox="1"/>
          <p:nvPr>
            <p:ph idx="1" type="body"/>
          </p:nvPr>
        </p:nvSpPr>
        <p:spPr>
          <a:xfrm>
            <a:off x="311700" y="3911700"/>
            <a:ext cx="2627100" cy="10185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5" name="Google Shape;385;p57"/>
          <p:cNvSpPr/>
          <p:nvPr>
            <p:ph idx="2" type="pic"/>
          </p:nvPr>
        </p:nvSpPr>
        <p:spPr>
          <a:xfrm>
            <a:off x="6205225" y="1128325"/>
            <a:ext cx="2627100" cy="2273100"/>
          </a:xfrm>
          <a:prstGeom prst="rect">
            <a:avLst/>
          </a:prstGeom>
          <a:noFill/>
          <a:ln>
            <a:noFill/>
          </a:ln>
        </p:spPr>
      </p:sp>
      <p:sp>
        <p:nvSpPr>
          <p:cNvPr id="386" name="Google Shape;386;p57"/>
          <p:cNvSpPr/>
          <p:nvPr>
            <p:ph idx="3" type="pic"/>
          </p:nvPr>
        </p:nvSpPr>
        <p:spPr>
          <a:xfrm>
            <a:off x="311725" y="1128325"/>
            <a:ext cx="2627100" cy="2273100"/>
          </a:xfrm>
          <a:prstGeom prst="rect">
            <a:avLst/>
          </a:prstGeom>
          <a:noFill/>
          <a:ln>
            <a:noFill/>
          </a:ln>
        </p:spPr>
      </p:sp>
      <p:sp>
        <p:nvSpPr>
          <p:cNvPr id="387" name="Google Shape;387;p57"/>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8" name="Google Shape;388;p57"/>
          <p:cNvSpPr/>
          <p:nvPr>
            <p:ph idx="5" type="pic"/>
          </p:nvPr>
        </p:nvSpPr>
        <p:spPr>
          <a:xfrm>
            <a:off x="3255250" y="1128325"/>
            <a:ext cx="2627100" cy="2273100"/>
          </a:xfrm>
          <a:prstGeom prst="rect">
            <a:avLst/>
          </a:prstGeom>
          <a:noFill/>
          <a:ln>
            <a:noFill/>
          </a:ln>
        </p:spPr>
      </p:sp>
      <p:sp>
        <p:nvSpPr>
          <p:cNvPr id="389" name="Google Shape;389;p57"/>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0" name="Google Shape;390;p57"/>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1" name="Google Shape;391;p57"/>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92" name="Google Shape;392;p57"/>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93" name="Google Shape;393;p57"/>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94" name="Shape 394"/>
        <p:cNvGrpSpPr/>
        <p:nvPr/>
      </p:nvGrpSpPr>
      <p:grpSpPr>
        <a:xfrm>
          <a:off x="0" y="0"/>
          <a:ext cx="0" cy="0"/>
          <a:chOff x="0" y="0"/>
          <a:chExt cx="0" cy="0"/>
        </a:xfrm>
      </p:grpSpPr>
      <p:sp>
        <p:nvSpPr>
          <p:cNvPr id="395" name="Google Shape;395;p58"/>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96" name="Shape 396"/>
        <p:cNvGrpSpPr/>
        <p:nvPr/>
      </p:nvGrpSpPr>
      <p:grpSpPr>
        <a:xfrm>
          <a:off x="0" y="0"/>
          <a:ext cx="0" cy="0"/>
          <a:chOff x="0" y="0"/>
          <a:chExt cx="0" cy="0"/>
        </a:xfrm>
      </p:grpSpPr>
      <p:sp>
        <p:nvSpPr>
          <p:cNvPr id="397" name="Google Shape;397;p59"/>
          <p:cNvSpPr/>
          <p:nvPr>
            <p:ph idx="2" type="pic"/>
          </p:nvPr>
        </p:nvSpPr>
        <p:spPr>
          <a:xfrm>
            <a:off x="3389600" y="118913"/>
            <a:ext cx="1643700" cy="1535100"/>
          </a:xfrm>
          <a:prstGeom prst="rect">
            <a:avLst/>
          </a:prstGeom>
          <a:noFill/>
          <a:ln>
            <a:noFill/>
          </a:ln>
        </p:spPr>
      </p:sp>
      <p:sp>
        <p:nvSpPr>
          <p:cNvPr id="398" name="Google Shape;398;p59"/>
          <p:cNvSpPr/>
          <p:nvPr>
            <p:ph idx="3" type="pic"/>
          </p:nvPr>
        </p:nvSpPr>
        <p:spPr>
          <a:xfrm>
            <a:off x="5195935" y="118913"/>
            <a:ext cx="1643700" cy="1535100"/>
          </a:xfrm>
          <a:prstGeom prst="rect">
            <a:avLst/>
          </a:prstGeom>
          <a:noFill/>
          <a:ln>
            <a:noFill/>
          </a:ln>
        </p:spPr>
      </p:sp>
      <p:sp>
        <p:nvSpPr>
          <p:cNvPr id="399" name="Google Shape;399;p59"/>
          <p:cNvSpPr/>
          <p:nvPr>
            <p:ph idx="4" type="pic"/>
          </p:nvPr>
        </p:nvSpPr>
        <p:spPr>
          <a:xfrm>
            <a:off x="7002270" y="118913"/>
            <a:ext cx="1643700" cy="1535100"/>
          </a:xfrm>
          <a:prstGeom prst="rect">
            <a:avLst/>
          </a:prstGeom>
          <a:noFill/>
          <a:ln>
            <a:noFill/>
          </a:ln>
        </p:spPr>
      </p:sp>
      <p:sp>
        <p:nvSpPr>
          <p:cNvPr id="400" name="Google Shape;400;p59"/>
          <p:cNvSpPr/>
          <p:nvPr>
            <p:ph idx="5" type="pic"/>
          </p:nvPr>
        </p:nvSpPr>
        <p:spPr>
          <a:xfrm>
            <a:off x="3389588" y="1804212"/>
            <a:ext cx="1643700" cy="1535100"/>
          </a:xfrm>
          <a:prstGeom prst="rect">
            <a:avLst/>
          </a:prstGeom>
          <a:noFill/>
          <a:ln>
            <a:noFill/>
          </a:ln>
        </p:spPr>
      </p:sp>
      <p:sp>
        <p:nvSpPr>
          <p:cNvPr id="401" name="Google Shape;401;p59"/>
          <p:cNvSpPr/>
          <p:nvPr>
            <p:ph idx="6" type="pic"/>
          </p:nvPr>
        </p:nvSpPr>
        <p:spPr>
          <a:xfrm>
            <a:off x="5195922" y="1804212"/>
            <a:ext cx="1643700" cy="1535100"/>
          </a:xfrm>
          <a:prstGeom prst="rect">
            <a:avLst/>
          </a:prstGeom>
          <a:noFill/>
          <a:ln>
            <a:noFill/>
          </a:ln>
        </p:spPr>
      </p:sp>
      <p:sp>
        <p:nvSpPr>
          <p:cNvPr id="402" name="Google Shape;402;p59"/>
          <p:cNvSpPr/>
          <p:nvPr>
            <p:ph idx="7" type="pic"/>
          </p:nvPr>
        </p:nvSpPr>
        <p:spPr>
          <a:xfrm>
            <a:off x="7002257" y="1804212"/>
            <a:ext cx="1643700" cy="1535100"/>
          </a:xfrm>
          <a:prstGeom prst="rect">
            <a:avLst/>
          </a:prstGeom>
          <a:noFill/>
          <a:ln>
            <a:noFill/>
          </a:ln>
        </p:spPr>
      </p:sp>
      <p:sp>
        <p:nvSpPr>
          <p:cNvPr id="403" name="Google Shape;403;p59"/>
          <p:cNvSpPr txBox="1"/>
          <p:nvPr>
            <p:ph type="title"/>
          </p:nvPr>
        </p:nvSpPr>
        <p:spPr>
          <a:xfrm>
            <a:off x="351550" y="445025"/>
            <a:ext cx="2596800" cy="1706400"/>
          </a:xfrm>
          <a:prstGeom prst="rect">
            <a:avLst/>
          </a:prstGeom>
        </p:spPr>
        <p:txBody>
          <a:bodyPr anchorCtr="0" anchor="ctr" bIns="0" lIns="0" spcFirstLastPara="1" rIns="0" wrap="square" tIns="0">
            <a:sp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4" name="Google Shape;404;p59"/>
          <p:cNvSpPr/>
          <p:nvPr>
            <p:ph idx="8" type="pic"/>
          </p:nvPr>
        </p:nvSpPr>
        <p:spPr>
          <a:xfrm>
            <a:off x="3389588" y="3489487"/>
            <a:ext cx="1643700" cy="1535100"/>
          </a:xfrm>
          <a:prstGeom prst="rect">
            <a:avLst/>
          </a:prstGeom>
          <a:noFill/>
          <a:ln>
            <a:noFill/>
          </a:ln>
        </p:spPr>
      </p:sp>
      <p:sp>
        <p:nvSpPr>
          <p:cNvPr id="405" name="Google Shape;405;p59"/>
          <p:cNvSpPr/>
          <p:nvPr>
            <p:ph idx="9" type="pic"/>
          </p:nvPr>
        </p:nvSpPr>
        <p:spPr>
          <a:xfrm>
            <a:off x="5195922" y="3489487"/>
            <a:ext cx="1643700" cy="1535100"/>
          </a:xfrm>
          <a:prstGeom prst="rect">
            <a:avLst/>
          </a:prstGeom>
          <a:noFill/>
          <a:ln>
            <a:noFill/>
          </a:ln>
        </p:spPr>
      </p:sp>
      <p:sp>
        <p:nvSpPr>
          <p:cNvPr id="406" name="Google Shape;406;p59"/>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411" name="Shape 411"/>
        <p:cNvGrpSpPr/>
        <p:nvPr/>
      </p:nvGrpSpPr>
      <p:grpSpPr>
        <a:xfrm>
          <a:off x="0" y="0"/>
          <a:ext cx="0" cy="0"/>
          <a:chOff x="0" y="0"/>
          <a:chExt cx="0" cy="0"/>
        </a:xfrm>
      </p:grpSpPr>
      <p:sp>
        <p:nvSpPr>
          <p:cNvPr id="412" name="Google Shape;412;p61"/>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413" name="Google Shape;413;p61"/>
          <p:cNvSpPr txBox="1"/>
          <p:nvPr>
            <p:ph type="ctrTitle"/>
          </p:nvPr>
        </p:nvSpPr>
        <p:spPr>
          <a:xfrm>
            <a:off x="311700" y="539725"/>
            <a:ext cx="8520600" cy="1282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14" name="Google Shape;414;p61"/>
          <p:cNvSpPr txBox="1"/>
          <p:nvPr>
            <p:ph idx="1" type="subTitle"/>
          </p:nvPr>
        </p:nvSpPr>
        <p:spPr>
          <a:xfrm>
            <a:off x="311700" y="1878560"/>
            <a:ext cx="4242600" cy="738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415" name="Google Shape;415;p6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416" name="Shape 416"/>
        <p:cNvGrpSpPr/>
        <p:nvPr/>
      </p:nvGrpSpPr>
      <p:grpSpPr>
        <a:xfrm>
          <a:off x="0" y="0"/>
          <a:ext cx="0" cy="0"/>
          <a:chOff x="0" y="0"/>
          <a:chExt cx="0" cy="0"/>
        </a:xfrm>
      </p:grpSpPr>
      <p:sp>
        <p:nvSpPr>
          <p:cNvPr id="417" name="Google Shape;417;p62"/>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418" name="Google Shape;418;p62"/>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419" name="Google Shape;419;p62"/>
          <p:cNvSpPr txBox="1"/>
          <p:nvPr>
            <p:ph type="title"/>
          </p:nvPr>
        </p:nvSpPr>
        <p:spPr>
          <a:xfrm>
            <a:off x="311700" y="539725"/>
            <a:ext cx="8520600" cy="1282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20" name="Google Shape;420;p6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21" name="Shape 421"/>
        <p:cNvGrpSpPr/>
        <p:nvPr/>
      </p:nvGrpSpPr>
      <p:grpSpPr>
        <a:xfrm>
          <a:off x="0" y="0"/>
          <a:ext cx="0" cy="0"/>
          <a:chOff x="0" y="0"/>
          <a:chExt cx="0" cy="0"/>
        </a:xfrm>
      </p:grpSpPr>
      <p:sp>
        <p:nvSpPr>
          <p:cNvPr id="422" name="Google Shape;422;p63"/>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423" name="Google Shape;423;p63"/>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63"/>
          <p:cNvSpPr txBox="1"/>
          <p:nvPr>
            <p:ph type="title"/>
          </p:nvPr>
        </p:nvSpPr>
        <p:spPr>
          <a:xfrm>
            <a:off x="311725" y="500925"/>
            <a:ext cx="3706500" cy="638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25" name="Google Shape;425;p63"/>
          <p:cNvSpPr txBox="1"/>
          <p:nvPr>
            <p:ph idx="1" type="body"/>
          </p:nvPr>
        </p:nvSpPr>
        <p:spPr>
          <a:xfrm>
            <a:off x="4644675" y="500925"/>
            <a:ext cx="4166400" cy="4432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426" name="Google Shape;426;p6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27" name="Google Shape;427;p63"/>
          <p:cNvSpPr txBox="1"/>
          <p:nvPr>
            <p:ph idx="2" type="body"/>
          </p:nvPr>
        </p:nvSpPr>
        <p:spPr>
          <a:xfrm>
            <a:off x="315425" y="1286175"/>
            <a:ext cx="3706500" cy="26973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rgbClr val="FFFFFF"/>
              </a:buClr>
              <a:buSzPts val="1300"/>
              <a:buChar char="●"/>
              <a:defRPr>
                <a:solidFill>
                  <a:srgbClr val="FFFFFF"/>
                </a:solidFill>
              </a:defRPr>
            </a:lvl1pPr>
            <a:lvl2pPr indent="-298450" lvl="1" marL="914400">
              <a:spcBef>
                <a:spcPts val="1600"/>
              </a:spcBef>
              <a:spcAft>
                <a:spcPts val="0"/>
              </a:spcAft>
              <a:buClr>
                <a:srgbClr val="FFFFFF"/>
              </a:buClr>
              <a:buSzPts val="1100"/>
              <a:buChar char="○"/>
              <a:defRPr>
                <a:solidFill>
                  <a:srgbClr val="FFFFFF"/>
                </a:solidFill>
              </a:defRPr>
            </a:lvl2pPr>
            <a:lvl3pPr indent="-298450" lvl="2" marL="1371600">
              <a:spcBef>
                <a:spcPts val="1600"/>
              </a:spcBef>
              <a:spcAft>
                <a:spcPts val="0"/>
              </a:spcAft>
              <a:buClr>
                <a:srgbClr val="FFFFFF"/>
              </a:buClr>
              <a:buSzPts val="1100"/>
              <a:buChar char="■"/>
              <a:defRPr>
                <a:solidFill>
                  <a:srgbClr val="FFFFFF"/>
                </a:solidFill>
              </a:defRPr>
            </a:lvl3pPr>
            <a:lvl4pPr indent="-298450" lvl="3" marL="1828800">
              <a:spcBef>
                <a:spcPts val="1600"/>
              </a:spcBef>
              <a:spcAft>
                <a:spcPts val="0"/>
              </a:spcAft>
              <a:buClr>
                <a:srgbClr val="FFFFFF"/>
              </a:buClr>
              <a:buSzPts val="1100"/>
              <a:buChar char="●"/>
              <a:defRPr>
                <a:solidFill>
                  <a:srgbClr val="FFFFFF"/>
                </a:solidFill>
              </a:defRPr>
            </a:lvl4pPr>
            <a:lvl5pPr indent="-298450" lvl="4" marL="2286000">
              <a:spcBef>
                <a:spcPts val="1600"/>
              </a:spcBef>
              <a:spcAft>
                <a:spcPts val="0"/>
              </a:spcAft>
              <a:buClr>
                <a:srgbClr val="FFFFFF"/>
              </a:buClr>
              <a:buSzPts val="1100"/>
              <a:buChar char="○"/>
              <a:defRPr>
                <a:solidFill>
                  <a:srgbClr val="FFFFFF"/>
                </a:solidFill>
              </a:defRPr>
            </a:lvl5pPr>
            <a:lvl6pPr indent="-298450" lvl="5" marL="2743200">
              <a:spcBef>
                <a:spcPts val="1600"/>
              </a:spcBef>
              <a:spcAft>
                <a:spcPts val="0"/>
              </a:spcAft>
              <a:buClr>
                <a:srgbClr val="FFFFFF"/>
              </a:buClr>
              <a:buSzPts val="1100"/>
              <a:buChar char="■"/>
              <a:defRPr>
                <a:solidFill>
                  <a:srgbClr val="FFFFFF"/>
                </a:solidFill>
              </a:defRPr>
            </a:lvl6pPr>
            <a:lvl7pPr indent="-298450" lvl="6" marL="3200400">
              <a:spcBef>
                <a:spcPts val="1600"/>
              </a:spcBef>
              <a:spcAft>
                <a:spcPts val="0"/>
              </a:spcAft>
              <a:buClr>
                <a:srgbClr val="FFFFFF"/>
              </a:buClr>
              <a:buSzPts val="1100"/>
              <a:buChar char="●"/>
              <a:defRPr>
                <a:solidFill>
                  <a:srgbClr val="FFFFFF"/>
                </a:solidFill>
              </a:defRPr>
            </a:lvl7pPr>
            <a:lvl8pPr indent="-298450" lvl="7" marL="3657600">
              <a:spcBef>
                <a:spcPts val="1600"/>
              </a:spcBef>
              <a:spcAft>
                <a:spcPts val="0"/>
              </a:spcAft>
              <a:buClr>
                <a:srgbClr val="FFFFFF"/>
              </a:buClr>
              <a:buSzPts val="1100"/>
              <a:buChar char="○"/>
              <a:defRPr>
                <a:solidFill>
                  <a:srgbClr val="FFFFFF"/>
                </a:solidFill>
              </a:defRPr>
            </a:lvl8pPr>
            <a:lvl9pPr indent="-298450" lvl="8" marL="4114800">
              <a:spcBef>
                <a:spcPts val="1600"/>
              </a:spcBef>
              <a:spcAft>
                <a:spcPts val="1600"/>
              </a:spcAft>
              <a:buClr>
                <a:srgbClr val="FFFFFF"/>
              </a:buClr>
              <a:buSzPts val="1100"/>
              <a:buChar char="■"/>
              <a:defRPr>
                <a:solidFill>
                  <a:srgbClr val="FFFFFF"/>
                </a:solidFill>
              </a:defRPr>
            </a:lvl9pPr>
          </a:lstStyle>
          <a:p/>
        </p:txBody>
      </p:sp>
      <p:sp>
        <p:nvSpPr>
          <p:cNvPr id="428" name="Google Shape;428;p63"/>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11150" lvl="0" marL="45720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indent="-298450" lvl="1" marL="91440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indent="-298450" lvl="2" marL="137160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indent="-298450" lvl="3" marL="182880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indent="-298450" lvl="4" marL="228600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indent="-298450" lvl="5" marL="274320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indent="-298450" lvl="6" marL="320040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indent="-298450" lvl="7" marL="365760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indent="-298450" lvl="8" marL="411480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29" name="Shape 429"/>
        <p:cNvGrpSpPr/>
        <p:nvPr/>
      </p:nvGrpSpPr>
      <p:grpSpPr>
        <a:xfrm>
          <a:off x="0" y="0"/>
          <a:ext cx="0" cy="0"/>
          <a:chOff x="0" y="0"/>
          <a:chExt cx="0" cy="0"/>
        </a:xfrm>
      </p:grpSpPr>
      <p:sp>
        <p:nvSpPr>
          <p:cNvPr id="430" name="Google Shape;430;p64"/>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64"/>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32" name="Google Shape;432;p64"/>
          <p:cNvSpPr txBox="1"/>
          <p:nvPr>
            <p:ph idx="1" type="body"/>
          </p:nvPr>
        </p:nvSpPr>
        <p:spPr>
          <a:xfrm>
            <a:off x="311700" y="1505700"/>
            <a:ext cx="3999900" cy="3076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433" name="Google Shape;433;p64"/>
          <p:cNvSpPr txBox="1"/>
          <p:nvPr>
            <p:ph idx="2" type="body"/>
          </p:nvPr>
        </p:nvSpPr>
        <p:spPr>
          <a:xfrm>
            <a:off x="4832400" y="1505700"/>
            <a:ext cx="3999900" cy="3076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434" name="Google Shape;434;p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5" name="Shape 435"/>
        <p:cNvGrpSpPr/>
        <p:nvPr/>
      </p:nvGrpSpPr>
      <p:grpSpPr>
        <a:xfrm>
          <a:off x="0" y="0"/>
          <a:ext cx="0" cy="0"/>
          <a:chOff x="0" y="0"/>
          <a:chExt cx="0" cy="0"/>
        </a:xfrm>
      </p:grpSpPr>
      <p:sp>
        <p:nvSpPr>
          <p:cNvPr id="436" name="Google Shape;436;p6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65"/>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38" name="Google Shape;438;p6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39" name="Shape 439"/>
        <p:cNvGrpSpPr/>
        <p:nvPr/>
      </p:nvGrpSpPr>
      <p:grpSpPr>
        <a:xfrm>
          <a:off x="0" y="0"/>
          <a:ext cx="0" cy="0"/>
          <a:chOff x="0" y="0"/>
          <a:chExt cx="0" cy="0"/>
        </a:xfrm>
      </p:grpSpPr>
      <p:sp>
        <p:nvSpPr>
          <p:cNvPr id="440" name="Google Shape;440;p66"/>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66"/>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442" name="Google Shape;442;p66"/>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43" name="Google Shape;443;p66"/>
          <p:cNvSpPr txBox="1"/>
          <p:nvPr>
            <p:ph type="title"/>
          </p:nvPr>
        </p:nvSpPr>
        <p:spPr>
          <a:xfrm>
            <a:off x="5264725" y="500925"/>
            <a:ext cx="3706500" cy="638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44" name="Google Shape;444;p66"/>
          <p:cNvSpPr txBox="1"/>
          <p:nvPr>
            <p:ph idx="1" type="body"/>
          </p:nvPr>
        </p:nvSpPr>
        <p:spPr>
          <a:xfrm>
            <a:off x="301275" y="500925"/>
            <a:ext cx="4166400" cy="4432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445" name="Google Shape;445;p66"/>
          <p:cNvSpPr txBox="1"/>
          <p:nvPr>
            <p:ph idx="2" type="body"/>
          </p:nvPr>
        </p:nvSpPr>
        <p:spPr>
          <a:xfrm>
            <a:off x="5192225" y="1286175"/>
            <a:ext cx="3706500" cy="26973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rgbClr val="FFFFFF"/>
              </a:buClr>
              <a:buSzPts val="1300"/>
              <a:buChar char="●"/>
              <a:defRPr>
                <a:solidFill>
                  <a:srgbClr val="FFFFFF"/>
                </a:solidFill>
              </a:defRPr>
            </a:lvl1pPr>
            <a:lvl2pPr indent="-298450" lvl="1" marL="914400">
              <a:spcBef>
                <a:spcPts val="1600"/>
              </a:spcBef>
              <a:spcAft>
                <a:spcPts val="0"/>
              </a:spcAft>
              <a:buClr>
                <a:srgbClr val="FFFFFF"/>
              </a:buClr>
              <a:buSzPts val="1100"/>
              <a:buChar char="○"/>
              <a:defRPr>
                <a:solidFill>
                  <a:srgbClr val="FFFFFF"/>
                </a:solidFill>
              </a:defRPr>
            </a:lvl2pPr>
            <a:lvl3pPr indent="-298450" lvl="2" marL="1371600">
              <a:spcBef>
                <a:spcPts val="1600"/>
              </a:spcBef>
              <a:spcAft>
                <a:spcPts val="0"/>
              </a:spcAft>
              <a:buClr>
                <a:srgbClr val="FFFFFF"/>
              </a:buClr>
              <a:buSzPts val="1100"/>
              <a:buChar char="■"/>
              <a:defRPr>
                <a:solidFill>
                  <a:srgbClr val="FFFFFF"/>
                </a:solidFill>
              </a:defRPr>
            </a:lvl3pPr>
            <a:lvl4pPr indent="-298450" lvl="3" marL="1828800">
              <a:spcBef>
                <a:spcPts val="1600"/>
              </a:spcBef>
              <a:spcAft>
                <a:spcPts val="0"/>
              </a:spcAft>
              <a:buClr>
                <a:srgbClr val="FFFFFF"/>
              </a:buClr>
              <a:buSzPts val="1100"/>
              <a:buChar char="●"/>
              <a:defRPr>
                <a:solidFill>
                  <a:srgbClr val="FFFFFF"/>
                </a:solidFill>
              </a:defRPr>
            </a:lvl4pPr>
            <a:lvl5pPr indent="-298450" lvl="4" marL="2286000">
              <a:spcBef>
                <a:spcPts val="1600"/>
              </a:spcBef>
              <a:spcAft>
                <a:spcPts val="0"/>
              </a:spcAft>
              <a:buClr>
                <a:srgbClr val="FFFFFF"/>
              </a:buClr>
              <a:buSzPts val="1100"/>
              <a:buChar char="○"/>
              <a:defRPr>
                <a:solidFill>
                  <a:srgbClr val="FFFFFF"/>
                </a:solidFill>
              </a:defRPr>
            </a:lvl5pPr>
            <a:lvl6pPr indent="-298450" lvl="5" marL="2743200">
              <a:spcBef>
                <a:spcPts val="1600"/>
              </a:spcBef>
              <a:spcAft>
                <a:spcPts val="0"/>
              </a:spcAft>
              <a:buClr>
                <a:srgbClr val="FFFFFF"/>
              </a:buClr>
              <a:buSzPts val="1100"/>
              <a:buChar char="■"/>
              <a:defRPr>
                <a:solidFill>
                  <a:srgbClr val="FFFFFF"/>
                </a:solidFill>
              </a:defRPr>
            </a:lvl6pPr>
            <a:lvl7pPr indent="-298450" lvl="6" marL="3200400">
              <a:spcBef>
                <a:spcPts val="1600"/>
              </a:spcBef>
              <a:spcAft>
                <a:spcPts val="0"/>
              </a:spcAft>
              <a:buClr>
                <a:srgbClr val="FFFFFF"/>
              </a:buClr>
              <a:buSzPts val="1100"/>
              <a:buChar char="●"/>
              <a:defRPr>
                <a:solidFill>
                  <a:srgbClr val="FFFFFF"/>
                </a:solidFill>
              </a:defRPr>
            </a:lvl7pPr>
            <a:lvl8pPr indent="-298450" lvl="7" marL="3657600">
              <a:spcBef>
                <a:spcPts val="1600"/>
              </a:spcBef>
              <a:spcAft>
                <a:spcPts val="0"/>
              </a:spcAft>
              <a:buClr>
                <a:srgbClr val="FFFFFF"/>
              </a:buClr>
              <a:buSzPts val="1100"/>
              <a:buChar char="○"/>
              <a:defRPr>
                <a:solidFill>
                  <a:srgbClr val="FFFFFF"/>
                </a:solidFill>
              </a:defRPr>
            </a:lvl8pPr>
            <a:lvl9pPr indent="-298450" lvl="8" marL="4114800">
              <a:spcBef>
                <a:spcPts val="1600"/>
              </a:spcBef>
              <a:spcAft>
                <a:spcPts val="1600"/>
              </a:spcAft>
              <a:buClr>
                <a:srgbClr val="FFFFFF"/>
              </a:buClr>
              <a:buSzPts val="1100"/>
              <a:buChar char="■"/>
              <a:defRPr>
                <a:solidFill>
                  <a:srgbClr val="FFFFFF"/>
                </a:solidFill>
              </a:defRPr>
            </a:lvl9pPr>
          </a:lstStyle>
          <a:p/>
        </p:txBody>
      </p:sp>
      <p:sp>
        <p:nvSpPr>
          <p:cNvPr id="446" name="Google Shape;446;p66"/>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11150" lvl="0" marL="45720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indent="-298450" lvl="1" marL="91440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indent="-298450" lvl="2" marL="137160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indent="-298450" lvl="3" marL="182880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indent="-298450" lvl="4" marL="228600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indent="-298450" lvl="5" marL="274320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indent="-298450" lvl="6" marL="320040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indent="-298450" lvl="7" marL="365760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indent="-298450" lvl="8" marL="411480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47" name="Shape 447"/>
        <p:cNvGrpSpPr/>
        <p:nvPr/>
      </p:nvGrpSpPr>
      <p:grpSpPr>
        <a:xfrm>
          <a:off x="0" y="0"/>
          <a:ext cx="0" cy="0"/>
          <a:chOff x="0" y="0"/>
          <a:chExt cx="0" cy="0"/>
        </a:xfrm>
      </p:grpSpPr>
      <p:sp>
        <p:nvSpPr>
          <p:cNvPr id="448" name="Google Shape;448;p67"/>
          <p:cNvSpPr txBox="1"/>
          <p:nvPr>
            <p:ph type="title"/>
          </p:nvPr>
        </p:nvSpPr>
        <p:spPr>
          <a:xfrm>
            <a:off x="311675" y="798600"/>
            <a:ext cx="6247800" cy="35463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49" name="Google Shape;449;p6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0" name="Shape 450"/>
        <p:cNvGrpSpPr/>
        <p:nvPr/>
      </p:nvGrpSpPr>
      <p:grpSpPr>
        <a:xfrm>
          <a:off x="0" y="0"/>
          <a:ext cx="0" cy="0"/>
          <a:chOff x="0" y="0"/>
          <a:chExt cx="0" cy="0"/>
        </a:xfrm>
      </p:grpSpPr>
      <p:sp>
        <p:nvSpPr>
          <p:cNvPr id="451" name="Google Shape;451;p68"/>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68"/>
          <p:cNvSpPr txBox="1"/>
          <p:nvPr>
            <p:ph type="title"/>
          </p:nvPr>
        </p:nvSpPr>
        <p:spPr>
          <a:xfrm>
            <a:off x="311300" y="500925"/>
            <a:ext cx="3704400" cy="2049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53" name="Google Shape;453;p68"/>
          <p:cNvSpPr txBox="1"/>
          <p:nvPr>
            <p:ph idx="1" type="subTitle"/>
          </p:nvPr>
        </p:nvSpPr>
        <p:spPr>
          <a:xfrm>
            <a:off x="304800" y="2626725"/>
            <a:ext cx="3704400" cy="926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54" name="Google Shape;454;p68"/>
          <p:cNvSpPr txBox="1"/>
          <p:nvPr>
            <p:ph idx="2" type="body"/>
          </p:nvPr>
        </p:nvSpPr>
        <p:spPr>
          <a:xfrm>
            <a:off x="4879025" y="500925"/>
            <a:ext cx="3954000" cy="4111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455" name="Google Shape;455;p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6" name="Shape 456"/>
        <p:cNvGrpSpPr/>
        <p:nvPr/>
      </p:nvGrpSpPr>
      <p:grpSpPr>
        <a:xfrm>
          <a:off x="0" y="0"/>
          <a:ext cx="0" cy="0"/>
          <a:chOff x="0" y="0"/>
          <a:chExt cx="0" cy="0"/>
        </a:xfrm>
      </p:grpSpPr>
      <p:sp>
        <p:nvSpPr>
          <p:cNvPr id="457" name="Google Shape;457;p69"/>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69"/>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459" name="Google Shape;459;p6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460" name="Shape 460"/>
        <p:cNvGrpSpPr/>
        <p:nvPr/>
      </p:nvGrpSpPr>
      <p:grpSpPr>
        <a:xfrm>
          <a:off x="0" y="0"/>
          <a:ext cx="0" cy="0"/>
          <a:chOff x="0" y="0"/>
          <a:chExt cx="0" cy="0"/>
        </a:xfrm>
      </p:grpSpPr>
      <p:sp>
        <p:nvSpPr>
          <p:cNvPr id="461" name="Google Shape;461;p70"/>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462" name="Google Shape;462;p70"/>
          <p:cNvSpPr txBox="1"/>
          <p:nvPr>
            <p:ph idx="1" type="body"/>
          </p:nvPr>
        </p:nvSpPr>
        <p:spPr>
          <a:xfrm>
            <a:off x="311700" y="2121425"/>
            <a:ext cx="5334900" cy="9426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1600"/>
              </a:spcBef>
              <a:spcAft>
                <a:spcPts val="0"/>
              </a:spcAft>
              <a:buClr>
                <a:schemeClr val="accent2"/>
              </a:buClr>
              <a:buSzPts val="1100"/>
              <a:buChar char="○"/>
              <a:defRPr>
                <a:solidFill>
                  <a:schemeClr val="accent2"/>
                </a:solidFill>
              </a:defRPr>
            </a:lvl2pPr>
            <a:lvl3pPr indent="-298450" lvl="2" marL="1371600">
              <a:spcBef>
                <a:spcPts val="1600"/>
              </a:spcBef>
              <a:spcAft>
                <a:spcPts val="0"/>
              </a:spcAft>
              <a:buClr>
                <a:schemeClr val="accent2"/>
              </a:buClr>
              <a:buSzPts val="1100"/>
              <a:buChar char="■"/>
              <a:defRPr>
                <a:solidFill>
                  <a:schemeClr val="accent2"/>
                </a:solidFill>
              </a:defRPr>
            </a:lvl3pPr>
            <a:lvl4pPr indent="-298450" lvl="3" marL="1828800">
              <a:spcBef>
                <a:spcPts val="1600"/>
              </a:spcBef>
              <a:spcAft>
                <a:spcPts val="0"/>
              </a:spcAft>
              <a:buClr>
                <a:schemeClr val="accent2"/>
              </a:buClr>
              <a:buSzPts val="1100"/>
              <a:buChar char="●"/>
              <a:defRPr>
                <a:solidFill>
                  <a:schemeClr val="accent2"/>
                </a:solidFill>
              </a:defRPr>
            </a:lvl4pPr>
            <a:lvl5pPr indent="-298450" lvl="4" marL="2286000">
              <a:spcBef>
                <a:spcPts val="1600"/>
              </a:spcBef>
              <a:spcAft>
                <a:spcPts val="0"/>
              </a:spcAft>
              <a:buClr>
                <a:schemeClr val="accent2"/>
              </a:buClr>
              <a:buSzPts val="1100"/>
              <a:buChar char="○"/>
              <a:defRPr>
                <a:solidFill>
                  <a:schemeClr val="accent2"/>
                </a:solidFill>
              </a:defRPr>
            </a:lvl5pPr>
            <a:lvl6pPr indent="-298450" lvl="5" marL="2743200">
              <a:spcBef>
                <a:spcPts val="1600"/>
              </a:spcBef>
              <a:spcAft>
                <a:spcPts val="0"/>
              </a:spcAft>
              <a:buClr>
                <a:schemeClr val="accent2"/>
              </a:buClr>
              <a:buSzPts val="1100"/>
              <a:buChar char="■"/>
              <a:defRPr>
                <a:solidFill>
                  <a:schemeClr val="accent2"/>
                </a:solidFill>
              </a:defRPr>
            </a:lvl6pPr>
            <a:lvl7pPr indent="-298450" lvl="6" marL="3200400">
              <a:spcBef>
                <a:spcPts val="1600"/>
              </a:spcBef>
              <a:spcAft>
                <a:spcPts val="0"/>
              </a:spcAft>
              <a:buClr>
                <a:schemeClr val="accent2"/>
              </a:buClr>
              <a:buSzPts val="1100"/>
              <a:buChar char="●"/>
              <a:defRPr>
                <a:solidFill>
                  <a:schemeClr val="accent2"/>
                </a:solidFill>
              </a:defRPr>
            </a:lvl7pPr>
            <a:lvl8pPr indent="-298450" lvl="7" marL="3657600">
              <a:spcBef>
                <a:spcPts val="1600"/>
              </a:spcBef>
              <a:spcAft>
                <a:spcPts val="0"/>
              </a:spcAft>
              <a:buClr>
                <a:schemeClr val="accent2"/>
              </a:buClr>
              <a:buSzPts val="1100"/>
              <a:buChar char="○"/>
              <a:defRPr>
                <a:solidFill>
                  <a:schemeClr val="accent2"/>
                </a:solidFill>
              </a:defRPr>
            </a:lvl8pPr>
            <a:lvl9pPr indent="-298450" lvl="8" marL="4114800">
              <a:spcBef>
                <a:spcPts val="1600"/>
              </a:spcBef>
              <a:spcAft>
                <a:spcPts val="1600"/>
              </a:spcAft>
              <a:buClr>
                <a:schemeClr val="accent2"/>
              </a:buClr>
              <a:buSzPts val="1100"/>
              <a:buChar char="■"/>
              <a:defRPr>
                <a:solidFill>
                  <a:schemeClr val="accent2"/>
                </a:solidFill>
              </a:defRPr>
            </a:lvl9pPr>
          </a:lstStyle>
          <a:p/>
        </p:txBody>
      </p:sp>
      <p:sp>
        <p:nvSpPr>
          <p:cNvPr id="463" name="Google Shape;463;p7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4" name="Shape 464"/>
        <p:cNvGrpSpPr/>
        <p:nvPr/>
      </p:nvGrpSpPr>
      <p:grpSpPr>
        <a:xfrm>
          <a:off x="0" y="0"/>
          <a:ext cx="0" cy="0"/>
          <a:chOff x="0" y="0"/>
          <a:chExt cx="0" cy="0"/>
        </a:xfrm>
      </p:grpSpPr>
      <p:sp>
        <p:nvSpPr>
          <p:cNvPr id="465" name="Google Shape;465;p7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466" name="Shape 466"/>
        <p:cNvGrpSpPr/>
        <p:nvPr/>
      </p:nvGrpSpPr>
      <p:grpSpPr>
        <a:xfrm>
          <a:off x="0" y="0"/>
          <a:ext cx="0" cy="0"/>
          <a:chOff x="0" y="0"/>
          <a:chExt cx="0" cy="0"/>
        </a:xfrm>
      </p:grpSpPr>
      <p:sp>
        <p:nvSpPr>
          <p:cNvPr id="467" name="Google Shape;467;p72"/>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72"/>
          <p:cNvSpPr txBox="1"/>
          <p:nvPr>
            <p:ph type="title"/>
          </p:nvPr>
        </p:nvSpPr>
        <p:spPr>
          <a:xfrm>
            <a:off x="311700" y="315925"/>
            <a:ext cx="8520600" cy="8313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69" name="Google Shape;469;p72"/>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470" name="Google Shape;470;p7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471" name="Shape 471"/>
        <p:cNvGrpSpPr/>
        <p:nvPr/>
      </p:nvGrpSpPr>
      <p:grpSpPr>
        <a:xfrm>
          <a:off x="0" y="0"/>
          <a:ext cx="0" cy="0"/>
          <a:chOff x="0" y="0"/>
          <a:chExt cx="0" cy="0"/>
        </a:xfrm>
      </p:grpSpPr>
      <p:sp>
        <p:nvSpPr>
          <p:cNvPr id="472" name="Google Shape;472;p7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73" name="Google Shape;473;p7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474" name="Google Shape;474;p7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1">
  <p:cSld name="AUTOLAYOUT_1_1">
    <p:bg>
      <p:bgPr>
        <a:solidFill>
          <a:srgbClr val="FFFFFF"/>
        </a:solidFill>
      </p:bgPr>
    </p:bg>
    <p:spTree>
      <p:nvGrpSpPr>
        <p:cNvPr id="475" name="Shape 475"/>
        <p:cNvGrpSpPr/>
        <p:nvPr/>
      </p:nvGrpSpPr>
      <p:grpSpPr>
        <a:xfrm>
          <a:off x="0" y="0"/>
          <a:ext cx="0" cy="0"/>
          <a:chOff x="0" y="0"/>
          <a:chExt cx="0" cy="0"/>
        </a:xfrm>
      </p:grpSpPr>
      <p:sp>
        <p:nvSpPr>
          <p:cNvPr id="476" name="Google Shape;476;p74"/>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74"/>
          <p:cNvSpPr txBox="1"/>
          <p:nvPr>
            <p:ph idx="1" type="body"/>
          </p:nvPr>
        </p:nvSpPr>
        <p:spPr>
          <a:xfrm>
            <a:off x="65250" y="731625"/>
            <a:ext cx="8955900" cy="1146600"/>
          </a:xfrm>
          <a:prstGeom prst="rect">
            <a:avLst/>
          </a:prstGeom>
          <a:noFill/>
        </p:spPr>
        <p:txBody>
          <a:bodyPr anchorCtr="0" anchor="t" bIns="91425" lIns="91425" spcFirstLastPara="1" rIns="91425" wrap="square" tIns="91425">
            <a:spAutoFit/>
          </a:bodyPr>
          <a:lstStyle>
            <a:lvl1pPr indent="-330200" lvl="0" marL="457200" algn="l">
              <a:lnSpc>
                <a:spcPct val="115000"/>
              </a:lnSpc>
              <a:spcBef>
                <a:spcPts val="0"/>
              </a:spcBef>
              <a:spcAft>
                <a:spcPts val="0"/>
              </a:spcAft>
              <a:buClr>
                <a:schemeClr val="dk2"/>
              </a:buClr>
              <a:buSzPts val="1600"/>
              <a:buChar char="●"/>
              <a:defRPr sz="1600">
                <a:solidFill>
                  <a:schemeClr val="dk2"/>
                </a:solidFill>
              </a:defRPr>
            </a:lvl1pPr>
            <a:lvl2pPr indent="-298450" lvl="1" marL="914400" algn="l">
              <a:lnSpc>
                <a:spcPct val="115000"/>
              </a:lnSpc>
              <a:spcBef>
                <a:spcPts val="1600"/>
              </a:spcBef>
              <a:spcAft>
                <a:spcPts val="0"/>
              </a:spcAft>
              <a:buClr>
                <a:schemeClr val="dk2"/>
              </a:buClr>
              <a:buSzPts val="1100"/>
              <a:buChar char="○"/>
              <a:defRPr sz="1400">
                <a:solidFill>
                  <a:schemeClr val="dk2"/>
                </a:solidFill>
              </a:defRPr>
            </a:lvl2pPr>
            <a:lvl3pPr indent="-298450" lvl="2" marL="1371600" algn="l">
              <a:lnSpc>
                <a:spcPct val="115000"/>
              </a:lnSpc>
              <a:spcBef>
                <a:spcPts val="1600"/>
              </a:spcBef>
              <a:spcAft>
                <a:spcPts val="0"/>
              </a:spcAft>
              <a:buClr>
                <a:schemeClr val="dk2"/>
              </a:buClr>
              <a:buSzPts val="1100"/>
              <a:buChar char="■"/>
              <a:defRPr sz="1400">
                <a:solidFill>
                  <a:schemeClr val="dk2"/>
                </a:solidFill>
              </a:defRPr>
            </a:lvl3pPr>
            <a:lvl4pPr indent="-298450" lvl="3" marL="1828800" algn="l">
              <a:lnSpc>
                <a:spcPct val="115000"/>
              </a:lnSpc>
              <a:spcBef>
                <a:spcPts val="1600"/>
              </a:spcBef>
              <a:spcAft>
                <a:spcPts val="0"/>
              </a:spcAft>
              <a:buClr>
                <a:schemeClr val="dk2"/>
              </a:buClr>
              <a:buSzPts val="1100"/>
              <a:buChar char="●"/>
              <a:defRPr sz="1400">
                <a:solidFill>
                  <a:schemeClr val="dk2"/>
                </a:solidFill>
              </a:defRPr>
            </a:lvl4pPr>
            <a:lvl5pPr indent="-298450" lvl="4" marL="2286000" algn="l">
              <a:lnSpc>
                <a:spcPct val="115000"/>
              </a:lnSpc>
              <a:spcBef>
                <a:spcPts val="1600"/>
              </a:spcBef>
              <a:spcAft>
                <a:spcPts val="0"/>
              </a:spcAft>
              <a:buClr>
                <a:schemeClr val="dk2"/>
              </a:buClr>
              <a:buSzPts val="1100"/>
              <a:buChar char="○"/>
              <a:defRPr sz="1400">
                <a:solidFill>
                  <a:schemeClr val="dk2"/>
                </a:solidFill>
              </a:defRPr>
            </a:lvl5pPr>
            <a:lvl6pPr indent="-298450" lvl="5" marL="2743200" algn="l">
              <a:lnSpc>
                <a:spcPct val="115000"/>
              </a:lnSpc>
              <a:spcBef>
                <a:spcPts val="1600"/>
              </a:spcBef>
              <a:spcAft>
                <a:spcPts val="0"/>
              </a:spcAft>
              <a:buClr>
                <a:schemeClr val="dk2"/>
              </a:buClr>
              <a:buSzPts val="1100"/>
              <a:buChar char="■"/>
              <a:defRPr sz="1400">
                <a:solidFill>
                  <a:schemeClr val="dk2"/>
                </a:solidFill>
              </a:defRPr>
            </a:lvl6pPr>
            <a:lvl7pPr indent="-298450" lvl="6" marL="3200400" algn="l">
              <a:lnSpc>
                <a:spcPct val="115000"/>
              </a:lnSpc>
              <a:spcBef>
                <a:spcPts val="1600"/>
              </a:spcBef>
              <a:spcAft>
                <a:spcPts val="0"/>
              </a:spcAft>
              <a:buClr>
                <a:schemeClr val="dk2"/>
              </a:buClr>
              <a:buSzPts val="1100"/>
              <a:buChar char="●"/>
              <a:defRPr sz="1400">
                <a:solidFill>
                  <a:schemeClr val="dk2"/>
                </a:solidFill>
              </a:defRPr>
            </a:lvl7pPr>
            <a:lvl8pPr indent="-298450" lvl="7" marL="3657600" algn="l">
              <a:lnSpc>
                <a:spcPct val="115000"/>
              </a:lnSpc>
              <a:spcBef>
                <a:spcPts val="1600"/>
              </a:spcBef>
              <a:spcAft>
                <a:spcPts val="0"/>
              </a:spcAft>
              <a:buClr>
                <a:schemeClr val="dk2"/>
              </a:buClr>
              <a:buSzPts val="1100"/>
              <a:buChar char="○"/>
              <a:defRPr sz="1400">
                <a:solidFill>
                  <a:schemeClr val="dk2"/>
                </a:solidFill>
              </a:defRPr>
            </a:lvl8pPr>
            <a:lvl9pPr indent="-298450" lvl="8" marL="4114800" algn="l">
              <a:lnSpc>
                <a:spcPct val="115000"/>
              </a:lnSpc>
              <a:spcBef>
                <a:spcPts val="1600"/>
              </a:spcBef>
              <a:spcAft>
                <a:spcPts val="1600"/>
              </a:spcAft>
              <a:buClr>
                <a:schemeClr val="dk2"/>
              </a:buClr>
              <a:buSzPts val="1100"/>
              <a:buChar char="■"/>
              <a:defRPr sz="1400">
                <a:solidFill>
                  <a:schemeClr val="dk2"/>
                </a:solidFill>
              </a:defRPr>
            </a:lvl9pPr>
          </a:lstStyle>
          <a:p/>
        </p:txBody>
      </p:sp>
      <p:sp>
        <p:nvSpPr>
          <p:cNvPr id="478" name="Google Shape;478;p74"/>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algn="r">
              <a:lnSpc>
                <a:spcPct val="100000"/>
              </a:lnSpc>
              <a:spcAft>
                <a:spcPts val="0"/>
              </a:spcAft>
              <a:buNone/>
              <a:defRPr sz="1000">
                <a:solidFill>
                  <a:schemeClr val="dk2"/>
                </a:solidFill>
              </a:defRPr>
            </a:lvl1pPr>
            <a:lvl2pPr lvl="1" algn="r">
              <a:lnSpc>
                <a:spcPct val="100000"/>
              </a:lnSpc>
              <a:spcAft>
                <a:spcPts val="0"/>
              </a:spcAft>
              <a:buNone/>
              <a:defRPr sz="1000">
                <a:solidFill>
                  <a:schemeClr val="dk2"/>
                </a:solidFill>
              </a:defRPr>
            </a:lvl2pPr>
            <a:lvl3pPr lvl="2" algn="r">
              <a:lnSpc>
                <a:spcPct val="100000"/>
              </a:lnSpc>
              <a:spcAft>
                <a:spcPts val="0"/>
              </a:spcAft>
              <a:buNone/>
              <a:defRPr sz="1000">
                <a:solidFill>
                  <a:schemeClr val="dk2"/>
                </a:solidFill>
              </a:defRPr>
            </a:lvl3pPr>
            <a:lvl4pPr lvl="3" algn="r">
              <a:lnSpc>
                <a:spcPct val="100000"/>
              </a:lnSpc>
              <a:spcAft>
                <a:spcPts val="0"/>
              </a:spcAft>
              <a:buNone/>
              <a:defRPr sz="1000">
                <a:solidFill>
                  <a:schemeClr val="dk2"/>
                </a:solidFill>
              </a:defRPr>
            </a:lvl4pPr>
            <a:lvl5pPr lvl="4" algn="r">
              <a:lnSpc>
                <a:spcPct val="100000"/>
              </a:lnSpc>
              <a:spcAft>
                <a:spcPts val="0"/>
              </a:spcAft>
              <a:buNone/>
              <a:defRPr sz="1000">
                <a:solidFill>
                  <a:schemeClr val="dk2"/>
                </a:solidFill>
              </a:defRPr>
            </a:lvl5pPr>
            <a:lvl6pPr lvl="5" algn="r">
              <a:lnSpc>
                <a:spcPct val="100000"/>
              </a:lnSpc>
              <a:spcAft>
                <a:spcPts val="0"/>
              </a:spcAft>
              <a:buNone/>
              <a:defRPr sz="1000">
                <a:solidFill>
                  <a:schemeClr val="dk2"/>
                </a:solidFill>
              </a:defRPr>
            </a:lvl6pPr>
            <a:lvl7pPr lvl="6" algn="r">
              <a:lnSpc>
                <a:spcPct val="100000"/>
              </a:lnSpc>
              <a:spcAft>
                <a:spcPts val="0"/>
              </a:spcAft>
              <a:buNone/>
              <a:defRPr sz="1000">
                <a:solidFill>
                  <a:schemeClr val="dk2"/>
                </a:solidFill>
              </a:defRPr>
            </a:lvl7pPr>
            <a:lvl8pPr lvl="7" algn="r">
              <a:lnSpc>
                <a:spcPct val="100000"/>
              </a:lnSpc>
              <a:spcAft>
                <a:spcPts val="0"/>
              </a:spcAft>
              <a:buNone/>
              <a:defRPr sz="1000">
                <a:solidFill>
                  <a:schemeClr val="dk2"/>
                </a:solidFill>
              </a:defRPr>
            </a:lvl8pPr>
            <a:lvl9pPr lvl="8"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479" name="Google Shape;479;p74"/>
          <p:cNvSpPr txBox="1"/>
          <p:nvPr>
            <p:ph idx="2" type="body"/>
          </p:nvPr>
        </p:nvSpPr>
        <p:spPr>
          <a:xfrm>
            <a:off x="4420400" y="2013125"/>
            <a:ext cx="4520700" cy="28287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480" name="Google Shape;480;p74"/>
          <p:cNvSpPr/>
          <p:nvPr/>
        </p:nvSpPr>
        <p:spPr>
          <a:xfrm>
            <a:off x="1365175" y="0"/>
            <a:ext cx="7778700" cy="645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74"/>
          <p:cNvSpPr txBox="1"/>
          <p:nvPr>
            <p:ph type="title"/>
          </p:nvPr>
        </p:nvSpPr>
        <p:spPr>
          <a:xfrm>
            <a:off x="1436850" y="100"/>
            <a:ext cx="7642500" cy="596700"/>
          </a:xfrm>
          <a:prstGeom prst="rect">
            <a:avLst/>
          </a:prstGeom>
          <a:noFill/>
        </p:spPr>
        <p:txBody>
          <a:bodyPr anchorCtr="0" anchor="ctr" bIns="91425" lIns="91425" spcFirstLastPara="1" rIns="91425" wrap="square" tIns="91425">
            <a:spAutoFit/>
          </a:bodyPr>
          <a:lstStyle>
            <a:lvl1pPr lvl="0" algn="l">
              <a:lnSpc>
                <a:spcPct val="100000"/>
              </a:lnSpc>
              <a:spcBef>
                <a:spcPts val="0"/>
              </a:spcBef>
              <a:spcAft>
                <a:spcPts val="0"/>
              </a:spcAft>
              <a:buClr>
                <a:srgbClr val="FFFFFF"/>
              </a:buClr>
              <a:buSzPts val="3000"/>
              <a:buNone/>
              <a:defRPr sz="3000">
                <a:solidFill>
                  <a:srgbClr val="FFFFFF"/>
                </a:solidFill>
              </a:defRPr>
            </a:lvl1pPr>
            <a:lvl2pPr lvl="1" algn="l">
              <a:lnSpc>
                <a:spcPct val="100000"/>
              </a:lnSpc>
              <a:spcBef>
                <a:spcPts val="0"/>
              </a:spcBef>
              <a:spcAft>
                <a:spcPts val="0"/>
              </a:spcAft>
              <a:buClr>
                <a:schemeClr val="dk1"/>
              </a:buClr>
              <a:buSzPts val="3600"/>
              <a:buNone/>
              <a:defRPr b="1" sz="3600">
                <a:solidFill>
                  <a:schemeClr val="dk1"/>
                </a:solidFill>
              </a:defRPr>
            </a:lvl2pPr>
            <a:lvl3pPr lvl="2" algn="l">
              <a:lnSpc>
                <a:spcPct val="100000"/>
              </a:lnSpc>
              <a:spcBef>
                <a:spcPts val="0"/>
              </a:spcBef>
              <a:spcAft>
                <a:spcPts val="0"/>
              </a:spcAft>
              <a:buClr>
                <a:schemeClr val="dk1"/>
              </a:buClr>
              <a:buSzPts val="3600"/>
              <a:buNone/>
              <a:defRPr b="1" sz="3600">
                <a:solidFill>
                  <a:schemeClr val="dk1"/>
                </a:solidFill>
              </a:defRPr>
            </a:lvl3pPr>
            <a:lvl4pPr lvl="3" algn="l">
              <a:lnSpc>
                <a:spcPct val="100000"/>
              </a:lnSpc>
              <a:spcBef>
                <a:spcPts val="0"/>
              </a:spcBef>
              <a:spcAft>
                <a:spcPts val="0"/>
              </a:spcAft>
              <a:buClr>
                <a:schemeClr val="dk1"/>
              </a:buClr>
              <a:buSzPts val="3600"/>
              <a:buNone/>
              <a:defRPr b="1" sz="3600">
                <a:solidFill>
                  <a:schemeClr val="dk1"/>
                </a:solidFill>
              </a:defRPr>
            </a:lvl4pPr>
            <a:lvl5pPr lvl="4" algn="l">
              <a:lnSpc>
                <a:spcPct val="100000"/>
              </a:lnSpc>
              <a:spcBef>
                <a:spcPts val="0"/>
              </a:spcBef>
              <a:spcAft>
                <a:spcPts val="0"/>
              </a:spcAft>
              <a:buClr>
                <a:schemeClr val="dk1"/>
              </a:buClr>
              <a:buSzPts val="3600"/>
              <a:buNone/>
              <a:defRPr b="1" sz="3600">
                <a:solidFill>
                  <a:schemeClr val="dk1"/>
                </a:solidFill>
              </a:defRPr>
            </a:lvl5pPr>
            <a:lvl6pPr lvl="5" algn="l">
              <a:lnSpc>
                <a:spcPct val="100000"/>
              </a:lnSpc>
              <a:spcBef>
                <a:spcPts val="0"/>
              </a:spcBef>
              <a:spcAft>
                <a:spcPts val="0"/>
              </a:spcAft>
              <a:buClr>
                <a:schemeClr val="dk1"/>
              </a:buClr>
              <a:buSzPts val="3600"/>
              <a:buNone/>
              <a:defRPr b="1" sz="3600">
                <a:solidFill>
                  <a:schemeClr val="dk1"/>
                </a:solidFill>
              </a:defRPr>
            </a:lvl6pPr>
            <a:lvl7pPr lvl="6" algn="l">
              <a:lnSpc>
                <a:spcPct val="100000"/>
              </a:lnSpc>
              <a:spcBef>
                <a:spcPts val="0"/>
              </a:spcBef>
              <a:spcAft>
                <a:spcPts val="0"/>
              </a:spcAft>
              <a:buClr>
                <a:schemeClr val="dk1"/>
              </a:buClr>
              <a:buSzPts val="3600"/>
              <a:buNone/>
              <a:defRPr b="1" sz="3600">
                <a:solidFill>
                  <a:schemeClr val="dk1"/>
                </a:solidFill>
              </a:defRPr>
            </a:lvl7pPr>
            <a:lvl8pPr lvl="7" algn="l">
              <a:lnSpc>
                <a:spcPct val="100000"/>
              </a:lnSpc>
              <a:spcBef>
                <a:spcPts val="0"/>
              </a:spcBef>
              <a:spcAft>
                <a:spcPts val="0"/>
              </a:spcAft>
              <a:buClr>
                <a:schemeClr val="dk1"/>
              </a:buClr>
              <a:buSzPts val="3600"/>
              <a:buNone/>
              <a:defRPr b="1" sz="3600">
                <a:solidFill>
                  <a:schemeClr val="dk1"/>
                </a:solidFill>
              </a:defRPr>
            </a:lvl8pPr>
            <a:lvl9pPr lvl="8" algn="l">
              <a:lnSpc>
                <a:spcPct val="100000"/>
              </a:lnSpc>
              <a:spcBef>
                <a:spcPts val="0"/>
              </a:spcBef>
              <a:spcAft>
                <a:spcPts val="0"/>
              </a:spcAft>
              <a:buClr>
                <a:schemeClr val="dk1"/>
              </a:buClr>
              <a:buSzPts val="3600"/>
              <a:buNone/>
              <a:defRPr b="1" sz="3600">
                <a:solidFill>
                  <a:schemeClr val="dk1"/>
                </a:solidFill>
              </a:defRPr>
            </a:lvl9pPr>
          </a:lstStyle>
          <a:p/>
        </p:txBody>
      </p:sp>
      <p:sp>
        <p:nvSpPr>
          <p:cNvPr id="482" name="Google Shape;482;p74"/>
          <p:cNvSpPr/>
          <p:nvPr/>
        </p:nvSpPr>
        <p:spPr>
          <a:xfrm>
            <a:off x="0" y="0"/>
            <a:ext cx="1365300" cy="6456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74"/>
          <p:cNvSpPr txBox="1"/>
          <p:nvPr>
            <p:ph idx="3" type="title"/>
          </p:nvPr>
        </p:nvSpPr>
        <p:spPr>
          <a:xfrm>
            <a:off x="65250" y="100"/>
            <a:ext cx="1253700" cy="596700"/>
          </a:xfrm>
          <a:prstGeom prst="rect">
            <a:avLst/>
          </a:prstGeom>
          <a:noFill/>
        </p:spPr>
        <p:txBody>
          <a:bodyPr anchorCtr="0" anchor="ctr" bIns="91425" lIns="91425" spcFirstLastPara="1" rIns="91425" wrap="square" tIns="91425">
            <a:spAutoFit/>
          </a:bodyPr>
          <a:lstStyle>
            <a:lvl1pPr lvl="0" algn="r">
              <a:lnSpc>
                <a:spcPct val="100000"/>
              </a:lnSpc>
              <a:spcBef>
                <a:spcPts val="0"/>
              </a:spcBef>
              <a:spcAft>
                <a:spcPts val="0"/>
              </a:spcAft>
              <a:buClr>
                <a:srgbClr val="FFFFFF"/>
              </a:buClr>
              <a:buSzPts val="3000"/>
              <a:buNone/>
              <a:defRPr sz="3000">
                <a:solidFill>
                  <a:srgbClr val="FFFFFF"/>
                </a:solidFill>
              </a:defRPr>
            </a:lvl1pPr>
            <a:lvl2pPr lvl="1" algn="l">
              <a:lnSpc>
                <a:spcPct val="100000"/>
              </a:lnSpc>
              <a:spcBef>
                <a:spcPts val="0"/>
              </a:spcBef>
              <a:spcAft>
                <a:spcPts val="0"/>
              </a:spcAft>
              <a:buClr>
                <a:schemeClr val="dk1"/>
              </a:buClr>
              <a:buSzPts val="3600"/>
              <a:buNone/>
              <a:defRPr b="1" sz="3600">
                <a:solidFill>
                  <a:schemeClr val="dk1"/>
                </a:solidFill>
              </a:defRPr>
            </a:lvl2pPr>
            <a:lvl3pPr lvl="2" algn="l">
              <a:lnSpc>
                <a:spcPct val="100000"/>
              </a:lnSpc>
              <a:spcBef>
                <a:spcPts val="0"/>
              </a:spcBef>
              <a:spcAft>
                <a:spcPts val="0"/>
              </a:spcAft>
              <a:buClr>
                <a:schemeClr val="dk1"/>
              </a:buClr>
              <a:buSzPts val="3600"/>
              <a:buNone/>
              <a:defRPr b="1" sz="3600">
                <a:solidFill>
                  <a:schemeClr val="dk1"/>
                </a:solidFill>
              </a:defRPr>
            </a:lvl3pPr>
            <a:lvl4pPr lvl="3" algn="l">
              <a:lnSpc>
                <a:spcPct val="100000"/>
              </a:lnSpc>
              <a:spcBef>
                <a:spcPts val="0"/>
              </a:spcBef>
              <a:spcAft>
                <a:spcPts val="0"/>
              </a:spcAft>
              <a:buClr>
                <a:schemeClr val="dk1"/>
              </a:buClr>
              <a:buSzPts val="3600"/>
              <a:buNone/>
              <a:defRPr b="1" sz="3600">
                <a:solidFill>
                  <a:schemeClr val="dk1"/>
                </a:solidFill>
              </a:defRPr>
            </a:lvl4pPr>
            <a:lvl5pPr lvl="4" algn="l">
              <a:lnSpc>
                <a:spcPct val="100000"/>
              </a:lnSpc>
              <a:spcBef>
                <a:spcPts val="0"/>
              </a:spcBef>
              <a:spcAft>
                <a:spcPts val="0"/>
              </a:spcAft>
              <a:buClr>
                <a:schemeClr val="dk1"/>
              </a:buClr>
              <a:buSzPts val="3600"/>
              <a:buNone/>
              <a:defRPr b="1" sz="3600">
                <a:solidFill>
                  <a:schemeClr val="dk1"/>
                </a:solidFill>
              </a:defRPr>
            </a:lvl5pPr>
            <a:lvl6pPr lvl="5" algn="l">
              <a:lnSpc>
                <a:spcPct val="100000"/>
              </a:lnSpc>
              <a:spcBef>
                <a:spcPts val="0"/>
              </a:spcBef>
              <a:spcAft>
                <a:spcPts val="0"/>
              </a:spcAft>
              <a:buClr>
                <a:schemeClr val="dk1"/>
              </a:buClr>
              <a:buSzPts val="3600"/>
              <a:buNone/>
              <a:defRPr b="1" sz="3600">
                <a:solidFill>
                  <a:schemeClr val="dk1"/>
                </a:solidFill>
              </a:defRPr>
            </a:lvl6pPr>
            <a:lvl7pPr lvl="6" algn="l">
              <a:lnSpc>
                <a:spcPct val="100000"/>
              </a:lnSpc>
              <a:spcBef>
                <a:spcPts val="0"/>
              </a:spcBef>
              <a:spcAft>
                <a:spcPts val="0"/>
              </a:spcAft>
              <a:buClr>
                <a:schemeClr val="dk1"/>
              </a:buClr>
              <a:buSzPts val="3600"/>
              <a:buNone/>
              <a:defRPr b="1" sz="3600">
                <a:solidFill>
                  <a:schemeClr val="dk1"/>
                </a:solidFill>
              </a:defRPr>
            </a:lvl7pPr>
            <a:lvl8pPr lvl="7" algn="l">
              <a:lnSpc>
                <a:spcPct val="100000"/>
              </a:lnSpc>
              <a:spcBef>
                <a:spcPts val="0"/>
              </a:spcBef>
              <a:spcAft>
                <a:spcPts val="0"/>
              </a:spcAft>
              <a:buClr>
                <a:schemeClr val="dk1"/>
              </a:buClr>
              <a:buSzPts val="3600"/>
              <a:buNone/>
              <a:defRPr b="1" sz="3600">
                <a:solidFill>
                  <a:schemeClr val="dk1"/>
                </a:solidFill>
              </a:defRPr>
            </a:lvl8pPr>
            <a:lvl9pPr lvl="8" algn="l">
              <a:lnSpc>
                <a:spcPct val="100000"/>
              </a:lnSpc>
              <a:spcBef>
                <a:spcPts val="0"/>
              </a:spcBef>
              <a:spcAft>
                <a:spcPts val="0"/>
              </a:spcAft>
              <a:buClr>
                <a:schemeClr val="dk1"/>
              </a:buClr>
              <a:buSzPts val="3600"/>
              <a:buNone/>
              <a:defRPr b="1" sz="3600">
                <a:solidFill>
                  <a:schemeClr val="dk1"/>
                </a:solidFill>
              </a:defRPr>
            </a:lvl9pPr>
          </a:lstStyle>
          <a:p/>
        </p:txBody>
      </p:sp>
      <p:sp>
        <p:nvSpPr>
          <p:cNvPr id="484" name="Google Shape;484;p74"/>
          <p:cNvSpPr txBox="1"/>
          <p:nvPr>
            <p:ph idx="4" type="body"/>
          </p:nvPr>
        </p:nvSpPr>
        <p:spPr>
          <a:xfrm>
            <a:off x="141600" y="4156900"/>
            <a:ext cx="3023700" cy="478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lvl1pPr indent="-304800" lvl="0" marL="4572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3">
    <p:spTree>
      <p:nvGrpSpPr>
        <p:cNvPr id="485" name="Shape 485"/>
        <p:cNvGrpSpPr/>
        <p:nvPr/>
      </p:nvGrpSpPr>
      <p:grpSpPr>
        <a:xfrm>
          <a:off x="0" y="0"/>
          <a:ext cx="0" cy="0"/>
          <a:chOff x="0" y="0"/>
          <a:chExt cx="0" cy="0"/>
        </a:xfrm>
      </p:grpSpPr>
      <p:sp>
        <p:nvSpPr>
          <p:cNvPr id="486" name="Google Shape;486;p75"/>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75"/>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488" name="Google Shape;488;p75"/>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489" name="Google Shape;489;p75"/>
          <p:cNvSpPr txBox="1"/>
          <p:nvPr>
            <p:ph type="title"/>
          </p:nvPr>
        </p:nvSpPr>
        <p:spPr>
          <a:xfrm>
            <a:off x="311725" y="500925"/>
            <a:ext cx="3706500" cy="2508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90" name="Google Shape;490;p75"/>
          <p:cNvSpPr txBox="1"/>
          <p:nvPr>
            <p:ph idx="1" type="body"/>
          </p:nvPr>
        </p:nvSpPr>
        <p:spPr>
          <a:xfrm>
            <a:off x="4644675" y="500925"/>
            <a:ext cx="4166400" cy="40986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491" name="Google Shape;491;p7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46" Type="http://schemas.openxmlformats.org/officeDocument/2006/relationships/slideLayout" Target="../slideLayouts/slideLayout57.xml"/><Relationship Id="rId23" Type="http://schemas.openxmlformats.org/officeDocument/2006/relationships/slideLayout" Target="../slideLayouts/slideLayout34.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47" Type="http://schemas.openxmlformats.org/officeDocument/2006/relationships/theme" Target="../theme/theme4.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slideLayout" Target="../slideLayouts/slideLayout59.xml"/><Relationship Id="rId3" Type="http://schemas.openxmlformats.org/officeDocument/2006/relationships/slideLayout" Target="../slideLayouts/slideLayout60.xml"/><Relationship Id="rId4" Type="http://schemas.openxmlformats.org/officeDocument/2006/relationships/slideLayout" Target="../slideLayouts/slideLayout61.xml"/><Relationship Id="rId9" Type="http://schemas.openxmlformats.org/officeDocument/2006/relationships/slideLayout" Target="../slideLayouts/slideLayout66.xml"/><Relationship Id="rId5" Type="http://schemas.openxmlformats.org/officeDocument/2006/relationships/slideLayout" Target="../slideLayouts/slideLayout62.xml"/><Relationship Id="rId6" Type="http://schemas.openxmlformats.org/officeDocument/2006/relationships/slideLayout" Target="../slideLayouts/slideLayout63.xml"/><Relationship Id="rId7" Type="http://schemas.openxmlformats.org/officeDocument/2006/relationships/slideLayout" Target="../slideLayouts/slideLayout64.xml"/><Relationship Id="rId8" Type="http://schemas.openxmlformats.org/officeDocument/2006/relationships/slideLayout" Target="../slideLayouts/slideLayout65.xml"/><Relationship Id="rId11" Type="http://schemas.openxmlformats.org/officeDocument/2006/relationships/slideLayout" Target="../slideLayouts/slideLayout68.xml"/><Relationship Id="rId10" Type="http://schemas.openxmlformats.org/officeDocument/2006/relationships/slideLayout" Target="../slideLayouts/slideLayout67.xml"/><Relationship Id="rId13" Type="http://schemas.openxmlformats.org/officeDocument/2006/relationships/slideLayout" Target="../slideLayouts/slideLayout70.xml"/><Relationship Id="rId12" Type="http://schemas.openxmlformats.org/officeDocument/2006/relationships/slideLayout" Target="../slideLayouts/slideLayout69.xml"/><Relationship Id="rId15" Type="http://schemas.openxmlformats.org/officeDocument/2006/relationships/slideLayout" Target="../slideLayouts/slideLayout72.xml"/><Relationship Id="rId14" Type="http://schemas.openxmlformats.org/officeDocument/2006/relationships/slideLayout" Target="../slideLayouts/slideLayout71.xml"/><Relationship Id="rId1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sp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sp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84850" y="1555575"/>
            <a:ext cx="5710500" cy="2861400"/>
          </a:xfrm>
          <a:prstGeom prst="rect">
            <a:avLst/>
          </a:prstGeom>
          <a:noFill/>
          <a:ln>
            <a:noFill/>
          </a:ln>
        </p:spPr>
        <p:txBody>
          <a:bodyPr anchorCtr="0" anchor="t" bIns="0" lIns="0" spcFirstLastPara="1" rIns="0" wrap="square" tIns="0">
            <a:spAutoFit/>
          </a:bodyPr>
          <a:lstStyle>
            <a:lvl1pPr indent="-304800" lvl="0" marL="457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52" name="Google Shape;52;p13"/>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lt1"/>
                </a:solidFill>
                <a:latin typeface="Inter"/>
                <a:ea typeface="Inter"/>
                <a:cs typeface="Inter"/>
                <a:sym typeface="Inter"/>
              </a:defRPr>
            </a:lvl1pPr>
            <a:lvl2pPr lvl="1">
              <a:lnSpc>
                <a:spcPct val="115000"/>
              </a:lnSpc>
              <a:spcBef>
                <a:spcPts val="0"/>
              </a:spcBef>
              <a:spcAft>
                <a:spcPts val="0"/>
              </a:spcAft>
              <a:buNone/>
              <a:defRPr sz="3600">
                <a:solidFill>
                  <a:schemeClr val="lt1"/>
                </a:solidFill>
                <a:latin typeface="Inter"/>
                <a:ea typeface="Inter"/>
                <a:cs typeface="Inter"/>
                <a:sym typeface="Inter"/>
              </a:defRPr>
            </a:lvl2pPr>
            <a:lvl3pPr lvl="2">
              <a:lnSpc>
                <a:spcPct val="115000"/>
              </a:lnSpc>
              <a:spcBef>
                <a:spcPts val="0"/>
              </a:spcBef>
              <a:spcAft>
                <a:spcPts val="0"/>
              </a:spcAft>
              <a:buNone/>
              <a:defRPr sz="3600">
                <a:solidFill>
                  <a:schemeClr val="lt1"/>
                </a:solidFill>
                <a:latin typeface="Inter"/>
                <a:ea typeface="Inter"/>
                <a:cs typeface="Inter"/>
                <a:sym typeface="Inter"/>
              </a:defRPr>
            </a:lvl3pPr>
            <a:lvl4pPr lvl="3">
              <a:lnSpc>
                <a:spcPct val="115000"/>
              </a:lnSpc>
              <a:spcBef>
                <a:spcPts val="0"/>
              </a:spcBef>
              <a:spcAft>
                <a:spcPts val="0"/>
              </a:spcAft>
              <a:buNone/>
              <a:defRPr sz="3600">
                <a:solidFill>
                  <a:schemeClr val="lt1"/>
                </a:solidFill>
                <a:latin typeface="Inter"/>
                <a:ea typeface="Inter"/>
                <a:cs typeface="Inter"/>
                <a:sym typeface="Inter"/>
              </a:defRPr>
            </a:lvl4pPr>
            <a:lvl5pPr lvl="4">
              <a:lnSpc>
                <a:spcPct val="115000"/>
              </a:lnSpc>
              <a:spcBef>
                <a:spcPts val="0"/>
              </a:spcBef>
              <a:spcAft>
                <a:spcPts val="0"/>
              </a:spcAft>
              <a:buNone/>
              <a:defRPr sz="3600">
                <a:solidFill>
                  <a:schemeClr val="lt1"/>
                </a:solidFill>
                <a:latin typeface="Inter"/>
                <a:ea typeface="Inter"/>
                <a:cs typeface="Inter"/>
                <a:sym typeface="Inter"/>
              </a:defRPr>
            </a:lvl5pPr>
            <a:lvl6pPr lvl="5">
              <a:lnSpc>
                <a:spcPct val="115000"/>
              </a:lnSpc>
              <a:spcBef>
                <a:spcPts val="0"/>
              </a:spcBef>
              <a:spcAft>
                <a:spcPts val="0"/>
              </a:spcAft>
              <a:buNone/>
              <a:defRPr sz="3600">
                <a:solidFill>
                  <a:schemeClr val="lt1"/>
                </a:solidFill>
                <a:latin typeface="Inter"/>
                <a:ea typeface="Inter"/>
                <a:cs typeface="Inter"/>
                <a:sym typeface="Inter"/>
              </a:defRPr>
            </a:lvl6pPr>
            <a:lvl7pPr lvl="6">
              <a:lnSpc>
                <a:spcPct val="115000"/>
              </a:lnSpc>
              <a:spcBef>
                <a:spcPts val="0"/>
              </a:spcBef>
              <a:spcAft>
                <a:spcPts val="0"/>
              </a:spcAft>
              <a:buNone/>
              <a:defRPr sz="3600">
                <a:solidFill>
                  <a:schemeClr val="lt1"/>
                </a:solidFill>
                <a:latin typeface="Inter"/>
                <a:ea typeface="Inter"/>
                <a:cs typeface="Inter"/>
                <a:sym typeface="Inter"/>
              </a:defRPr>
            </a:lvl7pPr>
            <a:lvl8pPr lvl="7">
              <a:lnSpc>
                <a:spcPct val="115000"/>
              </a:lnSpc>
              <a:spcBef>
                <a:spcPts val="0"/>
              </a:spcBef>
              <a:spcAft>
                <a:spcPts val="0"/>
              </a:spcAft>
              <a:buNone/>
              <a:defRPr sz="3600">
                <a:solidFill>
                  <a:schemeClr val="lt1"/>
                </a:solidFill>
                <a:latin typeface="Inter"/>
                <a:ea typeface="Inter"/>
                <a:cs typeface="Inter"/>
                <a:sym typeface="Inter"/>
              </a:defRPr>
            </a:lvl8pPr>
            <a:lvl9pPr lvl="8">
              <a:lnSpc>
                <a:spcPct val="115000"/>
              </a:lnSpc>
              <a:spcBef>
                <a:spcPts val="0"/>
              </a:spcBef>
              <a:spcAft>
                <a:spcPts val="0"/>
              </a:spcAft>
              <a:buNone/>
              <a:defRPr sz="3600">
                <a:solidFill>
                  <a:schemeClr val="lt1"/>
                </a:solidFill>
                <a:latin typeface="Inter"/>
                <a:ea typeface="Inter"/>
                <a:cs typeface="Inter"/>
                <a:sym typeface="Inter"/>
              </a:defRPr>
            </a:lvl9pPr>
          </a:lstStyle>
          <a:p/>
        </p:txBody>
      </p:sp>
      <p:sp>
        <p:nvSpPr>
          <p:cNvPr id="53" name="Google Shape;53;p13"/>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lvl="0" algn="r">
              <a:buNone/>
              <a:defRPr sz="600">
                <a:solidFill>
                  <a:schemeClr val="lt1"/>
                </a:solidFill>
                <a:latin typeface="Inter"/>
                <a:ea typeface="Inter"/>
                <a:cs typeface="Inter"/>
                <a:sym typeface="Inter"/>
              </a:defRPr>
            </a:lvl1pPr>
            <a:lvl2pPr lvl="1" algn="r">
              <a:buNone/>
              <a:defRPr sz="600">
                <a:solidFill>
                  <a:schemeClr val="lt1"/>
                </a:solidFill>
                <a:latin typeface="Inter"/>
                <a:ea typeface="Inter"/>
                <a:cs typeface="Inter"/>
                <a:sym typeface="Inter"/>
              </a:defRPr>
            </a:lvl2pPr>
            <a:lvl3pPr lvl="2" algn="r">
              <a:buNone/>
              <a:defRPr sz="600">
                <a:solidFill>
                  <a:schemeClr val="lt1"/>
                </a:solidFill>
                <a:latin typeface="Inter"/>
                <a:ea typeface="Inter"/>
                <a:cs typeface="Inter"/>
                <a:sym typeface="Inter"/>
              </a:defRPr>
            </a:lvl3pPr>
            <a:lvl4pPr lvl="3" algn="r">
              <a:buNone/>
              <a:defRPr sz="600">
                <a:solidFill>
                  <a:schemeClr val="lt1"/>
                </a:solidFill>
                <a:latin typeface="Inter"/>
                <a:ea typeface="Inter"/>
                <a:cs typeface="Inter"/>
                <a:sym typeface="Inter"/>
              </a:defRPr>
            </a:lvl4pPr>
            <a:lvl5pPr lvl="4" algn="r">
              <a:buNone/>
              <a:defRPr sz="600">
                <a:solidFill>
                  <a:schemeClr val="lt1"/>
                </a:solidFill>
                <a:latin typeface="Inter"/>
                <a:ea typeface="Inter"/>
                <a:cs typeface="Inter"/>
                <a:sym typeface="Inter"/>
              </a:defRPr>
            </a:lvl5pPr>
            <a:lvl6pPr lvl="5" algn="r">
              <a:buNone/>
              <a:defRPr sz="600">
                <a:solidFill>
                  <a:schemeClr val="lt1"/>
                </a:solidFill>
                <a:latin typeface="Inter"/>
                <a:ea typeface="Inter"/>
                <a:cs typeface="Inter"/>
                <a:sym typeface="Inter"/>
              </a:defRPr>
            </a:lvl6pPr>
            <a:lvl7pPr lvl="6" algn="r">
              <a:buNone/>
              <a:defRPr sz="600">
                <a:solidFill>
                  <a:schemeClr val="lt1"/>
                </a:solidFill>
                <a:latin typeface="Inter"/>
                <a:ea typeface="Inter"/>
                <a:cs typeface="Inter"/>
                <a:sym typeface="Inter"/>
              </a:defRPr>
            </a:lvl7pPr>
            <a:lvl8pPr lvl="7" algn="r">
              <a:buNone/>
              <a:defRPr sz="600">
                <a:solidFill>
                  <a:schemeClr val="lt1"/>
                </a:solidFill>
                <a:latin typeface="Inter"/>
                <a:ea typeface="Inter"/>
                <a:cs typeface="Inter"/>
                <a:sym typeface="Inter"/>
              </a:defRPr>
            </a:lvl8pPr>
            <a:lvl9pPr lvl="8" algn="r">
              <a:buNone/>
              <a:defRPr sz="600">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3"/>
          <p:cNvSpPr txBox="1"/>
          <p:nvPr>
            <p:ph idx="2" type="title"/>
          </p:nvPr>
        </p:nvSpPr>
        <p:spPr>
          <a:xfrm>
            <a:off x="288625" y="4778975"/>
            <a:ext cx="42273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55" name="Google Shape;55;p13"/>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56" name="Google Shape;56;p13"/>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57" name="Google Shape;57;p13"/>
          <p:cNvSpPr txBox="1"/>
          <p:nvPr>
            <p:ph idx="5" type="body"/>
          </p:nvPr>
        </p:nvSpPr>
        <p:spPr>
          <a:xfrm>
            <a:off x="4239825" y="1398125"/>
            <a:ext cx="3648900" cy="22791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79">
          <p15:clr>
            <a:srgbClr val="E46962"/>
          </p15:clr>
        </p15:guide>
        <p15:guide id="2" pos="179">
          <p15:clr>
            <a:srgbClr val="E46962"/>
          </p15:clr>
        </p15:guide>
        <p15:guide id="3" orient="horz" pos="180">
          <p15:clr>
            <a:srgbClr val="E46962"/>
          </p15:clr>
        </p15:guide>
        <p15:guide id="4" orient="horz" pos="3060">
          <p15:clr>
            <a:srgbClr val="E46962"/>
          </p15:clr>
        </p15:guide>
        <p15:guide id="5" pos="2842">
          <p15:clr>
            <a:srgbClr val="E46962"/>
          </p15:clr>
        </p15:guide>
        <p15:guide id="6" pos="2916">
          <p15:clr>
            <a:srgbClr val="E46962"/>
          </p15:clr>
        </p15:guide>
        <p15:guide id="7" pos="1474">
          <p15:clr>
            <a:srgbClr val="E46962"/>
          </p15:clr>
        </p15:guide>
        <p15:guide id="8" pos="1548">
          <p15:clr>
            <a:srgbClr val="E46962"/>
          </p15:clr>
        </p15:guide>
        <p15:guide id="9" pos="4211">
          <p15:clr>
            <a:srgbClr val="E46962"/>
          </p15:clr>
        </p15:guide>
        <p15:guide id="10" pos="4285">
          <p15:clr>
            <a:srgbClr val="E46962"/>
          </p15:clr>
        </p15:guide>
        <p15:guide id="11" pos="3753">
          <p15:clr>
            <a:srgbClr val="E46962"/>
          </p15:clr>
        </p15:guide>
        <p15:guide id="12" pos="3834">
          <p15:clr>
            <a:srgbClr val="E46962"/>
          </p15:clr>
        </p15:guide>
        <p15:guide id="13" pos="1926">
          <p15:clr>
            <a:srgbClr val="E46962"/>
          </p15:clr>
        </p15:guide>
        <p15:guide id="14" pos="2007">
          <p15:clr>
            <a:srgbClr val="E46962"/>
          </p15:clr>
        </p15:guide>
        <p15:guide id="15" orient="horz" pos="299">
          <p15:clr>
            <a:srgbClr val="E46962"/>
          </p15:clr>
        </p15:guide>
        <p15:guide id="16" orient="horz" pos="2950">
          <p15:clr>
            <a:srgbClr val="E46962"/>
          </p15:clr>
        </p15:guide>
        <p15:guide id="17" orient="horz" pos="907">
          <p15:clr>
            <a:srgbClr val="E46962"/>
          </p15:clr>
        </p15:guide>
        <p15:guide id="18" orient="horz" pos="980">
          <p15:clr>
            <a:srgbClr val="E46962"/>
          </p15:clr>
        </p15:guide>
        <p15:guide id="19" orient="horz" pos="1588">
          <p15:clr>
            <a:srgbClr val="E46962"/>
          </p15:clr>
        </p15:guide>
        <p15:guide id="20" orient="horz" pos="1661">
          <p15:clr>
            <a:srgbClr val="E46962"/>
          </p15:clr>
        </p15:guide>
        <p15:guide id="21" orient="horz" pos="2269">
          <p15:clr>
            <a:srgbClr val="E46962"/>
          </p15:clr>
        </p15:guide>
        <p15:guide id="22" orient="horz" pos="2341">
          <p15:clr>
            <a:srgbClr val="E46962"/>
          </p15:clr>
        </p15:guide>
        <p15:guide id="23" orient="horz" pos="3012">
          <p15:clr>
            <a:srgbClr val="E46962"/>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407" name="Shape 407"/>
        <p:cNvGrpSpPr/>
        <p:nvPr/>
      </p:nvGrpSpPr>
      <p:grpSpPr>
        <a:xfrm>
          <a:off x="0" y="0"/>
          <a:ext cx="0" cy="0"/>
          <a:chOff x="0" y="0"/>
          <a:chExt cx="0" cy="0"/>
        </a:xfrm>
      </p:grpSpPr>
      <p:sp>
        <p:nvSpPr>
          <p:cNvPr id="408" name="Google Shape;408;p6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409" name="Google Shape;409;p6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410" name="Google Shape;410;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20" Type="http://schemas.openxmlformats.org/officeDocument/2006/relationships/slide" Target="/ppt/slides/slide19.xml"/><Relationship Id="rId22" Type="http://schemas.openxmlformats.org/officeDocument/2006/relationships/slide" Target="/ppt/slides/slide29.xml"/><Relationship Id="rId21" Type="http://schemas.openxmlformats.org/officeDocument/2006/relationships/slide" Target="/ppt/slides/slide24.xml"/><Relationship Id="rId24" Type="http://schemas.openxmlformats.org/officeDocument/2006/relationships/slide" Target="/ppt/slides/slide14.xml"/><Relationship Id="rId23" Type="http://schemas.openxmlformats.org/officeDocument/2006/relationships/slide" Target="/ppt/slides/slide34.xml"/><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slide" Target="/ppt/slides/slide10.xml"/><Relationship Id="rId4" Type="http://schemas.openxmlformats.org/officeDocument/2006/relationships/slide" Target="/ppt/slides/slide16.xml"/><Relationship Id="rId9" Type="http://schemas.openxmlformats.org/officeDocument/2006/relationships/slide" Target="/ppt/slides/slide11.xml"/><Relationship Id="rId26" Type="http://schemas.openxmlformats.org/officeDocument/2006/relationships/slide" Target="/ppt/slides/slide20.xml"/><Relationship Id="rId25" Type="http://schemas.openxmlformats.org/officeDocument/2006/relationships/slide" Target="/ppt/slides/slide14.xml"/><Relationship Id="rId28" Type="http://schemas.openxmlformats.org/officeDocument/2006/relationships/slide" Target="/ppt/slides/slide30.xml"/><Relationship Id="rId27" Type="http://schemas.openxmlformats.org/officeDocument/2006/relationships/slide" Target="/ppt/slides/slide25.xml"/><Relationship Id="rId5" Type="http://schemas.openxmlformats.org/officeDocument/2006/relationships/slide" Target="/ppt/slides/slide21.xml"/><Relationship Id="rId6" Type="http://schemas.openxmlformats.org/officeDocument/2006/relationships/slide" Target="/ppt/slides/slide26.xml"/><Relationship Id="rId29" Type="http://schemas.openxmlformats.org/officeDocument/2006/relationships/slide" Target="/ppt/slides/slide35.xml"/><Relationship Id="rId7" Type="http://schemas.openxmlformats.org/officeDocument/2006/relationships/slide" Target="/ppt/slides/slide31.xml"/><Relationship Id="rId8" Type="http://schemas.openxmlformats.org/officeDocument/2006/relationships/slide" Target="/ppt/slides/slide11.xml"/><Relationship Id="rId11" Type="http://schemas.openxmlformats.org/officeDocument/2006/relationships/slide" Target="/ppt/slides/slide22.xml"/><Relationship Id="rId10" Type="http://schemas.openxmlformats.org/officeDocument/2006/relationships/slide" Target="/ppt/slides/slide17.xml"/><Relationship Id="rId13" Type="http://schemas.openxmlformats.org/officeDocument/2006/relationships/slide" Target="/ppt/slides/slide32.xml"/><Relationship Id="rId12" Type="http://schemas.openxmlformats.org/officeDocument/2006/relationships/slide" Target="/ppt/slides/slide27.xml"/><Relationship Id="rId15" Type="http://schemas.openxmlformats.org/officeDocument/2006/relationships/slide" Target="/ppt/slides/slide18.xml"/><Relationship Id="rId14" Type="http://schemas.openxmlformats.org/officeDocument/2006/relationships/slide" Target="/ppt/slides/slide12.xml"/><Relationship Id="rId17" Type="http://schemas.openxmlformats.org/officeDocument/2006/relationships/slide" Target="/ppt/slides/slide28.xml"/><Relationship Id="rId16" Type="http://schemas.openxmlformats.org/officeDocument/2006/relationships/slide" Target="/ppt/slides/slide23.xml"/><Relationship Id="rId19" Type="http://schemas.openxmlformats.org/officeDocument/2006/relationships/slide" Target="/ppt/slides/slide13.xml"/><Relationship Id="rId18" Type="http://schemas.openxmlformats.org/officeDocument/2006/relationships/slide" Target="/ppt/slides/slide33.xml"/></Relationships>
</file>

<file path=ppt/slides/_rels/slide7.xml.rels><?xml version="1.0" encoding="UTF-8" standalone="yes"?><Relationships xmlns="http://schemas.openxmlformats.org/package/2006/relationships"><Relationship Id="rId20" Type="http://schemas.openxmlformats.org/officeDocument/2006/relationships/slide" Target="/ppt/slides/slide51.xml"/><Relationship Id="rId22" Type="http://schemas.openxmlformats.org/officeDocument/2006/relationships/slide" Target="/ppt/slides/slide61.xml"/><Relationship Id="rId21" Type="http://schemas.openxmlformats.org/officeDocument/2006/relationships/slide" Target="/ppt/slides/slide56.xml"/><Relationship Id="rId24" Type="http://schemas.openxmlformats.org/officeDocument/2006/relationships/slide" Target="/ppt/slides/slide47.xml"/><Relationship Id="rId23" Type="http://schemas.openxmlformats.org/officeDocument/2006/relationships/slide" Target="/ppt/slides/slide41.xml"/><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slide" Target="/ppt/slides/slide36.xml"/><Relationship Id="rId4" Type="http://schemas.openxmlformats.org/officeDocument/2006/relationships/slide" Target="/ppt/slides/slide43.xml"/><Relationship Id="rId9" Type="http://schemas.openxmlformats.org/officeDocument/2006/relationships/slide" Target="/ppt/slides/slide44.xml"/><Relationship Id="rId26" Type="http://schemas.openxmlformats.org/officeDocument/2006/relationships/slide" Target="/ppt/slides/slide57.xml"/><Relationship Id="rId25" Type="http://schemas.openxmlformats.org/officeDocument/2006/relationships/slide" Target="/ppt/slides/slide52.xml"/><Relationship Id="rId27" Type="http://schemas.openxmlformats.org/officeDocument/2006/relationships/slide" Target="/ppt/slides/slide62.xml"/><Relationship Id="rId5" Type="http://schemas.openxmlformats.org/officeDocument/2006/relationships/slide" Target="/ppt/slides/slide48.xml"/><Relationship Id="rId6" Type="http://schemas.openxmlformats.org/officeDocument/2006/relationships/slide" Target="/ppt/slides/slide53.xml"/><Relationship Id="rId7" Type="http://schemas.openxmlformats.org/officeDocument/2006/relationships/slide" Target="/ppt/slides/slide58.xml"/><Relationship Id="rId8" Type="http://schemas.openxmlformats.org/officeDocument/2006/relationships/slide" Target="/ppt/slides/slide37.xml"/><Relationship Id="rId11" Type="http://schemas.openxmlformats.org/officeDocument/2006/relationships/slide" Target="/ppt/slides/slide54.xml"/><Relationship Id="rId10" Type="http://schemas.openxmlformats.org/officeDocument/2006/relationships/slide" Target="/ppt/slides/slide49.xml"/><Relationship Id="rId13" Type="http://schemas.openxmlformats.org/officeDocument/2006/relationships/slide" Target="/ppt/slides/slide38.xml"/><Relationship Id="rId12" Type="http://schemas.openxmlformats.org/officeDocument/2006/relationships/slide" Target="/ppt/slides/slide59.xml"/><Relationship Id="rId15" Type="http://schemas.openxmlformats.org/officeDocument/2006/relationships/slide" Target="/ppt/slides/slide50.xml"/><Relationship Id="rId14" Type="http://schemas.openxmlformats.org/officeDocument/2006/relationships/slide" Target="/ppt/slides/slide45.xml"/><Relationship Id="rId17" Type="http://schemas.openxmlformats.org/officeDocument/2006/relationships/slide" Target="/ppt/slides/slide60.xml"/><Relationship Id="rId16" Type="http://schemas.openxmlformats.org/officeDocument/2006/relationships/slide" Target="/ppt/slides/slide55.xml"/><Relationship Id="rId19" Type="http://schemas.openxmlformats.org/officeDocument/2006/relationships/slide" Target="/ppt/slides/slide46.xml"/><Relationship Id="rId18" Type="http://schemas.openxmlformats.org/officeDocument/2006/relationships/slide" Target="/ppt/slides/slide3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slide" Target="/ppt/slides/slide6.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0.xml"/><Relationship Id="rId3" Type="http://schemas.openxmlformats.org/officeDocument/2006/relationships/slide" Target="/ppt/slides/slide6.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1.xml"/><Relationship Id="rId3" Type="http://schemas.openxmlformats.org/officeDocument/2006/relationships/slide" Target="/ppt/slides/slide6.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2.xml"/><Relationship Id="rId3" Type="http://schemas.openxmlformats.org/officeDocument/2006/relationships/slide" Target="/ppt/slides/slide6.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3.xml"/><Relationship Id="rId3" Type="http://schemas.openxmlformats.org/officeDocument/2006/relationships/slide" Target="/ppt/slides/slide6.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5.xml"/><Relationship Id="rId3" Type="http://schemas.openxmlformats.org/officeDocument/2006/relationships/slide" Target="/ppt/slides/slide6.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6.xml"/><Relationship Id="rId3" Type="http://schemas.openxmlformats.org/officeDocument/2006/relationships/slide" Target="/ppt/slides/slide6.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7.xml"/><Relationship Id="rId3" Type="http://schemas.openxmlformats.org/officeDocument/2006/relationships/slide" Target="/ppt/slides/slide6.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8.xml"/><Relationship Id="rId3" Type="http://schemas.openxmlformats.org/officeDocument/2006/relationships/slide" Target="/ppt/slides/slide6.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9.xml"/><Relationship Id="rId3" Type="http://schemas.openxmlformats.org/officeDocument/2006/relationships/slide" Target="/ppt/slides/slide6.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0.xml"/><Relationship Id="rId3" Type="http://schemas.openxmlformats.org/officeDocument/2006/relationships/slide" Target="/ppt/slides/slide6.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1.xml"/><Relationship Id="rId3" Type="http://schemas.openxmlformats.org/officeDocument/2006/relationships/slide" Target="/ppt/slides/slide6.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2.xml"/><Relationship Id="rId3" Type="http://schemas.openxmlformats.org/officeDocument/2006/relationships/slide" Target="/ppt/slides/slide6.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3.xml"/><Relationship Id="rId3" Type="http://schemas.openxmlformats.org/officeDocument/2006/relationships/slide" Target="/ppt/slides/slide6.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4.xml"/><Relationship Id="rId3" Type="http://schemas.openxmlformats.org/officeDocument/2006/relationships/slide" Target="/ppt/slides/slide6.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5.xml"/><Relationship Id="rId3" Type="http://schemas.openxmlformats.org/officeDocument/2006/relationships/slide" Target="/ppt/slides/slide6.xml"/><Relationship Id="rId4" Type="http://schemas.openxmlformats.org/officeDocument/2006/relationships/image" Target="../media/image4.png"/><Relationship Id="rId5"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6.xml"/><Relationship Id="rId3" Type="http://schemas.openxmlformats.org/officeDocument/2006/relationships/slide" Target="/ppt/slides/slide6.xml"/><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7.xml"/><Relationship Id="rId3" Type="http://schemas.openxmlformats.org/officeDocument/2006/relationships/slide" Target="/ppt/slides/slide6.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8.xml"/><Relationship Id="rId3" Type="http://schemas.openxmlformats.org/officeDocument/2006/relationships/slide" Target="/ppt/slides/slide6.xml"/><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9.xml"/><Relationship Id="rId3" Type="http://schemas.openxmlformats.org/officeDocument/2006/relationships/slide" Target="/ppt/slides/slide6.xml"/><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0.xml"/><Relationship Id="rId3" Type="http://schemas.openxmlformats.org/officeDocument/2006/relationships/slide" Target="/ppt/slides/slide6.xml"/><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1.xml"/><Relationship Id="rId3" Type="http://schemas.openxmlformats.org/officeDocument/2006/relationships/slide" Target="/ppt/slides/slide6.xml"/><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2.xml"/><Relationship Id="rId3" Type="http://schemas.openxmlformats.org/officeDocument/2006/relationships/slide" Target="/ppt/slides/slide6.xml"/><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3.xml"/><Relationship Id="rId3" Type="http://schemas.openxmlformats.org/officeDocument/2006/relationships/slide" Target="/ppt/slides/slide6.xml"/><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4.xml"/><Relationship Id="rId3" Type="http://schemas.openxmlformats.org/officeDocument/2006/relationships/slide" Target="/ppt/slides/slide6.xml"/><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5.xml"/><Relationship Id="rId3" Type="http://schemas.openxmlformats.org/officeDocument/2006/relationships/slide" Target="/ppt/slides/slide6.xml"/><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6.xml"/><Relationship Id="rId3" Type="http://schemas.openxmlformats.org/officeDocument/2006/relationships/slide" Target="/ppt/slides/slide7.xml"/><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7.xml"/><Relationship Id="rId3" Type="http://schemas.openxmlformats.org/officeDocument/2006/relationships/slide" Target="/ppt/slides/slide7.xml"/><Relationship Id="rId4" Type="http://schemas.openxmlformats.org/officeDocument/2006/relationships/image" Target="../media/image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8.xml"/><Relationship Id="rId3" Type="http://schemas.openxmlformats.org/officeDocument/2006/relationships/slide" Target="/ppt/slides/slide7.xml"/><Relationship Id="rId4"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0.xml"/><Relationship Id="rId3" Type="http://schemas.openxmlformats.org/officeDocument/2006/relationships/slide" Target="/ppt/slides/slide7.xml"/><Relationship Id="rId4" Type="http://schemas.openxmlformats.org/officeDocument/2006/relationships/image" Target="../media/image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2.xml"/><Relationship Id="rId3" Type="http://schemas.openxmlformats.org/officeDocument/2006/relationships/slide" Target="/ppt/slides/slide7.xml"/><Relationship Id="rId4" Type="http://schemas.openxmlformats.org/officeDocument/2006/relationships/image" Target="../media/image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3.xml"/><Relationship Id="rId3" Type="http://schemas.openxmlformats.org/officeDocument/2006/relationships/slide" Target="/ppt/slides/slide7.xml"/><Relationship Id="rId4" Type="http://schemas.openxmlformats.org/officeDocument/2006/relationships/image" Target="../media/image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4.xml"/><Relationship Id="rId3" Type="http://schemas.openxmlformats.org/officeDocument/2006/relationships/slide" Target="/ppt/slides/slide7.xml"/><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5.xml"/><Relationship Id="rId3" Type="http://schemas.openxmlformats.org/officeDocument/2006/relationships/slide" Target="/ppt/slides/slide7.xml"/><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6.xml"/><Relationship Id="rId3" Type="http://schemas.openxmlformats.org/officeDocument/2006/relationships/slide" Target="/ppt/slides/slide7.xml"/><Relationship Id="rId4" Type="http://schemas.openxmlformats.org/officeDocument/2006/relationships/image" Target="../media/image4.png"/><Relationship Id="rId5" Type="http://schemas.openxmlformats.org/officeDocument/2006/relationships/slide" Target="/ppt/slides/slide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7.xml"/><Relationship Id="rId3" Type="http://schemas.openxmlformats.org/officeDocument/2006/relationships/slide" Target="/ppt/slides/slide7.xml"/><Relationship Id="rId4" Type="http://schemas.openxmlformats.org/officeDocument/2006/relationships/image" Target="../media/image4.png"/><Relationship Id="rId5" Type="http://schemas.openxmlformats.org/officeDocument/2006/relationships/slide" Target="/ppt/slides/slide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8.xml"/><Relationship Id="rId3" Type="http://schemas.openxmlformats.org/officeDocument/2006/relationships/slide" Target="/ppt/slides/slide7.xml"/><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9.xml"/><Relationship Id="rId3" Type="http://schemas.openxmlformats.org/officeDocument/2006/relationships/slide" Target="/ppt/slides/slide7.xml"/><Relationship Id="rId4" Type="http://schemas.openxmlformats.org/officeDocument/2006/relationships/image" Target="../media/image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0.xml"/><Relationship Id="rId3" Type="http://schemas.openxmlformats.org/officeDocument/2006/relationships/slide" Target="/ppt/slides/slide7.xml"/><Relationship Id="rId4" Type="http://schemas.openxmlformats.org/officeDocument/2006/relationships/image" Target="../media/image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1.xml"/><Relationship Id="rId3" Type="http://schemas.openxmlformats.org/officeDocument/2006/relationships/slide" Target="/ppt/slides/slide7.xml"/><Relationship Id="rId4" Type="http://schemas.openxmlformats.org/officeDocument/2006/relationships/image" Target="../media/image4.png"/><Relationship Id="rId5" Type="http://schemas.openxmlformats.org/officeDocument/2006/relationships/image" Target="../media/image8.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2.xml"/><Relationship Id="rId3" Type="http://schemas.openxmlformats.org/officeDocument/2006/relationships/slide" Target="/ppt/slides/slide7.xml"/><Relationship Id="rId4" Type="http://schemas.openxmlformats.org/officeDocument/2006/relationships/image" Target="../media/image4.png"/><Relationship Id="rId5" Type="http://schemas.openxmlformats.org/officeDocument/2006/relationships/image" Target="../media/image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3.xml"/><Relationship Id="rId3" Type="http://schemas.openxmlformats.org/officeDocument/2006/relationships/slide" Target="/ppt/slides/slide7.xml"/><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4.xml"/><Relationship Id="rId3" Type="http://schemas.openxmlformats.org/officeDocument/2006/relationships/slide" Target="/ppt/slides/slide7.xml"/><Relationship Id="rId4" Type="http://schemas.openxmlformats.org/officeDocument/2006/relationships/image" Target="../media/image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5.xml"/><Relationship Id="rId3" Type="http://schemas.openxmlformats.org/officeDocument/2006/relationships/slide" Target="/ppt/slides/slide7.xml"/><Relationship Id="rId4" Type="http://schemas.openxmlformats.org/officeDocument/2006/relationships/image" Target="../media/image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6.xml"/><Relationship Id="rId3" Type="http://schemas.openxmlformats.org/officeDocument/2006/relationships/slide" Target="/ppt/slides/slide7.xml"/><Relationship Id="rId4" Type="http://schemas.openxmlformats.org/officeDocument/2006/relationships/image" Target="../media/image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7.xml"/><Relationship Id="rId3" Type="http://schemas.openxmlformats.org/officeDocument/2006/relationships/slide" Target="/ppt/slides/slide7.xml"/><Relationship Id="rId4" Type="http://schemas.openxmlformats.org/officeDocument/2006/relationships/image" Target="../media/image4.png"/><Relationship Id="rId5" Type="http://schemas.openxmlformats.org/officeDocument/2006/relationships/image" Target="../media/image1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8.xml"/><Relationship Id="rId3" Type="http://schemas.openxmlformats.org/officeDocument/2006/relationships/slide" Target="/ppt/slides/slide7.xml"/><Relationship Id="rId4" Type="http://schemas.openxmlformats.org/officeDocument/2006/relationships/image" Target="../media/image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9.xml"/><Relationship Id="rId3" Type="http://schemas.openxmlformats.org/officeDocument/2006/relationships/slide" Target="/ppt/slides/slide7.xml"/><Relationship Id="rId4" Type="http://schemas.openxmlformats.org/officeDocument/2006/relationships/image" Target="../media/image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0.xml"/><Relationship Id="rId3" Type="http://schemas.openxmlformats.org/officeDocument/2006/relationships/slide" Target="/ppt/slides/slide7.xml"/><Relationship Id="rId4" Type="http://schemas.openxmlformats.org/officeDocument/2006/relationships/image" Target="../media/image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1.xml"/><Relationship Id="rId3" Type="http://schemas.openxmlformats.org/officeDocument/2006/relationships/slide" Target="/ppt/slides/slide7.xml"/><Relationship Id="rId4" Type="http://schemas.openxmlformats.org/officeDocument/2006/relationships/image" Target="../media/image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2.xml"/><Relationship Id="rId3" Type="http://schemas.openxmlformats.org/officeDocument/2006/relationships/image" Target="../media/image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3.xml"/><Relationship Id="rId3" Type="http://schemas.openxmlformats.org/officeDocument/2006/relationships/slide" Target="/ppt/slides/slide7.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76"/>
          <p:cNvSpPr txBox="1"/>
          <p:nvPr>
            <p:ph type="ctrTitle"/>
          </p:nvPr>
        </p:nvSpPr>
        <p:spPr>
          <a:xfrm>
            <a:off x="311700" y="539725"/>
            <a:ext cx="8520600" cy="128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GCIS-124</a:t>
            </a:r>
            <a:endParaRPr/>
          </a:p>
          <a:p>
            <a:pPr indent="0" lvl="0" marL="0" rtl="0" algn="l">
              <a:spcBef>
                <a:spcPts val="0"/>
              </a:spcBef>
              <a:spcAft>
                <a:spcPts val="0"/>
              </a:spcAft>
              <a:buNone/>
            </a:pPr>
            <a:r>
              <a:rPr lang="en" sz="3100"/>
              <a:t>Software Development &amp; Problem Solving</a:t>
            </a:r>
            <a:endParaRPr sz="3100"/>
          </a:p>
        </p:txBody>
      </p:sp>
      <p:sp>
        <p:nvSpPr>
          <p:cNvPr id="497" name="Google Shape;497;p76"/>
          <p:cNvSpPr txBox="1"/>
          <p:nvPr>
            <p:ph idx="1" type="subTitle"/>
          </p:nvPr>
        </p:nvSpPr>
        <p:spPr>
          <a:xfrm>
            <a:off x="311700" y="1878560"/>
            <a:ext cx="4242600" cy="73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2600"/>
              <a:t>14: Semester Review</a:t>
            </a:r>
            <a:endParaRPr i="1" sz="2600">
              <a:solidFill>
                <a:srgbClr val="FF0000"/>
              </a:solidFill>
            </a:endParaRPr>
          </a:p>
        </p:txBody>
      </p:sp>
      <p:grpSp>
        <p:nvGrpSpPr>
          <p:cNvPr id="498" name="Google Shape;498;p76"/>
          <p:cNvGrpSpPr/>
          <p:nvPr/>
        </p:nvGrpSpPr>
        <p:grpSpPr>
          <a:xfrm>
            <a:off x="5001999" y="4264475"/>
            <a:ext cx="3908400" cy="738300"/>
            <a:chOff x="5001999" y="4264475"/>
            <a:chExt cx="3908400" cy="738300"/>
          </a:xfrm>
        </p:grpSpPr>
        <p:sp>
          <p:nvSpPr>
            <p:cNvPr id="499" name="Google Shape;499;p76"/>
            <p:cNvSpPr/>
            <p:nvPr/>
          </p:nvSpPr>
          <p:spPr>
            <a:xfrm>
              <a:off x="5001999" y="4264475"/>
              <a:ext cx="3908400" cy="738300"/>
            </a:xfrm>
            <a:prstGeom prst="rect">
              <a:avLst/>
            </a:prstGeom>
            <a:solidFill>
              <a:srgbClr val="FFFFFF"/>
            </a:solidFill>
            <a:ln cap="flat" cmpd="sng" w="9525">
              <a:solidFill>
                <a:srgbClr val="626B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00" name="Google Shape;500;p76"/>
            <p:cNvPicPr preferRelativeResize="0"/>
            <p:nvPr/>
          </p:nvPicPr>
          <p:blipFill rotWithShape="1">
            <a:blip r:embed="rId3">
              <a:alphaModFix/>
            </a:blip>
            <a:srcRect b="0" l="0" r="0" t="0"/>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77"/>
          <p:cNvSpPr txBox="1"/>
          <p:nvPr>
            <p:ph type="title"/>
          </p:nvPr>
        </p:nvSpPr>
        <p:spPr>
          <a:xfrm>
            <a:off x="5153450" y="267225"/>
            <a:ext cx="37728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Course Evaluations</a:t>
            </a:r>
            <a:endParaRPr/>
          </a:p>
        </p:txBody>
      </p:sp>
      <p:sp>
        <p:nvSpPr>
          <p:cNvPr id="506" name="Google Shape;506;p77"/>
          <p:cNvSpPr txBox="1"/>
          <p:nvPr>
            <p:ph idx="1" type="body"/>
          </p:nvPr>
        </p:nvSpPr>
        <p:spPr>
          <a:xfrm>
            <a:off x="301275" y="196125"/>
            <a:ext cx="4329900" cy="4432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Each semester you are given an opportunity to evaluate the courses you are taking​</a:t>
            </a:r>
            <a:endParaRPr/>
          </a:p>
          <a:p>
            <a:pPr indent="-298450" lvl="1" marL="914400" rtl="0" algn="l">
              <a:spcBef>
                <a:spcPts val="0"/>
              </a:spcBef>
              <a:spcAft>
                <a:spcPts val="0"/>
              </a:spcAft>
              <a:buSzPts val="1100"/>
              <a:buChar char="○"/>
            </a:pPr>
            <a:r>
              <a:rPr lang="en"/>
              <a:t>This is your opportunity to provide feedback about the facilities, quality of instruction, etc.</a:t>
            </a:r>
            <a:endParaRPr/>
          </a:p>
          <a:p>
            <a:pPr indent="-311150" lvl="0" marL="457200" rtl="0" algn="l">
              <a:spcBef>
                <a:spcPts val="0"/>
              </a:spcBef>
              <a:spcAft>
                <a:spcPts val="0"/>
              </a:spcAft>
              <a:buSzPts val="1300"/>
              <a:buChar char="●"/>
            </a:pPr>
            <a:r>
              <a:rPr lang="en"/>
              <a:t>Instructors and the college take the evaluations, especially the written portion, very seriously​</a:t>
            </a:r>
            <a:endParaRPr/>
          </a:p>
          <a:p>
            <a:pPr indent="-298450" lvl="1" marL="914400" rtl="0" algn="l">
              <a:spcBef>
                <a:spcPts val="0"/>
              </a:spcBef>
              <a:spcAft>
                <a:spcPts val="0"/>
              </a:spcAft>
              <a:buSzPts val="1100"/>
              <a:buChar char="○"/>
            </a:pPr>
            <a:r>
              <a:rPr lang="en"/>
              <a:t>The comments you leave are seen by the instructor, department head, promotion committees, dean, and so on</a:t>
            </a:r>
            <a:endParaRPr/>
          </a:p>
          <a:p>
            <a:pPr indent="-311150" lvl="0" marL="457200" rtl="0" algn="l">
              <a:spcBef>
                <a:spcPts val="0"/>
              </a:spcBef>
              <a:spcAft>
                <a:spcPts val="0"/>
              </a:spcAft>
              <a:buSzPts val="1300"/>
              <a:buChar char="●"/>
            </a:pPr>
            <a:r>
              <a:rPr lang="en"/>
              <a:t>We use it to help improve the course​</a:t>
            </a:r>
            <a:endParaRPr/>
          </a:p>
          <a:p>
            <a:pPr indent="-298450" lvl="1" marL="914400" rtl="0" algn="l">
              <a:spcBef>
                <a:spcPts val="0"/>
              </a:spcBef>
              <a:spcAft>
                <a:spcPts val="0"/>
              </a:spcAft>
              <a:buSzPts val="1100"/>
              <a:buChar char="○"/>
            </a:pPr>
            <a:r>
              <a:rPr lang="en"/>
              <a:t>We can try to keep doing things that students liked</a:t>
            </a:r>
            <a:endParaRPr/>
          </a:p>
          <a:p>
            <a:pPr indent="-298450" lvl="1" marL="914400" rtl="0" algn="l">
              <a:spcBef>
                <a:spcPts val="0"/>
              </a:spcBef>
              <a:spcAft>
                <a:spcPts val="0"/>
              </a:spcAft>
              <a:buSzPts val="1100"/>
              <a:buChar char="○"/>
            </a:pPr>
            <a:r>
              <a:rPr lang="en"/>
              <a:t>We can try to stop or change the things that students really didn't like</a:t>
            </a:r>
            <a:endParaRPr/>
          </a:p>
          <a:p>
            <a:pPr indent="-311150" lvl="0" marL="457200" rtl="0" algn="l">
              <a:spcBef>
                <a:spcPts val="0"/>
              </a:spcBef>
              <a:spcAft>
                <a:spcPts val="0"/>
              </a:spcAft>
              <a:buSzPts val="1300"/>
              <a:buChar char="●"/>
            </a:pPr>
            <a:r>
              <a:rPr lang="en"/>
              <a:t>This is doubly important for new course offerings such as this one​</a:t>
            </a:r>
            <a:endParaRPr/>
          </a:p>
          <a:p>
            <a:pPr indent="-298450" lvl="1" marL="914400" rtl="0" algn="l">
              <a:spcBef>
                <a:spcPts val="0"/>
              </a:spcBef>
              <a:spcAft>
                <a:spcPts val="0"/>
              </a:spcAft>
              <a:buSzPts val="1100"/>
              <a:buChar char="○"/>
            </a:pPr>
            <a:r>
              <a:rPr lang="en"/>
              <a:t>Last semester's evals inspired changes like introducing the "practice practical problem" assignments on Mondays</a:t>
            </a:r>
            <a:endParaRPr/>
          </a:p>
          <a:p>
            <a:pPr indent="-311150" lvl="0" marL="457200" rtl="0" algn="l">
              <a:spcBef>
                <a:spcPts val="0"/>
              </a:spcBef>
              <a:spcAft>
                <a:spcPts val="0"/>
              </a:spcAft>
              <a:buSzPts val="1300"/>
              <a:buChar char="●"/>
            </a:pPr>
            <a:r>
              <a:rPr lang="en"/>
              <a:t>Your instructor will not be able to see </a:t>
            </a:r>
            <a:r>
              <a:rPr b="1" i="1" lang="en">
                <a:solidFill>
                  <a:srgbClr val="FF0000"/>
                </a:solidFill>
              </a:rPr>
              <a:t>any</a:t>
            </a:r>
            <a:r>
              <a:rPr lang="en">
                <a:solidFill>
                  <a:srgbClr val="FF0000"/>
                </a:solidFill>
              </a:rPr>
              <a:t> </a:t>
            </a:r>
            <a:r>
              <a:rPr lang="en"/>
              <a:t>evals until 2 days after final grades are submitted.</a:t>
            </a:r>
            <a:endParaRPr/>
          </a:p>
          <a:p>
            <a:pPr indent="-298450" lvl="1" marL="914400" rtl="0" algn="l">
              <a:spcBef>
                <a:spcPts val="0"/>
              </a:spcBef>
              <a:spcAft>
                <a:spcPts val="0"/>
              </a:spcAft>
              <a:buSzPts val="1100"/>
              <a:buChar char="○"/>
            </a:pPr>
            <a:r>
              <a:rPr lang="en"/>
              <a:t>Even then, the evals remain totally </a:t>
            </a:r>
            <a:r>
              <a:rPr b="1" i="1" lang="en">
                <a:solidFill>
                  <a:srgbClr val="FF0000"/>
                </a:solidFill>
              </a:rPr>
              <a:t>anonymous</a:t>
            </a:r>
            <a:endParaRPr b="1" i="1">
              <a:solidFill>
                <a:srgbClr val="FF0000"/>
              </a:solidFill>
            </a:endParaRPr>
          </a:p>
        </p:txBody>
      </p:sp>
      <p:sp>
        <p:nvSpPr>
          <p:cNvPr id="507" name="Google Shape;507;p77"/>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8" name="Google Shape;508;p77"/>
          <p:cNvSpPr txBox="1"/>
          <p:nvPr>
            <p:ph idx="3" type="body"/>
          </p:nvPr>
        </p:nvSpPr>
        <p:spPr>
          <a:xfrm>
            <a:off x="5153475" y="3806025"/>
            <a:ext cx="3772800" cy="5541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If you have not already, please take a few minutes to fill out the evaluation for this course. </a:t>
            </a:r>
            <a:endParaRPr sz="1200"/>
          </a:p>
        </p:txBody>
      </p:sp>
      <p:pic>
        <p:nvPicPr>
          <p:cNvPr id="509" name="Google Shape;509;p77"/>
          <p:cNvPicPr preferRelativeResize="0"/>
          <p:nvPr/>
        </p:nvPicPr>
        <p:blipFill>
          <a:blip r:embed="rId3">
            <a:alphaModFix/>
          </a:blip>
          <a:stretch>
            <a:fillRect/>
          </a:stretch>
        </p:blipFill>
        <p:spPr>
          <a:xfrm>
            <a:off x="5153475" y="986625"/>
            <a:ext cx="3772750" cy="26458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8"/>
                                        </p:tgtEl>
                                        <p:attrNameLst>
                                          <p:attrName>style.visibility</p:attrName>
                                        </p:attrNameLst>
                                      </p:cBhvr>
                                      <p:to>
                                        <p:strVal val="visible"/>
                                      </p:to>
                                    </p:set>
                                    <p:animEffect filter="fade" transition="in">
                                      <p:cBhvr>
                                        <p:cTn dur="1000"/>
                                        <p:tgtEl>
                                          <p:spTgt spid="5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7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5" name="Google Shape;515;p78"/>
          <p:cNvSpPr txBox="1"/>
          <p:nvPr>
            <p:ph type="title"/>
          </p:nvPr>
        </p:nvSpPr>
        <p:spPr>
          <a:xfrm>
            <a:off x="311725" y="1961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 Format</a:t>
            </a:r>
            <a:endParaRPr/>
          </a:p>
        </p:txBody>
      </p:sp>
      <p:sp>
        <p:nvSpPr>
          <p:cNvPr id="516" name="Google Shape;516;p78"/>
          <p:cNvSpPr txBox="1"/>
          <p:nvPr>
            <p:ph idx="1" type="body"/>
          </p:nvPr>
        </p:nvSpPr>
        <p:spPr>
          <a:xfrm>
            <a:off x="4644675" y="193200"/>
            <a:ext cx="4166400" cy="47571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The final exam will consist of two </a:t>
            </a:r>
            <a:r>
              <a:rPr b="1" i="1" lang="en">
                <a:solidFill>
                  <a:srgbClr val="FF0000"/>
                </a:solidFill>
              </a:rPr>
              <a:t>equally weighted</a:t>
            </a:r>
            <a:r>
              <a:rPr lang="en">
                <a:solidFill>
                  <a:srgbClr val="FF0000"/>
                </a:solidFill>
              </a:rPr>
              <a:t> </a:t>
            </a:r>
            <a:r>
              <a:rPr lang="en"/>
              <a:t>parts:</a:t>
            </a:r>
            <a:endParaRPr/>
          </a:p>
          <a:p>
            <a:pPr indent="-298450" lvl="1" marL="914400" rtl="0" algn="l">
              <a:spcBef>
                <a:spcPts val="0"/>
              </a:spcBef>
              <a:spcAft>
                <a:spcPts val="0"/>
              </a:spcAft>
              <a:buSzPts val="1100"/>
              <a:buChar char="○"/>
            </a:pPr>
            <a:r>
              <a:rPr lang="en"/>
              <a:t>A "</a:t>
            </a:r>
            <a:r>
              <a:rPr b="1" i="1" lang="en">
                <a:solidFill>
                  <a:srgbClr val="FF0000"/>
                </a:solidFill>
              </a:rPr>
              <a:t>written</a:t>
            </a:r>
            <a:r>
              <a:rPr lang="en"/>
              <a:t>" portion (</a:t>
            </a:r>
            <a:r>
              <a:rPr b="1" i="1" lang="en">
                <a:solidFill>
                  <a:srgbClr val="FF0000"/>
                </a:solidFill>
              </a:rPr>
              <a:t>4</a:t>
            </a:r>
            <a:r>
              <a:rPr b="1" i="1" lang="en">
                <a:solidFill>
                  <a:srgbClr val="FF0000"/>
                </a:solidFill>
              </a:rPr>
              <a:t>0%</a:t>
            </a:r>
            <a:r>
              <a:rPr lang="en"/>
              <a:t>) delivered as a MyCourses quiz</a:t>
            </a:r>
            <a:endParaRPr/>
          </a:p>
          <a:p>
            <a:pPr indent="-298450" lvl="1" marL="914400" rtl="0" algn="l">
              <a:spcBef>
                <a:spcPts val="0"/>
              </a:spcBef>
              <a:spcAft>
                <a:spcPts val="0"/>
              </a:spcAft>
              <a:buSzPts val="1100"/>
              <a:buChar char="○"/>
            </a:pPr>
            <a:r>
              <a:rPr lang="en"/>
              <a:t>A </a:t>
            </a:r>
            <a:r>
              <a:rPr b="1" i="1" lang="en">
                <a:solidFill>
                  <a:srgbClr val="FF0000"/>
                </a:solidFill>
              </a:rPr>
              <a:t>practicum</a:t>
            </a:r>
            <a:r>
              <a:rPr lang="en">
                <a:solidFill>
                  <a:srgbClr val="FF0000"/>
                </a:solidFill>
              </a:rPr>
              <a:t> </a:t>
            </a:r>
            <a:r>
              <a:rPr lang="en"/>
              <a:t>portion (</a:t>
            </a:r>
            <a:r>
              <a:rPr b="1" i="1" lang="en">
                <a:solidFill>
                  <a:srgbClr val="FF0000"/>
                </a:solidFill>
              </a:rPr>
              <a:t>6</a:t>
            </a:r>
            <a:r>
              <a:rPr b="1" i="1" lang="en">
                <a:solidFill>
                  <a:srgbClr val="FF0000"/>
                </a:solidFill>
              </a:rPr>
              <a:t>0%</a:t>
            </a:r>
            <a:r>
              <a:rPr lang="en"/>
              <a:t>) using GitHub Classroom</a:t>
            </a:r>
            <a:endParaRPr/>
          </a:p>
          <a:p>
            <a:pPr indent="-311150" lvl="0" marL="457200" rtl="0" algn="l">
              <a:spcBef>
                <a:spcPts val="0"/>
              </a:spcBef>
              <a:spcAft>
                <a:spcPts val="0"/>
              </a:spcAft>
              <a:buSzPts val="1300"/>
              <a:buChar char="●"/>
            </a:pPr>
            <a:r>
              <a:rPr lang="en"/>
              <a:t>You will have a total of</a:t>
            </a:r>
            <a:r>
              <a:rPr lang="en">
                <a:solidFill>
                  <a:srgbClr val="FF0000"/>
                </a:solidFill>
              </a:rPr>
              <a:t> </a:t>
            </a:r>
            <a:r>
              <a:rPr b="1" i="1" lang="en">
                <a:solidFill>
                  <a:srgbClr val="FF0000"/>
                </a:solidFill>
              </a:rPr>
              <a:t>2.5 hours</a:t>
            </a:r>
            <a:r>
              <a:rPr lang="en"/>
              <a:t> to finish both portions of the exam.</a:t>
            </a:r>
            <a:endParaRPr/>
          </a:p>
          <a:p>
            <a:pPr indent="-298450" lvl="1" marL="914400" rtl="0" algn="l">
              <a:spcBef>
                <a:spcPts val="0"/>
              </a:spcBef>
              <a:spcAft>
                <a:spcPts val="0"/>
              </a:spcAft>
              <a:buSzPts val="1100"/>
              <a:buChar char="○"/>
            </a:pPr>
            <a:r>
              <a:rPr lang="en"/>
              <a:t>You will be </a:t>
            </a:r>
            <a:r>
              <a:rPr b="1" i="1" lang="en">
                <a:solidFill>
                  <a:srgbClr val="FF0000"/>
                </a:solidFill>
              </a:rPr>
              <a:t>required </a:t>
            </a:r>
            <a:r>
              <a:rPr lang="en"/>
              <a:t>to start the written portion within the first 10 minutes of class</a:t>
            </a:r>
            <a:endParaRPr/>
          </a:p>
          <a:p>
            <a:pPr indent="-298450" lvl="1" marL="914400" rtl="0" algn="l">
              <a:spcBef>
                <a:spcPts val="0"/>
              </a:spcBef>
              <a:spcAft>
                <a:spcPts val="0"/>
              </a:spcAft>
              <a:buSzPts val="1100"/>
              <a:buChar char="○"/>
            </a:pPr>
            <a:r>
              <a:rPr lang="en"/>
              <a:t>Once you begin, you will be able to spend your time as you see fit</a:t>
            </a:r>
            <a:endParaRPr/>
          </a:p>
          <a:p>
            <a:pPr indent="-298450" lvl="1" marL="914400" rtl="0" algn="l">
              <a:spcBef>
                <a:spcPts val="0"/>
              </a:spcBef>
              <a:spcAft>
                <a:spcPts val="0"/>
              </a:spcAft>
              <a:buSzPts val="1100"/>
              <a:buChar char="○"/>
            </a:pPr>
            <a:r>
              <a:rPr lang="en"/>
              <a:t>It is </a:t>
            </a:r>
            <a:r>
              <a:rPr b="1" i="1" lang="en">
                <a:solidFill>
                  <a:srgbClr val="FF0000"/>
                </a:solidFill>
              </a:rPr>
              <a:t>strongly recommended</a:t>
            </a:r>
            <a:r>
              <a:rPr lang="en"/>
              <a:t> that you do the written portion first as it is easy to lose time during the practicum portion</a:t>
            </a:r>
            <a:endParaRPr/>
          </a:p>
          <a:p>
            <a:pPr indent="-311150" lvl="0" marL="457200" rtl="0" algn="l">
              <a:spcBef>
                <a:spcPts val="0"/>
              </a:spcBef>
              <a:spcAft>
                <a:spcPts val="0"/>
              </a:spcAft>
              <a:buSzPts val="1300"/>
              <a:buChar char="●"/>
            </a:pPr>
            <a:r>
              <a:rPr lang="en"/>
              <a:t>The exam will be </a:t>
            </a:r>
            <a:r>
              <a:rPr b="1" i="1" lang="en">
                <a:solidFill>
                  <a:srgbClr val="FF0000"/>
                </a:solidFill>
              </a:rPr>
              <a:t>comprehensive</a:t>
            </a:r>
            <a:r>
              <a:rPr lang="en"/>
              <a:t>, but there is likely to be more emphasis on recent material</a:t>
            </a:r>
            <a:endParaRPr/>
          </a:p>
          <a:p>
            <a:pPr indent="-311150" lvl="0" marL="457200" rtl="0" algn="l">
              <a:spcBef>
                <a:spcPts val="0"/>
              </a:spcBef>
              <a:spcAft>
                <a:spcPts val="0"/>
              </a:spcAft>
              <a:buSzPts val="1300"/>
              <a:buChar char="●"/>
            </a:pPr>
            <a:r>
              <a:rPr lang="en"/>
              <a:t>Neither part of the exam is written yet</a:t>
            </a:r>
            <a:endParaRPr/>
          </a:p>
          <a:p>
            <a:pPr indent="-298450" lvl="1" marL="914400" rtl="0" algn="l">
              <a:spcBef>
                <a:spcPts val="0"/>
              </a:spcBef>
              <a:spcAft>
                <a:spcPts val="0"/>
              </a:spcAft>
              <a:buSzPts val="1100"/>
              <a:buChar char="○"/>
            </a:pPr>
            <a:r>
              <a:rPr lang="en"/>
              <a:t>We do not yet know how many questions, what type of questions, etc.</a:t>
            </a:r>
            <a:endParaRPr>
              <a:solidFill>
                <a:srgbClr val="FF0000"/>
              </a:solidFill>
            </a:endParaRPr>
          </a:p>
          <a:p>
            <a:pPr indent="-311150" lvl="0" marL="457200" rtl="0" algn="l">
              <a:spcBef>
                <a:spcPts val="0"/>
              </a:spcBef>
              <a:spcAft>
                <a:spcPts val="0"/>
              </a:spcAft>
              <a:buSzPts val="1300"/>
              <a:buChar char="●"/>
            </a:pPr>
            <a:r>
              <a:rPr lang="en"/>
              <a:t>Your instructor will discuss any section specifics with you before the exam</a:t>
            </a:r>
            <a:endParaRPr/>
          </a:p>
        </p:txBody>
      </p:sp>
      <p:sp>
        <p:nvSpPr>
          <p:cNvPr id="517" name="Google Shape;517;p78"/>
          <p:cNvSpPr txBox="1"/>
          <p:nvPr>
            <p:ph idx="3" type="body"/>
          </p:nvPr>
        </p:nvSpPr>
        <p:spPr>
          <a:xfrm>
            <a:off x="315425" y="3480050"/>
            <a:ext cx="3706500" cy="3693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latin typeface="Roboto"/>
                <a:ea typeface="Roboto"/>
                <a:cs typeface="Roboto"/>
                <a:sym typeface="Roboto"/>
              </a:rPr>
              <a:t>The final exam is per SIS calendar for your section. </a:t>
            </a:r>
            <a:endParaRPr>
              <a:latin typeface="Roboto"/>
              <a:ea typeface="Roboto"/>
              <a:cs typeface="Roboto"/>
              <a:sym typeface="Roboto"/>
            </a:endParaRPr>
          </a:p>
        </p:txBody>
      </p:sp>
      <p:pic>
        <p:nvPicPr>
          <p:cNvPr id="518" name="Google Shape;518;p78"/>
          <p:cNvPicPr preferRelativeResize="0"/>
          <p:nvPr/>
        </p:nvPicPr>
        <p:blipFill>
          <a:blip r:embed="rId3">
            <a:alphaModFix/>
          </a:blip>
          <a:stretch>
            <a:fillRect/>
          </a:stretch>
        </p:blipFill>
        <p:spPr>
          <a:xfrm>
            <a:off x="315425" y="856634"/>
            <a:ext cx="3706500" cy="2471016"/>
          </a:xfrm>
          <a:prstGeom prst="rect">
            <a:avLst/>
          </a:prstGeom>
          <a:noFill/>
          <a:ln cap="flat" cmpd="sng" w="19050">
            <a:solidFill>
              <a:schemeClr val="dk2"/>
            </a:solidFill>
            <a:prstDash val="solid"/>
            <a:round/>
            <a:headEnd len="sm" w="sm" type="none"/>
            <a:tailEnd len="sm" w="sm" type="none"/>
          </a:ln>
        </p:spPr>
      </p:pic>
      <p:sp>
        <p:nvSpPr>
          <p:cNvPr id="519" name="Google Shape;519;p78"/>
          <p:cNvSpPr txBox="1"/>
          <p:nvPr>
            <p:ph idx="3" type="body"/>
          </p:nvPr>
        </p:nvSpPr>
        <p:spPr>
          <a:xfrm>
            <a:off x="315425" y="4165850"/>
            <a:ext cx="3706500" cy="7389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latin typeface="Roboto"/>
                <a:ea typeface="Roboto"/>
                <a:cs typeface="Roboto"/>
                <a:sym typeface="Roboto"/>
              </a:rPr>
              <a:t>If you have been afforded and plan to use extended time accommodations, it is </a:t>
            </a:r>
            <a:r>
              <a:rPr b="1" i="1" lang="en" sz="1200">
                <a:solidFill>
                  <a:srgbClr val="E03C31"/>
                </a:solidFill>
                <a:latin typeface="Roboto"/>
                <a:ea typeface="Roboto"/>
                <a:cs typeface="Roboto"/>
                <a:sym typeface="Roboto"/>
              </a:rPr>
              <a:t>your responsibility</a:t>
            </a:r>
            <a:r>
              <a:rPr lang="en" sz="1200">
                <a:solidFill>
                  <a:srgbClr val="E03C31"/>
                </a:solidFill>
                <a:latin typeface="Roboto"/>
                <a:ea typeface="Roboto"/>
                <a:cs typeface="Roboto"/>
                <a:sym typeface="Roboto"/>
              </a:rPr>
              <a:t> </a:t>
            </a:r>
            <a:r>
              <a:rPr lang="en" sz="1200">
                <a:latin typeface="Roboto"/>
                <a:ea typeface="Roboto"/>
                <a:cs typeface="Roboto"/>
                <a:sym typeface="Roboto"/>
              </a:rPr>
              <a:t>to notify your instructor </a:t>
            </a:r>
            <a:r>
              <a:rPr b="1" i="1" lang="en" sz="1200">
                <a:solidFill>
                  <a:srgbClr val="E03C31"/>
                </a:solidFill>
                <a:latin typeface="Roboto"/>
                <a:ea typeface="Roboto"/>
                <a:cs typeface="Roboto"/>
                <a:sym typeface="Roboto"/>
              </a:rPr>
              <a:t>before</a:t>
            </a:r>
            <a:r>
              <a:rPr lang="en" sz="1200">
                <a:solidFill>
                  <a:srgbClr val="E03C31"/>
                </a:solidFill>
                <a:latin typeface="Roboto"/>
                <a:ea typeface="Roboto"/>
                <a:cs typeface="Roboto"/>
                <a:sym typeface="Roboto"/>
              </a:rPr>
              <a:t> </a:t>
            </a:r>
            <a:r>
              <a:rPr lang="en" sz="1200">
                <a:latin typeface="Roboto"/>
                <a:ea typeface="Roboto"/>
                <a:cs typeface="Roboto"/>
                <a:sym typeface="Roboto"/>
              </a:rPr>
              <a:t>the exam date.</a:t>
            </a:r>
            <a:endParaRPr>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6">
                                            <p:txEl>
                                              <p:pRg end="0" st="0"/>
                                            </p:txEl>
                                          </p:spTgt>
                                        </p:tgtEl>
                                        <p:attrNameLst>
                                          <p:attrName>style.visibility</p:attrName>
                                        </p:attrNameLst>
                                      </p:cBhvr>
                                      <p:to>
                                        <p:strVal val="visible"/>
                                      </p:to>
                                    </p:set>
                                    <p:animEffect filter="fade" transition="in">
                                      <p:cBhvr>
                                        <p:cTn dur="1000"/>
                                        <p:tgtEl>
                                          <p:spTgt spid="51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6">
                                            <p:txEl>
                                              <p:pRg end="1" st="1"/>
                                            </p:txEl>
                                          </p:spTgt>
                                        </p:tgtEl>
                                        <p:attrNameLst>
                                          <p:attrName>style.visibility</p:attrName>
                                        </p:attrNameLst>
                                      </p:cBhvr>
                                      <p:to>
                                        <p:strVal val="visible"/>
                                      </p:to>
                                    </p:set>
                                    <p:animEffect filter="fade" transition="in">
                                      <p:cBhvr>
                                        <p:cTn dur="1000"/>
                                        <p:tgtEl>
                                          <p:spTgt spid="51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6">
                                            <p:txEl>
                                              <p:pRg end="2" st="2"/>
                                            </p:txEl>
                                          </p:spTgt>
                                        </p:tgtEl>
                                        <p:attrNameLst>
                                          <p:attrName>style.visibility</p:attrName>
                                        </p:attrNameLst>
                                      </p:cBhvr>
                                      <p:to>
                                        <p:strVal val="visible"/>
                                      </p:to>
                                    </p:set>
                                    <p:animEffect filter="fade" transition="in">
                                      <p:cBhvr>
                                        <p:cTn dur="1000"/>
                                        <p:tgtEl>
                                          <p:spTgt spid="51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6">
                                            <p:txEl>
                                              <p:pRg end="3" st="3"/>
                                            </p:txEl>
                                          </p:spTgt>
                                        </p:tgtEl>
                                        <p:attrNameLst>
                                          <p:attrName>style.visibility</p:attrName>
                                        </p:attrNameLst>
                                      </p:cBhvr>
                                      <p:to>
                                        <p:strVal val="visible"/>
                                      </p:to>
                                    </p:set>
                                    <p:animEffect filter="fade" transition="in">
                                      <p:cBhvr>
                                        <p:cTn dur="1000"/>
                                        <p:tgtEl>
                                          <p:spTgt spid="51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6">
                                            <p:txEl>
                                              <p:pRg end="4" st="4"/>
                                            </p:txEl>
                                          </p:spTgt>
                                        </p:tgtEl>
                                        <p:attrNameLst>
                                          <p:attrName>style.visibility</p:attrName>
                                        </p:attrNameLst>
                                      </p:cBhvr>
                                      <p:to>
                                        <p:strVal val="visible"/>
                                      </p:to>
                                    </p:set>
                                    <p:animEffect filter="fade" transition="in">
                                      <p:cBhvr>
                                        <p:cTn dur="1000"/>
                                        <p:tgtEl>
                                          <p:spTgt spid="51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6">
                                            <p:txEl>
                                              <p:pRg end="5" st="5"/>
                                            </p:txEl>
                                          </p:spTgt>
                                        </p:tgtEl>
                                        <p:attrNameLst>
                                          <p:attrName>style.visibility</p:attrName>
                                        </p:attrNameLst>
                                      </p:cBhvr>
                                      <p:to>
                                        <p:strVal val="visible"/>
                                      </p:to>
                                    </p:set>
                                    <p:animEffect filter="fade" transition="in">
                                      <p:cBhvr>
                                        <p:cTn dur="1000"/>
                                        <p:tgtEl>
                                          <p:spTgt spid="51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6">
                                            <p:txEl>
                                              <p:pRg end="6" st="6"/>
                                            </p:txEl>
                                          </p:spTgt>
                                        </p:tgtEl>
                                        <p:attrNameLst>
                                          <p:attrName>style.visibility</p:attrName>
                                        </p:attrNameLst>
                                      </p:cBhvr>
                                      <p:to>
                                        <p:strVal val="visible"/>
                                      </p:to>
                                    </p:set>
                                    <p:animEffect filter="fade" transition="in">
                                      <p:cBhvr>
                                        <p:cTn dur="1000"/>
                                        <p:tgtEl>
                                          <p:spTgt spid="51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6">
                                            <p:txEl>
                                              <p:pRg end="7" st="7"/>
                                            </p:txEl>
                                          </p:spTgt>
                                        </p:tgtEl>
                                        <p:attrNameLst>
                                          <p:attrName>style.visibility</p:attrName>
                                        </p:attrNameLst>
                                      </p:cBhvr>
                                      <p:to>
                                        <p:strVal val="visible"/>
                                      </p:to>
                                    </p:set>
                                    <p:animEffect filter="fade" transition="in">
                                      <p:cBhvr>
                                        <p:cTn dur="1000"/>
                                        <p:tgtEl>
                                          <p:spTgt spid="51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6">
                                            <p:txEl>
                                              <p:pRg end="8" st="8"/>
                                            </p:txEl>
                                          </p:spTgt>
                                        </p:tgtEl>
                                        <p:attrNameLst>
                                          <p:attrName>style.visibility</p:attrName>
                                        </p:attrNameLst>
                                      </p:cBhvr>
                                      <p:to>
                                        <p:strVal val="visible"/>
                                      </p:to>
                                    </p:set>
                                    <p:animEffect filter="fade" transition="in">
                                      <p:cBhvr>
                                        <p:cTn dur="1000"/>
                                        <p:tgtEl>
                                          <p:spTgt spid="51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6">
                                            <p:txEl>
                                              <p:pRg end="9" st="9"/>
                                            </p:txEl>
                                          </p:spTgt>
                                        </p:tgtEl>
                                        <p:attrNameLst>
                                          <p:attrName>style.visibility</p:attrName>
                                        </p:attrNameLst>
                                      </p:cBhvr>
                                      <p:to>
                                        <p:strVal val="visible"/>
                                      </p:to>
                                    </p:set>
                                    <p:animEffect filter="fade" transition="in">
                                      <p:cBhvr>
                                        <p:cTn dur="1000"/>
                                        <p:tgtEl>
                                          <p:spTgt spid="51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6">
                                            <p:txEl>
                                              <p:pRg end="10" st="10"/>
                                            </p:txEl>
                                          </p:spTgt>
                                        </p:tgtEl>
                                        <p:attrNameLst>
                                          <p:attrName>style.visibility</p:attrName>
                                        </p:attrNameLst>
                                      </p:cBhvr>
                                      <p:to>
                                        <p:strVal val="visible"/>
                                      </p:to>
                                    </p:set>
                                    <p:animEffect filter="fade" transition="in">
                                      <p:cBhvr>
                                        <p:cTn dur="1000"/>
                                        <p:tgtEl>
                                          <p:spTgt spid="51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9"/>
                                        </p:tgtEl>
                                        <p:attrNameLst>
                                          <p:attrName>style.visibility</p:attrName>
                                        </p:attrNameLst>
                                      </p:cBhvr>
                                      <p:to>
                                        <p:strVal val="visible"/>
                                      </p:to>
                                    </p:set>
                                    <p:animEffect filter="fade" transition="in">
                                      <p:cBhvr>
                                        <p:cTn dur="1000"/>
                                        <p:tgtEl>
                                          <p:spTgt spid="5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79"/>
          <p:cNvSpPr txBox="1"/>
          <p:nvPr>
            <p:ph type="title"/>
          </p:nvPr>
        </p:nvSpPr>
        <p:spPr>
          <a:xfrm>
            <a:off x="1436850" y="100"/>
            <a:ext cx="7642500" cy="6618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sz="3100"/>
              <a:t>Final Exam Conflicts</a:t>
            </a:r>
            <a:endParaRPr/>
          </a:p>
        </p:txBody>
      </p:sp>
      <p:sp>
        <p:nvSpPr>
          <p:cNvPr id="525" name="Google Shape;525;p79"/>
          <p:cNvSpPr txBox="1"/>
          <p:nvPr>
            <p:ph idx="1" type="body"/>
          </p:nvPr>
        </p:nvSpPr>
        <p:spPr>
          <a:xfrm>
            <a:off x="65250" y="6554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If you have a final exam conflict, you will need to schedule a make up exam at a different time during finals week. Check your final exam schedule now!</a:t>
            </a:r>
            <a:endParaRPr/>
          </a:p>
        </p:txBody>
      </p:sp>
      <p:sp>
        <p:nvSpPr>
          <p:cNvPr id="526" name="Google Shape;526;p7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7" name="Google Shape;527;p79"/>
          <p:cNvSpPr txBox="1"/>
          <p:nvPr>
            <p:ph idx="2" type="body"/>
          </p:nvPr>
        </p:nvSpPr>
        <p:spPr>
          <a:xfrm>
            <a:off x="2983575" y="1445925"/>
            <a:ext cx="5856600" cy="2876100"/>
          </a:xfrm>
          <a:prstGeom prst="rect">
            <a:avLst/>
          </a:prstGeom>
        </p:spPr>
        <p:txBody>
          <a:bodyPr anchorCtr="0" anchor="t" bIns="91425" lIns="91425" spcFirstLastPara="1" rIns="91425" wrap="square" tIns="91425">
            <a:spAutoFit/>
          </a:bodyPr>
          <a:lstStyle/>
          <a:p>
            <a:pPr indent="-336550" lvl="0" marL="457200" rtl="0" algn="l">
              <a:spcBef>
                <a:spcPts val="0"/>
              </a:spcBef>
              <a:spcAft>
                <a:spcPts val="0"/>
              </a:spcAft>
              <a:buSzPts val="1700"/>
              <a:buChar char="●"/>
            </a:pPr>
            <a:r>
              <a:rPr lang="en" sz="1700"/>
              <a:t>A </a:t>
            </a:r>
            <a:r>
              <a:rPr b="1" i="1" lang="en" sz="1700" u="sng">
                <a:solidFill>
                  <a:srgbClr val="FF0000"/>
                </a:solidFill>
              </a:rPr>
              <a:t>Final Exam Conflict</a:t>
            </a:r>
            <a:r>
              <a:rPr lang="en" sz="1700"/>
              <a:t> is one of the following:</a:t>
            </a:r>
            <a:endParaRPr sz="1700"/>
          </a:p>
          <a:p>
            <a:pPr indent="-323850" lvl="1" marL="914400" rtl="0" algn="l">
              <a:spcBef>
                <a:spcPts val="0"/>
              </a:spcBef>
              <a:spcAft>
                <a:spcPts val="0"/>
              </a:spcAft>
              <a:buSzPts val="1500"/>
              <a:buChar char="○"/>
            </a:pPr>
            <a:r>
              <a:rPr lang="en" sz="1500"/>
              <a:t>Two exams at the same time.</a:t>
            </a:r>
            <a:endParaRPr sz="1500"/>
          </a:p>
          <a:p>
            <a:pPr indent="-323850" lvl="1" marL="914400" rtl="0" algn="l">
              <a:spcBef>
                <a:spcPts val="0"/>
              </a:spcBef>
              <a:spcAft>
                <a:spcPts val="0"/>
              </a:spcAft>
              <a:buSzPts val="1500"/>
              <a:buChar char="○"/>
            </a:pPr>
            <a:r>
              <a:rPr lang="en" sz="1500"/>
              <a:t>Three or more exams on the same day.</a:t>
            </a:r>
            <a:endParaRPr sz="1500"/>
          </a:p>
          <a:p>
            <a:pPr indent="-336550" lvl="0" marL="457200" rtl="0" algn="l">
              <a:spcBef>
                <a:spcPts val="0"/>
              </a:spcBef>
              <a:spcAft>
                <a:spcPts val="0"/>
              </a:spcAft>
              <a:buSzPts val="1700"/>
              <a:buChar char="●"/>
            </a:pPr>
            <a:r>
              <a:rPr lang="en" sz="1700"/>
              <a:t>Log into </a:t>
            </a:r>
            <a:r>
              <a:rPr b="1" i="1" lang="en" sz="1700">
                <a:solidFill>
                  <a:srgbClr val="FF0000"/>
                </a:solidFill>
              </a:rPr>
              <a:t>SIS</a:t>
            </a:r>
            <a:r>
              <a:rPr lang="en" sz="1700"/>
              <a:t> and check your final exam schedule.</a:t>
            </a:r>
            <a:endParaRPr sz="1700"/>
          </a:p>
          <a:p>
            <a:pPr indent="-323850" lvl="1" marL="914400" rtl="0" algn="l">
              <a:spcBef>
                <a:spcPts val="0"/>
              </a:spcBef>
              <a:spcAft>
                <a:spcPts val="0"/>
              </a:spcAft>
              <a:buSzPts val="1500"/>
              <a:buChar char="○"/>
            </a:pPr>
            <a:r>
              <a:rPr lang="en" sz="1500"/>
              <a:t>Do you have another exam at the same time as your GCIS-124 final?</a:t>
            </a:r>
            <a:endParaRPr sz="1500"/>
          </a:p>
          <a:p>
            <a:pPr indent="-323850" lvl="1" marL="914400" rtl="0" algn="l">
              <a:spcBef>
                <a:spcPts val="0"/>
              </a:spcBef>
              <a:spcAft>
                <a:spcPts val="0"/>
              </a:spcAft>
              <a:buSzPts val="1500"/>
              <a:buChar char="○"/>
            </a:pPr>
            <a:r>
              <a:rPr lang="en" sz="1500"/>
              <a:t>Do you have three or more exams on the same day as your GCIS-124 final?</a:t>
            </a:r>
            <a:endParaRPr sz="1500"/>
          </a:p>
          <a:p>
            <a:pPr indent="-323850" lvl="1" marL="914400" rtl="0" algn="l">
              <a:spcBef>
                <a:spcPts val="0"/>
              </a:spcBef>
              <a:spcAft>
                <a:spcPts val="0"/>
              </a:spcAft>
              <a:buSzPts val="1500"/>
              <a:buChar char="○"/>
            </a:pPr>
            <a:r>
              <a:rPr lang="en" sz="1500"/>
              <a:t>If so, send an email with a screenshot of your final exam schedule to your instructor </a:t>
            </a:r>
            <a:r>
              <a:rPr b="1" i="1" lang="en" sz="1500" u="sng">
                <a:solidFill>
                  <a:srgbClr val="FF0000"/>
                </a:solidFill>
              </a:rPr>
              <a:t>right away</a:t>
            </a:r>
            <a:r>
              <a:rPr lang="en" sz="1500"/>
              <a:t>.</a:t>
            </a:r>
            <a:endParaRPr sz="1500"/>
          </a:p>
        </p:txBody>
      </p:sp>
      <p:sp>
        <p:nvSpPr>
          <p:cNvPr id="528" name="Google Shape;528;p79"/>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13.0</a:t>
            </a:r>
            <a:endParaRPr/>
          </a:p>
        </p:txBody>
      </p:sp>
      <p:sp>
        <p:nvSpPr>
          <p:cNvPr id="529" name="Google Shape;529;p79"/>
          <p:cNvSpPr txBox="1"/>
          <p:nvPr/>
        </p:nvSpPr>
        <p:spPr>
          <a:xfrm>
            <a:off x="267700" y="4322025"/>
            <a:ext cx="27888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212121"/>
                </a:solidFill>
              </a:rPr>
              <a:t>Travel plans </a:t>
            </a:r>
            <a:r>
              <a:rPr i="1" lang="en" sz="1100">
                <a:solidFill>
                  <a:srgbClr val="212121"/>
                </a:solidFill>
              </a:rPr>
              <a:t>do not</a:t>
            </a:r>
            <a:r>
              <a:rPr lang="en" sz="1100">
                <a:solidFill>
                  <a:srgbClr val="212121"/>
                </a:solidFill>
              </a:rPr>
              <a:t> constitute a final exam conflict. </a:t>
            </a:r>
            <a:r>
              <a:rPr b="1" i="1" lang="en" sz="1100" u="sng">
                <a:solidFill>
                  <a:srgbClr val="FF0000"/>
                </a:solidFill>
              </a:rPr>
              <a:t>Do not</a:t>
            </a:r>
            <a:r>
              <a:rPr lang="en" sz="1100">
                <a:solidFill>
                  <a:srgbClr val="212121"/>
                </a:solidFill>
              </a:rPr>
              <a:t> make travel plans during your finals!</a:t>
            </a:r>
            <a:endParaRPr sz="1100">
              <a:solidFill>
                <a:srgbClr val="212121"/>
              </a:solidFill>
            </a:endParaRPr>
          </a:p>
        </p:txBody>
      </p:sp>
      <p:pic>
        <p:nvPicPr>
          <p:cNvPr id="530" name="Google Shape;530;p79"/>
          <p:cNvPicPr preferRelativeResize="0"/>
          <p:nvPr/>
        </p:nvPicPr>
        <p:blipFill>
          <a:blip r:embed="rId3">
            <a:alphaModFix/>
          </a:blip>
          <a:stretch>
            <a:fillRect/>
          </a:stretch>
        </p:blipFill>
        <p:spPr>
          <a:xfrm>
            <a:off x="765329" y="1439451"/>
            <a:ext cx="1711649" cy="2778673"/>
          </a:xfrm>
          <a:prstGeom prst="rect">
            <a:avLst/>
          </a:prstGeom>
          <a:noFill/>
          <a:ln cap="flat" cmpd="sng" w="19050">
            <a:solidFill>
              <a:srgbClr val="666666"/>
            </a:solidFill>
            <a:prstDash val="solid"/>
            <a:round/>
            <a:headEnd len="sm" w="sm" type="none"/>
            <a:tailEnd len="sm" w="sm" type="none"/>
          </a:ln>
        </p:spPr>
      </p:pic>
      <p:sp>
        <p:nvSpPr>
          <p:cNvPr id="531" name="Google Shape;531;p79"/>
          <p:cNvSpPr/>
          <p:nvPr/>
        </p:nvSpPr>
        <p:spPr>
          <a:xfrm>
            <a:off x="746200" y="3981336"/>
            <a:ext cx="1749900" cy="2442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F8B"/>
        </a:solidFill>
      </p:bgPr>
    </p:bg>
    <p:spTree>
      <p:nvGrpSpPr>
        <p:cNvPr id="535" name="Shape 535"/>
        <p:cNvGrpSpPr/>
        <p:nvPr/>
      </p:nvGrpSpPr>
      <p:grpSpPr>
        <a:xfrm>
          <a:off x="0" y="0"/>
          <a:ext cx="0" cy="0"/>
          <a:chOff x="0" y="0"/>
          <a:chExt cx="0" cy="0"/>
        </a:xfrm>
      </p:grpSpPr>
      <p:pic>
        <p:nvPicPr>
          <p:cNvPr id="536" name="Google Shape;536;p80"/>
          <p:cNvPicPr preferRelativeResize="0"/>
          <p:nvPr/>
        </p:nvPicPr>
        <p:blipFill rotWithShape="1">
          <a:blip r:embed="rId3">
            <a:alphaModFix/>
          </a:blip>
          <a:srcRect b="0" l="0" r="0" t="0"/>
          <a:stretch/>
        </p:blipFill>
        <p:spPr>
          <a:xfrm>
            <a:off x="2210400" y="152400"/>
            <a:ext cx="4838700" cy="4838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graphicFrame>
        <p:nvGraphicFramePr>
          <p:cNvPr id="541" name="Google Shape;541;p81"/>
          <p:cNvGraphicFramePr/>
          <p:nvPr/>
        </p:nvGraphicFramePr>
        <p:xfrm>
          <a:off x="204500" y="118636"/>
          <a:ext cx="3000000" cy="3000000"/>
        </p:xfrm>
        <a:graphic>
          <a:graphicData uri="http://schemas.openxmlformats.org/drawingml/2006/table">
            <a:tbl>
              <a:tblPr>
                <a:noFill/>
                <a:tableStyleId>{B317DAE7-6F48-4459-89BA-82DB4F46E07A}</a:tableStyleId>
              </a:tblPr>
              <a:tblGrid>
                <a:gridCol w="1756250"/>
                <a:gridCol w="1756250"/>
                <a:gridCol w="1756250"/>
                <a:gridCol w="1756250"/>
                <a:gridCol w="1756250"/>
              </a:tblGrid>
              <a:tr h="594575">
                <a:tc>
                  <a:txBody>
                    <a:bodyPr/>
                    <a:lstStyle/>
                    <a:p>
                      <a:pPr indent="0" lvl="0" marL="0" rtl="0" algn="ctr">
                        <a:spcBef>
                          <a:spcPts val="0"/>
                        </a:spcBef>
                        <a:spcAft>
                          <a:spcPts val="0"/>
                        </a:spcAft>
                        <a:buClr>
                          <a:schemeClr val="lt1"/>
                        </a:buClr>
                        <a:buSzPts val="1100"/>
                        <a:buFont typeface="Arial"/>
                        <a:buNone/>
                      </a:pPr>
                      <a:r>
                        <a:rPr b="1" lang="en">
                          <a:solidFill>
                            <a:schemeClr val="accent1"/>
                          </a:solidFill>
                        </a:rPr>
                        <a:t>Threads</a:t>
                      </a:r>
                      <a:endParaRPr b="1">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a:solidFill>
                            <a:schemeClr val="accent1"/>
                          </a:solidFill>
                        </a:rPr>
                        <a:t>Graphs</a:t>
                      </a:r>
                      <a:endParaRPr b="1">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a:solidFill>
                            <a:schemeClr val="accent1"/>
                          </a:solidFill>
                        </a:rPr>
                        <a:t>Greedy Algorithms</a:t>
                      </a:r>
                      <a:endParaRPr b="1">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a:solidFill>
                            <a:schemeClr val="accent1"/>
                          </a:solidFill>
                        </a:rPr>
                        <a:t>Backtracking</a:t>
                      </a:r>
                      <a:endParaRPr b="1">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a:solidFill>
                            <a:schemeClr val="accent1"/>
                          </a:solidFill>
                        </a:rPr>
                        <a:t>Potpourri</a:t>
                      </a:r>
                      <a:endParaRPr b="1">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r>
              <a:tr h="861725">
                <a:tc>
                  <a:txBody>
                    <a:bodyPr/>
                    <a:lstStyle/>
                    <a:p>
                      <a:pPr indent="0" lvl="0" marL="0" rtl="0" algn="ctr">
                        <a:spcBef>
                          <a:spcPts val="0"/>
                        </a:spcBef>
                        <a:spcAft>
                          <a:spcPts val="0"/>
                        </a:spcAft>
                        <a:buNone/>
                      </a:pPr>
                      <a:r>
                        <a:rPr b="1" lang="en" sz="4000">
                          <a:solidFill>
                            <a:schemeClr val="accent1"/>
                          </a:solidFill>
                          <a:uFill>
                            <a:noFill/>
                          </a:uFill>
                          <a:hlinkClick action="ppaction://hlinksldjump" r:id="rId3">
                            <a:extLst>
                              <a:ext uri="{A12FA001-AC4F-418D-AE19-62706E023703}">
                                <ahyp:hlinkClr val="tx"/>
                              </a:ext>
                            </a:extLst>
                          </a:hlinkClick>
                        </a:rPr>
                        <a:t>100</a:t>
                      </a:r>
                      <a:endParaRPr b="1" sz="4000">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4">
                            <a:extLst>
                              <a:ext uri="{A12FA001-AC4F-418D-AE19-62706E023703}">
                                <ahyp:hlinkClr val="tx"/>
                              </a:ext>
                            </a:extLst>
                          </a:hlinkClick>
                        </a:rPr>
                        <a:t>100</a:t>
                      </a:r>
                      <a:endParaRPr b="1" sz="4000">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5">
                            <a:extLst>
                              <a:ext uri="{A12FA001-AC4F-418D-AE19-62706E023703}">
                                <ahyp:hlinkClr val="tx"/>
                              </a:ext>
                            </a:extLst>
                          </a:hlinkClick>
                        </a:rPr>
                        <a:t>100</a:t>
                      </a:r>
                      <a:endParaRPr b="1" sz="4000">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6">
                            <a:extLst>
                              <a:ext uri="{A12FA001-AC4F-418D-AE19-62706E023703}">
                                <ahyp:hlinkClr val="tx"/>
                              </a:ext>
                            </a:extLst>
                          </a:hlinkClick>
                        </a:rPr>
                        <a:t>100</a:t>
                      </a:r>
                      <a:endParaRPr b="1" sz="4000">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7">
                            <a:extLst>
                              <a:ext uri="{A12FA001-AC4F-418D-AE19-62706E023703}">
                                <ahyp:hlinkClr val="tx"/>
                              </a:ext>
                            </a:extLst>
                          </a:hlinkClick>
                        </a:rPr>
                        <a:t>100</a:t>
                      </a:r>
                      <a:endParaRPr b="1" sz="4000">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r>
              <a:tr h="861725">
                <a:tc>
                  <a:txBody>
                    <a:bodyPr/>
                    <a:lstStyle/>
                    <a:p>
                      <a:pPr indent="0" lvl="0" marL="0" rtl="0" algn="ctr">
                        <a:spcBef>
                          <a:spcPts val="0"/>
                        </a:spcBef>
                        <a:spcAft>
                          <a:spcPts val="0"/>
                        </a:spcAft>
                        <a:buNone/>
                      </a:pPr>
                      <a:r>
                        <a:rPr b="1" lang="en" sz="4000">
                          <a:solidFill>
                            <a:schemeClr val="accent1"/>
                          </a:solidFill>
                          <a:uFill>
                            <a:noFill/>
                          </a:uFill>
                          <a:hlinkClick action="ppaction://hlinksldjump" r:id="rId8">
                            <a:extLst>
                              <a:ext uri="{A12FA001-AC4F-418D-AE19-62706E023703}">
                                <ahyp:hlinkClr val="tx"/>
                              </a:ext>
                            </a:extLst>
                          </a:hlinkClick>
                        </a:rPr>
                        <a:t>2</a:t>
                      </a:r>
                      <a:r>
                        <a:rPr b="1" lang="en" sz="4000">
                          <a:solidFill>
                            <a:schemeClr val="accent1"/>
                          </a:solidFill>
                          <a:uFill>
                            <a:noFill/>
                          </a:uFill>
                          <a:hlinkClick action="ppaction://hlinksldjump" r:id="rId9">
                            <a:extLst>
                              <a:ext uri="{A12FA001-AC4F-418D-AE19-62706E023703}">
                                <ahyp:hlinkClr val="tx"/>
                              </a:ext>
                            </a:extLst>
                          </a:hlinkClick>
                        </a:rPr>
                        <a:t>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10">
                            <a:extLst>
                              <a:ext uri="{A12FA001-AC4F-418D-AE19-62706E023703}">
                                <ahyp:hlinkClr val="tx"/>
                              </a:ext>
                            </a:extLst>
                          </a:hlinkClick>
                        </a:rPr>
                        <a:t>200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11">
                            <a:extLst>
                              <a:ext uri="{A12FA001-AC4F-418D-AE19-62706E023703}">
                                <ahyp:hlinkClr val="tx"/>
                              </a:ext>
                            </a:extLst>
                          </a:hlinkClick>
                        </a:rPr>
                        <a:t>200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12">
                            <a:extLst>
                              <a:ext uri="{A12FA001-AC4F-418D-AE19-62706E023703}">
                                <ahyp:hlinkClr val="tx"/>
                              </a:ext>
                            </a:extLst>
                          </a:hlinkClick>
                        </a:rPr>
                        <a:t>200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13">
                            <a:extLst>
                              <a:ext uri="{A12FA001-AC4F-418D-AE19-62706E023703}">
                                <ahyp:hlinkClr val="tx"/>
                              </a:ext>
                            </a:extLst>
                          </a:hlinkClick>
                        </a:rPr>
                        <a:t>200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r>
              <a:tr h="861725">
                <a:tc>
                  <a:txBody>
                    <a:bodyPr/>
                    <a:lstStyle/>
                    <a:p>
                      <a:pPr indent="0" lvl="0" marL="0" rtl="0" algn="ctr">
                        <a:spcBef>
                          <a:spcPts val="0"/>
                        </a:spcBef>
                        <a:spcAft>
                          <a:spcPts val="0"/>
                        </a:spcAft>
                        <a:buNone/>
                      </a:pPr>
                      <a:r>
                        <a:rPr b="1" lang="en" sz="4000">
                          <a:solidFill>
                            <a:schemeClr val="accent1"/>
                          </a:solidFill>
                          <a:uFill>
                            <a:noFill/>
                          </a:uFill>
                          <a:hlinkClick action="ppaction://hlinksldjump" r:id="rId14">
                            <a:extLst>
                              <a:ext uri="{A12FA001-AC4F-418D-AE19-62706E023703}">
                                <ahyp:hlinkClr val="tx"/>
                              </a:ext>
                            </a:extLst>
                          </a:hlinkClick>
                        </a:rPr>
                        <a:t>300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Clr>
                          <a:schemeClr val="lt1"/>
                        </a:buClr>
                        <a:buSzPts val="1100"/>
                        <a:buFont typeface="Arial"/>
                        <a:buNone/>
                      </a:pPr>
                      <a:r>
                        <a:rPr b="1" lang="en" sz="4000">
                          <a:solidFill>
                            <a:schemeClr val="accent1"/>
                          </a:solidFill>
                          <a:uFill>
                            <a:noFill/>
                          </a:uFill>
                          <a:hlinkClick action="ppaction://hlinksldjump" r:id="rId15">
                            <a:extLst>
                              <a:ext uri="{A12FA001-AC4F-418D-AE19-62706E023703}">
                                <ahyp:hlinkClr val="tx"/>
                              </a:ext>
                            </a:extLst>
                          </a:hlinkClick>
                        </a:rPr>
                        <a:t>300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16">
                            <a:extLst>
                              <a:ext uri="{A12FA001-AC4F-418D-AE19-62706E023703}">
                                <ahyp:hlinkClr val="tx"/>
                              </a:ext>
                            </a:extLst>
                          </a:hlinkClick>
                        </a:rPr>
                        <a:t>300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Clr>
                          <a:schemeClr val="lt1"/>
                        </a:buClr>
                        <a:buSzPts val="1100"/>
                        <a:buFont typeface="Arial"/>
                        <a:buNone/>
                      </a:pPr>
                      <a:r>
                        <a:rPr b="1" lang="en" sz="4000">
                          <a:solidFill>
                            <a:schemeClr val="accent1"/>
                          </a:solidFill>
                          <a:uFill>
                            <a:noFill/>
                          </a:uFill>
                          <a:hlinkClick action="ppaction://hlinksldjump" r:id="rId17">
                            <a:extLst>
                              <a:ext uri="{A12FA001-AC4F-418D-AE19-62706E023703}">
                                <ahyp:hlinkClr val="tx"/>
                              </a:ext>
                            </a:extLst>
                          </a:hlinkClick>
                        </a:rPr>
                        <a:t>300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Clr>
                          <a:schemeClr val="lt1"/>
                        </a:buClr>
                        <a:buSzPts val="1100"/>
                        <a:buFont typeface="Arial"/>
                        <a:buNone/>
                      </a:pPr>
                      <a:r>
                        <a:rPr b="1" lang="en" sz="4000">
                          <a:solidFill>
                            <a:schemeClr val="accent1"/>
                          </a:solidFill>
                          <a:uFill>
                            <a:noFill/>
                          </a:uFill>
                          <a:hlinkClick action="ppaction://hlinksldjump" r:id="rId18">
                            <a:extLst>
                              <a:ext uri="{A12FA001-AC4F-418D-AE19-62706E023703}">
                                <ahyp:hlinkClr val="tx"/>
                              </a:ext>
                            </a:extLst>
                          </a:hlinkClick>
                        </a:rPr>
                        <a:t>300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r>
              <a:tr h="861725">
                <a:tc>
                  <a:txBody>
                    <a:bodyPr/>
                    <a:lstStyle/>
                    <a:p>
                      <a:pPr indent="0" lvl="0" marL="0" rtl="0" algn="ctr">
                        <a:spcBef>
                          <a:spcPts val="0"/>
                        </a:spcBef>
                        <a:spcAft>
                          <a:spcPts val="0"/>
                        </a:spcAft>
                        <a:buNone/>
                      </a:pPr>
                      <a:r>
                        <a:rPr b="1" lang="en" sz="4000">
                          <a:solidFill>
                            <a:schemeClr val="accent1"/>
                          </a:solidFill>
                          <a:uFill>
                            <a:noFill/>
                          </a:uFill>
                          <a:hlinkClick action="ppaction://hlinksldjump" r:id="rId19">
                            <a:extLst>
                              <a:ext uri="{A12FA001-AC4F-418D-AE19-62706E023703}">
                                <ahyp:hlinkClr val="tx"/>
                              </a:ext>
                            </a:extLst>
                          </a:hlinkClick>
                        </a:rPr>
                        <a:t>400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Clr>
                          <a:schemeClr val="lt1"/>
                        </a:buClr>
                        <a:buSzPts val="1100"/>
                        <a:buFont typeface="Arial"/>
                        <a:buNone/>
                      </a:pPr>
                      <a:r>
                        <a:rPr b="1" lang="en" sz="4000">
                          <a:solidFill>
                            <a:schemeClr val="accent1"/>
                          </a:solidFill>
                          <a:uFill>
                            <a:noFill/>
                          </a:uFill>
                          <a:hlinkClick action="ppaction://hlinksldjump" r:id="rId20">
                            <a:extLst>
                              <a:ext uri="{A12FA001-AC4F-418D-AE19-62706E023703}">
                                <ahyp:hlinkClr val="tx"/>
                              </a:ext>
                            </a:extLst>
                          </a:hlinkClick>
                        </a:rPr>
                        <a:t>400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Clr>
                          <a:schemeClr val="lt1"/>
                        </a:buClr>
                        <a:buSzPts val="1100"/>
                        <a:buFont typeface="Arial"/>
                        <a:buNone/>
                      </a:pPr>
                      <a:r>
                        <a:rPr b="1" lang="en" sz="4000">
                          <a:solidFill>
                            <a:schemeClr val="accent1"/>
                          </a:solidFill>
                          <a:uFill>
                            <a:noFill/>
                          </a:uFill>
                          <a:hlinkClick action="ppaction://hlinksldjump" r:id="rId21">
                            <a:extLst>
                              <a:ext uri="{A12FA001-AC4F-418D-AE19-62706E023703}">
                                <ahyp:hlinkClr val="tx"/>
                              </a:ext>
                            </a:extLst>
                          </a:hlinkClick>
                        </a:rPr>
                        <a:t>400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22">
                            <a:extLst>
                              <a:ext uri="{A12FA001-AC4F-418D-AE19-62706E023703}">
                                <ahyp:hlinkClr val="tx"/>
                              </a:ext>
                            </a:extLst>
                          </a:hlinkClick>
                        </a:rPr>
                        <a:t>400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23">
                            <a:extLst>
                              <a:ext uri="{A12FA001-AC4F-418D-AE19-62706E023703}">
                                <ahyp:hlinkClr val="tx"/>
                              </a:ext>
                            </a:extLst>
                          </a:hlinkClick>
                        </a:rPr>
                        <a:t>400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r>
              <a:tr h="861725">
                <a:tc>
                  <a:txBody>
                    <a:bodyPr/>
                    <a:lstStyle/>
                    <a:p>
                      <a:pPr indent="0" lvl="0" marL="0" rtl="0" algn="ctr">
                        <a:spcBef>
                          <a:spcPts val="0"/>
                        </a:spcBef>
                        <a:spcAft>
                          <a:spcPts val="0"/>
                        </a:spcAft>
                        <a:buNone/>
                      </a:pPr>
                      <a:r>
                        <a:rPr b="1" lang="en" sz="4000">
                          <a:solidFill>
                            <a:schemeClr val="accent1"/>
                          </a:solidFill>
                          <a:uFill>
                            <a:noFill/>
                          </a:uFill>
                          <a:hlinkClick action="ppaction://hlinksldjump" r:id="rId24">
                            <a:extLst>
                              <a:ext uri="{A12FA001-AC4F-418D-AE19-62706E023703}">
                                <ahyp:hlinkClr val="tx"/>
                              </a:ext>
                            </a:extLst>
                          </a:hlinkClick>
                        </a:rPr>
                        <a:t>5</a:t>
                      </a:r>
                      <a:r>
                        <a:rPr b="1" lang="en" sz="4000">
                          <a:solidFill>
                            <a:schemeClr val="accent1"/>
                          </a:solidFill>
                          <a:uFill>
                            <a:noFill/>
                          </a:uFill>
                          <a:hlinkClick action="ppaction://hlinksldjump" r:id="rId25">
                            <a:extLst>
                              <a:ext uri="{A12FA001-AC4F-418D-AE19-62706E023703}">
                                <ahyp:hlinkClr val="tx"/>
                              </a:ext>
                            </a:extLst>
                          </a:hlinkClick>
                        </a:rPr>
                        <a:t>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26">
                            <a:extLst>
                              <a:ext uri="{A12FA001-AC4F-418D-AE19-62706E023703}">
                                <ahyp:hlinkClr val="tx"/>
                              </a:ext>
                            </a:extLst>
                          </a:hlinkClick>
                        </a:rPr>
                        <a:t>500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27">
                            <a:extLst>
                              <a:ext uri="{A12FA001-AC4F-418D-AE19-62706E023703}">
                                <ahyp:hlinkClr val="tx"/>
                              </a:ext>
                            </a:extLst>
                          </a:hlinkClick>
                        </a:rPr>
                        <a:t>500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28">
                            <a:extLst>
                              <a:ext uri="{A12FA001-AC4F-418D-AE19-62706E023703}">
                                <ahyp:hlinkClr val="tx"/>
                              </a:ext>
                            </a:extLst>
                          </a:hlinkClick>
                        </a:rPr>
                        <a:t>500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29">
                            <a:extLst>
                              <a:ext uri="{A12FA001-AC4F-418D-AE19-62706E023703}">
                                <ahyp:hlinkClr val="tx"/>
                              </a:ext>
                            </a:extLst>
                          </a:hlinkClick>
                        </a:rPr>
                        <a:t>500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1155CC"/>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graphicFrame>
        <p:nvGraphicFramePr>
          <p:cNvPr id="546" name="Google Shape;546;p82"/>
          <p:cNvGraphicFramePr/>
          <p:nvPr/>
        </p:nvGraphicFramePr>
        <p:xfrm>
          <a:off x="204500" y="118636"/>
          <a:ext cx="3000000" cy="3000000"/>
        </p:xfrm>
        <a:graphic>
          <a:graphicData uri="http://schemas.openxmlformats.org/drawingml/2006/table">
            <a:tbl>
              <a:tblPr>
                <a:noFill/>
                <a:tableStyleId>{B317DAE7-6F48-4459-89BA-82DB4F46E07A}</a:tableStyleId>
              </a:tblPr>
              <a:tblGrid>
                <a:gridCol w="1756250"/>
                <a:gridCol w="1756250"/>
                <a:gridCol w="1756250"/>
                <a:gridCol w="1756250"/>
                <a:gridCol w="1756250"/>
              </a:tblGrid>
              <a:tr h="594575">
                <a:tc>
                  <a:txBody>
                    <a:bodyPr/>
                    <a:lstStyle/>
                    <a:p>
                      <a:pPr indent="0" lvl="0" marL="0" rtl="0" algn="ctr">
                        <a:spcBef>
                          <a:spcPts val="0"/>
                        </a:spcBef>
                        <a:spcAft>
                          <a:spcPts val="0"/>
                        </a:spcAft>
                        <a:buClr>
                          <a:schemeClr val="lt1"/>
                        </a:buClr>
                        <a:buSzPts val="1100"/>
                        <a:buFont typeface="Arial"/>
                        <a:buNone/>
                      </a:pPr>
                      <a:r>
                        <a:rPr b="1" lang="en">
                          <a:solidFill>
                            <a:schemeClr val="accent1"/>
                          </a:solidFill>
                        </a:rPr>
                        <a:t>Threads</a:t>
                      </a:r>
                      <a:endParaRPr b="1">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a:solidFill>
                            <a:schemeClr val="accent1"/>
                          </a:solidFill>
                        </a:rPr>
                        <a:t>Graphs</a:t>
                      </a:r>
                      <a:endParaRPr b="1">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a:solidFill>
                            <a:schemeClr val="accent1"/>
                          </a:solidFill>
                        </a:rPr>
                        <a:t>Greedy Algorithms</a:t>
                      </a:r>
                      <a:endParaRPr b="1">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a:solidFill>
                            <a:schemeClr val="accent1"/>
                          </a:solidFill>
                        </a:rPr>
                        <a:t>Backtracking</a:t>
                      </a:r>
                      <a:endParaRPr b="1">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a:solidFill>
                            <a:schemeClr val="accent1"/>
                          </a:solidFill>
                        </a:rPr>
                        <a:t>Potpourri</a:t>
                      </a:r>
                      <a:endParaRPr b="1">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r>
              <a:tr h="861725">
                <a:tc>
                  <a:txBody>
                    <a:bodyPr/>
                    <a:lstStyle/>
                    <a:p>
                      <a:pPr indent="0" lvl="0" marL="0" rtl="0" algn="ctr">
                        <a:spcBef>
                          <a:spcPts val="0"/>
                        </a:spcBef>
                        <a:spcAft>
                          <a:spcPts val="0"/>
                        </a:spcAft>
                        <a:buNone/>
                      </a:pPr>
                      <a:r>
                        <a:rPr b="1" lang="en" sz="4000">
                          <a:solidFill>
                            <a:schemeClr val="accent1"/>
                          </a:solidFill>
                          <a:uFill>
                            <a:noFill/>
                          </a:uFill>
                          <a:hlinkClick action="ppaction://hlinksldjump" r:id="rId3">
                            <a:extLst>
                              <a:ext uri="{A12FA001-AC4F-418D-AE19-62706E023703}">
                                <ahyp:hlinkClr val="tx"/>
                              </a:ext>
                            </a:extLst>
                          </a:hlinkClick>
                        </a:rPr>
                        <a:t>200</a:t>
                      </a:r>
                      <a:endParaRPr b="1" sz="4000">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4">
                            <a:extLst>
                              <a:ext uri="{A12FA001-AC4F-418D-AE19-62706E023703}">
                                <ahyp:hlinkClr val="tx"/>
                              </a:ext>
                            </a:extLst>
                          </a:hlinkClick>
                        </a:rPr>
                        <a:t>200</a:t>
                      </a:r>
                      <a:endParaRPr b="1" sz="4000">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5">
                            <a:extLst>
                              <a:ext uri="{A12FA001-AC4F-418D-AE19-62706E023703}">
                                <ahyp:hlinkClr val="tx"/>
                              </a:ext>
                            </a:extLst>
                          </a:hlinkClick>
                        </a:rPr>
                        <a:t>200</a:t>
                      </a:r>
                      <a:endParaRPr b="1" sz="4000">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6">
                            <a:extLst>
                              <a:ext uri="{A12FA001-AC4F-418D-AE19-62706E023703}">
                                <ahyp:hlinkClr val="tx"/>
                              </a:ext>
                            </a:extLst>
                          </a:hlinkClick>
                        </a:rPr>
                        <a:t>200</a:t>
                      </a:r>
                      <a:endParaRPr b="1" sz="4000">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7">
                            <a:extLst>
                              <a:ext uri="{A12FA001-AC4F-418D-AE19-62706E023703}">
                                <ahyp:hlinkClr val="tx"/>
                              </a:ext>
                            </a:extLst>
                          </a:hlinkClick>
                        </a:rPr>
                        <a:t>200</a:t>
                      </a:r>
                      <a:endParaRPr b="1" sz="4000">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r>
              <a:tr h="861725">
                <a:tc>
                  <a:txBody>
                    <a:bodyPr/>
                    <a:lstStyle/>
                    <a:p>
                      <a:pPr indent="0" lvl="0" marL="0" rtl="0" algn="ctr">
                        <a:spcBef>
                          <a:spcPts val="0"/>
                        </a:spcBef>
                        <a:spcAft>
                          <a:spcPts val="0"/>
                        </a:spcAft>
                        <a:buNone/>
                      </a:pPr>
                      <a:r>
                        <a:rPr b="1" lang="en" sz="4000">
                          <a:solidFill>
                            <a:schemeClr val="accent1"/>
                          </a:solidFill>
                          <a:uFill>
                            <a:noFill/>
                          </a:uFill>
                          <a:hlinkClick action="ppaction://hlinksldjump" r:id="rId8">
                            <a:extLst>
                              <a:ext uri="{A12FA001-AC4F-418D-AE19-62706E023703}">
                                <ahyp:hlinkClr val="tx"/>
                              </a:ext>
                            </a:extLst>
                          </a:hlinkClick>
                        </a:rPr>
                        <a:t>400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9">
                            <a:extLst>
                              <a:ext uri="{A12FA001-AC4F-418D-AE19-62706E023703}">
                                <ahyp:hlinkClr val="tx"/>
                              </a:ext>
                            </a:extLst>
                          </a:hlinkClick>
                        </a:rPr>
                        <a:t>400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10">
                            <a:extLst>
                              <a:ext uri="{A12FA001-AC4F-418D-AE19-62706E023703}">
                                <ahyp:hlinkClr val="tx"/>
                              </a:ext>
                            </a:extLst>
                          </a:hlinkClick>
                        </a:rPr>
                        <a:t>400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11">
                            <a:extLst>
                              <a:ext uri="{A12FA001-AC4F-418D-AE19-62706E023703}">
                                <ahyp:hlinkClr val="tx"/>
                              </a:ext>
                            </a:extLst>
                          </a:hlinkClick>
                        </a:rPr>
                        <a:t>400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12">
                            <a:extLst>
                              <a:ext uri="{A12FA001-AC4F-418D-AE19-62706E023703}">
                                <ahyp:hlinkClr val="tx"/>
                              </a:ext>
                            </a:extLst>
                          </a:hlinkClick>
                        </a:rPr>
                        <a:t>400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r>
              <a:tr h="861725">
                <a:tc>
                  <a:txBody>
                    <a:bodyPr/>
                    <a:lstStyle/>
                    <a:p>
                      <a:pPr indent="0" lvl="0" marL="0" rtl="0" algn="ctr">
                        <a:spcBef>
                          <a:spcPts val="0"/>
                        </a:spcBef>
                        <a:spcAft>
                          <a:spcPts val="0"/>
                        </a:spcAft>
                        <a:buClr>
                          <a:schemeClr val="lt1"/>
                        </a:buClr>
                        <a:buSzPts val="1100"/>
                        <a:buFont typeface="Arial"/>
                        <a:buNone/>
                      </a:pPr>
                      <a:r>
                        <a:rPr b="1" lang="en" sz="4000">
                          <a:solidFill>
                            <a:schemeClr val="accent1"/>
                          </a:solidFill>
                          <a:uFill>
                            <a:noFill/>
                          </a:uFill>
                          <a:hlinkClick action="ppaction://hlinksldjump" r:id="rId13">
                            <a:extLst>
                              <a:ext uri="{A12FA001-AC4F-418D-AE19-62706E023703}">
                                <ahyp:hlinkClr val="tx"/>
                              </a:ext>
                            </a:extLst>
                          </a:hlinkClick>
                        </a:rPr>
                        <a:t>600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Clr>
                          <a:schemeClr val="lt1"/>
                        </a:buClr>
                        <a:buSzPts val="1100"/>
                        <a:buFont typeface="Arial"/>
                        <a:buNone/>
                      </a:pPr>
                      <a:r>
                        <a:rPr b="1" lang="en" sz="4000">
                          <a:solidFill>
                            <a:schemeClr val="accent1"/>
                          </a:solidFill>
                          <a:uFill>
                            <a:noFill/>
                          </a:uFill>
                          <a:hlinkClick action="ppaction://hlinksldjump" r:id="rId14">
                            <a:extLst>
                              <a:ext uri="{A12FA001-AC4F-418D-AE19-62706E023703}">
                                <ahyp:hlinkClr val="tx"/>
                              </a:ext>
                            </a:extLst>
                          </a:hlinkClick>
                        </a:rPr>
                        <a:t>600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Clr>
                          <a:schemeClr val="lt1"/>
                        </a:buClr>
                        <a:buSzPts val="1100"/>
                        <a:buFont typeface="Arial"/>
                        <a:buNone/>
                      </a:pPr>
                      <a:r>
                        <a:rPr b="1" lang="en" sz="4000">
                          <a:solidFill>
                            <a:schemeClr val="accent1"/>
                          </a:solidFill>
                          <a:uFill>
                            <a:noFill/>
                          </a:uFill>
                          <a:hlinkClick action="ppaction://hlinksldjump" r:id="rId15">
                            <a:extLst>
                              <a:ext uri="{A12FA001-AC4F-418D-AE19-62706E023703}">
                                <ahyp:hlinkClr val="tx"/>
                              </a:ext>
                            </a:extLst>
                          </a:hlinkClick>
                        </a:rPr>
                        <a:t>600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Clr>
                          <a:schemeClr val="lt1"/>
                        </a:buClr>
                        <a:buSzPts val="1100"/>
                        <a:buFont typeface="Arial"/>
                        <a:buNone/>
                      </a:pPr>
                      <a:r>
                        <a:rPr b="1" lang="en" sz="4000">
                          <a:solidFill>
                            <a:schemeClr val="accent1"/>
                          </a:solidFill>
                          <a:uFill>
                            <a:noFill/>
                          </a:uFill>
                          <a:hlinkClick action="ppaction://hlinksldjump" r:id="rId16">
                            <a:extLst>
                              <a:ext uri="{A12FA001-AC4F-418D-AE19-62706E023703}">
                                <ahyp:hlinkClr val="tx"/>
                              </a:ext>
                            </a:extLst>
                          </a:hlinkClick>
                        </a:rPr>
                        <a:t>600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Clr>
                          <a:schemeClr val="lt1"/>
                        </a:buClr>
                        <a:buSzPts val="1100"/>
                        <a:buFont typeface="Arial"/>
                        <a:buNone/>
                      </a:pPr>
                      <a:r>
                        <a:rPr b="1" lang="en" sz="4000">
                          <a:solidFill>
                            <a:schemeClr val="accent1"/>
                          </a:solidFill>
                          <a:uFill>
                            <a:noFill/>
                          </a:uFill>
                          <a:hlinkClick action="ppaction://hlinksldjump" r:id="rId17">
                            <a:extLst>
                              <a:ext uri="{A12FA001-AC4F-418D-AE19-62706E023703}">
                                <ahyp:hlinkClr val="tx"/>
                              </a:ext>
                            </a:extLst>
                          </a:hlinkClick>
                        </a:rPr>
                        <a:t>600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4A86E8"/>
                    </a:solidFill>
                  </a:tcPr>
                </a:tc>
              </a:tr>
              <a:tr h="861725">
                <a:tc>
                  <a:txBody>
                    <a:bodyPr/>
                    <a:lstStyle/>
                    <a:p>
                      <a:pPr indent="0" lvl="0" marL="0" rtl="0" algn="ctr">
                        <a:spcBef>
                          <a:spcPts val="0"/>
                        </a:spcBef>
                        <a:spcAft>
                          <a:spcPts val="0"/>
                        </a:spcAft>
                        <a:buNone/>
                      </a:pPr>
                      <a:r>
                        <a:rPr b="1" lang="en" sz="4000">
                          <a:solidFill>
                            <a:schemeClr val="accent1"/>
                          </a:solidFill>
                          <a:uFill>
                            <a:noFill/>
                          </a:uFill>
                          <a:hlinkClick action="ppaction://hlinksldjump" r:id="rId18">
                            <a:extLst>
                              <a:ext uri="{A12FA001-AC4F-418D-AE19-62706E023703}">
                                <ahyp:hlinkClr val="tx"/>
                              </a:ext>
                            </a:extLst>
                          </a:hlinkClick>
                        </a:rPr>
                        <a:t>800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19">
                            <a:extLst>
                              <a:ext uri="{A12FA001-AC4F-418D-AE19-62706E023703}">
                                <ahyp:hlinkClr val="tx"/>
                              </a:ext>
                            </a:extLst>
                          </a:hlinkClick>
                        </a:rPr>
                        <a:t>800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20">
                            <a:extLst>
                              <a:ext uri="{A12FA001-AC4F-418D-AE19-62706E023703}">
                                <ahyp:hlinkClr val="tx"/>
                              </a:ext>
                            </a:extLst>
                          </a:hlinkClick>
                        </a:rPr>
                        <a:t>800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21">
                            <a:extLst>
                              <a:ext uri="{A12FA001-AC4F-418D-AE19-62706E023703}">
                                <ahyp:hlinkClr val="tx"/>
                              </a:ext>
                            </a:extLst>
                          </a:hlinkClick>
                        </a:rPr>
                        <a:t>800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22">
                            <a:extLst>
                              <a:ext uri="{A12FA001-AC4F-418D-AE19-62706E023703}">
                                <ahyp:hlinkClr val="tx"/>
                              </a:ext>
                            </a:extLst>
                          </a:hlinkClick>
                        </a:rPr>
                        <a:t>800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1155CC"/>
                    </a:solidFill>
                  </a:tcPr>
                </a:tc>
              </a:tr>
              <a:tr h="861725">
                <a:tc>
                  <a:txBody>
                    <a:bodyPr/>
                    <a:lstStyle/>
                    <a:p>
                      <a:pPr indent="0" lvl="0" marL="0" rtl="0" algn="ctr">
                        <a:spcBef>
                          <a:spcPts val="0"/>
                        </a:spcBef>
                        <a:spcAft>
                          <a:spcPts val="0"/>
                        </a:spcAft>
                        <a:buNone/>
                      </a:pPr>
                      <a:r>
                        <a:rPr b="1" lang="en" sz="4000">
                          <a:solidFill>
                            <a:schemeClr val="accent1"/>
                          </a:solidFill>
                          <a:uFill>
                            <a:noFill/>
                          </a:uFill>
                          <a:hlinkClick action="ppaction://hlinksldjump" r:id="rId23">
                            <a:extLst>
                              <a:ext uri="{A12FA001-AC4F-418D-AE19-62706E023703}">
                                <ahyp:hlinkClr val="tx"/>
                              </a:ext>
                            </a:extLst>
                          </a:hlinkClick>
                        </a:rPr>
                        <a:t>1000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24">
                            <a:extLst>
                              <a:ext uri="{A12FA001-AC4F-418D-AE19-62706E023703}">
                                <ahyp:hlinkClr val="tx"/>
                              </a:ext>
                            </a:extLst>
                          </a:hlinkClick>
                        </a:rPr>
                        <a:t>1000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25">
                            <a:extLst>
                              <a:ext uri="{A12FA001-AC4F-418D-AE19-62706E023703}">
                                <ahyp:hlinkClr val="tx"/>
                              </a:ext>
                            </a:extLst>
                          </a:hlinkClick>
                        </a:rPr>
                        <a:t>1000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26">
                            <a:extLst>
                              <a:ext uri="{A12FA001-AC4F-418D-AE19-62706E023703}">
                                <ahyp:hlinkClr val="tx"/>
                              </a:ext>
                            </a:extLst>
                          </a:hlinkClick>
                        </a:rPr>
                        <a:t>1000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4000">
                          <a:solidFill>
                            <a:schemeClr val="accent1"/>
                          </a:solidFill>
                          <a:uFill>
                            <a:noFill/>
                          </a:uFill>
                          <a:hlinkClick action="ppaction://hlinksldjump" r:id="rId27">
                            <a:extLst>
                              <a:ext uri="{A12FA001-AC4F-418D-AE19-62706E023703}">
                                <ahyp:hlinkClr val="tx"/>
                              </a:ext>
                            </a:extLst>
                          </a:hlinkClick>
                        </a:rPr>
                        <a:t>1000</a:t>
                      </a:r>
                      <a:endParaRPr>
                        <a:solidFill>
                          <a:schemeClr val="accent1"/>
                        </a:solidFill>
                      </a:endParaRPr>
                    </a:p>
                  </a:txBody>
                  <a:tcPr marT="91425" marB="91425" marR="91425" marL="91425" anchor="ctr">
                    <a:lnL cap="flat" cmpd="sng" w="76200">
                      <a:solidFill>
                        <a:srgbClr val="073763"/>
                      </a:solidFill>
                      <a:prstDash val="solid"/>
                      <a:round/>
                      <a:headEnd len="sm" w="sm" type="none"/>
                      <a:tailEnd len="sm" w="sm" type="none"/>
                    </a:lnL>
                    <a:lnR cap="flat" cmpd="sng" w="76200">
                      <a:solidFill>
                        <a:srgbClr val="073763"/>
                      </a:solidFill>
                      <a:prstDash val="solid"/>
                      <a:round/>
                      <a:headEnd len="sm" w="sm" type="none"/>
                      <a:tailEnd len="sm" w="sm" type="none"/>
                    </a:lnR>
                    <a:lnT cap="flat" cmpd="sng" w="76200">
                      <a:solidFill>
                        <a:srgbClr val="073763"/>
                      </a:solidFill>
                      <a:prstDash val="solid"/>
                      <a:round/>
                      <a:headEnd len="sm" w="sm" type="none"/>
                      <a:tailEnd len="sm" w="sm" type="none"/>
                    </a:lnT>
                    <a:lnB cap="flat" cmpd="sng" w="76200">
                      <a:solidFill>
                        <a:srgbClr val="073763"/>
                      </a:solidFill>
                      <a:prstDash val="solid"/>
                      <a:round/>
                      <a:headEnd len="sm" w="sm" type="none"/>
                      <a:tailEnd len="sm" w="sm" type="none"/>
                    </a:lnB>
                    <a:solidFill>
                      <a:srgbClr val="1155CC"/>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pic>
        <p:nvPicPr>
          <p:cNvPr id="551" name="Google Shape;551;p83" title="final.png"/>
          <p:cNvPicPr preferRelativeResize="0"/>
          <p:nvPr/>
        </p:nvPicPr>
        <p:blipFill>
          <a:blip r:embed="rId3">
            <a:alphaModFix/>
          </a:blip>
          <a:stretch>
            <a:fillRect/>
          </a:stretch>
        </p:blipFill>
        <p:spPr>
          <a:xfrm>
            <a:off x="152400" y="82996"/>
            <a:ext cx="8839200" cy="1330171"/>
          </a:xfrm>
          <a:prstGeom prst="rect">
            <a:avLst/>
          </a:prstGeom>
          <a:noFill/>
          <a:ln>
            <a:noFill/>
          </a:ln>
        </p:spPr>
      </p:pic>
      <p:sp>
        <p:nvSpPr>
          <p:cNvPr id="552" name="Google Shape;552;p83"/>
          <p:cNvSpPr txBox="1"/>
          <p:nvPr/>
        </p:nvSpPr>
        <p:spPr>
          <a:xfrm>
            <a:off x="152400" y="1511450"/>
            <a:ext cx="8839200" cy="326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dk1"/>
                </a:solidFill>
              </a:rPr>
              <a:t>Jumble Word Backtracking Solver</a:t>
            </a:r>
            <a:endParaRPr b="1" sz="2200">
              <a:solidFill>
                <a:schemeClr val="dk1"/>
              </a:solidFill>
            </a:endParaRPr>
          </a:p>
          <a:p>
            <a:pPr indent="-368300" lvl="0" marL="457200" rtl="0" algn="l">
              <a:spcBef>
                <a:spcPts val="0"/>
              </a:spcBef>
              <a:spcAft>
                <a:spcPts val="0"/>
              </a:spcAft>
              <a:buClr>
                <a:schemeClr val="dk1"/>
              </a:buClr>
              <a:buSzPts val="2200"/>
              <a:buChar char="●"/>
            </a:pPr>
            <a:r>
              <a:rPr b="1" lang="en" sz="2200">
                <a:solidFill>
                  <a:schemeClr val="dk1"/>
                </a:solidFill>
              </a:rPr>
              <a:t>Download </a:t>
            </a:r>
            <a:r>
              <a:rPr lang="en" sz="2200">
                <a:solidFill>
                  <a:schemeClr val="dk1"/>
                </a:solidFill>
                <a:latin typeface="Courier New"/>
                <a:ea typeface="Courier New"/>
                <a:cs typeface="Courier New"/>
                <a:sym typeface="Courier New"/>
              </a:rPr>
              <a:t>http://holly.cs.rit.edu:20001/Jumble.zip</a:t>
            </a:r>
            <a:endParaRPr sz="2200">
              <a:solidFill>
                <a:schemeClr val="dk1"/>
              </a:solidFill>
              <a:latin typeface="Courier New"/>
              <a:ea typeface="Courier New"/>
              <a:cs typeface="Courier New"/>
              <a:sym typeface="Courier New"/>
            </a:endParaRPr>
          </a:p>
          <a:p>
            <a:pPr indent="-368300" lvl="0" marL="457200" rtl="0" algn="l">
              <a:spcBef>
                <a:spcPts val="0"/>
              </a:spcBef>
              <a:spcAft>
                <a:spcPts val="0"/>
              </a:spcAft>
              <a:buClr>
                <a:schemeClr val="dk1"/>
              </a:buClr>
              <a:buSzPts val="2200"/>
              <a:buChar char="●"/>
            </a:pPr>
            <a:r>
              <a:rPr b="1" lang="en" sz="2200">
                <a:solidFill>
                  <a:schemeClr val="dk1"/>
                </a:solidFill>
              </a:rPr>
              <a:t>Implement the following:</a:t>
            </a:r>
            <a:endParaRPr b="1" sz="2200">
              <a:solidFill>
                <a:schemeClr val="dk1"/>
              </a:solidFill>
            </a:endParaRPr>
          </a:p>
          <a:p>
            <a:pPr indent="-368300" lvl="1" marL="914400" rtl="0" algn="l">
              <a:spcBef>
                <a:spcPts val="0"/>
              </a:spcBef>
              <a:spcAft>
                <a:spcPts val="0"/>
              </a:spcAft>
              <a:buClr>
                <a:schemeClr val="dk1"/>
              </a:buClr>
              <a:buSzPts val="2200"/>
              <a:buFont typeface="Courier New"/>
              <a:buChar char="○"/>
            </a:pPr>
            <a:r>
              <a:rPr lang="en" sz="2200">
                <a:solidFill>
                  <a:schemeClr val="dk1"/>
                </a:solidFill>
                <a:latin typeface="Courier New"/>
                <a:ea typeface="Courier New"/>
                <a:cs typeface="Courier New"/>
                <a:sym typeface="Courier New"/>
              </a:rPr>
              <a:t>getSuccessors</a:t>
            </a:r>
            <a:endParaRPr sz="2200">
              <a:solidFill>
                <a:schemeClr val="dk1"/>
              </a:solidFill>
              <a:latin typeface="Courier New"/>
              <a:ea typeface="Courier New"/>
              <a:cs typeface="Courier New"/>
              <a:sym typeface="Courier New"/>
            </a:endParaRPr>
          </a:p>
          <a:p>
            <a:pPr indent="-368300" lvl="1" marL="914400" rtl="0" algn="l">
              <a:spcBef>
                <a:spcPts val="0"/>
              </a:spcBef>
              <a:spcAft>
                <a:spcPts val="0"/>
              </a:spcAft>
              <a:buClr>
                <a:schemeClr val="dk1"/>
              </a:buClr>
              <a:buSzPts val="2200"/>
              <a:buFont typeface="Courier New"/>
              <a:buChar char="○"/>
            </a:pPr>
            <a:r>
              <a:rPr lang="en" sz="2200">
                <a:solidFill>
                  <a:schemeClr val="dk1"/>
                </a:solidFill>
                <a:latin typeface="Courier New"/>
                <a:ea typeface="Courier New"/>
                <a:cs typeface="Courier New"/>
                <a:sym typeface="Courier New"/>
              </a:rPr>
              <a:t>isValid</a:t>
            </a:r>
            <a:endParaRPr sz="2200">
              <a:solidFill>
                <a:schemeClr val="dk1"/>
              </a:solidFill>
              <a:latin typeface="Courier New"/>
              <a:ea typeface="Courier New"/>
              <a:cs typeface="Courier New"/>
              <a:sym typeface="Courier New"/>
            </a:endParaRPr>
          </a:p>
          <a:p>
            <a:pPr indent="-368300" lvl="1" marL="914400" rtl="0" algn="l">
              <a:spcBef>
                <a:spcPts val="0"/>
              </a:spcBef>
              <a:spcAft>
                <a:spcPts val="0"/>
              </a:spcAft>
              <a:buClr>
                <a:schemeClr val="dk1"/>
              </a:buClr>
              <a:buSzPts val="2200"/>
              <a:buFont typeface="Courier New"/>
              <a:buChar char="○"/>
            </a:pPr>
            <a:r>
              <a:rPr lang="en" sz="2200">
                <a:solidFill>
                  <a:schemeClr val="dk1"/>
                </a:solidFill>
                <a:latin typeface="Courier New"/>
                <a:ea typeface="Courier New"/>
                <a:cs typeface="Courier New"/>
                <a:sym typeface="Courier New"/>
              </a:rPr>
              <a:t>isGoal</a:t>
            </a:r>
            <a:endParaRPr sz="2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2200">
              <a:solidFill>
                <a:schemeClr val="dk1"/>
              </a:solidFill>
            </a:endParaRPr>
          </a:p>
          <a:p>
            <a:pPr indent="0" lvl="0" marL="0" rtl="0" algn="l">
              <a:spcBef>
                <a:spcPts val="0"/>
              </a:spcBef>
              <a:spcAft>
                <a:spcPts val="0"/>
              </a:spcAft>
              <a:buNone/>
            </a:pPr>
            <a:r>
              <a:rPr b="1" lang="en" sz="2200">
                <a:solidFill>
                  <a:schemeClr val="dk1"/>
                </a:solidFill>
              </a:rPr>
              <a:t>Additional instructions in the zip file</a:t>
            </a:r>
            <a:endParaRPr b="1" sz="2200">
              <a:solidFill>
                <a:schemeClr val="dk1"/>
              </a:solidFill>
            </a:endParaRPr>
          </a:p>
          <a:p>
            <a:pPr indent="0" lvl="0" marL="0" rtl="0" algn="l">
              <a:spcBef>
                <a:spcPts val="0"/>
              </a:spcBef>
              <a:spcAft>
                <a:spcPts val="0"/>
              </a:spcAft>
              <a:buNone/>
            </a:pPr>
            <a:r>
              <a:t/>
            </a:r>
            <a:endParaRPr b="1" sz="24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84"/>
          <p:cNvSpPr txBox="1"/>
          <p:nvPr/>
        </p:nvSpPr>
        <p:spPr>
          <a:xfrm>
            <a:off x="1568700" y="95550"/>
            <a:ext cx="6006600" cy="4952400"/>
          </a:xfrm>
          <a:prstGeom prst="rect">
            <a:avLst/>
          </a:prstGeom>
          <a:solidFill>
            <a:schemeClr val="lt1"/>
          </a:solidFill>
          <a:ln cap="flat" cmpd="sng" w="9525">
            <a:solidFill>
              <a:srgbClr val="4A86E8"/>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a:t>
            </a:r>
            <a:r>
              <a:rPr lang="en" sz="1050">
                <a:solidFill>
                  <a:srgbClr val="569CD6"/>
                </a:solidFill>
                <a:latin typeface="Consolas"/>
                <a:ea typeface="Consolas"/>
                <a:cs typeface="Consolas"/>
                <a:sym typeface="Consolas"/>
              </a:rPr>
              <a:t>Override</a:t>
            </a:r>
            <a:endParaRPr sz="1050">
              <a:solidFill>
                <a:srgbClr val="569CD6"/>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569CD6"/>
                </a:solidFill>
                <a:latin typeface="Consolas"/>
                <a:ea typeface="Consolas"/>
                <a:cs typeface="Consolas"/>
                <a:sym typeface="Consolas"/>
              </a:rPr>
              <a:t>public</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Collection</a:t>
            </a:r>
            <a:r>
              <a:rPr lang="en" sz="1050">
                <a:solidFill>
                  <a:srgbClr val="D4D4D4"/>
                </a:solidFill>
                <a:latin typeface="Consolas"/>
                <a:ea typeface="Consolas"/>
                <a:cs typeface="Consolas"/>
                <a:sym typeface="Consolas"/>
              </a:rPr>
              <a:t>&lt;</a:t>
            </a:r>
            <a:r>
              <a:rPr lang="en" sz="1050">
                <a:solidFill>
                  <a:srgbClr val="569CD6"/>
                </a:solidFill>
                <a:latin typeface="Consolas"/>
                <a:ea typeface="Consolas"/>
                <a:cs typeface="Consolas"/>
                <a:sym typeface="Consolas"/>
              </a:rPr>
              <a:t>JumbleSolver</a:t>
            </a:r>
            <a:r>
              <a:rPr lang="en" sz="1050">
                <a:solidFill>
                  <a:srgbClr val="D4D4D4"/>
                </a:solidFill>
                <a:latin typeface="Consolas"/>
                <a:ea typeface="Consolas"/>
                <a:cs typeface="Consolas"/>
                <a:sym typeface="Consolas"/>
              </a:rPr>
              <a:t>&gt; getSuccessors() {</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List</a:t>
            </a:r>
            <a:r>
              <a:rPr lang="en" sz="1050">
                <a:solidFill>
                  <a:srgbClr val="D4D4D4"/>
                </a:solidFill>
                <a:latin typeface="Consolas"/>
                <a:ea typeface="Consolas"/>
                <a:cs typeface="Consolas"/>
                <a:sym typeface="Consolas"/>
              </a:rPr>
              <a:t>&lt;</a:t>
            </a:r>
            <a:r>
              <a:rPr lang="en" sz="1050">
                <a:solidFill>
                  <a:srgbClr val="569CD6"/>
                </a:solidFill>
                <a:latin typeface="Consolas"/>
                <a:ea typeface="Consolas"/>
                <a:cs typeface="Consolas"/>
                <a:sym typeface="Consolas"/>
              </a:rPr>
              <a:t>JumbleSolver</a:t>
            </a:r>
            <a:r>
              <a:rPr lang="en" sz="1050">
                <a:solidFill>
                  <a:srgbClr val="D4D4D4"/>
                </a:solidFill>
                <a:latin typeface="Consolas"/>
                <a:ea typeface="Consolas"/>
                <a:cs typeface="Consolas"/>
                <a:sym typeface="Consolas"/>
              </a:rPr>
              <a:t>&gt; successors = </a:t>
            </a:r>
            <a:r>
              <a:rPr lang="en" sz="1050">
                <a:solidFill>
                  <a:srgbClr val="569CD6"/>
                </a:solidFill>
                <a:latin typeface="Consolas"/>
                <a:ea typeface="Consolas"/>
                <a:cs typeface="Consolas"/>
                <a:sym typeface="Consolas"/>
              </a:rPr>
              <a:t>new</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ArrayList</a:t>
            </a:r>
            <a:r>
              <a:rPr lang="en" sz="1050">
                <a:solidFill>
                  <a:srgbClr val="D4D4D4"/>
                </a:solidFill>
                <a:latin typeface="Consolas"/>
                <a:ea typeface="Consolas"/>
                <a:cs typeface="Consolas"/>
                <a:sym typeface="Consolas"/>
              </a:rPr>
              <a:t>&lt;&gt;();</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for</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Character</a:t>
            </a:r>
            <a:r>
              <a:rPr lang="en" sz="1050">
                <a:solidFill>
                  <a:srgbClr val="D4D4D4"/>
                </a:solidFill>
                <a:latin typeface="Consolas"/>
                <a:ea typeface="Consolas"/>
                <a:cs typeface="Consolas"/>
                <a:sym typeface="Consolas"/>
              </a:rPr>
              <a:t> c </a:t>
            </a:r>
            <a:r>
              <a:rPr lang="en" sz="1050">
                <a:solidFill>
                  <a:srgbClr val="569CD6"/>
                </a:solidFill>
                <a:latin typeface="Consolas"/>
                <a:ea typeface="Consolas"/>
                <a:cs typeface="Consolas"/>
                <a:sym typeface="Consolas"/>
              </a:rPr>
              <a:t>:</a:t>
            </a:r>
            <a:r>
              <a:rPr lang="en" sz="1050">
                <a:solidFill>
                  <a:srgbClr val="D4D4D4"/>
                </a:solidFill>
                <a:latin typeface="Consolas"/>
                <a:ea typeface="Consolas"/>
                <a:cs typeface="Consolas"/>
                <a:sym typeface="Consolas"/>
              </a:rPr>
              <a:t> remainingLetters) {</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List</a:t>
            </a:r>
            <a:r>
              <a:rPr lang="en" sz="1050">
                <a:solidFill>
                  <a:srgbClr val="D4D4D4"/>
                </a:solidFill>
                <a:latin typeface="Consolas"/>
                <a:ea typeface="Consolas"/>
                <a:cs typeface="Consolas"/>
                <a:sym typeface="Consolas"/>
              </a:rPr>
              <a:t>&lt;</a:t>
            </a:r>
            <a:r>
              <a:rPr lang="en" sz="1050">
                <a:solidFill>
                  <a:srgbClr val="569CD6"/>
                </a:solidFill>
                <a:latin typeface="Consolas"/>
                <a:ea typeface="Consolas"/>
                <a:cs typeface="Consolas"/>
                <a:sym typeface="Consolas"/>
              </a:rPr>
              <a:t>Character</a:t>
            </a:r>
            <a:r>
              <a:rPr lang="en" sz="1050">
                <a:solidFill>
                  <a:srgbClr val="D4D4D4"/>
                </a:solidFill>
                <a:latin typeface="Consolas"/>
                <a:ea typeface="Consolas"/>
                <a:cs typeface="Consolas"/>
                <a:sym typeface="Consolas"/>
              </a:rPr>
              <a:t>&gt; remainingLettersCopy = </a:t>
            </a:r>
            <a:r>
              <a:rPr lang="en" sz="1050">
                <a:solidFill>
                  <a:srgbClr val="569CD6"/>
                </a:solidFill>
                <a:latin typeface="Consolas"/>
                <a:ea typeface="Consolas"/>
                <a:cs typeface="Consolas"/>
                <a:sym typeface="Consolas"/>
              </a:rPr>
              <a:t>new</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ArrayList</a:t>
            </a:r>
            <a:r>
              <a:rPr lang="en" sz="1050">
                <a:solidFill>
                  <a:srgbClr val="D4D4D4"/>
                </a:solidFill>
                <a:latin typeface="Consolas"/>
                <a:ea typeface="Consolas"/>
                <a:cs typeface="Consolas"/>
                <a:sym typeface="Consolas"/>
              </a:rPr>
              <a:t>&lt;&gt;(remainingLetters);</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      remainingLettersCopy.remove(c);</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      successors.add(</a:t>
            </a:r>
            <a:r>
              <a:rPr lang="en" sz="1050">
                <a:solidFill>
                  <a:srgbClr val="569CD6"/>
                </a:solidFill>
                <a:latin typeface="Consolas"/>
                <a:ea typeface="Consolas"/>
                <a:cs typeface="Consolas"/>
                <a:sym typeface="Consolas"/>
              </a:rPr>
              <a:t>new</a:t>
            </a:r>
            <a:r>
              <a:rPr lang="en" sz="1050">
                <a:solidFill>
                  <a:srgbClr val="D4D4D4"/>
                </a:solidFill>
                <a:latin typeface="Consolas"/>
                <a:ea typeface="Consolas"/>
                <a:cs typeface="Consolas"/>
                <a:sym typeface="Consolas"/>
              </a:rPr>
              <a:t> JumbleSolver(word + c, remainingLettersCopy));</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return</a:t>
            </a:r>
            <a:r>
              <a:rPr lang="en" sz="1050">
                <a:solidFill>
                  <a:srgbClr val="D4D4D4"/>
                </a:solidFill>
                <a:latin typeface="Consolas"/>
                <a:ea typeface="Consolas"/>
                <a:cs typeface="Consolas"/>
                <a:sym typeface="Consolas"/>
              </a:rPr>
              <a:t> successors;</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a:t>
            </a:r>
            <a:r>
              <a:rPr lang="en" sz="1050">
                <a:solidFill>
                  <a:srgbClr val="569CD6"/>
                </a:solidFill>
                <a:latin typeface="Consolas"/>
                <a:ea typeface="Consolas"/>
                <a:cs typeface="Consolas"/>
                <a:sym typeface="Consolas"/>
              </a:rPr>
              <a:t>Override</a:t>
            </a:r>
            <a:endParaRPr sz="1050">
              <a:solidFill>
                <a:srgbClr val="569CD6"/>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569CD6"/>
                </a:solidFill>
                <a:latin typeface="Consolas"/>
                <a:ea typeface="Consolas"/>
                <a:cs typeface="Consolas"/>
                <a:sym typeface="Consolas"/>
              </a:rPr>
              <a:t>public</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boolean</a:t>
            </a:r>
            <a:r>
              <a:rPr lang="en" sz="1050">
                <a:solidFill>
                  <a:srgbClr val="D4D4D4"/>
                </a:solidFill>
                <a:latin typeface="Consolas"/>
                <a:ea typeface="Consolas"/>
                <a:cs typeface="Consolas"/>
                <a:sym typeface="Consolas"/>
              </a:rPr>
              <a:t> isValid() {</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return</a:t>
            </a:r>
            <a:r>
              <a:rPr lang="en" sz="1050">
                <a:solidFill>
                  <a:srgbClr val="D4D4D4"/>
                </a:solidFill>
                <a:latin typeface="Consolas"/>
                <a:ea typeface="Consolas"/>
                <a:cs typeface="Consolas"/>
                <a:sym typeface="Consolas"/>
              </a:rPr>
              <a:t> DICTIONARY.isPrefix(word);</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a:t>
            </a:r>
            <a:r>
              <a:rPr lang="en" sz="1050">
                <a:solidFill>
                  <a:srgbClr val="569CD6"/>
                </a:solidFill>
                <a:latin typeface="Consolas"/>
                <a:ea typeface="Consolas"/>
                <a:cs typeface="Consolas"/>
                <a:sym typeface="Consolas"/>
              </a:rPr>
              <a:t>Override</a:t>
            </a:r>
            <a:endParaRPr sz="1050">
              <a:solidFill>
                <a:srgbClr val="569CD6"/>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569CD6"/>
                </a:solidFill>
                <a:latin typeface="Consolas"/>
                <a:ea typeface="Consolas"/>
                <a:cs typeface="Consolas"/>
                <a:sym typeface="Consolas"/>
              </a:rPr>
              <a:t>public</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boolean</a:t>
            </a:r>
            <a:r>
              <a:rPr lang="en" sz="1050">
                <a:solidFill>
                  <a:srgbClr val="D4D4D4"/>
                </a:solidFill>
                <a:latin typeface="Consolas"/>
                <a:ea typeface="Consolas"/>
                <a:cs typeface="Consolas"/>
                <a:sym typeface="Consolas"/>
              </a:rPr>
              <a:t> isGoal() {</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return</a:t>
            </a:r>
            <a:r>
              <a:rPr lang="en" sz="1050">
                <a:solidFill>
                  <a:srgbClr val="D4D4D4"/>
                </a:solidFill>
                <a:latin typeface="Consolas"/>
                <a:ea typeface="Consolas"/>
                <a:cs typeface="Consolas"/>
                <a:sym typeface="Consolas"/>
              </a:rPr>
              <a:t> remainingLetters.isEmpty() &amp;&amp; DICTIONARY.isWord(word);</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p:txBody>
      </p:sp>
      <p:pic>
        <p:nvPicPr>
          <p:cNvPr id="558" name="Google Shape;558;p84">
            <a:hlinkClick action="ppaction://hlinksldjump" r:id="rId3"/>
          </p:cNvPr>
          <p:cNvPicPr preferRelativeResize="0"/>
          <p:nvPr/>
        </p:nvPicPr>
        <p:blipFill rotWithShape="1">
          <a:blip r:embed="rId4">
            <a:alphaModFix/>
          </a:blip>
          <a:srcRect b="29971" l="0" r="0" t="25035"/>
          <a:stretch/>
        </p:blipFill>
        <p:spPr>
          <a:xfrm>
            <a:off x="7938350" y="2451615"/>
            <a:ext cx="820808" cy="369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85"/>
          <p:cNvSpPr/>
          <p:nvPr/>
        </p:nvSpPr>
        <p:spPr>
          <a:xfrm>
            <a:off x="185075"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800">
                <a:solidFill>
                  <a:srgbClr val="FFFFFF"/>
                </a:solidFill>
              </a:rPr>
              <a:t>This interface lets a class define work for a thread without using inheritance.</a:t>
            </a:r>
            <a:endParaRPr b="1" sz="4800">
              <a:solidFill>
                <a:srgbClr val="FFFFFF"/>
              </a:solidFill>
            </a:endParaRPr>
          </a:p>
        </p:txBody>
      </p:sp>
      <p:sp>
        <p:nvSpPr>
          <p:cNvPr id="564" name="Google Shape;564;p85"/>
          <p:cNvSpPr txBox="1"/>
          <p:nvPr/>
        </p:nvSpPr>
        <p:spPr>
          <a:xfrm>
            <a:off x="593775" y="2859096"/>
            <a:ext cx="8112300" cy="1614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i="1" lang="en" sz="4800">
                <a:solidFill>
                  <a:schemeClr val="accent1"/>
                </a:solidFill>
              </a:rPr>
              <a:t>What is Runnable?</a:t>
            </a:r>
            <a:endParaRPr i="1" sz="4800">
              <a:solidFill>
                <a:schemeClr val="accent1"/>
              </a:solidFill>
            </a:endParaRPr>
          </a:p>
        </p:txBody>
      </p:sp>
      <p:pic>
        <p:nvPicPr>
          <p:cNvPr id="565" name="Google Shape;565;p85">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86"/>
          <p:cNvSpPr/>
          <p:nvPr/>
        </p:nvSpPr>
        <p:spPr>
          <a:xfrm>
            <a:off x="185075"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000">
                <a:solidFill>
                  <a:srgbClr val="FFFFFF"/>
                </a:solidFill>
                <a:latin typeface="Inter"/>
                <a:ea typeface="Inter"/>
                <a:cs typeface="Inter"/>
                <a:sym typeface="Inter"/>
              </a:rPr>
              <a:t>This method pauses the current thread for a specified amount of time.</a:t>
            </a:r>
            <a:endParaRPr b="1" sz="4000">
              <a:solidFill>
                <a:srgbClr val="FFFFFF"/>
              </a:solidFill>
              <a:latin typeface="Inter"/>
              <a:ea typeface="Inter"/>
              <a:cs typeface="Inter"/>
              <a:sym typeface="Inter"/>
            </a:endParaRPr>
          </a:p>
        </p:txBody>
      </p:sp>
      <p:sp>
        <p:nvSpPr>
          <p:cNvPr id="571" name="Google Shape;571;p86"/>
          <p:cNvSpPr txBox="1"/>
          <p:nvPr/>
        </p:nvSpPr>
        <p:spPr>
          <a:xfrm>
            <a:off x="593775" y="2766564"/>
            <a:ext cx="8112300" cy="1659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i="1" lang="en" sz="4800">
                <a:solidFill>
                  <a:schemeClr val="accent1"/>
                </a:solidFill>
                <a:latin typeface="Inter"/>
                <a:ea typeface="Inter"/>
                <a:cs typeface="Inter"/>
                <a:sym typeface="Inter"/>
              </a:rPr>
              <a:t>What is Thread.sleep()?</a:t>
            </a:r>
            <a:endParaRPr i="1" sz="4800">
              <a:solidFill>
                <a:schemeClr val="accent1"/>
              </a:solidFill>
              <a:latin typeface="Inter"/>
              <a:ea typeface="Inter"/>
              <a:cs typeface="Inter"/>
              <a:sym typeface="Inter"/>
            </a:endParaRPr>
          </a:p>
        </p:txBody>
      </p:sp>
      <p:pic>
        <p:nvPicPr>
          <p:cNvPr id="572" name="Google Shape;572;p86">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87"/>
          <p:cNvSpPr/>
          <p:nvPr/>
        </p:nvSpPr>
        <p:spPr>
          <a:xfrm>
            <a:off x="188100"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000">
                <a:solidFill>
                  <a:srgbClr val="FFFFFF"/>
                </a:solidFill>
              </a:rPr>
              <a:t>This Java abstraction manages a pool of threads and runs tasks without creating threads manually.</a:t>
            </a:r>
            <a:endParaRPr b="1" sz="4000">
              <a:solidFill>
                <a:srgbClr val="FFFFFF"/>
              </a:solidFill>
            </a:endParaRPr>
          </a:p>
        </p:txBody>
      </p:sp>
      <p:sp>
        <p:nvSpPr>
          <p:cNvPr id="578" name="Google Shape;578;p87"/>
          <p:cNvSpPr txBox="1"/>
          <p:nvPr/>
        </p:nvSpPr>
        <p:spPr>
          <a:xfrm>
            <a:off x="596800" y="2766564"/>
            <a:ext cx="8112300" cy="1659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i="1" lang="en" sz="4800">
                <a:solidFill>
                  <a:schemeClr val="accent1"/>
                </a:solidFill>
              </a:rPr>
              <a:t>What is ExecutorService?</a:t>
            </a:r>
            <a:endParaRPr i="1" sz="4800">
              <a:solidFill>
                <a:schemeClr val="accent1"/>
              </a:solidFill>
            </a:endParaRPr>
          </a:p>
        </p:txBody>
      </p:sp>
      <p:pic>
        <p:nvPicPr>
          <p:cNvPr id="579" name="Google Shape;579;p87">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88"/>
          <p:cNvSpPr/>
          <p:nvPr/>
        </p:nvSpPr>
        <p:spPr>
          <a:xfrm>
            <a:off x="188100"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3900">
                <a:solidFill>
                  <a:srgbClr val="FFFFFF"/>
                </a:solidFill>
              </a:rPr>
              <a:t>This is used to release waiting threads all at once.</a:t>
            </a:r>
            <a:endParaRPr b="1" i="1" sz="3900">
              <a:solidFill>
                <a:srgbClr val="FFFFFF"/>
              </a:solidFill>
            </a:endParaRPr>
          </a:p>
        </p:txBody>
      </p:sp>
      <p:sp>
        <p:nvSpPr>
          <p:cNvPr id="585" name="Google Shape;585;p88"/>
          <p:cNvSpPr txBox="1"/>
          <p:nvPr/>
        </p:nvSpPr>
        <p:spPr>
          <a:xfrm>
            <a:off x="596800" y="2766564"/>
            <a:ext cx="8112300" cy="1659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i="1" lang="en" sz="4800">
                <a:solidFill>
                  <a:schemeClr val="accent1"/>
                </a:solidFill>
              </a:rPr>
              <a:t>What is CountDownLatch?</a:t>
            </a:r>
            <a:endParaRPr i="1" sz="4800">
              <a:solidFill>
                <a:schemeClr val="accent1"/>
              </a:solidFill>
              <a:latin typeface="Courier New"/>
              <a:ea typeface="Courier New"/>
              <a:cs typeface="Courier New"/>
              <a:sym typeface="Courier New"/>
            </a:endParaRPr>
          </a:p>
        </p:txBody>
      </p:sp>
      <p:pic>
        <p:nvPicPr>
          <p:cNvPr id="586" name="Google Shape;586;p88">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89"/>
          <p:cNvSpPr/>
          <p:nvPr/>
        </p:nvSpPr>
        <p:spPr>
          <a:xfrm>
            <a:off x="188100"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800">
                <a:solidFill>
                  <a:srgbClr val="FFFFFF"/>
                </a:solidFill>
              </a:rPr>
              <a:t>CODING CHALLENGE!</a:t>
            </a:r>
            <a:endParaRPr b="1" sz="4800">
              <a:solidFill>
                <a:srgbClr val="FFFFFF"/>
              </a:solidFill>
            </a:endParaRPr>
          </a:p>
          <a:p>
            <a:pPr indent="-381000" lvl="0" marL="457200" rtl="0" algn="l">
              <a:spcBef>
                <a:spcPts val="0"/>
              </a:spcBef>
              <a:spcAft>
                <a:spcPts val="0"/>
              </a:spcAft>
              <a:buClr>
                <a:srgbClr val="FFFFFF"/>
              </a:buClr>
              <a:buSzPts val="2400"/>
              <a:buChar char="●"/>
            </a:pPr>
            <a:r>
              <a:rPr b="1" lang="en" sz="2400">
                <a:solidFill>
                  <a:srgbClr val="FFFFFF"/>
                </a:solidFill>
              </a:rPr>
              <a:t>Create a new Java class name </a:t>
            </a:r>
            <a:r>
              <a:rPr lang="en" sz="2400">
                <a:solidFill>
                  <a:srgbClr val="FFFFFF"/>
                </a:solidFill>
                <a:latin typeface="Courier New"/>
                <a:ea typeface="Courier New"/>
                <a:cs typeface="Courier New"/>
                <a:sym typeface="Courier New"/>
              </a:rPr>
              <a:t>Sleeper</a:t>
            </a:r>
            <a:r>
              <a:rPr b="1" lang="en" sz="2400">
                <a:solidFill>
                  <a:srgbClr val="FFFFFF"/>
                </a:solidFill>
              </a:rPr>
              <a:t> with an initializing constructor for number of seconds.</a:t>
            </a:r>
            <a:endParaRPr b="1" sz="2400">
              <a:solidFill>
                <a:srgbClr val="FFFFFF"/>
              </a:solidFill>
            </a:endParaRPr>
          </a:p>
          <a:p>
            <a:pPr indent="-381000" lvl="0" marL="457200" rtl="0" algn="l">
              <a:spcBef>
                <a:spcPts val="0"/>
              </a:spcBef>
              <a:spcAft>
                <a:spcPts val="0"/>
              </a:spcAft>
              <a:buClr>
                <a:srgbClr val="FFFFFF"/>
              </a:buClr>
              <a:buSzPts val="2400"/>
              <a:buChar char="●"/>
            </a:pPr>
            <a:r>
              <a:rPr b="1" lang="en" sz="2400">
                <a:solidFill>
                  <a:srgbClr val="FFFFFF"/>
                </a:solidFill>
              </a:rPr>
              <a:t>Make it a thread using your preferred method.</a:t>
            </a:r>
            <a:endParaRPr b="1" sz="2400">
              <a:solidFill>
                <a:srgbClr val="FFFFFF"/>
              </a:solidFill>
            </a:endParaRPr>
          </a:p>
          <a:p>
            <a:pPr indent="-381000" lvl="0" marL="457200" rtl="0" algn="l">
              <a:spcBef>
                <a:spcPts val="0"/>
              </a:spcBef>
              <a:spcAft>
                <a:spcPts val="0"/>
              </a:spcAft>
              <a:buClr>
                <a:srgbClr val="FFFFFF"/>
              </a:buClr>
              <a:buSzPts val="2400"/>
              <a:buChar char="●"/>
            </a:pPr>
            <a:r>
              <a:rPr b="1" lang="en" sz="2400">
                <a:solidFill>
                  <a:srgbClr val="FFFFFF"/>
                </a:solidFill>
              </a:rPr>
              <a:t>When executing, it should print a message before and after sleeping the given number of seconds.</a:t>
            </a:r>
            <a:endParaRPr b="1" sz="2400">
              <a:solidFill>
                <a:srgbClr val="FFFFFF"/>
              </a:solidFill>
            </a:endParaRPr>
          </a:p>
          <a:p>
            <a:pPr indent="-381000" lvl="0" marL="457200" rtl="0" algn="l">
              <a:spcBef>
                <a:spcPts val="0"/>
              </a:spcBef>
              <a:spcAft>
                <a:spcPts val="0"/>
              </a:spcAft>
              <a:buClr>
                <a:srgbClr val="FFFFFF"/>
              </a:buClr>
              <a:buSzPts val="2400"/>
              <a:buChar char="●"/>
            </a:pPr>
            <a:r>
              <a:rPr b="1" lang="en" sz="2400">
                <a:solidFill>
                  <a:srgbClr val="FFFFFF"/>
                </a:solidFill>
              </a:rPr>
              <a:t>In main, start 5 threads with a random sleep interval of 1-10 seconds.</a:t>
            </a:r>
            <a:endParaRPr b="1" sz="2400">
              <a:solidFill>
                <a:srgbClr val="FFFF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90"/>
          <p:cNvSpPr txBox="1"/>
          <p:nvPr/>
        </p:nvSpPr>
        <p:spPr>
          <a:xfrm>
            <a:off x="70000" y="155141"/>
            <a:ext cx="4306500" cy="4057500"/>
          </a:xfrm>
          <a:prstGeom prst="rect">
            <a:avLst/>
          </a:prstGeom>
          <a:solidFill>
            <a:srgbClr val="1E1E1E"/>
          </a:solidFill>
          <a:ln cap="flat" cmpd="sng" w="38100">
            <a:solidFill>
              <a:srgbClr val="4A86E8"/>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Clr>
                <a:schemeClr val="lt1"/>
              </a:buClr>
              <a:buSzPts val="1100"/>
              <a:buFont typeface="Arial"/>
              <a:buNone/>
            </a:pPr>
            <a:r>
              <a:rPr lang="en" sz="1150">
                <a:solidFill>
                  <a:srgbClr val="569CD6"/>
                </a:solidFill>
                <a:highlight>
                  <a:srgbClr val="1E1E1E"/>
                </a:highlight>
                <a:latin typeface="Consolas"/>
                <a:ea typeface="Consolas"/>
                <a:cs typeface="Consolas"/>
                <a:sym typeface="Consolas"/>
              </a:rPr>
              <a:t>public</a:t>
            </a: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class</a:t>
            </a:r>
            <a:r>
              <a:rPr lang="en" sz="1150">
                <a:solidFill>
                  <a:srgbClr val="D4D4D4"/>
                </a:solidFill>
                <a:highlight>
                  <a:srgbClr val="1E1E1E"/>
                </a:highlight>
                <a:latin typeface="Consolas"/>
                <a:ea typeface="Consolas"/>
                <a:cs typeface="Consolas"/>
                <a:sym typeface="Consolas"/>
              </a:rPr>
              <a:t> Sleeper </a:t>
            </a:r>
            <a:r>
              <a:rPr lang="en" sz="1150">
                <a:solidFill>
                  <a:srgbClr val="569CD6"/>
                </a:solidFill>
                <a:highlight>
                  <a:srgbClr val="1E1E1E"/>
                </a:highlight>
                <a:latin typeface="Consolas"/>
                <a:ea typeface="Consolas"/>
                <a:cs typeface="Consolas"/>
                <a:sym typeface="Consolas"/>
              </a:rPr>
              <a:t>implements</a:t>
            </a:r>
            <a:r>
              <a:rPr lang="en" sz="1150">
                <a:solidFill>
                  <a:srgbClr val="D4D4D4"/>
                </a:solidFill>
                <a:highlight>
                  <a:srgbClr val="1E1E1E"/>
                </a:highlight>
                <a:latin typeface="Consolas"/>
                <a:ea typeface="Consolas"/>
                <a:cs typeface="Consolas"/>
                <a:sym typeface="Consolas"/>
              </a:rPr>
              <a:t> Runnable {</a:t>
            </a:r>
            <a:endParaRPr sz="1150">
              <a:solidFill>
                <a:srgbClr val="D4D4D4"/>
              </a:solidFill>
              <a:highlight>
                <a:srgbClr val="1E1E1E"/>
              </a:highlight>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private</a:t>
            </a: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int</a:t>
            </a:r>
            <a:r>
              <a:rPr lang="en" sz="1150">
                <a:solidFill>
                  <a:srgbClr val="D4D4D4"/>
                </a:solidFill>
                <a:highlight>
                  <a:srgbClr val="1E1E1E"/>
                </a:highlight>
                <a:latin typeface="Consolas"/>
                <a:ea typeface="Consolas"/>
                <a:cs typeface="Consolas"/>
                <a:sym typeface="Consolas"/>
              </a:rPr>
              <a:t> sleepTime;</a:t>
            </a:r>
            <a:endParaRPr sz="1150">
              <a:solidFill>
                <a:srgbClr val="D4D4D4"/>
              </a:solidFill>
              <a:highlight>
                <a:srgbClr val="1E1E1E"/>
              </a:highlight>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t/>
            </a:r>
            <a:endParaRPr sz="1150">
              <a:solidFill>
                <a:srgbClr val="D4D4D4"/>
              </a:solidFill>
              <a:highlight>
                <a:srgbClr val="1E1E1E"/>
              </a:highlight>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public</a:t>
            </a:r>
            <a:r>
              <a:rPr lang="en" sz="1150">
                <a:solidFill>
                  <a:srgbClr val="D4D4D4"/>
                </a:solidFill>
                <a:highlight>
                  <a:srgbClr val="1E1E1E"/>
                </a:highlight>
                <a:latin typeface="Consolas"/>
                <a:ea typeface="Consolas"/>
                <a:cs typeface="Consolas"/>
                <a:sym typeface="Consolas"/>
              </a:rPr>
              <a:t> Sleeper(</a:t>
            </a:r>
            <a:r>
              <a:rPr lang="en" sz="1150">
                <a:solidFill>
                  <a:srgbClr val="569CD6"/>
                </a:solidFill>
                <a:highlight>
                  <a:srgbClr val="1E1E1E"/>
                </a:highlight>
                <a:latin typeface="Consolas"/>
                <a:ea typeface="Consolas"/>
                <a:cs typeface="Consolas"/>
                <a:sym typeface="Consolas"/>
              </a:rPr>
              <a:t>int</a:t>
            </a:r>
            <a:r>
              <a:rPr lang="en" sz="1150">
                <a:solidFill>
                  <a:srgbClr val="D4D4D4"/>
                </a:solidFill>
                <a:highlight>
                  <a:srgbClr val="1E1E1E"/>
                </a:highlight>
                <a:latin typeface="Consolas"/>
                <a:ea typeface="Consolas"/>
                <a:cs typeface="Consolas"/>
                <a:sym typeface="Consolas"/>
              </a:rPr>
              <a:t> sleepTime) {</a:t>
            </a:r>
            <a:endParaRPr sz="1150">
              <a:solidFill>
                <a:srgbClr val="D4D4D4"/>
              </a:solidFill>
              <a:highlight>
                <a:srgbClr val="1E1E1E"/>
              </a:highlight>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this</a:t>
            </a:r>
            <a:r>
              <a:rPr lang="en" sz="1150">
                <a:solidFill>
                  <a:srgbClr val="D4D4D4"/>
                </a:solidFill>
                <a:highlight>
                  <a:srgbClr val="1E1E1E"/>
                </a:highlight>
                <a:latin typeface="Consolas"/>
                <a:ea typeface="Consolas"/>
                <a:cs typeface="Consolas"/>
                <a:sym typeface="Consolas"/>
              </a:rPr>
              <a:t>.sleepTime = sleepTime;</a:t>
            </a:r>
            <a:endParaRPr sz="1150">
              <a:solidFill>
                <a:srgbClr val="D4D4D4"/>
              </a:solidFill>
              <a:highlight>
                <a:srgbClr val="1E1E1E"/>
              </a:highlight>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a:t>
            </a:r>
            <a:endParaRPr sz="1150">
              <a:solidFill>
                <a:srgbClr val="D4D4D4"/>
              </a:solidFill>
              <a:highlight>
                <a:srgbClr val="1E1E1E"/>
              </a:highlight>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t/>
            </a:r>
            <a:endParaRPr sz="1150">
              <a:solidFill>
                <a:srgbClr val="D4D4D4"/>
              </a:solidFill>
              <a:highlight>
                <a:srgbClr val="1E1E1E"/>
              </a:highlight>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Override</a:t>
            </a:r>
            <a:endParaRPr sz="1150">
              <a:solidFill>
                <a:srgbClr val="569CD6"/>
              </a:solidFill>
              <a:highlight>
                <a:srgbClr val="1E1E1E"/>
              </a:highlight>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public</a:t>
            </a: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void</a:t>
            </a:r>
            <a:r>
              <a:rPr lang="en" sz="1150">
                <a:solidFill>
                  <a:srgbClr val="D4D4D4"/>
                </a:solidFill>
                <a:highlight>
                  <a:srgbClr val="1E1E1E"/>
                </a:highlight>
                <a:latin typeface="Consolas"/>
                <a:ea typeface="Consolas"/>
                <a:cs typeface="Consolas"/>
                <a:sym typeface="Consolas"/>
              </a:rPr>
              <a:t> run() {</a:t>
            </a:r>
            <a:endParaRPr sz="1150">
              <a:solidFill>
                <a:srgbClr val="D4D4D4"/>
              </a:solidFill>
              <a:highlight>
                <a:srgbClr val="1E1E1E"/>
              </a:highlight>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System.out.println(</a:t>
            </a:r>
            <a:r>
              <a:rPr lang="en" sz="1150">
                <a:solidFill>
                  <a:srgbClr val="CE9178"/>
                </a:solidFill>
                <a:highlight>
                  <a:srgbClr val="1E1E1E"/>
                </a:highlight>
                <a:latin typeface="Consolas"/>
                <a:ea typeface="Consolas"/>
                <a:cs typeface="Consolas"/>
                <a:sym typeface="Consolas"/>
              </a:rPr>
              <a:t>"Feeling sleepy..."</a:t>
            </a:r>
            <a:r>
              <a:rPr lang="en" sz="1150">
                <a:solidFill>
                  <a:srgbClr val="D4D4D4"/>
                </a:solidFill>
                <a:highlight>
                  <a:srgbClr val="1E1E1E"/>
                </a:highlight>
                <a:latin typeface="Consolas"/>
                <a:ea typeface="Consolas"/>
                <a:cs typeface="Consolas"/>
                <a:sym typeface="Consolas"/>
              </a:rPr>
              <a:t>);</a:t>
            </a:r>
            <a:endParaRPr sz="1150">
              <a:solidFill>
                <a:srgbClr val="D4D4D4"/>
              </a:solidFill>
              <a:highlight>
                <a:srgbClr val="1E1E1E"/>
              </a:highlight>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try</a:t>
            </a:r>
            <a:r>
              <a:rPr lang="en" sz="1150">
                <a:solidFill>
                  <a:srgbClr val="D4D4D4"/>
                </a:solidFill>
                <a:highlight>
                  <a:srgbClr val="1E1E1E"/>
                </a:highlight>
                <a:latin typeface="Consolas"/>
                <a:ea typeface="Consolas"/>
                <a:cs typeface="Consolas"/>
                <a:sym typeface="Consolas"/>
              </a:rPr>
              <a:t> {</a:t>
            </a:r>
            <a:endParaRPr sz="1150">
              <a:solidFill>
                <a:srgbClr val="D4D4D4"/>
              </a:solidFill>
              <a:highlight>
                <a:srgbClr val="1E1E1E"/>
              </a:highlight>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Thread.sleep(sleepTime * </a:t>
            </a:r>
            <a:r>
              <a:rPr lang="en" sz="1150">
                <a:solidFill>
                  <a:srgbClr val="B5CEA8"/>
                </a:solidFill>
                <a:highlight>
                  <a:srgbClr val="1E1E1E"/>
                </a:highlight>
                <a:latin typeface="Consolas"/>
                <a:ea typeface="Consolas"/>
                <a:cs typeface="Consolas"/>
                <a:sym typeface="Consolas"/>
              </a:rPr>
              <a:t>1000</a:t>
            </a:r>
            <a:r>
              <a:rPr lang="en" sz="1150">
                <a:solidFill>
                  <a:srgbClr val="D4D4D4"/>
                </a:solidFill>
                <a:highlight>
                  <a:srgbClr val="1E1E1E"/>
                </a:highlight>
                <a:latin typeface="Consolas"/>
                <a:ea typeface="Consolas"/>
                <a:cs typeface="Consolas"/>
                <a:sym typeface="Consolas"/>
              </a:rPr>
              <a:t>);</a:t>
            </a:r>
            <a:endParaRPr sz="1150">
              <a:solidFill>
                <a:srgbClr val="D4D4D4"/>
              </a:solidFill>
              <a:highlight>
                <a:srgbClr val="1E1E1E"/>
              </a:highlight>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 </a:t>
            </a:r>
            <a:r>
              <a:rPr lang="en" sz="1150">
                <a:solidFill>
                  <a:srgbClr val="569CD6"/>
                </a:solidFill>
                <a:highlight>
                  <a:srgbClr val="1E1E1E"/>
                </a:highlight>
                <a:latin typeface="Consolas"/>
                <a:ea typeface="Consolas"/>
                <a:cs typeface="Consolas"/>
                <a:sym typeface="Consolas"/>
              </a:rPr>
              <a:t>catch</a:t>
            </a: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InterruptedException</a:t>
            </a:r>
            <a:r>
              <a:rPr lang="en" sz="1150">
                <a:solidFill>
                  <a:srgbClr val="D4D4D4"/>
                </a:solidFill>
                <a:highlight>
                  <a:srgbClr val="1E1E1E"/>
                </a:highlight>
                <a:latin typeface="Consolas"/>
                <a:ea typeface="Consolas"/>
                <a:cs typeface="Consolas"/>
                <a:sym typeface="Consolas"/>
              </a:rPr>
              <a:t> e) {}</a:t>
            </a:r>
            <a:endParaRPr sz="1150">
              <a:solidFill>
                <a:srgbClr val="D4D4D4"/>
              </a:solidFill>
              <a:highlight>
                <a:srgbClr val="1E1E1E"/>
              </a:highlight>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System.out.println(</a:t>
            </a:r>
            <a:r>
              <a:rPr lang="en" sz="1150">
                <a:solidFill>
                  <a:srgbClr val="CE9178"/>
                </a:solidFill>
                <a:highlight>
                  <a:srgbClr val="1E1E1E"/>
                </a:highlight>
                <a:latin typeface="Consolas"/>
                <a:ea typeface="Consolas"/>
                <a:cs typeface="Consolas"/>
                <a:sym typeface="Consolas"/>
              </a:rPr>
              <a:t>"Ah, that's better!"</a:t>
            </a:r>
            <a:r>
              <a:rPr lang="en" sz="1150">
                <a:solidFill>
                  <a:srgbClr val="D4D4D4"/>
                </a:solidFill>
                <a:highlight>
                  <a:srgbClr val="1E1E1E"/>
                </a:highlight>
                <a:latin typeface="Consolas"/>
                <a:ea typeface="Consolas"/>
                <a:cs typeface="Consolas"/>
                <a:sym typeface="Consolas"/>
              </a:rPr>
              <a:t>);</a:t>
            </a:r>
            <a:endParaRPr sz="1150">
              <a:solidFill>
                <a:srgbClr val="D4D4D4"/>
              </a:solidFill>
              <a:highlight>
                <a:srgbClr val="1E1E1E"/>
              </a:highlight>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a:t>
            </a:r>
            <a:endParaRPr sz="1150">
              <a:solidFill>
                <a:srgbClr val="D4D4D4"/>
              </a:solidFill>
              <a:highlight>
                <a:srgbClr val="1E1E1E"/>
              </a:highlight>
              <a:latin typeface="Consolas"/>
              <a:ea typeface="Consolas"/>
              <a:cs typeface="Consolas"/>
              <a:sym typeface="Consolas"/>
            </a:endParaRPr>
          </a:p>
          <a:p>
            <a:pPr indent="0" lvl="0" marL="0" rtl="0" algn="l">
              <a:lnSpc>
                <a:spcPct val="100000"/>
              </a:lnSpc>
              <a:spcBef>
                <a:spcPts val="0"/>
              </a:spcBef>
              <a:spcAft>
                <a:spcPts val="0"/>
              </a:spcAft>
              <a:buNone/>
            </a:pPr>
            <a:r>
              <a:t/>
            </a:r>
            <a:endParaRPr sz="1750">
              <a:solidFill>
                <a:srgbClr val="569CD6"/>
              </a:solidFill>
              <a:latin typeface="Consolas"/>
              <a:ea typeface="Consolas"/>
              <a:cs typeface="Consolas"/>
              <a:sym typeface="Consolas"/>
            </a:endParaRPr>
          </a:p>
        </p:txBody>
      </p:sp>
      <p:sp>
        <p:nvSpPr>
          <p:cNvPr id="597" name="Google Shape;597;p90"/>
          <p:cNvSpPr txBox="1"/>
          <p:nvPr/>
        </p:nvSpPr>
        <p:spPr>
          <a:xfrm>
            <a:off x="4447558" y="2408980"/>
            <a:ext cx="4632000" cy="2616000"/>
          </a:xfrm>
          <a:prstGeom prst="rect">
            <a:avLst/>
          </a:prstGeom>
          <a:solidFill>
            <a:srgbClr val="1E1E1E"/>
          </a:solidFill>
          <a:ln cap="flat" cmpd="sng" w="38100">
            <a:solidFill>
              <a:srgbClr val="4A86E8"/>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public</a:t>
            </a: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static</a:t>
            </a: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void</a:t>
            </a:r>
            <a:r>
              <a:rPr lang="en" sz="1150">
                <a:solidFill>
                  <a:srgbClr val="D4D4D4"/>
                </a:solidFill>
                <a:highlight>
                  <a:srgbClr val="1E1E1E"/>
                </a:highlight>
                <a:latin typeface="Consolas"/>
                <a:ea typeface="Consolas"/>
                <a:cs typeface="Consolas"/>
                <a:sym typeface="Consolas"/>
              </a:rPr>
              <a:t> main(</a:t>
            </a:r>
            <a:r>
              <a:rPr lang="en" sz="1150">
                <a:solidFill>
                  <a:srgbClr val="569CD6"/>
                </a:solidFill>
                <a:highlight>
                  <a:srgbClr val="1E1E1E"/>
                </a:highlight>
                <a:latin typeface="Consolas"/>
                <a:ea typeface="Consolas"/>
                <a:cs typeface="Consolas"/>
                <a:sym typeface="Consolas"/>
              </a:rPr>
              <a:t>String</a:t>
            </a:r>
            <a:r>
              <a:rPr lang="en" sz="1150">
                <a:solidFill>
                  <a:srgbClr val="D4D4D4"/>
                </a:solidFill>
                <a:highlight>
                  <a:srgbClr val="1E1E1E"/>
                </a:highlight>
                <a:latin typeface="Consolas"/>
                <a:ea typeface="Consolas"/>
                <a:cs typeface="Consolas"/>
                <a:sym typeface="Consolas"/>
              </a:rPr>
              <a:t>[] args) {</a:t>
            </a:r>
            <a:endParaRPr sz="1150">
              <a:solidFill>
                <a:srgbClr val="D4D4D4"/>
              </a:solidFill>
              <a:highlight>
                <a:srgbClr val="1E1E1E"/>
              </a:highlight>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Random</a:t>
            </a:r>
            <a:r>
              <a:rPr lang="en" sz="1150">
                <a:solidFill>
                  <a:srgbClr val="D4D4D4"/>
                </a:solidFill>
                <a:highlight>
                  <a:srgbClr val="1E1E1E"/>
                </a:highlight>
                <a:latin typeface="Consolas"/>
                <a:ea typeface="Consolas"/>
                <a:cs typeface="Consolas"/>
                <a:sym typeface="Consolas"/>
              </a:rPr>
              <a:t> rng = </a:t>
            </a:r>
            <a:r>
              <a:rPr lang="en" sz="1150">
                <a:solidFill>
                  <a:srgbClr val="569CD6"/>
                </a:solidFill>
                <a:highlight>
                  <a:srgbClr val="1E1E1E"/>
                </a:highlight>
                <a:latin typeface="Consolas"/>
                <a:ea typeface="Consolas"/>
                <a:cs typeface="Consolas"/>
                <a:sym typeface="Consolas"/>
              </a:rPr>
              <a:t>new</a:t>
            </a:r>
            <a:r>
              <a:rPr lang="en" sz="1150">
                <a:solidFill>
                  <a:srgbClr val="D4D4D4"/>
                </a:solidFill>
                <a:highlight>
                  <a:srgbClr val="1E1E1E"/>
                </a:highlight>
                <a:latin typeface="Consolas"/>
                <a:ea typeface="Consolas"/>
                <a:cs typeface="Consolas"/>
                <a:sym typeface="Consolas"/>
              </a:rPr>
              <a:t> Random();</a:t>
            </a:r>
            <a:endParaRPr sz="1150">
              <a:solidFill>
                <a:srgbClr val="D4D4D4"/>
              </a:solidFill>
              <a:highlight>
                <a:srgbClr val="1E1E1E"/>
              </a:highlight>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for</a:t>
            </a: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int</a:t>
            </a:r>
            <a:r>
              <a:rPr lang="en" sz="1150">
                <a:solidFill>
                  <a:srgbClr val="D4D4D4"/>
                </a:solidFill>
                <a:highlight>
                  <a:srgbClr val="1E1E1E"/>
                </a:highlight>
                <a:latin typeface="Consolas"/>
                <a:ea typeface="Consolas"/>
                <a:cs typeface="Consolas"/>
                <a:sym typeface="Consolas"/>
              </a:rPr>
              <a:t> i = </a:t>
            </a:r>
            <a:r>
              <a:rPr lang="en" sz="1150">
                <a:solidFill>
                  <a:srgbClr val="B5CEA8"/>
                </a:solidFill>
                <a:highlight>
                  <a:srgbClr val="1E1E1E"/>
                </a:highlight>
                <a:latin typeface="Consolas"/>
                <a:ea typeface="Consolas"/>
                <a:cs typeface="Consolas"/>
                <a:sym typeface="Consolas"/>
              </a:rPr>
              <a:t>0</a:t>
            </a:r>
            <a:r>
              <a:rPr lang="en" sz="1150">
                <a:solidFill>
                  <a:srgbClr val="D4D4D4"/>
                </a:solidFill>
                <a:highlight>
                  <a:srgbClr val="1E1E1E"/>
                </a:highlight>
                <a:latin typeface="Consolas"/>
                <a:ea typeface="Consolas"/>
                <a:cs typeface="Consolas"/>
                <a:sym typeface="Consolas"/>
              </a:rPr>
              <a:t>;i &lt; </a:t>
            </a:r>
            <a:r>
              <a:rPr lang="en" sz="1150">
                <a:solidFill>
                  <a:srgbClr val="B5CEA8"/>
                </a:solidFill>
                <a:highlight>
                  <a:srgbClr val="1E1E1E"/>
                </a:highlight>
                <a:latin typeface="Consolas"/>
                <a:ea typeface="Consolas"/>
                <a:cs typeface="Consolas"/>
                <a:sym typeface="Consolas"/>
              </a:rPr>
              <a:t>5</a:t>
            </a:r>
            <a:r>
              <a:rPr lang="en" sz="1150">
                <a:solidFill>
                  <a:srgbClr val="D4D4D4"/>
                </a:solidFill>
                <a:highlight>
                  <a:srgbClr val="1E1E1E"/>
                </a:highlight>
                <a:latin typeface="Consolas"/>
                <a:ea typeface="Consolas"/>
                <a:cs typeface="Consolas"/>
                <a:sym typeface="Consolas"/>
              </a:rPr>
              <a:t>;++i) {</a:t>
            </a:r>
            <a:endParaRPr sz="1150">
              <a:solidFill>
                <a:srgbClr val="D4D4D4"/>
              </a:solidFill>
              <a:highlight>
                <a:srgbClr val="1E1E1E"/>
              </a:highlight>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int</a:t>
            </a:r>
            <a:r>
              <a:rPr lang="en" sz="1150">
                <a:solidFill>
                  <a:srgbClr val="D4D4D4"/>
                </a:solidFill>
                <a:highlight>
                  <a:srgbClr val="1E1E1E"/>
                </a:highlight>
                <a:latin typeface="Consolas"/>
                <a:ea typeface="Consolas"/>
                <a:cs typeface="Consolas"/>
                <a:sym typeface="Consolas"/>
              </a:rPr>
              <a:t> sleepTime = rng.nextInt(</a:t>
            </a:r>
            <a:r>
              <a:rPr lang="en" sz="1150">
                <a:solidFill>
                  <a:srgbClr val="B5CEA8"/>
                </a:solidFill>
                <a:highlight>
                  <a:srgbClr val="1E1E1E"/>
                </a:highlight>
                <a:latin typeface="Consolas"/>
                <a:ea typeface="Consolas"/>
                <a:cs typeface="Consolas"/>
                <a:sym typeface="Consolas"/>
              </a:rPr>
              <a:t>1</a:t>
            </a:r>
            <a:r>
              <a:rPr lang="en" sz="1150">
                <a:solidFill>
                  <a:srgbClr val="D4D4D4"/>
                </a:solidFill>
                <a:highlight>
                  <a:srgbClr val="1E1E1E"/>
                </a:highlight>
                <a:latin typeface="Consolas"/>
                <a:ea typeface="Consolas"/>
                <a:cs typeface="Consolas"/>
                <a:sym typeface="Consolas"/>
              </a:rPr>
              <a:t>,</a:t>
            </a:r>
            <a:r>
              <a:rPr lang="en" sz="1150">
                <a:solidFill>
                  <a:srgbClr val="B5CEA8"/>
                </a:solidFill>
                <a:highlight>
                  <a:srgbClr val="1E1E1E"/>
                </a:highlight>
                <a:latin typeface="Consolas"/>
                <a:ea typeface="Consolas"/>
                <a:cs typeface="Consolas"/>
                <a:sym typeface="Consolas"/>
              </a:rPr>
              <a:t>11</a:t>
            </a:r>
            <a:r>
              <a:rPr lang="en" sz="1150">
                <a:solidFill>
                  <a:srgbClr val="D4D4D4"/>
                </a:solidFill>
                <a:highlight>
                  <a:srgbClr val="1E1E1E"/>
                </a:highlight>
                <a:latin typeface="Consolas"/>
                <a:ea typeface="Consolas"/>
                <a:cs typeface="Consolas"/>
                <a:sym typeface="Consolas"/>
              </a:rPr>
              <a:t>);</a:t>
            </a:r>
            <a:endParaRPr sz="1150">
              <a:solidFill>
                <a:srgbClr val="D4D4D4"/>
              </a:solidFill>
              <a:highlight>
                <a:srgbClr val="1E1E1E"/>
              </a:highlight>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new</a:t>
            </a:r>
            <a:r>
              <a:rPr lang="en" sz="1150">
                <a:solidFill>
                  <a:srgbClr val="D4D4D4"/>
                </a:solidFill>
                <a:highlight>
                  <a:srgbClr val="1E1E1E"/>
                </a:highlight>
                <a:latin typeface="Consolas"/>
                <a:ea typeface="Consolas"/>
                <a:cs typeface="Consolas"/>
                <a:sym typeface="Consolas"/>
              </a:rPr>
              <a:t> Thread(</a:t>
            </a:r>
            <a:r>
              <a:rPr lang="en" sz="1150">
                <a:solidFill>
                  <a:srgbClr val="569CD6"/>
                </a:solidFill>
                <a:highlight>
                  <a:srgbClr val="1E1E1E"/>
                </a:highlight>
                <a:latin typeface="Consolas"/>
                <a:ea typeface="Consolas"/>
                <a:cs typeface="Consolas"/>
                <a:sym typeface="Consolas"/>
              </a:rPr>
              <a:t>new</a:t>
            </a:r>
            <a:r>
              <a:rPr lang="en" sz="1150">
                <a:solidFill>
                  <a:srgbClr val="D4D4D4"/>
                </a:solidFill>
                <a:highlight>
                  <a:srgbClr val="1E1E1E"/>
                </a:highlight>
                <a:latin typeface="Consolas"/>
                <a:ea typeface="Consolas"/>
                <a:cs typeface="Consolas"/>
                <a:sym typeface="Consolas"/>
              </a:rPr>
              <a:t> Sleeper(sleepTime)).start();</a:t>
            </a:r>
            <a:endParaRPr sz="1150">
              <a:solidFill>
                <a:srgbClr val="D4D4D4"/>
              </a:solidFill>
              <a:highlight>
                <a:srgbClr val="1E1E1E"/>
              </a:highlight>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a:t>
            </a:r>
            <a:endParaRPr sz="1150">
              <a:solidFill>
                <a:srgbClr val="D4D4D4"/>
              </a:solidFill>
              <a:highlight>
                <a:srgbClr val="1E1E1E"/>
              </a:highlight>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a:t>
            </a:r>
            <a:endParaRPr sz="1150">
              <a:solidFill>
                <a:srgbClr val="D4D4D4"/>
              </a:solidFill>
              <a:highlight>
                <a:srgbClr val="1E1E1E"/>
              </a:highlight>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a:t>
            </a:r>
            <a:endParaRPr sz="1150">
              <a:solidFill>
                <a:srgbClr val="D4D4D4"/>
              </a:solidFill>
              <a:highlight>
                <a:srgbClr val="1E1E1E"/>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150">
              <a:solidFill>
                <a:srgbClr val="569CD6"/>
              </a:solidFill>
              <a:highlight>
                <a:srgbClr val="1E1E1E"/>
              </a:highlight>
              <a:latin typeface="Consolas"/>
              <a:ea typeface="Consolas"/>
              <a:cs typeface="Consolas"/>
              <a:sym typeface="Consolas"/>
            </a:endParaRPr>
          </a:p>
          <a:p>
            <a:pPr indent="0" lvl="0" marL="0" rtl="0" algn="l">
              <a:lnSpc>
                <a:spcPct val="100000"/>
              </a:lnSpc>
              <a:spcBef>
                <a:spcPts val="0"/>
              </a:spcBef>
              <a:spcAft>
                <a:spcPts val="0"/>
              </a:spcAft>
              <a:buNone/>
            </a:pPr>
            <a:r>
              <a:t/>
            </a:r>
            <a:endParaRPr sz="1750">
              <a:solidFill>
                <a:srgbClr val="569CD6"/>
              </a:solidFill>
              <a:latin typeface="Consolas"/>
              <a:ea typeface="Consolas"/>
              <a:cs typeface="Consolas"/>
              <a:sym typeface="Consolas"/>
            </a:endParaRPr>
          </a:p>
        </p:txBody>
      </p:sp>
      <p:pic>
        <p:nvPicPr>
          <p:cNvPr id="598" name="Google Shape;598;p90">
            <a:hlinkClick action="ppaction://hlinksldjump" r:id="rId3"/>
          </p:cNvPr>
          <p:cNvPicPr preferRelativeResize="0"/>
          <p:nvPr/>
        </p:nvPicPr>
        <p:blipFill rotWithShape="1">
          <a:blip r:embed="rId4">
            <a:alphaModFix/>
          </a:blip>
          <a:srcRect b="29971" l="0" r="0" t="25035"/>
          <a:stretch/>
        </p:blipFill>
        <p:spPr>
          <a:xfrm>
            <a:off x="1812850" y="4673615"/>
            <a:ext cx="820808" cy="3693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91"/>
          <p:cNvSpPr/>
          <p:nvPr/>
        </p:nvSpPr>
        <p:spPr>
          <a:xfrm>
            <a:off x="185075"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200">
                <a:solidFill>
                  <a:srgbClr val="FFFFFF"/>
                </a:solidFill>
              </a:rPr>
              <a:t>This is a node in a graph that stores a value.</a:t>
            </a:r>
            <a:endParaRPr b="1" sz="4200">
              <a:solidFill>
                <a:srgbClr val="FFFFFF"/>
              </a:solidFill>
            </a:endParaRPr>
          </a:p>
        </p:txBody>
      </p:sp>
      <p:sp>
        <p:nvSpPr>
          <p:cNvPr id="604" name="Google Shape;604;p91"/>
          <p:cNvSpPr txBox="1"/>
          <p:nvPr/>
        </p:nvSpPr>
        <p:spPr>
          <a:xfrm>
            <a:off x="593775" y="2859096"/>
            <a:ext cx="8112300" cy="1614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i="1" lang="en" sz="4800">
                <a:solidFill>
                  <a:schemeClr val="accent1"/>
                </a:solidFill>
              </a:rPr>
              <a:t>What is a vertex?</a:t>
            </a:r>
            <a:endParaRPr i="1" sz="4800">
              <a:solidFill>
                <a:schemeClr val="accent1"/>
              </a:solidFill>
            </a:endParaRPr>
          </a:p>
        </p:txBody>
      </p:sp>
      <p:pic>
        <p:nvPicPr>
          <p:cNvPr id="605" name="Google Shape;605;p91">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92"/>
          <p:cNvSpPr/>
          <p:nvPr/>
        </p:nvSpPr>
        <p:spPr>
          <a:xfrm>
            <a:off x="185075"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000">
                <a:solidFill>
                  <a:srgbClr val="FFFFFF"/>
                </a:solidFill>
              </a:rPr>
              <a:t>Two vertices connected by an edge are called this.</a:t>
            </a:r>
            <a:endParaRPr b="1" sz="4000">
              <a:solidFill>
                <a:srgbClr val="FFFFFF"/>
              </a:solidFill>
            </a:endParaRPr>
          </a:p>
        </p:txBody>
      </p:sp>
      <p:sp>
        <p:nvSpPr>
          <p:cNvPr id="611" name="Google Shape;611;p92"/>
          <p:cNvSpPr txBox="1"/>
          <p:nvPr/>
        </p:nvSpPr>
        <p:spPr>
          <a:xfrm>
            <a:off x="593775" y="2766564"/>
            <a:ext cx="8112300" cy="1659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i="1" lang="en" sz="4800">
                <a:solidFill>
                  <a:schemeClr val="accent1"/>
                </a:solidFill>
              </a:rPr>
              <a:t>What are neighbors?</a:t>
            </a:r>
            <a:endParaRPr i="1" sz="4800">
              <a:solidFill>
                <a:schemeClr val="accent1"/>
              </a:solidFill>
            </a:endParaRPr>
          </a:p>
        </p:txBody>
      </p:sp>
      <p:pic>
        <p:nvPicPr>
          <p:cNvPr id="612" name="Google Shape;612;p92">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93"/>
          <p:cNvSpPr/>
          <p:nvPr/>
        </p:nvSpPr>
        <p:spPr>
          <a:xfrm>
            <a:off x="188100"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100">
                <a:solidFill>
                  <a:srgbClr val="FFFFFF"/>
                </a:solidFill>
                <a:latin typeface="Inter"/>
                <a:ea typeface="Inter"/>
                <a:cs typeface="Inter"/>
                <a:sym typeface="Inter"/>
              </a:rPr>
              <a:t>This search explores one neighbor deeply before exploring others.</a:t>
            </a:r>
            <a:endParaRPr b="1" sz="4100">
              <a:solidFill>
                <a:srgbClr val="FFFFFF"/>
              </a:solidFill>
              <a:latin typeface="Inter"/>
              <a:ea typeface="Inter"/>
              <a:cs typeface="Inter"/>
              <a:sym typeface="Inter"/>
            </a:endParaRPr>
          </a:p>
        </p:txBody>
      </p:sp>
      <p:sp>
        <p:nvSpPr>
          <p:cNvPr id="618" name="Google Shape;618;p93"/>
          <p:cNvSpPr txBox="1"/>
          <p:nvPr/>
        </p:nvSpPr>
        <p:spPr>
          <a:xfrm>
            <a:off x="596800" y="2766564"/>
            <a:ext cx="8112300" cy="1659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i="1" lang="en" sz="4800">
                <a:solidFill>
                  <a:schemeClr val="accent1"/>
                </a:solidFill>
                <a:latin typeface="Inter"/>
                <a:ea typeface="Inter"/>
                <a:cs typeface="Inter"/>
                <a:sym typeface="Inter"/>
              </a:rPr>
              <a:t>What is a Depth First Search/Path</a:t>
            </a:r>
            <a:endParaRPr i="1" sz="4800">
              <a:solidFill>
                <a:schemeClr val="accent1"/>
              </a:solidFill>
              <a:latin typeface="Inter"/>
              <a:ea typeface="Inter"/>
              <a:cs typeface="Inter"/>
              <a:sym typeface="Inter"/>
            </a:endParaRPr>
          </a:p>
        </p:txBody>
      </p:sp>
      <p:pic>
        <p:nvPicPr>
          <p:cNvPr id="619" name="Google Shape;619;p93">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94"/>
          <p:cNvSpPr/>
          <p:nvPr/>
        </p:nvSpPr>
        <p:spPr>
          <a:xfrm>
            <a:off x="188100"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3900">
                <a:solidFill>
                  <a:srgbClr val="FFFFFF"/>
                </a:solidFill>
              </a:rPr>
              <a:t>This search guarantees a path with fewest number of edges.</a:t>
            </a:r>
            <a:endParaRPr b="1" i="1" sz="3900">
              <a:solidFill>
                <a:srgbClr val="FFFFFF"/>
              </a:solidFill>
            </a:endParaRPr>
          </a:p>
        </p:txBody>
      </p:sp>
      <p:sp>
        <p:nvSpPr>
          <p:cNvPr id="625" name="Google Shape;625;p94"/>
          <p:cNvSpPr txBox="1"/>
          <p:nvPr/>
        </p:nvSpPr>
        <p:spPr>
          <a:xfrm>
            <a:off x="596800" y="2766564"/>
            <a:ext cx="8112300" cy="1659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Clr>
                <a:schemeClr val="lt1"/>
              </a:buClr>
              <a:buSzPts val="1100"/>
              <a:buFont typeface="Arial"/>
              <a:buNone/>
            </a:pPr>
            <a:r>
              <a:rPr i="1" lang="en" sz="4800">
                <a:solidFill>
                  <a:schemeClr val="accent1"/>
                </a:solidFill>
              </a:rPr>
              <a:t>What is a Breadth First Search/Path?</a:t>
            </a:r>
            <a:endParaRPr i="1" sz="4800">
              <a:solidFill>
                <a:schemeClr val="accent1"/>
              </a:solidFill>
            </a:endParaRPr>
          </a:p>
        </p:txBody>
      </p:sp>
      <p:pic>
        <p:nvPicPr>
          <p:cNvPr id="626" name="Google Shape;626;p94">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95"/>
          <p:cNvSpPr/>
          <p:nvPr/>
        </p:nvSpPr>
        <p:spPr>
          <a:xfrm>
            <a:off x="188100" y="91440"/>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800">
                <a:solidFill>
                  <a:srgbClr val="FFFFFF"/>
                </a:solidFill>
              </a:rPr>
              <a:t>ACTIVITY CHALLENGE!</a:t>
            </a:r>
            <a:endParaRPr b="1" sz="4800">
              <a:solidFill>
                <a:srgbClr val="FFFFFF"/>
              </a:solidFill>
            </a:endParaRPr>
          </a:p>
          <a:p>
            <a:pPr indent="0" lvl="0" marL="0" rtl="0" algn="l">
              <a:spcBef>
                <a:spcPts val="0"/>
              </a:spcBef>
              <a:spcAft>
                <a:spcPts val="0"/>
              </a:spcAft>
              <a:buNone/>
            </a:pPr>
            <a:r>
              <a:rPr b="1" lang="en" sz="2400">
                <a:solidFill>
                  <a:srgbClr val="FFFFFF"/>
                </a:solidFill>
              </a:rPr>
              <a:t> Fill in the Adjacency List for the</a:t>
            </a:r>
            <a:endParaRPr b="1" sz="2400">
              <a:solidFill>
                <a:srgbClr val="FFFFFF"/>
              </a:solidFill>
            </a:endParaRPr>
          </a:p>
          <a:p>
            <a:pPr indent="0" lvl="0" marL="0" rtl="0" algn="l">
              <a:spcBef>
                <a:spcPts val="0"/>
              </a:spcBef>
              <a:spcAft>
                <a:spcPts val="0"/>
              </a:spcAft>
              <a:buNone/>
            </a:pPr>
            <a:r>
              <a:rPr b="1" lang="en" sz="2400">
                <a:solidFill>
                  <a:srgbClr val="FFFFFF"/>
                </a:solidFill>
              </a:rPr>
              <a:t> following graph.</a:t>
            </a:r>
            <a:endParaRPr b="1" sz="2400">
              <a:solidFill>
                <a:srgbClr val="FFFFFF"/>
              </a:solidFill>
            </a:endParaRPr>
          </a:p>
        </p:txBody>
      </p:sp>
      <p:pic>
        <p:nvPicPr>
          <p:cNvPr id="632" name="Google Shape;632;p95">
            <a:hlinkClick action="ppaction://hlinksldjump" r:id="rId3"/>
          </p:cNvPr>
          <p:cNvPicPr preferRelativeResize="0"/>
          <p:nvPr/>
        </p:nvPicPr>
        <p:blipFill rotWithShape="1">
          <a:blip r:embed="rId4">
            <a:alphaModFix/>
          </a:blip>
          <a:srcRect b="29971" l="0" r="0" t="25035"/>
          <a:stretch/>
        </p:blipFill>
        <p:spPr>
          <a:xfrm>
            <a:off x="4160520" y="4709160"/>
            <a:ext cx="820808" cy="369300"/>
          </a:xfrm>
          <a:prstGeom prst="rect">
            <a:avLst/>
          </a:prstGeom>
          <a:noFill/>
          <a:ln>
            <a:noFill/>
          </a:ln>
        </p:spPr>
      </p:pic>
      <p:sp>
        <p:nvSpPr>
          <p:cNvPr id="633" name="Google Shape;633;p95"/>
          <p:cNvSpPr txBox="1"/>
          <p:nvPr/>
        </p:nvSpPr>
        <p:spPr>
          <a:xfrm>
            <a:off x="5545384" y="2947411"/>
            <a:ext cx="367500" cy="39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accent1"/>
              </a:solidFill>
              <a:latin typeface="Inter"/>
              <a:ea typeface="Inter"/>
              <a:cs typeface="Inter"/>
              <a:sym typeface="Inter"/>
            </a:endParaRPr>
          </a:p>
        </p:txBody>
      </p:sp>
      <p:sp>
        <p:nvSpPr>
          <p:cNvPr id="634" name="Google Shape;634;p95"/>
          <p:cNvSpPr txBox="1"/>
          <p:nvPr/>
        </p:nvSpPr>
        <p:spPr>
          <a:xfrm>
            <a:off x="5937109" y="2947411"/>
            <a:ext cx="367500" cy="39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accent1"/>
              </a:solidFill>
              <a:latin typeface="Inter"/>
              <a:ea typeface="Inter"/>
              <a:cs typeface="Inter"/>
              <a:sym typeface="Inter"/>
            </a:endParaRPr>
          </a:p>
        </p:txBody>
      </p:sp>
      <p:grpSp>
        <p:nvGrpSpPr>
          <p:cNvPr id="635" name="Google Shape;635;p95"/>
          <p:cNvGrpSpPr/>
          <p:nvPr/>
        </p:nvGrpSpPr>
        <p:grpSpPr>
          <a:xfrm>
            <a:off x="1687963" y="1969975"/>
            <a:ext cx="2175900" cy="2351138"/>
            <a:chOff x="6833250" y="2017200"/>
            <a:chExt cx="2175900" cy="2351138"/>
          </a:xfrm>
        </p:grpSpPr>
        <p:sp>
          <p:nvSpPr>
            <p:cNvPr id="636" name="Google Shape;636;p95"/>
            <p:cNvSpPr/>
            <p:nvPr/>
          </p:nvSpPr>
          <p:spPr>
            <a:xfrm>
              <a:off x="7191000" y="2017200"/>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a:latin typeface="Courier New"/>
                  <a:ea typeface="Courier New"/>
                  <a:cs typeface="Courier New"/>
                  <a:sym typeface="Courier New"/>
                </a:rPr>
                <a:t>A</a:t>
              </a:r>
              <a:endParaRPr>
                <a:latin typeface="Courier New"/>
                <a:ea typeface="Courier New"/>
                <a:cs typeface="Courier New"/>
                <a:sym typeface="Courier New"/>
              </a:endParaRPr>
            </a:p>
          </p:txBody>
        </p:sp>
        <p:sp>
          <p:nvSpPr>
            <p:cNvPr id="637" name="Google Shape;637;p95"/>
            <p:cNvSpPr/>
            <p:nvPr/>
          </p:nvSpPr>
          <p:spPr>
            <a:xfrm>
              <a:off x="6833250" y="2768675"/>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a:latin typeface="Courier New"/>
                  <a:ea typeface="Courier New"/>
                  <a:cs typeface="Courier New"/>
                  <a:sym typeface="Courier New"/>
                </a:rPr>
                <a:t>B</a:t>
              </a:r>
              <a:endParaRPr>
                <a:latin typeface="Courier New"/>
                <a:ea typeface="Courier New"/>
                <a:cs typeface="Courier New"/>
                <a:sym typeface="Courier New"/>
              </a:endParaRPr>
            </a:p>
          </p:txBody>
        </p:sp>
        <p:sp>
          <p:nvSpPr>
            <p:cNvPr id="638" name="Google Shape;638;p95"/>
            <p:cNvSpPr/>
            <p:nvPr/>
          </p:nvSpPr>
          <p:spPr>
            <a:xfrm>
              <a:off x="7547538" y="3162275"/>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a:latin typeface="Courier New"/>
                  <a:ea typeface="Courier New"/>
                  <a:cs typeface="Courier New"/>
                  <a:sym typeface="Courier New"/>
                </a:rPr>
                <a:t>C</a:t>
              </a:r>
              <a:endParaRPr>
                <a:latin typeface="Courier New"/>
                <a:ea typeface="Courier New"/>
                <a:cs typeface="Courier New"/>
                <a:sym typeface="Courier New"/>
              </a:endParaRPr>
            </a:p>
          </p:txBody>
        </p:sp>
        <p:sp>
          <p:nvSpPr>
            <p:cNvPr id="639" name="Google Shape;639;p95"/>
            <p:cNvSpPr/>
            <p:nvPr/>
          </p:nvSpPr>
          <p:spPr>
            <a:xfrm>
              <a:off x="8158350" y="2498613"/>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a:latin typeface="Courier New"/>
                  <a:ea typeface="Courier New"/>
                  <a:cs typeface="Courier New"/>
                  <a:sym typeface="Courier New"/>
                </a:rPr>
                <a:t>D</a:t>
              </a:r>
              <a:endParaRPr>
                <a:latin typeface="Courier New"/>
                <a:ea typeface="Courier New"/>
                <a:cs typeface="Courier New"/>
                <a:sym typeface="Courier New"/>
              </a:endParaRPr>
            </a:p>
          </p:txBody>
        </p:sp>
        <p:sp>
          <p:nvSpPr>
            <p:cNvPr id="640" name="Google Shape;640;p95"/>
            <p:cNvSpPr/>
            <p:nvPr/>
          </p:nvSpPr>
          <p:spPr>
            <a:xfrm>
              <a:off x="8216100" y="3580913"/>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a:latin typeface="Courier New"/>
                  <a:ea typeface="Courier New"/>
                  <a:cs typeface="Courier New"/>
                  <a:sym typeface="Courier New"/>
                </a:rPr>
                <a:t>E</a:t>
              </a:r>
              <a:endParaRPr>
                <a:latin typeface="Courier New"/>
                <a:ea typeface="Courier New"/>
                <a:cs typeface="Courier New"/>
                <a:sym typeface="Courier New"/>
              </a:endParaRPr>
            </a:p>
          </p:txBody>
        </p:sp>
        <p:sp>
          <p:nvSpPr>
            <p:cNvPr id="641" name="Google Shape;641;p95"/>
            <p:cNvSpPr/>
            <p:nvPr/>
          </p:nvSpPr>
          <p:spPr>
            <a:xfrm>
              <a:off x="7024500" y="3974738"/>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a:latin typeface="Courier New"/>
                  <a:ea typeface="Courier New"/>
                  <a:cs typeface="Courier New"/>
                  <a:sym typeface="Courier New"/>
                </a:rPr>
                <a:t>F</a:t>
              </a:r>
              <a:endParaRPr>
                <a:latin typeface="Courier New"/>
                <a:ea typeface="Courier New"/>
                <a:cs typeface="Courier New"/>
                <a:sym typeface="Courier New"/>
              </a:endParaRPr>
            </a:p>
          </p:txBody>
        </p:sp>
        <p:sp>
          <p:nvSpPr>
            <p:cNvPr id="642" name="Google Shape;642;p95"/>
            <p:cNvSpPr/>
            <p:nvPr/>
          </p:nvSpPr>
          <p:spPr>
            <a:xfrm>
              <a:off x="8615550" y="2955813"/>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a:latin typeface="Courier New"/>
                  <a:ea typeface="Courier New"/>
                  <a:cs typeface="Courier New"/>
                  <a:sym typeface="Courier New"/>
                </a:rPr>
                <a:t>G</a:t>
              </a:r>
              <a:endParaRPr>
                <a:latin typeface="Courier New"/>
                <a:ea typeface="Courier New"/>
                <a:cs typeface="Courier New"/>
                <a:sym typeface="Courier New"/>
              </a:endParaRPr>
            </a:p>
          </p:txBody>
        </p:sp>
        <p:cxnSp>
          <p:nvCxnSpPr>
            <p:cNvPr id="643" name="Google Shape;643;p95"/>
            <p:cNvCxnSpPr>
              <a:stCxn id="638" idx="3"/>
              <a:endCxn id="641" idx="7"/>
            </p:cNvCxnSpPr>
            <p:nvPr/>
          </p:nvCxnSpPr>
          <p:spPr>
            <a:xfrm flipH="1">
              <a:off x="7360379" y="3498234"/>
              <a:ext cx="244800" cy="534000"/>
            </a:xfrm>
            <a:prstGeom prst="straightConnector1">
              <a:avLst/>
            </a:prstGeom>
            <a:noFill/>
            <a:ln cap="flat" cmpd="sng" w="19050">
              <a:solidFill>
                <a:srgbClr val="000000"/>
              </a:solidFill>
              <a:prstDash val="solid"/>
              <a:round/>
              <a:headEnd len="med" w="med" type="none"/>
              <a:tailEnd len="med" w="med" type="none"/>
            </a:ln>
          </p:spPr>
        </p:cxnSp>
        <p:cxnSp>
          <p:nvCxnSpPr>
            <p:cNvPr id="644" name="Google Shape;644;p95"/>
            <p:cNvCxnSpPr>
              <a:stCxn id="638" idx="1"/>
              <a:endCxn id="637" idx="5"/>
            </p:cNvCxnSpPr>
            <p:nvPr/>
          </p:nvCxnSpPr>
          <p:spPr>
            <a:xfrm rot="10800000">
              <a:off x="7169279" y="3104716"/>
              <a:ext cx="435900" cy="115200"/>
            </a:xfrm>
            <a:prstGeom prst="straightConnector1">
              <a:avLst/>
            </a:prstGeom>
            <a:noFill/>
            <a:ln cap="flat" cmpd="sng" w="19050">
              <a:solidFill>
                <a:srgbClr val="000000"/>
              </a:solidFill>
              <a:prstDash val="solid"/>
              <a:round/>
              <a:headEnd len="med" w="med" type="triangle"/>
              <a:tailEnd len="med" w="med" type="none"/>
            </a:ln>
          </p:spPr>
        </p:cxnSp>
        <p:cxnSp>
          <p:nvCxnSpPr>
            <p:cNvPr id="645" name="Google Shape;645;p95"/>
            <p:cNvCxnSpPr>
              <a:stCxn id="641" idx="6"/>
              <a:endCxn id="640" idx="3"/>
            </p:cNvCxnSpPr>
            <p:nvPr/>
          </p:nvCxnSpPr>
          <p:spPr>
            <a:xfrm flipH="1" rot="10800000">
              <a:off x="7418100" y="3916838"/>
              <a:ext cx="855600" cy="254700"/>
            </a:xfrm>
            <a:prstGeom prst="straightConnector1">
              <a:avLst/>
            </a:prstGeom>
            <a:noFill/>
            <a:ln cap="flat" cmpd="sng" w="19050">
              <a:solidFill>
                <a:srgbClr val="000000"/>
              </a:solidFill>
              <a:prstDash val="solid"/>
              <a:round/>
              <a:headEnd len="med" w="med" type="none"/>
              <a:tailEnd len="med" w="med" type="none"/>
            </a:ln>
          </p:spPr>
        </p:cxnSp>
        <p:cxnSp>
          <p:nvCxnSpPr>
            <p:cNvPr id="646" name="Google Shape;646;p95"/>
            <p:cNvCxnSpPr>
              <a:stCxn id="638" idx="5"/>
              <a:endCxn id="640" idx="1"/>
            </p:cNvCxnSpPr>
            <p:nvPr/>
          </p:nvCxnSpPr>
          <p:spPr>
            <a:xfrm>
              <a:off x="7883496" y="3498234"/>
              <a:ext cx="390300" cy="140400"/>
            </a:xfrm>
            <a:prstGeom prst="straightConnector1">
              <a:avLst/>
            </a:prstGeom>
            <a:noFill/>
            <a:ln cap="flat" cmpd="sng" w="19050">
              <a:solidFill>
                <a:srgbClr val="000000"/>
              </a:solidFill>
              <a:prstDash val="solid"/>
              <a:round/>
              <a:headEnd len="med" w="med" type="none"/>
              <a:tailEnd len="med" w="med" type="none"/>
            </a:ln>
          </p:spPr>
        </p:cxnSp>
        <p:cxnSp>
          <p:nvCxnSpPr>
            <p:cNvPr id="647" name="Google Shape;647;p95"/>
            <p:cNvCxnSpPr>
              <a:stCxn id="642" idx="1"/>
              <a:endCxn id="639" idx="5"/>
            </p:cNvCxnSpPr>
            <p:nvPr/>
          </p:nvCxnSpPr>
          <p:spPr>
            <a:xfrm rot="10800000">
              <a:off x="8494391" y="2834654"/>
              <a:ext cx="178800" cy="178800"/>
            </a:xfrm>
            <a:prstGeom prst="straightConnector1">
              <a:avLst/>
            </a:prstGeom>
            <a:noFill/>
            <a:ln cap="flat" cmpd="sng" w="19050">
              <a:solidFill>
                <a:srgbClr val="000000"/>
              </a:solidFill>
              <a:prstDash val="solid"/>
              <a:round/>
              <a:headEnd len="med" w="med" type="none"/>
              <a:tailEnd len="med" w="med" type="none"/>
            </a:ln>
          </p:spPr>
        </p:cxnSp>
        <p:cxnSp>
          <p:nvCxnSpPr>
            <p:cNvPr id="648" name="Google Shape;648;p95"/>
            <p:cNvCxnSpPr>
              <a:stCxn id="639" idx="3"/>
              <a:endCxn id="638" idx="7"/>
            </p:cNvCxnSpPr>
            <p:nvPr/>
          </p:nvCxnSpPr>
          <p:spPr>
            <a:xfrm flipH="1">
              <a:off x="7883591" y="2834571"/>
              <a:ext cx="332400" cy="385200"/>
            </a:xfrm>
            <a:prstGeom prst="straightConnector1">
              <a:avLst/>
            </a:prstGeom>
            <a:noFill/>
            <a:ln cap="flat" cmpd="sng" w="19050">
              <a:solidFill>
                <a:srgbClr val="000000"/>
              </a:solidFill>
              <a:prstDash val="solid"/>
              <a:round/>
              <a:headEnd len="med" w="med" type="none"/>
              <a:tailEnd len="med" w="med" type="triangle"/>
            </a:ln>
          </p:spPr>
        </p:cxnSp>
        <p:cxnSp>
          <p:nvCxnSpPr>
            <p:cNvPr id="649" name="Google Shape;649;p95"/>
            <p:cNvCxnSpPr>
              <a:stCxn id="636" idx="6"/>
              <a:endCxn id="639" idx="1"/>
            </p:cNvCxnSpPr>
            <p:nvPr/>
          </p:nvCxnSpPr>
          <p:spPr>
            <a:xfrm>
              <a:off x="7584600" y="2214000"/>
              <a:ext cx="631500" cy="342300"/>
            </a:xfrm>
            <a:prstGeom prst="straightConnector1">
              <a:avLst/>
            </a:prstGeom>
            <a:noFill/>
            <a:ln cap="flat" cmpd="sng" w="19050">
              <a:solidFill>
                <a:srgbClr val="000000"/>
              </a:solidFill>
              <a:prstDash val="solid"/>
              <a:round/>
              <a:headEnd len="med" w="med" type="triangle"/>
              <a:tailEnd len="med" w="med" type="none"/>
            </a:ln>
          </p:spPr>
        </p:cxnSp>
        <p:cxnSp>
          <p:nvCxnSpPr>
            <p:cNvPr id="650" name="Google Shape;650;p95"/>
            <p:cNvCxnSpPr>
              <a:stCxn id="638" idx="6"/>
              <a:endCxn id="642" idx="2"/>
            </p:cNvCxnSpPr>
            <p:nvPr/>
          </p:nvCxnSpPr>
          <p:spPr>
            <a:xfrm flipH="1" rot="10800000">
              <a:off x="7941138" y="3152675"/>
              <a:ext cx="674400" cy="206400"/>
            </a:xfrm>
            <a:prstGeom prst="straightConnector1">
              <a:avLst/>
            </a:prstGeom>
            <a:noFill/>
            <a:ln cap="flat" cmpd="sng" w="19050">
              <a:solidFill>
                <a:srgbClr val="000000"/>
              </a:solidFill>
              <a:prstDash val="solid"/>
              <a:round/>
              <a:headEnd len="med" w="med" type="triangle"/>
              <a:tailEnd len="med" w="med" type="none"/>
            </a:ln>
          </p:spPr>
        </p:cxnSp>
        <p:cxnSp>
          <p:nvCxnSpPr>
            <p:cNvPr id="651" name="Google Shape;651;p95"/>
            <p:cNvCxnSpPr>
              <a:stCxn id="636" idx="3"/>
              <a:endCxn id="637" idx="0"/>
            </p:cNvCxnSpPr>
            <p:nvPr/>
          </p:nvCxnSpPr>
          <p:spPr>
            <a:xfrm flipH="1">
              <a:off x="7029941" y="2353159"/>
              <a:ext cx="218700" cy="415500"/>
            </a:xfrm>
            <a:prstGeom prst="straightConnector1">
              <a:avLst/>
            </a:prstGeom>
            <a:noFill/>
            <a:ln cap="flat" cmpd="sng" w="19050">
              <a:solidFill>
                <a:srgbClr val="000000"/>
              </a:solidFill>
              <a:prstDash val="solid"/>
              <a:round/>
              <a:headEnd len="med" w="med" type="none"/>
              <a:tailEnd len="med" w="med" type="none"/>
            </a:ln>
          </p:spPr>
        </p:cxnSp>
      </p:grpSp>
      <p:graphicFrame>
        <p:nvGraphicFramePr>
          <p:cNvPr id="652" name="Google Shape;652;p95"/>
          <p:cNvGraphicFramePr/>
          <p:nvPr/>
        </p:nvGraphicFramePr>
        <p:xfrm>
          <a:off x="5305925" y="1285225"/>
          <a:ext cx="3000000" cy="3000000"/>
        </p:xfrm>
        <a:graphic>
          <a:graphicData uri="http://schemas.openxmlformats.org/drawingml/2006/table">
            <a:tbl>
              <a:tblPr>
                <a:noFill/>
                <a:tableStyleId>{B317DAE7-6F48-4459-89BA-82DB4F46E07A}</a:tableStyleId>
              </a:tblPr>
              <a:tblGrid>
                <a:gridCol w="998675"/>
                <a:gridCol w="2341825"/>
              </a:tblGrid>
              <a:tr h="381000">
                <a:tc>
                  <a:txBody>
                    <a:bodyPr/>
                    <a:lstStyle/>
                    <a:p>
                      <a:pPr indent="0" lvl="0" marL="0" rtl="0" algn="l">
                        <a:spcBef>
                          <a:spcPts val="0"/>
                        </a:spcBef>
                        <a:spcAft>
                          <a:spcPts val="0"/>
                        </a:spcAft>
                        <a:buNone/>
                      </a:pPr>
                      <a:r>
                        <a:rPr b="1" lang="en" sz="2000">
                          <a:solidFill>
                            <a:srgbClr val="4A86E8"/>
                          </a:solidFill>
                        </a:rPr>
                        <a:t>Vertex</a:t>
                      </a:r>
                      <a:endParaRPr b="1" sz="2000">
                        <a:solidFill>
                          <a:srgbClr val="4A86E8"/>
                        </a:solidFill>
                      </a:endParaRPr>
                    </a:p>
                  </a:txBody>
                  <a:tcPr marT="91425" marB="91425" marR="91425" marL="91425">
                    <a:lnB cap="flat" cmpd="sng" w="9525">
                      <a:solidFill>
                        <a:schemeClr val="accen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b="1" lang="en" sz="2000">
                          <a:solidFill>
                            <a:srgbClr val="4A86E8"/>
                          </a:solidFill>
                        </a:rPr>
                        <a:t>Adjacency List</a:t>
                      </a:r>
                      <a:endParaRPr b="1" sz="2000">
                        <a:solidFill>
                          <a:srgbClr val="4A86E8"/>
                        </a:solidFill>
                      </a:endParaRPr>
                    </a:p>
                  </a:txBody>
                  <a:tcPr marT="91425" marB="91425" marR="91425" marL="91425">
                    <a:lnB cap="flat" cmpd="sng" w="9525">
                      <a:solidFill>
                        <a:schemeClr val="accent1"/>
                      </a:solidFill>
                      <a:prstDash val="solid"/>
                      <a:round/>
                      <a:headEnd len="sm" w="sm" type="none"/>
                      <a:tailEnd len="sm" w="sm" type="none"/>
                    </a:lnB>
                    <a:solidFill>
                      <a:schemeClr val="accent1"/>
                    </a:solidFill>
                  </a:tcPr>
                </a:tc>
              </a:tr>
              <a:tr h="381000">
                <a:tc>
                  <a:txBody>
                    <a:bodyPr/>
                    <a:lstStyle/>
                    <a:p>
                      <a:pPr indent="0" lvl="0" marL="0" rtl="0" algn="l">
                        <a:spcBef>
                          <a:spcPts val="0"/>
                        </a:spcBef>
                        <a:spcAft>
                          <a:spcPts val="0"/>
                        </a:spcAft>
                        <a:buNone/>
                      </a:pPr>
                      <a:r>
                        <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rgbClr val="4A86E8"/>
                    </a:solidFill>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rgbClr val="4A86E8"/>
                    </a:solidFill>
                  </a:tcPr>
                </a:tc>
              </a:tr>
              <a:tr h="381000">
                <a:tc>
                  <a:txBody>
                    <a:bodyPr/>
                    <a:lstStyle/>
                    <a:p>
                      <a:pPr indent="0" lvl="0" marL="0" rtl="0" algn="l">
                        <a:spcBef>
                          <a:spcPts val="0"/>
                        </a:spcBef>
                        <a:spcAft>
                          <a:spcPts val="0"/>
                        </a:spcAft>
                        <a:buNone/>
                      </a:pPr>
                      <a:r>
                        <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rgbClr val="4A86E8"/>
                    </a:solidFill>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rgbClr val="4A86E8"/>
                    </a:solidFill>
                  </a:tcPr>
                </a:tc>
              </a:tr>
              <a:tr h="358450">
                <a:tc>
                  <a:txBody>
                    <a:bodyPr/>
                    <a:lstStyle/>
                    <a:p>
                      <a:pPr indent="0" lvl="0" marL="0" rtl="0" algn="l">
                        <a:spcBef>
                          <a:spcPts val="0"/>
                        </a:spcBef>
                        <a:spcAft>
                          <a:spcPts val="0"/>
                        </a:spcAft>
                        <a:buNone/>
                      </a:pPr>
                      <a:r>
                        <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rgbClr val="4A86E8"/>
                    </a:solidFill>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rgbClr val="4A86E8"/>
                    </a:solidFill>
                  </a:tcPr>
                </a:tc>
              </a:tr>
              <a:tr h="381000">
                <a:tc>
                  <a:txBody>
                    <a:bodyPr/>
                    <a:lstStyle/>
                    <a:p>
                      <a:pPr indent="0" lvl="0" marL="0" rtl="0" algn="l">
                        <a:spcBef>
                          <a:spcPts val="0"/>
                        </a:spcBef>
                        <a:spcAft>
                          <a:spcPts val="0"/>
                        </a:spcAft>
                        <a:buNone/>
                      </a:pPr>
                      <a:r>
                        <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rgbClr val="4A86E8"/>
                    </a:solidFill>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rgbClr val="4A86E8"/>
                    </a:solidFill>
                  </a:tcPr>
                </a:tc>
              </a:tr>
              <a:tr h="381000">
                <a:tc>
                  <a:txBody>
                    <a:bodyPr/>
                    <a:lstStyle/>
                    <a:p>
                      <a:pPr indent="0" lvl="0" marL="0" rtl="0" algn="l">
                        <a:spcBef>
                          <a:spcPts val="0"/>
                        </a:spcBef>
                        <a:spcAft>
                          <a:spcPts val="0"/>
                        </a:spcAft>
                        <a:buNone/>
                      </a:pPr>
                      <a:r>
                        <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rgbClr val="4A86E8"/>
                    </a:solidFill>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rgbClr val="4A86E8"/>
                    </a:solidFill>
                  </a:tcPr>
                </a:tc>
              </a:tr>
              <a:tr h="381000">
                <a:tc>
                  <a:txBody>
                    <a:bodyPr/>
                    <a:lstStyle/>
                    <a:p>
                      <a:pPr indent="0" lvl="0" marL="0" rtl="0" algn="l">
                        <a:spcBef>
                          <a:spcPts val="0"/>
                        </a:spcBef>
                        <a:spcAft>
                          <a:spcPts val="0"/>
                        </a:spcAft>
                        <a:buNone/>
                      </a:pPr>
                      <a:r>
                        <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rgbClr val="4A86E8"/>
                    </a:solidFill>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rgbClr val="4A86E8"/>
                    </a:solidFill>
                  </a:tcPr>
                </a:tc>
              </a:tr>
              <a:tr h="381000">
                <a:tc>
                  <a:txBody>
                    <a:bodyPr/>
                    <a:lstStyle/>
                    <a:p>
                      <a:pPr indent="0" lvl="0" marL="0" rtl="0" algn="l">
                        <a:spcBef>
                          <a:spcPts val="0"/>
                        </a:spcBef>
                        <a:spcAft>
                          <a:spcPts val="0"/>
                        </a:spcAft>
                        <a:buNone/>
                      </a:pPr>
                      <a:r>
                        <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rgbClr val="4A86E8"/>
                    </a:solidFill>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rgbClr val="4A86E8"/>
                    </a:solidFill>
                  </a:tcPr>
                </a:tc>
              </a:tr>
            </a:tbl>
          </a:graphicData>
        </a:graphic>
      </p:graphicFrame>
      <p:sp>
        <p:nvSpPr>
          <p:cNvPr id="653" name="Google Shape;653;p95"/>
          <p:cNvSpPr txBox="1"/>
          <p:nvPr/>
        </p:nvSpPr>
        <p:spPr>
          <a:xfrm>
            <a:off x="5545375" y="1772875"/>
            <a:ext cx="367500" cy="39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accent1"/>
                </a:solidFill>
                <a:latin typeface="Inter"/>
                <a:ea typeface="Inter"/>
                <a:cs typeface="Inter"/>
                <a:sym typeface="Inter"/>
              </a:rPr>
              <a:t>A</a:t>
            </a:r>
            <a:endParaRPr b="1" sz="1800">
              <a:solidFill>
                <a:schemeClr val="accent1"/>
              </a:solidFill>
              <a:latin typeface="Inter"/>
              <a:ea typeface="Inter"/>
              <a:cs typeface="Inter"/>
              <a:sym typeface="Inter"/>
            </a:endParaRPr>
          </a:p>
        </p:txBody>
      </p:sp>
      <p:sp>
        <p:nvSpPr>
          <p:cNvPr id="654" name="Google Shape;654;p95"/>
          <p:cNvSpPr txBox="1"/>
          <p:nvPr/>
        </p:nvSpPr>
        <p:spPr>
          <a:xfrm>
            <a:off x="6451400" y="1772875"/>
            <a:ext cx="367500" cy="39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accent1"/>
                </a:solidFill>
                <a:latin typeface="Inter"/>
                <a:ea typeface="Inter"/>
                <a:cs typeface="Inter"/>
                <a:sym typeface="Inter"/>
              </a:rPr>
              <a:t>B</a:t>
            </a:r>
            <a:endParaRPr b="1" sz="1800">
              <a:solidFill>
                <a:schemeClr val="accent1"/>
              </a:solidFill>
              <a:latin typeface="Inter"/>
              <a:ea typeface="Inter"/>
              <a:cs typeface="Inter"/>
              <a:sym typeface="Inter"/>
            </a:endParaRPr>
          </a:p>
        </p:txBody>
      </p:sp>
      <p:sp>
        <p:nvSpPr>
          <p:cNvPr id="655" name="Google Shape;655;p95"/>
          <p:cNvSpPr txBox="1"/>
          <p:nvPr/>
        </p:nvSpPr>
        <p:spPr>
          <a:xfrm>
            <a:off x="5545375" y="2169550"/>
            <a:ext cx="367500" cy="39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accent1"/>
                </a:solidFill>
                <a:latin typeface="Inter"/>
                <a:ea typeface="Inter"/>
                <a:cs typeface="Inter"/>
                <a:sym typeface="Inter"/>
              </a:rPr>
              <a:t>B</a:t>
            </a:r>
            <a:endParaRPr b="1" sz="1800">
              <a:solidFill>
                <a:schemeClr val="accent1"/>
              </a:solidFill>
              <a:latin typeface="Inter"/>
              <a:ea typeface="Inter"/>
              <a:cs typeface="Inter"/>
              <a:sym typeface="Inter"/>
            </a:endParaRPr>
          </a:p>
        </p:txBody>
      </p:sp>
      <p:sp>
        <p:nvSpPr>
          <p:cNvPr id="656" name="Google Shape;656;p95"/>
          <p:cNvSpPr txBox="1"/>
          <p:nvPr/>
        </p:nvSpPr>
        <p:spPr>
          <a:xfrm>
            <a:off x="5545375" y="2535675"/>
            <a:ext cx="367500" cy="39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accent1"/>
                </a:solidFill>
                <a:latin typeface="Inter"/>
                <a:ea typeface="Inter"/>
                <a:cs typeface="Inter"/>
                <a:sym typeface="Inter"/>
              </a:rPr>
              <a:t>C</a:t>
            </a:r>
            <a:endParaRPr b="1" sz="1800">
              <a:solidFill>
                <a:schemeClr val="accent1"/>
              </a:solidFill>
              <a:latin typeface="Inter"/>
              <a:ea typeface="Inter"/>
              <a:cs typeface="Inter"/>
              <a:sym typeface="Inter"/>
            </a:endParaRPr>
          </a:p>
        </p:txBody>
      </p:sp>
      <p:sp>
        <p:nvSpPr>
          <p:cNvPr id="657" name="Google Shape;657;p95"/>
          <p:cNvSpPr txBox="1"/>
          <p:nvPr/>
        </p:nvSpPr>
        <p:spPr>
          <a:xfrm>
            <a:off x="5545375" y="2970169"/>
            <a:ext cx="367500" cy="39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accent1"/>
                </a:solidFill>
                <a:latin typeface="Inter"/>
                <a:ea typeface="Inter"/>
                <a:cs typeface="Inter"/>
                <a:sym typeface="Inter"/>
              </a:rPr>
              <a:t>D</a:t>
            </a:r>
            <a:endParaRPr b="1" sz="1800">
              <a:solidFill>
                <a:schemeClr val="accent1"/>
              </a:solidFill>
              <a:latin typeface="Inter"/>
              <a:ea typeface="Inter"/>
              <a:cs typeface="Inter"/>
              <a:sym typeface="Inter"/>
            </a:endParaRPr>
          </a:p>
        </p:txBody>
      </p:sp>
      <p:sp>
        <p:nvSpPr>
          <p:cNvPr id="658" name="Google Shape;658;p95"/>
          <p:cNvSpPr txBox="1"/>
          <p:nvPr/>
        </p:nvSpPr>
        <p:spPr>
          <a:xfrm>
            <a:off x="5545375" y="3374280"/>
            <a:ext cx="367500" cy="39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accent1"/>
                </a:solidFill>
                <a:latin typeface="Inter"/>
                <a:ea typeface="Inter"/>
                <a:cs typeface="Inter"/>
                <a:sym typeface="Inter"/>
              </a:rPr>
              <a:t>E</a:t>
            </a:r>
            <a:endParaRPr b="1" sz="1800">
              <a:solidFill>
                <a:schemeClr val="accent1"/>
              </a:solidFill>
              <a:latin typeface="Inter"/>
              <a:ea typeface="Inter"/>
              <a:cs typeface="Inter"/>
              <a:sym typeface="Inter"/>
            </a:endParaRPr>
          </a:p>
        </p:txBody>
      </p:sp>
      <p:sp>
        <p:nvSpPr>
          <p:cNvPr id="659" name="Google Shape;659;p95"/>
          <p:cNvSpPr txBox="1"/>
          <p:nvPr/>
        </p:nvSpPr>
        <p:spPr>
          <a:xfrm>
            <a:off x="5545375" y="3751973"/>
            <a:ext cx="367500" cy="39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accent1"/>
                </a:solidFill>
                <a:latin typeface="Inter"/>
                <a:ea typeface="Inter"/>
                <a:cs typeface="Inter"/>
                <a:sym typeface="Inter"/>
              </a:rPr>
              <a:t>F</a:t>
            </a:r>
            <a:endParaRPr b="1" sz="1800">
              <a:solidFill>
                <a:schemeClr val="accent1"/>
              </a:solidFill>
              <a:latin typeface="Inter"/>
              <a:ea typeface="Inter"/>
              <a:cs typeface="Inter"/>
              <a:sym typeface="Inter"/>
            </a:endParaRPr>
          </a:p>
        </p:txBody>
      </p:sp>
      <p:sp>
        <p:nvSpPr>
          <p:cNvPr id="660" name="Google Shape;660;p95"/>
          <p:cNvSpPr txBox="1"/>
          <p:nvPr/>
        </p:nvSpPr>
        <p:spPr>
          <a:xfrm>
            <a:off x="5545375" y="4138250"/>
            <a:ext cx="367500" cy="39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accent1"/>
                </a:solidFill>
                <a:latin typeface="Inter"/>
                <a:ea typeface="Inter"/>
                <a:cs typeface="Inter"/>
                <a:sym typeface="Inter"/>
              </a:rPr>
              <a:t>G</a:t>
            </a:r>
            <a:endParaRPr b="1" sz="1800">
              <a:solidFill>
                <a:schemeClr val="accent1"/>
              </a:solidFill>
              <a:latin typeface="Inter"/>
              <a:ea typeface="Inter"/>
              <a:cs typeface="Inter"/>
              <a:sym typeface="Inter"/>
            </a:endParaRPr>
          </a:p>
        </p:txBody>
      </p:sp>
      <p:sp>
        <p:nvSpPr>
          <p:cNvPr id="661" name="Google Shape;661;p95"/>
          <p:cNvSpPr txBox="1"/>
          <p:nvPr/>
        </p:nvSpPr>
        <p:spPr>
          <a:xfrm>
            <a:off x="6451400" y="2169550"/>
            <a:ext cx="1762500" cy="39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accent1"/>
                </a:solidFill>
                <a:latin typeface="Inter"/>
                <a:ea typeface="Inter"/>
                <a:cs typeface="Inter"/>
                <a:sym typeface="Inter"/>
              </a:rPr>
              <a:t>A, C</a:t>
            </a:r>
            <a:endParaRPr b="1" sz="1800">
              <a:solidFill>
                <a:schemeClr val="accent1"/>
              </a:solidFill>
              <a:latin typeface="Inter"/>
              <a:ea typeface="Inter"/>
              <a:cs typeface="Inter"/>
              <a:sym typeface="Inter"/>
            </a:endParaRPr>
          </a:p>
        </p:txBody>
      </p:sp>
      <p:sp>
        <p:nvSpPr>
          <p:cNvPr id="662" name="Google Shape;662;p95"/>
          <p:cNvSpPr txBox="1"/>
          <p:nvPr/>
        </p:nvSpPr>
        <p:spPr>
          <a:xfrm>
            <a:off x="6451400" y="2544834"/>
            <a:ext cx="1645200" cy="39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accent1"/>
                </a:solidFill>
                <a:latin typeface="Inter"/>
                <a:ea typeface="Inter"/>
                <a:cs typeface="Inter"/>
                <a:sym typeface="Inter"/>
              </a:rPr>
              <a:t>E, F</a:t>
            </a:r>
            <a:endParaRPr b="1" sz="1800">
              <a:solidFill>
                <a:schemeClr val="accent1"/>
              </a:solidFill>
              <a:latin typeface="Inter"/>
              <a:ea typeface="Inter"/>
              <a:cs typeface="Inter"/>
              <a:sym typeface="Inter"/>
            </a:endParaRPr>
          </a:p>
        </p:txBody>
      </p:sp>
      <p:sp>
        <p:nvSpPr>
          <p:cNvPr id="663" name="Google Shape;663;p95"/>
          <p:cNvSpPr txBox="1"/>
          <p:nvPr/>
        </p:nvSpPr>
        <p:spPr>
          <a:xfrm>
            <a:off x="6451400" y="2961010"/>
            <a:ext cx="1762500" cy="39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accent1"/>
                </a:solidFill>
                <a:latin typeface="Inter"/>
                <a:ea typeface="Inter"/>
                <a:cs typeface="Inter"/>
                <a:sym typeface="Inter"/>
              </a:rPr>
              <a:t>A, C, G</a:t>
            </a:r>
            <a:endParaRPr b="1" sz="1800">
              <a:solidFill>
                <a:schemeClr val="accent1"/>
              </a:solidFill>
              <a:latin typeface="Inter"/>
              <a:ea typeface="Inter"/>
              <a:cs typeface="Inter"/>
              <a:sym typeface="Inter"/>
            </a:endParaRPr>
          </a:p>
        </p:txBody>
      </p:sp>
      <p:sp>
        <p:nvSpPr>
          <p:cNvPr id="664" name="Google Shape;664;p95"/>
          <p:cNvSpPr txBox="1"/>
          <p:nvPr/>
        </p:nvSpPr>
        <p:spPr>
          <a:xfrm>
            <a:off x="6451400" y="3374280"/>
            <a:ext cx="1645200" cy="39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accent1"/>
                </a:solidFill>
                <a:latin typeface="Inter"/>
                <a:ea typeface="Inter"/>
                <a:cs typeface="Inter"/>
                <a:sym typeface="Inter"/>
              </a:rPr>
              <a:t>C, F</a:t>
            </a:r>
            <a:endParaRPr b="1" sz="1800">
              <a:solidFill>
                <a:schemeClr val="accent1"/>
              </a:solidFill>
              <a:latin typeface="Inter"/>
              <a:ea typeface="Inter"/>
              <a:cs typeface="Inter"/>
              <a:sym typeface="Inter"/>
            </a:endParaRPr>
          </a:p>
        </p:txBody>
      </p:sp>
      <p:sp>
        <p:nvSpPr>
          <p:cNvPr id="665" name="Google Shape;665;p95"/>
          <p:cNvSpPr txBox="1"/>
          <p:nvPr/>
        </p:nvSpPr>
        <p:spPr>
          <a:xfrm>
            <a:off x="6451400" y="3751973"/>
            <a:ext cx="1463700" cy="39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accent1"/>
                </a:solidFill>
                <a:latin typeface="Inter"/>
                <a:ea typeface="Inter"/>
                <a:cs typeface="Inter"/>
                <a:sym typeface="Inter"/>
              </a:rPr>
              <a:t>C, E</a:t>
            </a:r>
            <a:endParaRPr b="1" sz="1800">
              <a:solidFill>
                <a:schemeClr val="accent1"/>
              </a:solidFill>
              <a:latin typeface="Inter"/>
              <a:ea typeface="Inter"/>
              <a:cs typeface="Inter"/>
              <a:sym typeface="Inter"/>
            </a:endParaRPr>
          </a:p>
        </p:txBody>
      </p:sp>
      <p:sp>
        <p:nvSpPr>
          <p:cNvPr id="666" name="Google Shape;666;p95"/>
          <p:cNvSpPr txBox="1"/>
          <p:nvPr/>
        </p:nvSpPr>
        <p:spPr>
          <a:xfrm>
            <a:off x="6451400" y="4138250"/>
            <a:ext cx="1645200" cy="39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accent1"/>
                </a:solidFill>
                <a:latin typeface="Inter"/>
                <a:ea typeface="Inter"/>
                <a:cs typeface="Inter"/>
                <a:sym typeface="Inter"/>
              </a:rPr>
              <a:t>C, D</a:t>
            </a:r>
            <a:endParaRPr b="1" sz="1800">
              <a:solidFill>
                <a:schemeClr val="accent1"/>
              </a:solidFill>
              <a:latin typeface="Inter"/>
              <a:ea typeface="Inter"/>
              <a:cs typeface="Inter"/>
              <a:sym typeface="Inte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96"/>
          <p:cNvSpPr/>
          <p:nvPr/>
        </p:nvSpPr>
        <p:spPr>
          <a:xfrm>
            <a:off x="185075"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200">
                <a:solidFill>
                  <a:srgbClr val="FFFFFF"/>
                </a:solidFill>
                <a:latin typeface="Inter"/>
                <a:ea typeface="Inter"/>
                <a:cs typeface="Inter"/>
                <a:sym typeface="Inter"/>
              </a:rPr>
              <a:t>This term describes the choice that looks best at the current step of a problem.</a:t>
            </a:r>
            <a:endParaRPr b="1" sz="4200">
              <a:solidFill>
                <a:srgbClr val="FFFFFF"/>
              </a:solidFill>
              <a:latin typeface="Inter"/>
              <a:ea typeface="Inter"/>
              <a:cs typeface="Inter"/>
              <a:sym typeface="Inter"/>
            </a:endParaRPr>
          </a:p>
        </p:txBody>
      </p:sp>
      <p:sp>
        <p:nvSpPr>
          <p:cNvPr id="672" name="Google Shape;672;p96"/>
          <p:cNvSpPr txBox="1"/>
          <p:nvPr/>
        </p:nvSpPr>
        <p:spPr>
          <a:xfrm>
            <a:off x="593775" y="2859096"/>
            <a:ext cx="8112300" cy="1614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i="1" lang="en" sz="4800">
                <a:solidFill>
                  <a:schemeClr val="accent1"/>
                </a:solidFill>
                <a:latin typeface="Inter"/>
                <a:ea typeface="Inter"/>
                <a:cs typeface="Inter"/>
                <a:sym typeface="Inter"/>
              </a:rPr>
              <a:t>What is a local optimum?</a:t>
            </a:r>
            <a:endParaRPr i="1" sz="4800">
              <a:solidFill>
                <a:schemeClr val="accent1"/>
              </a:solidFill>
              <a:latin typeface="Inter"/>
              <a:ea typeface="Inter"/>
              <a:cs typeface="Inter"/>
              <a:sym typeface="Inter"/>
            </a:endParaRPr>
          </a:p>
        </p:txBody>
      </p:sp>
      <p:pic>
        <p:nvPicPr>
          <p:cNvPr id="673" name="Google Shape;673;p96">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97"/>
          <p:cNvSpPr/>
          <p:nvPr/>
        </p:nvSpPr>
        <p:spPr>
          <a:xfrm>
            <a:off x="185075"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000">
                <a:solidFill>
                  <a:srgbClr val="FFFFFF"/>
                </a:solidFill>
                <a:latin typeface="Inter"/>
                <a:ea typeface="Inter"/>
                <a:cs typeface="Inter"/>
                <a:sym typeface="Inter"/>
              </a:rPr>
              <a:t>This is the number of possible routes a traveling salesman could take when visiting 100 cities.</a:t>
            </a:r>
            <a:endParaRPr b="1" sz="4000">
              <a:solidFill>
                <a:srgbClr val="FFFFFF"/>
              </a:solidFill>
              <a:latin typeface="Inter"/>
              <a:ea typeface="Inter"/>
              <a:cs typeface="Inter"/>
              <a:sym typeface="Inter"/>
            </a:endParaRPr>
          </a:p>
        </p:txBody>
      </p:sp>
      <p:sp>
        <p:nvSpPr>
          <p:cNvPr id="679" name="Google Shape;679;p97"/>
          <p:cNvSpPr txBox="1"/>
          <p:nvPr/>
        </p:nvSpPr>
        <p:spPr>
          <a:xfrm>
            <a:off x="593775" y="2766564"/>
            <a:ext cx="8112300" cy="1659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i="1" lang="en" sz="4800">
                <a:solidFill>
                  <a:schemeClr val="accent1"/>
                </a:solidFill>
                <a:latin typeface="Inter"/>
                <a:ea typeface="Inter"/>
                <a:cs typeface="Inter"/>
                <a:sym typeface="Inter"/>
              </a:rPr>
              <a:t>What is 100!?</a:t>
            </a:r>
            <a:endParaRPr i="1" sz="4800">
              <a:solidFill>
                <a:schemeClr val="accent1"/>
              </a:solidFill>
              <a:latin typeface="Inter"/>
              <a:ea typeface="Inter"/>
              <a:cs typeface="Inter"/>
              <a:sym typeface="Inter"/>
            </a:endParaRPr>
          </a:p>
        </p:txBody>
      </p:sp>
      <p:pic>
        <p:nvPicPr>
          <p:cNvPr id="680" name="Google Shape;680;p97">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98"/>
          <p:cNvSpPr/>
          <p:nvPr/>
        </p:nvSpPr>
        <p:spPr>
          <a:xfrm>
            <a:off x="188100"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Clr>
                <a:schemeClr val="lt1"/>
              </a:buClr>
              <a:buSzPts val="1100"/>
              <a:buFont typeface="Arial"/>
              <a:buNone/>
            </a:pPr>
            <a:r>
              <a:rPr b="1" lang="en" sz="3800">
                <a:solidFill>
                  <a:srgbClr val="FFFFFF"/>
                </a:solidFill>
              </a:rPr>
              <a:t>This greedy algorithm guarantees the lowest total path cost in a weighted graph.</a:t>
            </a:r>
            <a:endParaRPr b="1" sz="4100">
              <a:solidFill>
                <a:srgbClr val="FFFFFF"/>
              </a:solidFill>
            </a:endParaRPr>
          </a:p>
        </p:txBody>
      </p:sp>
      <p:sp>
        <p:nvSpPr>
          <p:cNvPr id="686" name="Google Shape;686;p98"/>
          <p:cNvSpPr txBox="1"/>
          <p:nvPr/>
        </p:nvSpPr>
        <p:spPr>
          <a:xfrm>
            <a:off x="596800" y="2766564"/>
            <a:ext cx="8112300" cy="1659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Clr>
                <a:schemeClr val="lt1"/>
              </a:buClr>
              <a:buSzPts val="1100"/>
              <a:buFont typeface="Arial"/>
              <a:buNone/>
            </a:pPr>
            <a:r>
              <a:rPr i="1" lang="en" sz="4800">
                <a:solidFill>
                  <a:schemeClr val="accent1"/>
                </a:solidFill>
                <a:latin typeface="Inter"/>
                <a:ea typeface="Inter"/>
                <a:cs typeface="Inter"/>
                <a:sym typeface="Inter"/>
              </a:rPr>
              <a:t>What is Dijkstra’s algorithm?</a:t>
            </a:r>
            <a:endParaRPr i="1" sz="4800">
              <a:solidFill>
                <a:schemeClr val="accent1"/>
              </a:solidFill>
            </a:endParaRPr>
          </a:p>
        </p:txBody>
      </p:sp>
      <p:pic>
        <p:nvPicPr>
          <p:cNvPr id="687" name="Google Shape;687;p98">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99"/>
          <p:cNvSpPr/>
          <p:nvPr/>
        </p:nvSpPr>
        <p:spPr>
          <a:xfrm>
            <a:off x="188100"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Clr>
                <a:schemeClr val="lt1"/>
              </a:buClr>
              <a:buSzPts val="1100"/>
              <a:buFont typeface="Arial"/>
              <a:buNone/>
            </a:pPr>
            <a:r>
              <a:rPr b="1" lang="en" sz="3900">
                <a:solidFill>
                  <a:srgbClr val="FFFFFF"/>
                </a:solidFill>
              </a:rPr>
              <a:t>This allows an algorithm to be sketched out quickly without the </a:t>
            </a:r>
            <a:r>
              <a:rPr b="1" lang="en" sz="3900">
                <a:solidFill>
                  <a:srgbClr val="FFFFFF"/>
                </a:solidFill>
              </a:rPr>
              <a:t>burden</a:t>
            </a:r>
            <a:r>
              <a:rPr b="1" lang="en" sz="3900">
                <a:solidFill>
                  <a:srgbClr val="FFFFFF"/>
                </a:solidFill>
              </a:rPr>
              <a:t> of formal syntax.</a:t>
            </a:r>
            <a:endParaRPr b="1" sz="3900">
              <a:solidFill>
                <a:srgbClr val="FFFFFF"/>
              </a:solidFill>
            </a:endParaRPr>
          </a:p>
        </p:txBody>
      </p:sp>
      <p:sp>
        <p:nvSpPr>
          <p:cNvPr id="693" name="Google Shape;693;p99"/>
          <p:cNvSpPr txBox="1"/>
          <p:nvPr/>
        </p:nvSpPr>
        <p:spPr>
          <a:xfrm>
            <a:off x="596800" y="2766564"/>
            <a:ext cx="8112300" cy="1659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i="1" lang="en" sz="4800">
                <a:solidFill>
                  <a:schemeClr val="accent1"/>
                </a:solidFill>
              </a:rPr>
              <a:t>What is pseudocode?</a:t>
            </a:r>
            <a:endParaRPr i="1" sz="4800">
              <a:solidFill>
                <a:schemeClr val="accent1"/>
              </a:solidFill>
            </a:endParaRPr>
          </a:p>
        </p:txBody>
      </p:sp>
      <p:pic>
        <p:nvPicPr>
          <p:cNvPr id="694" name="Google Shape;694;p99">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100"/>
          <p:cNvSpPr/>
          <p:nvPr/>
        </p:nvSpPr>
        <p:spPr>
          <a:xfrm>
            <a:off x="188100"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Clr>
                <a:schemeClr val="lt1"/>
              </a:buClr>
              <a:buSzPts val="1100"/>
              <a:buFont typeface="Arial"/>
              <a:buNone/>
            </a:pPr>
            <a:r>
              <a:rPr b="1" lang="en" sz="4500">
                <a:solidFill>
                  <a:srgbClr val="FFFFFF"/>
                </a:solidFill>
              </a:rPr>
              <a:t>ACTIVITY</a:t>
            </a:r>
            <a:r>
              <a:rPr b="1" lang="en" sz="4500">
                <a:solidFill>
                  <a:srgbClr val="FFFFFF"/>
                </a:solidFill>
              </a:rPr>
              <a:t> CHALLENGE!</a:t>
            </a:r>
            <a:endParaRPr b="1" sz="4500">
              <a:solidFill>
                <a:srgbClr val="FFFFFF"/>
              </a:solidFill>
            </a:endParaRPr>
          </a:p>
          <a:p>
            <a:pPr indent="0" lvl="0" marL="0" rtl="0" algn="ctr">
              <a:spcBef>
                <a:spcPts val="0"/>
              </a:spcBef>
              <a:spcAft>
                <a:spcPts val="0"/>
              </a:spcAft>
              <a:buClr>
                <a:schemeClr val="lt1"/>
              </a:buClr>
              <a:buSzPts val="1100"/>
              <a:buFont typeface="Arial"/>
              <a:buNone/>
            </a:pPr>
            <a:r>
              <a:t/>
            </a:r>
            <a:endParaRPr b="1" sz="4500">
              <a:solidFill>
                <a:srgbClr val="FFFFFF"/>
              </a:solidFill>
            </a:endParaRPr>
          </a:p>
          <a:p>
            <a:pPr indent="0" lvl="0" marL="0" rtl="0" algn="ctr">
              <a:spcBef>
                <a:spcPts val="0"/>
              </a:spcBef>
              <a:spcAft>
                <a:spcPts val="0"/>
              </a:spcAft>
              <a:buClr>
                <a:schemeClr val="lt1"/>
              </a:buClr>
              <a:buSzPts val="1100"/>
              <a:buFont typeface="Arial"/>
              <a:buNone/>
            </a:pPr>
            <a:r>
              <a:t/>
            </a:r>
            <a:endParaRPr b="1" sz="2300">
              <a:solidFill>
                <a:srgbClr val="FFFFFF"/>
              </a:solidFill>
            </a:endParaRPr>
          </a:p>
        </p:txBody>
      </p:sp>
      <p:pic>
        <p:nvPicPr>
          <p:cNvPr id="700" name="Google Shape;700;p100">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
        <p:nvSpPr>
          <p:cNvPr id="701" name="Google Shape;701;p100"/>
          <p:cNvSpPr txBox="1"/>
          <p:nvPr/>
        </p:nvSpPr>
        <p:spPr>
          <a:xfrm>
            <a:off x="3131100" y="1085075"/>
            <a:ext cx="5603100" cy="21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latin typeface="Inter"/>
                <a:ea typeface="Inter"/>
                <a:cs typeface="Inter"/>
                <a:sym typeface="Inter"/>
              </a:rPr>
              <a:t>To the left is a list of your favorite activities. You can only do one activity at a time.</a:t>
            </a:r>
            <a:endParaRPr sz="1700">
              <a:solidFill>
                <a:schemeClr val="dk1"/>
              </a:solidFill>
              <a:latin typeface="Inter"/>
              <a:ea typeface="Inter"/>
              <a:cs typeface="Inter"/>
              <a:sym typeface="Inter"/>
            </a:endParaRPr>
          </a:p>
          <a:p>
            <a:pPr indent="0" lvl="0" marL="0" rtl="0" algn="l">
              <a:spcBef>
                <a:spcPts val="0"/>
              </a:spcBef>
              <a:spcAft>
                <a:spcPts val="0"/>
              </a:spcAft>
              <a:buNone/>
            </a:pPr>
            <a:r>
              <a:t/>
            </a:r>
            <a:endParaRPr sz="1700">
              <a:solidFill>
                <a:schemeClr val="dk1"/>
              </a:solidFill>
              <a:latin typeface="Inter"/>
              <a:ea typeface="Inter"/>
              <a:cs typeface="Inter"/>
              <a:sym typeface="Inter"/>
            </a:endParaRPr>
          </a:p>
          <a:p>
            <a:pPr indent="0" lvl="0" marL="0" rtl="0" algn="l">
              <a:spcBef>
                <a:spcPts val="0"/>
              </a:spcBef>
              <a:spcAft>
                <a:spcPts val="0"/>
              </a:spcAft>
              <a:buNone/>
            </a:pPr>
            <a:r>
              <a:rPr lang="en" sz="1700">
                <a:solidFill>
                  <a:schemeClr val="dk1"/>
                </a:solidFill>
                <a:latin typeface="Inter"/>
                <a:ea typeface="Inter"/>
                <a:cs typeface="Inter"/>
                <a:sym typeface="Inter"/>
              </a:rPr>
              <a:t>Decide on</a:t>
            </a:r>
            <a:r>
              <a:rPr lang="en" sz="1700">
                <a:solidFill>
                  <a:schemeClr val="dk1"/>
                </a:solidFill>
                <a:latin typeface="Inter"/>
                <a:ea typeface="Inter"/>
                <a:cs typeface="Inter"/>
                <a:sym typeface="Inter"/>
              </a:rPr>
              <a:t> a greedy strategy for choosing activities and try to fit as many as possible into one day.</a:t>
            </a:r>
            <a:endParaRPr sz="1700">
              <a:solidFill>
                <a:schemeClr val="dk1"/>
              </a:solidFill>
              <a:latin typeface="Inter"/>
              <a:ea typeface="Inter"/>
              <a:cs typeface="Inter"/>
              <a:sym typeface="Inter"/>
            </a:endParaRPr>
          </a:p>
          <a:p>
            <a:pPr indent="0" lvl="0" marL="0" rtl="0" algn="l">
              <a:spcBef>
                <a:spcPts val="0"/>
              </a:spcBef>
              <a:spcAft>
                <a:spcPts val="0"/>
              </a:spcAft>
              <a:buNone/>
            </a:pPr>
            <a:r>
              <a:t/>
            </a:r>
            <a:endParaRPr sz="1700">
              <a:solidFill>
                <a:schemeClr val="dk1"/>
              </a:solidFill>
              <a:latin typeface="Inter"/>
              <a:ea typeface="Inter"/>
              <a:cs typeface="Inter"/>
              <a:sym typeface="Inter"/>
            </a:endParaRPr>
          </a:p>
          <a:p>
            <a:pPr indent="0" lvl="0" marL="0" rtl="0" algn="l">
              <a:spcBef>
                <a:spcPts val="0"/>
              </a:spcBef>
              <a:spcAft>
                <a:spcPts val="0"/>
              </a:spcAft>
              <a:buNone/>
            </a:pPr>
            <a:r>
              <a:rPr lang="en" sz="1700">
                <a:solidFill>
                  <a:schemeClr val="dk1"/>
                </a:solidFill>
                <a:latin typeface="Inter"/>
                <a:ea typeface="Inter"/>
                <a:cs typeface="Inter"/>
                <a:sym typeface="Inter"/>
              </a:rPr>
              <a:t>Write down your strategy and the list of activities that you can do by following the strategy.</a:t>
            </a:r>
            <a:endParaRPr sz="1700">
              <a:solidFill>
                <a:schemeClr val="dk1"/>
              </a:solidFill>
              <a:latin typeface="Inter"/>
              <a:ea typeface="Inter"/>
              <a:cs typeface="Inter"/>
              <a:sym typeface="Inter"/>
            </a:endParaRPr>
          </a:p>
        </p:txBody>
      </p:sp>
      <p:sp>
        <p:nvSpPr>
          <p:cNvPr id="702" name="Google Shape;702;p100"/>
          <p:cNvSpPr txBox="1"/>
          <p:nvPr/>
        </p:nvSpPr>
        <p:spPr>
          <a:xfrm>
            <a:off x="3131100" y="3481805"/>
            <a:ext cx="5887800" cy="12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accent1"/>
                </a:solidFill>
                <a:latin typeface="Inter"/>
                <a:ea typeface="Inter"/>
                <a:cs typeface="Inter"/>
                <a:sym typeface="Inter"/>
              </a:rPr>
              <a:t>Pick the activity that ends the earliest:</a:t>
            </a:r>
            <a:br>
              <a:rPr b="1" lang="en" sz="1600">
                <a:solidFill>
                  <a:schemeClr val="accent1"/>
                </a:solidFill>
                <a:latin typeface="Inter"/>
                <a:ea typeface="Inter"/>
                <a:cs typeface="Inter"/>
                <a:sym typeface="Inter"/>
              </a:rPr>
            </a:br>
            <a:br>
              <a:rPr b="1" lang="en" sz="1600">
                <a:solidFill>
                  <a:schemeClr val="accent1"/>
                </a:solidFill>
                <a:latin typeface="Inter"/>
                <a:ea typeface="Inter"/>
                <a:cs typeface="Inter"/>
                <a:sym typeface="Inter"/>
              </a:rPr>
            </a:br>
            <a:r>
              <a:rPr b="1" lang="en" sz="1600">
                <a:solidFill>
                  <a:schemeClr val="accent1"/>
                </a:solidFill>
                <a:latin typeface="Inter"/>
                <a:ea typeface="Inter"/>
                <a:cs typeface="Inter"/>
                <a:sym typeface="Inter"/>
              </a:rPr>
              <a:t>Morning Run → Coffee w/ Friend → Lunch → Movie → Dinner</a:t>
            </a:r>
            <a:endParaRPr b="1" sz="1600">
              <a:solidFill>
                <a:schemeClr val="accent1"/>
              </a:solidFill>
              <a:latin typeface="Inter"/>
              <a:ea typeface="Inter"/>
              <a:cs typeface="Inter"/>
              <a:sym typeface="Inter"/>
            </a:endParaRPr>
          </a:p>
        </p:txBody>
      </p:sp>
      <p:pic>
        <p:nvPicPr>
          <p:cNvPr id="703" name="Google Shape;703;p100"/>
          <p:cNvPicPr preferRelativeResize="0"/>
          <p:nvPr/>
        </p:nvPicPr>
        <p:blipFill>
          <a:blip r:embed="rId5">
            <a:alphaModFix/>
          </a:blip>
          <a:stretch>
            <a:fillRect/>
          </a:stretch>
        </p:blipFill>
        <p:spPr>
          <a:xfrm>
            <a:off x="284850" y="965450"/>
            <a:ext cx="2566220" cy="3611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101"/>
          <p:cNvSpPr/>
          <p:nvPr/>
        </p:nvSpPr>
        <p:spPr>
          <a:xfrm>
            <a:off x="185075"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Clr>
                <a:schemeClr val="lt1"/>
              </a:buClr>
              <a:buSzPts val="1100"/>
              <a:buFont typeface="Arial"/>
              <a:buNone/>
            </a:pPr>
            <a:r>
              <a:rPr b="1" lang="en" sz="4400">
                <a:solidFill>
                  <a:srgbClr val="FFFFFF"/>
                </a:solidFill>
              </a:rPr>
              <a:t>An attempted solution at any stage.</a:t>
            </a:r>
            <a:endParaRPr b="1" sz="4200">
              <a:solidFill>
                <a:srgbClr val="FFFFFF"/>
              </a:solidFill>
            </a:endParaRPr>
          </a:p>
        </p:txBody>
      </p:sp>
      <p:sp>
        <p:nvSpPr>
          <p:cNvPr id="709" name="Google Shape;709;p101"/>
          <p:cNvSpPr txBox="1"/>
          <p:nvPr/>
        </p:nvSpPr>
        <p:spPr>
          <a:xfrm>
            <a:off x="593775" y="2859096"/>
            <a:ext cx="8112300" cy="1614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Clr>
                <a:schemeClr val="lt1"/>
              </a:buClr>
              <a:buSzPts val="1100"/>
              <a:buFont typeface="Arial"/>
              <a:buNone/>
            </a:pPr>
            <a:r>
              <a:rPr i="1" lang="en" sz="4800">
                <a:solidFill>
                  <a:schemeClr val="accent1"/>
                </a:solidFill>
              </a:rPr>
              <a:t>What is a configuration?</a:t>
            </a:r>
            <a:endParaRPr i="1" sz="4800">
              <a:solidFill>
                <a:schemeClr val="accent1"/>
              </a:solidFill>
            </a:endParaRPr>
          </a:p>
        </p:txBody>
      </p:sp>
      <p:pic>
        <p:nvPicPr>
          <p:cNvPr id="710" name="Google Shape;710;p101">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102"/>
          <p:cNvSpPr/>
          <p:nvPr/>
        </p:nvSpPr>
        <p:spPr>
          <a:xfrm>
            <a:off x="185075"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000">
                <a:solidFill>
                  <a:srgbClr val="FFFFFF"/>
                </a:solidFill>
              </a:rPr>
              <a:t>This represents one of the next possible choices.</a:t>
            </a:r>
            <a:endParaRPr b="1" sz="4000">
              <a:solidFill>
                <a:srgbClr val="FFFFFF"/>
              </a:solidFill>
            </a:endParaRPr>
          </a:p>
        </p:txBody>
      </p:sp>
      <p:sp>
        <p:nvSpPr>
          <p:cNvPr id="716" name="Google Shape;716;p102"/>
          <p:cNvSpPr txBox="1"/>
          <p:nvPr/>
        </p:nvSpPr>
        <p:spPr>
          <a:xfrm>
            <a:off x="593775" y="2766564"/>
            <a:ext cx="8112300" cy="1659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i="1" lang="en" sz="4800">
                <a:solidFill>
                  <a:schemeClr val="accent1"/>
                </a:solidFill>
                <a:latin typeface="Inter"/>
                <a:ea typeface="Inter"/>
                <a:cs typeface="Inter"/>
                <a:sym typeface="Inter"/>
              </a:rPr>
              <a:t>What is a successor?</a:t>
            </a:r>
            <a:endParaRPr i="1" sz="4800">
              <a:solidFill>
                <a:schemeClr val="accent1"/>
              </a:solidFill>
              <a:latin typeface="Inter"/>
              <a:ea typeface="Inter"/>
              <a:cs typeface="Inter"/>
              <a:sym typeface="Inter"/>
            </a:endParaRPr>
          </a:p>
        </p:txBody>
      </p:sp>
      <p:pic>
        <p:nvPicPr>
          <p:cNvPr id="717" name="Google Shape;717;p102">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103"/>
          <p:cNvSpPr/>
          <p:nvPr/>
        </p:nvSpPr>
        <p:spPr>
          <a:xfrm>
            <a:off x="188100"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100">
                <a:solidFill>
                  <a:srgbClr val="FFFFFF"/>
                </a:solidFill>
              </a:rPr>
              <a:t>This programming technique is commonly used to implement backtracking algorithms.</a:t>
            </a:r>
            <a:endParaRPr b="1" sz="4100">
              <a:solidFill>
                <a:srgbClr val="FFFFFF"/>
              </a:solidFill>
            </a:endParaRPr>
          </a:p>
        </p:txBody>
      </p:sp>
      <p:sp>
        <p:nvSpPr>
          <p:cNvPr id="723" name="Google Shape;723;p103"/>
          <p:cNvSpPr txBox="1"/>
          <p:nvPr/>
        </p:nvSpPr>
        <p:spPr>
          <a:xfrm>
            <a:off x="596800" y="2766564"/>
            <a:ext cx="8112300" cy="1659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i="1" lang="en" sz="4800">
                <a:solidFill>
                  <a:schemeClr val="accent1"/>
                </a:solidFill>
              </a:rPr>
              <a:t>What is recursion?</a:t>
            </a:r>
            <a:endParaRPr i="1" sz="4800">
              <a:solidFill>
                <a:schemeClr val="accent1"/>
              </a:solidFill>
            </a:endParaRPr>
          </a:p>
        </p:txBody>
      </p:sp>
      <p:pic>
        <p:nvPicPr>
          <p:cNvPr id="724" name="Google Shape;724;p103">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104"/>
          <p:cNvSpPr/>
          <p:nvPr/>
        </p:nvSpPr>
        <p:spPr>
          <a:xfrm>
            <a:off x="188100"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3900">
                <a:solidFill>
                  <a:srgbClr val="FFFFFF"/>
                </a:solidFill>
              </a:rPr>
              <a:t>An optimization technique of abandoning a branch that is invalid.</a:t>
            </a:r>
            <a:endParaRPr b="1" i="1" sz="3900">
              <a:solidFill>
                <a:srgbClr val="FFFFFF"/>
              </a:solidFill>
            </a:endParaRPr>
          </a:p>
        </p:txBody>
      </p:sp>
      <p:sp>
        <p:nvSpPr>
          <p:cNvPr id="730" name="Google Shape;730;p104"/>
          <p:cNvSpPr txBox="1"/>
          <p:nvPr/>
        </p:nvSpPr>
        <p:spPr>
          <a:xfrm>
            <a:off x="596800" y="2766564"/>
            <a:ext cx="8112300" cy="1659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i="1" lang="en" sz="4800">
                <a:solidFill>
                  <a:schemeClr val="accent1"/>
                </a:solidFill>
              </a:rPr>
              <a:t>What is pruning?</a:t>
            </a:r>
            <a:endParaRPr i="1" sz="4800">
              <a:solidFill>
                <a:schemeClr val="accent1"/>
              </a:solidFill>
              <a:latin typeface="Courier New"/>
              <a:ea typeface="Courier New"/>
              <a:cs typeface="Courier New"/>
              <a:sym typeface="Courier New"/>
            </a:endParaRPr>
          </a:p>
        </p:txBody>
      </p:sp>
      <p:pic>
        <p:nvPicPr>
          <p:cNvPr id="731" name="Google Shape;731;p104">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105"/>
          <p:cNvSpPr/>
          <p:nvPr/>
        </p:nvSpPr>
        <p:spPr>
          <a:xfrm>
            <a:off x="188100"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Clr>
                <a:schemeClr val="lt1"/>
              </a:buClr>
              <a:buSzPts val="1100"/>
              <a:buFont typeface="Arial"/>
              <a:buNone/>
            </a:pPr>
            <a:r>
              <a:rPr b="1" lang="en" sz="4500">
                <a:solidFill>
                  <a:srgbClr val="FFFFFF"/>
                </a:solidFill>
              </a:rPr>
              <a:t>ACTIVITY </a:t>
            </a:r>
            <a:r>
              <a:rPr b="1" lang="en" sz="4500">
                <a:solidFill>
                  <a:srgbClr val="FFFFFF"/>
                </a:solidFill>
              </a:rPr>
              <a:t>CHALLENGE!</a:t>
            </a:r>
            <a:endParaRPr b="1" sz="4500">
              <a:solidFill>
                <a:srgbClr val="FFFFFF"/>
              </a:solidFill>
            </a:endParaRPr>
          </a:p>
          <a:p>
            <a:pPr indent="0" lvl="0" marL="0" rtl="0" algn="l">
              <a:spcBef>
                <a:spcPts val="0"/>
              </a:spcBef>
              <a:spcAft>
                <a:spcPts val="0"/>
              </a:spcAft>
              <a:buClr>
                <a:schemeClr val="lt1"/>
              </a:buClr>
              <a:buSzPts val="1100"/>
              <a:buFont typeface="Arial"/>
              <a:buNone/>
            </a:pPr>
            <a:r>
              <a:t/>
            </a:r>
            <a:endParaRPr sz="1700">
              <a:solidFill>
                <a:schemeClr val="lt1"/>
              </a:solidFill>
              <a:latin typeface="Calibri"/>
              <a:ea typeface="Calibri"/>
              <a:cs typeface="Calibri"/>
              <a:sym typeface="Calibri"/>
            </a:endParaRPr>
          </a:p>
          <a:p>
            <a:pPr indent="0" lvl="0" marL="0" rtl="0" algn="l">
              <a:spcBef>
                <a:spcPts val="0"/>
              </a:spcBef>
              <a:spcAft>
                <a:spcPts val="0"/>
              </a:spcAft>
              <a:buClr>
                <a:schemeClr val="lt1"/>
              </a:buClr>
              <a:buSzPts val="1100"/>
              <a:buFont typeface="Arial"/>
              <a:buNone/>
            </a:pPr>
            <a:r>
              <a:rPr lang="en" sz="1700">
                <a:solidFill>
                  <a:schemeClr val="accent1"/>
                </a:solidFill>
              </a:rPr>
              <a:t>Pack a 3' by 7' container with the following boxes:</a:t>
            </a:r>
            <a:endParaRPr sz="1700">
              <a:solidFill>
                <a:schemeClr val="accent1"/>
              </a:solidFill>
            </a:endParaRPr>
          </a:p>
          <a:p>
            <a:pPr indent="-336550" lvl="0" marL="457200" rtl="0" algn="l">
              <a:lnSpc>
                <a:spcPct val="115000"/>
              </a:lnSpc>
              <a:spcBef>
                <a:spcPts val="0"/>
              </a:spcBef>
              <a:spcAft>
                <a:spcPts val="0"/>
              </a:spcAft>
              <a:buClr>
                <a:schemeClr val="accent1"/>
              </a:buClr>
              <a:buSzPts val="1700"/>
              <a:buFont typeface="Arial"/>
              <a:buChar char="●"/>
            </a:pPr>
            <a:r>
              <a:rPr lang="en" sz="1700">
                <a:solidFill>
                  <a:schemeClr val="accent1"/>
                </a:solidFill>
              </a:rPr>
              <a:t>2 large boxes (2'x3')</a:t>
            </a:r>
            <a:endParaRPr sz="1700">
              <a:solidFill>
                <a:schemeClr val="accent1"/>
              </a:solidFill>
            </a:endParaRPr>
          </a:p>
          <a:p>
            <a:pPr indent="-336550" lvl="0" marL="457200" rtl="0" algn="l">
              <a:lnSpc>
                <a:spcPct val="115000"/>
              </a:lnSpc>
              <a:spcBef>
                <a:spcPts val="0"/>
              </a:spcBef>
              <a:spcAft>
                <a:spcPts val="0"/>
              </a:spcAft>
              <a:buClr>
                <a:schemeClr val="accent1"/>
              </a:buClr>
              <a:buSzPts val="1700"/>
              <a:buFont typeface="Arial"/>
              <a:buChar char="●"/>
            </a:pPr>
            <a:r>
              <a:rPr lang="en" sz="1700">
                <a:solidFill>
                  <a:schemeClr val="accent1"/>
                </a:solidFill>
              </a:rPr>
              <a:t>4 medium boxes (1'x2')</a:t>
            </a:r>
            <a:endParaRPr sz="1700">
              <a:solidFill>
                <a:schemeClr val="accent1"/>
              </a:solidFill>
            </a:endParaRPr>
          </a:p>
          <a:p>
            <a:pPr indent="-336550" lvl="0" marL="457200" rtl="0" algn="l">
              <a:lnSpc>
                <a:spcPct val="115000"/>
              </a:lnSpc>
              <a:spcBef>
                <a:spcPts val="0"/>
              </a:spcBef>
              <a:spcAft>
                <a:spcPts val="0"/>
              </a:spcAft>
              <a:buClr>
                <a:schemeClr val="accent1"/>
              </a:buClr>
              <a:buSzPts val="1700"/>
              <a:buFont typeface="Arial"/>
              <a:buChar char="●"/>
            </a:pPr>
            <a:r>
              <a:rPr lang="en" sz="1700">
                <a:solidFill>
                  <a:schemeClr val="accent1"/>
                </a:solidFill>
              </a:rPr>
              <a:t>1 small box (1'x1')</a:t>
            </a:r>
            <a:endParaRPr b="1" sz="2100">
              <a:solidFill>
                <a:schemeClr val="accent1"/>
              </a:solidFill>
            </a:endParaRPr>
          </a:p>
        </p:txBody>
      </p:sp>
      <p:graphicFrame>
        <p:nvGraphicFramePr>
          <p:cNvPr id="737" name="Google Shape;737;p105"/>
          <p:cNvGraphicFramePr/>
          <p:nvPr/>
        </p:nvGraphicFramePr>
        <p:xfrm>
          <a:off x="4897100" y="2145975"/>
          <a:ext cx="3000000" cy="3000000"/>
        </p:xfrm>
        <a:graphic>
          <a:graphicData uri="http://schemas.openxmlformats.org/drawingml/2006/table">
            <a:tbl>
              <a:tblPr>
                <a:noFill/>
                <a:tableStyleId>{B317DAE7-6F48-4459-89BA-82DB4F46E07A}</a:tableStyleId>
              </a:tblPr>
              <a:tblGrid>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graphicFrame>
        <p:nvGraphicFramePr>
          <p:cNvPr id="738" name="Google Shape;738;p105"/>
          <p:cNvGraphicFramePr/>
          <p:nvPr/>
        </p:nvGraphicFramePr>
        <p:xfrm>
          <a:off x="334175" y="3535924"/>
          <a:ext cx="3000000" cy="3000000"/>
        </p:xfrm>
        <a:graphic>
          <a:graphicData uri="http://schemas.openxmlformats.org/drawingml/2006/table">
            <a:tbl>
              <a:tblPr>
                <a:noFill/>
                <a:tableStyleId>{B317DAE7-6F48-4459-89BA-82DB4F46E07A}</a:tableStyleId>
              </a:tblPr>
              <a:tblGrid>
                <a:gridCol w="382850"/>
                <a:gridCol w="382850"/>
                <a:gridCol w="382850"/>
              </a:tblGrid>
              <a:tr h="381000">
                <a:tc>
                  <a:txBody>
                    <a:bodyPr/>
                    <a:lstStyle/>
                    <a:p>
                      <a:pPr indent="0" lvl="0" marL="0" rtl="0" algn="ctr">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E03C31"/>
                    </a:solidFill>
                  </a:tcPr>
                </a:tc>
                <a:tc>
                  <a:txBody>
                    <a:bodyPr/>
                    <a:lstStyle/>
                    <a:p>
                      <a:pPr indent="0" lvl="0" marL="0" rtl="0" algn="ctr">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E03C31"/>
                    </a:solidFill>
                  </a:tcPr>
                </a:tc>
                <a:tc>
                  <a:txBody>
                    <a:bodyPr/>
                    <a:lstStyle/>
                    <a:p>
                      <a:pPr indent="0" lvl="0" marL="0" rtl="0" algn="ctr">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E03C31"/>
                    </a:solidFill>
                  </a:tcPr>
                </a:tc>
              </a:tr>
              <a:tr h="381000">
                <a:tc>
                  <a:txBody>
                    <a:bodyPr/>
                    <a:lstStyle/>
                    <a:p>
                      <a:pPr indent="0" lvl="0" marL="0" rtl="0" algn="ctr">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E03C31"/>
                    </a:solidFill>
                  </a:tcPr>
                </a:tc>
                <a:tc>
                  <a:txBody>
                    <a:bodyPr/>
                    <a:lstStyle/>
                    <a:p>
                      <a:pPr indent="0" lvl="0" marL="0" rtl="0" algn="ctr">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E03C31"/>
                    </a:solidFill>
                  </a:tcPr>
                </a:tc>
                <a:tc>
                  <a:txBody>
                    <a:bodyPr/>
                    <a:lstStyle/>
                    <a:p>
                      <a:pPr indent="0" lvl="0" marL="0" rtl="0" algn="ctr">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E03C31"/>
                    </a:solidFill>
                  </a:tcPr>
                </a:tc>
              </a:tr>
            </a:tbl>
          </a:graphicData>
        </a:graphic>
      </p:graphicFrame>
      <p:graphicFrame>
        <p:nvGraphicFramePr>
          <p:cNvPr id="739" name="Google Shape;739;p105"/>
          <p:cNvGraphicFramePr/>
          <p:nvPr/>
        </p:nvGraphicFramePr>
        <p:xfrm>
          <a:off x="1565625" y="3535925"/>
          <a:ext cx="3000000" cy="3000000"/>
        </p:xfrm>
        <a:graphic>
          <a:graphicData uri="http://schemas.openxmlformats.org/drawingml/2006/table">
            <a:tbl>
              <a:tblPr>
                <a:noFill/>
                <a:tableStyleId>{B317DAE7-6F48-4459-89BA-82DB4F46E07A}</a:tableStyleId>
              </a:tblPr>
              <a:tblGrid>
                <a:gridCol w="382850"/>
                <a:gridCol w="382850"/>
                <a:gridCol w="382850"/>
              </a:tblGrid>
              <a:tr h="381000">
                <a:tc>
                  <a:txBody>
                    <a:bodyPr/>
                    <a:lstStyle/>
                    <a:p>
                      <a:pPr indent="0" lvl="0" marL="0" rtl="0" algn="ctr">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E03C31"/>
                    </a:solidFill>
                  </a:tcPr>
                </a:tc>
                <a:tc>
                  <a:txBody>
                    <a:bodyPr/>
                    <a:lstStyle/>
                    <a:p>
                      <a:pPr indent="0" lvl="0" marL="0" rtl="0" algn="ctr">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E03C31"/>
                    </a:solidFill>
                  </a:tcPr>
                </a:tc>
                <a:tc>
                  <a:txBody>
                    <a:bodyPr/>
                    <a:lstStyle/>
                    <a:p>
                      <a:pPr indent="0" lvl="0" marL="0" rtl="0" algn="ctr">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E03C31"/>
                    </a:solidFill>
                  </a:tcPr>
                </a:tc>
              </a:tr>
              <a:tr h="381000">
                <a:tc>
                  <a:txBody>
                    <a:bodyPr/>
                    <a:lstStyle/>
                    <a:p>
                      <a:pPr indent="0" lvl="0" marL="0" rtl="0" algn="ctr">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E03C31"/>
                    </a:solidFill>
                  </a:tcPr>
                </a:tc>
                <a:tc>
                  <a:txBody>
                    <a:bodyPr/>
                    <a:lstStyle/>
                    <a:p>
                      <a:pPr indent="0" lvl="0" marL="0" rtl="0" algn="ctr">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E03C31"/>
                    </a:solidFill>
                  </a:tcPr>
                </a:tc>
                <a:tc>
                  <a:txBody>
                    <a:bodyPr/>
                    <a:lstStyle/>
                    <a:p>
                      <a:pPr indent="0" lvl="0" marL="0" rtl="0" algn="ctr">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E03C31"/>
                    </a:solidFill>
                  </a:tcPr>
                </a:tc>
              </a:tr>
            </a:tbl>
          </a:graphicData>
        </a:graphic>
      </p:graphicFrame>
      <p:graphicFrame>
        <p:nvGraphicFramePr>
          <p:cNvPr id="740" name="Google Shape;740;p105"/>
          <p:cNvGraphicFramePr/>
          <p:nvPr/>
        </p:nvGraphicFramePr>
        <p:xfrm>
          <a:off x="334164" y="3001675"/>
          <a:ext cx="3000000" cy="3000000"/>
        </p:xfrm>
        <a:graphic>
          <a:graphicData uri="http://schemas.openxmlformats.org/drawingml/2006/table">
            <a:tbl>
              <a:tblPr>
                <a:noFill/>
                <a:tableStyleId>{B317DAE7-6F48-4459-89BA-82DB4F46E07A}</a:tableStyleId>
              </a:tblPr>
              <a:tblGrid>
                <a:gridCol w="382850"/>
                <a:gridCol w="382850"/>
              </a:tblGrid>
              <a:tr h="381000">
                <a:tc>
                  <a:txBody>
                    <a:bodyPr/>
                    <a:lstStyle/>
                    <a:p>
                      <a:pPr indent="0" lvl="0" marL="0" rtl="0" algn="ctr">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00"/>
                    </a:solidFill>
                  </a:tcPr>
                </a:tc>
                <a:tc>
                  <a:txBody>
                    <a:bodyPr/>
                    <a:lstStyle/>
                    <a:p>
                      <a:pPr indent="0" lvl="0" marL="0" rtl="0" algn="ctr">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00"/>
                    </a:solidFill>
                  </a:tcPr>
                </a:tc>
              </a:tr>
            </a:tbl>
          </a:graphicData>
        </a:graphic>
      </p:graphicFrame>
      <p:graphicFrame>
        <p:nvGraphicFramePr>
          <p:cNvPr id="741" name="Google Shape;741;p105"/>
          <p:cNvGraphicFramePr/>
          <p:nvPr/>
        </p:nvGraphicFramePr>
        <p:xfrm>
          <a:off x="2331325" y="2717002"/>
          <a:ext cx="3000000" cy="3000000"/>
        </p:xfrm>
        <a:graphic>
          <a:graphicData uri="http://schemas.openxmlformats.org/drawingml/2006/table">
            <a:tbl>
              <a:tblPr>
                <a:noFill/>
                <a:tableStyleId>{B317DAE7-6F48-4459-89BA-82DB4F46E07A}</a:tableStyleId>
              </a:tblPr>
              <a:tblGrid>
                <a:gridCol w="382850"/>
              </a:tblGrid>
              <a:tr h="381000">
                <a:tc>
                  <a:txBody>
                    <a:bodyPr/>
                    <a:lstStyle/>
                    <a:p>
                      <a:pPr indent="0" lvl="0" marL="0" rtl="0" algn="ctr">
                        <a:spcBef>
                          <a:spcPts val="0"/>
                        </a:spcBef>
                        <a:spcAft>
                          <a:spcPts val="0"/>
                        </a:spcAft>
                        <a:buNone/>
                      </a:pPr>
                      <a:r>
                        <a:rPr lang="en">
                          <a:latin typeface="Consolas"/>
                          <a:ea typeface="Consolas"/>
                          <a:cs typeface="Consolas"/>
                          <a:sym typeface="Consolas"/>
                        </a:rPr>
                        <a:t>O</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5"/>
                    </a:solidFill>
                  </a:tcPr>
                </a:tc>
              </a:tr>
            </a:tbl>
          </a:graphicData>
        </a:graphic>
      </p:graphicFrame>
      <p:graphicFrame>
        <p:nvGraphicFramePr>
          <p:cNvPr id="742" name="Google Shape;742;p105"/>
          <p:cNvGraphicFramePr/>
          <p:nvPr/>
        </p:nvGraphicFramePr>
        <p:xfrm>
          <a:off x="1311759" y="3001677"/>
          <a:ext cx="3000000" cy="3000000"/>
        </p:xfrm>
        <a:graphic>
          <a:graphicData uri="http://schemas.openxmlformats.org/drawingml/2006/table">
            <a:tbl>
              <a:tblPr>
                <a:noFill/>
                <a:tableStyleId>{B317DAE7-6F48-4459-89BA-82DB4F46E07A}</a:tableStyleId>
              </a:tblPr>
              <a:tblGrid>
                <a:gridCol w="382850"/>
                <a:gridCol w="382850"/>
              </a:tblGrid>
              <a:tr h="381000">
                <a:tc>
                  <a:txBody>
                    <a:bodyPr/>
                    <a:lstStyle/>
                    <a:p>
                      <a:pPr indent="0" lvl="0" marL="0" rtl="0" algn="ctr">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00"/>
                    </a:solidFill>
                  </a:tcPr>
                </a:tc>
                <a:tc>
                  <a:txBody>
                    <a:bodyPr/>
                    <a:lstStyle/>
                    <a:p>
                      <a:pPr indent="0" lvl="0" marL="0" rtl="0" algn="ctr">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00"/>
                    </a:solidFill>
                  </a:tcPr>
                </a:tc>
              </a:tr>
            </a:tbl>
          </a:graphicData>
        </a:graphic>
      </p:graphicFrame>
      <p:graphicFrame>
        <p:nvGraphicFramePr>
          <p:cNvPr id="743" name="Google Shape;743;p105"/>
          <p:cNvGraphicFramePr/>
          <p:nvPr/>
        </p:nvGraphicFramePr>
        <p:xfrm>
          <a:off x="334164" y="2521275"/>
          <a:ext cx="3000000" cy="3000000"/>
        </p:xfrm>
        <a:graphic>
          <a:graphicData uri="http://schemas.openxmlformats.org/drawingml/2006/table">
            <a:tbl>
              <a:tblPr>
                <a:noFill/>
                <a:tableStyleId>{B317DAE7-6F48-4459-89BA-82DB4F46E07A}</a:tableStyleId>
              </a:tblPr>
              <a:tblGrid>
                <a:gridCol w="382850"/>
                <a:gridCol w="382850"/>
              </a:tblGrid>
              <a:tr h="381000">
                <a:tc>
                  <a:txBody>
                    <a:bodyPr/>
                    <a:lstStyle/>
                    <a:p>
                      <a:pPr indent="0" lvl="0" marL="0" rtl="0" algn="ctr">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00"/>
                    </a:solidFill>
                  </a:tcPr>
                </a:tc>
                <a:tc>
                  <a:txBody>
                    <a:bodyPr/>
                    <a:lstStyle/>
                    <a:p>
                      <a:pPr indent="0" lvl="0" marL="0" rtl="0" algn="ctr">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00"/>
                    </a:solidFill>
                  </a:tcPr>
                </a:tc>
              </a:tr>
            </a:tbl>
          </a:graphicData>
        </a:graphic>
      </p:graphicFrame>
      <p:graphicFrame>
        <p:nvGraphicFramePr>
          <p:cNvPr id="744" name="Google Shape;744;p105"/>
          <p:cNvGraphicFramePr/>
          <p:nvPr/>
        </p:nvGraphicFramePr>
        <p:xfrm>
          <a:off x="1321681" y="2521277"/>
          <a:ext cx="3000000" cy="3000000"/>
        </p:xfrm>
        <a:graphic>
          <a:graphicData uri="http://schemas.openxmlformats.org/drawingml/2006/table">
            <a:tbl>
              <a:tblPr>
                <a:noFill/>
                <a:tableStyleId>{B317DAE7-6F48-4459-89BA-82DB4F46E07A}</a:tableStyleId>
              </a:tblPr>
              <a:tblGrid>
                <a:gridCol w="382850"/>
                <a:gridCol w="382850"/>
              </a:tblGrid>
              <a:tr h="381000">
                <a:tc>
                  <a:txBody>
                    <a:bodyPr/>
                    <a:lstStyle/>
                    <a:p>
                      <a:pPr indent="0" lvl="0" marL="0" rtl="0" algn="ctr">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00"/>
                    </a:solidFill>
                  </a:tcPr>
                </a:tc>
                <a:tc>
                  <a:txBody>
                    <a:bodyPr/>
                    <a:lstStyle/>
                    <a:p>
                      <a:pPr indent="0" lvl="0" marL="0" rtl="0" algn="ctr">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00"/>
                    </a:solidFill>
                  </a:tcPr>
                </a:tc>
              </a:tr>
            </a:tbl>
          </a:graphicData>
        </a:graphic>
      </p:graphicFrame>
      <p:sp>
        <p:nvSpPr>
          <p:cNvPr id="745" name="Google Shape;745;p105"/>
          <p:cNvSpPr txBox="1"/>
          <p:nvPr/>
        </p:nvSpPr>
        <p:spPr>
          <a:xfrm>
            <a:off x="4880475" y="3601975"/>
            <a:ext cx="2713200" cy="32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accent1"/>
                </a:solidFill>
                <a:latin typeface="Inter"/>
                <a:ea typeface="Inter"/>
                <a:cs typeface="Inter"/>
                <a:sym typeface="Inter"/>
              </a:rPr>
              <a:t>Worksheet: http://bit.ly/41HQyXr</a:t>
            </a:r>
            <a:endParaRPr b="1" sz="1200">
              <a:solidFill>
                <a:schemeClr val="accent1"/>
              </a:solidFill>
              <a:latin typeface="Inter"/>
              <a:ea typeface="Inter"/>
              <a:cs typeface="Inter"/>
              <a:sym typeface="Inter"/>
            </a:endParaRPr>
          </a:p>
        </p:txBody>
      </p:sp>
      <p:graphicFrame>
        <p:nvGraphicFramePr>
          <p:cNvPr id="746" name="Google Shape;746;p105"/>
          <p:cNvGraphicFramePr/>
          <p:nvPr/>
        </p:nvGraphicFramePr>
        <p:xfrm>
          <a:off x="4897100" y="2136475"/>
          <a:ext cx="3000000" cy="3000000"/>
        </p:xfrm>
        <a:graphic>
          <a:graphicData uri="http://schemas.openxmlformats.org/drawingml/2006/table">
            <a:tbl>
              <a:tblPr>
                <a:noFill/>
                <a:tableStyleId>{B317DAE7-6F48-4459-89BA-82DB4F46E07A}</a:tableStyleId>
              </a:tblPr>
              <a:tblGrid>
                <a:gridCol w="382850"/>
                <a:gridCol w="382850"/>
                <a:gridCol w="382850"/>
                <a:gridCol w="382850"/>
                <a:gridCol w="382850"/>
                <a:gridCol w="382850"/>
                <a:gridCol w="382850"/>
              </a:tblGrid>
              <a:tr h="381000">
                <a:tc>
                  <a:txBody>
                    <a:bodyPr/>
                    <a:lstStyle/>
                    <a:p>
                      <a:pPr indent="0" lvl="0" marL="0" rtl="0" algn="ctr">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00"/>
                    </a:solidFill>
                  </a:tcPr>
                </a:tc>
                <a:tc>
                  <a:txBody>
                    <a:bodyPr/>
                    <a:lstStyle/>
                    <a:p>
                      <a:pPr indent="0" lvl="0" marL="0" rtl="0" algn="ctr">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00"/>
                    </a:solidFill>
                  </a:tcPr>
                </a:tc>
                <a:tc>
                  <a:txBody>
                    <a:bodyPr/>
                    <a:lstStyle/>
                    <a:p>
                      <a:pPr indent="0" lvl="0" marL="0" rtl="0" algn="ctr">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00"/>
                    </a:solidFill>
                  </a:tcPr>
                </a:tc>
                <a:tc>
                  <a:txBody>
                    <a:bodyPr/>
                    <a:lstStyle/>
                    <a:p>
                      <a:pPr indent="0" lvl="0" marL="0" rtl="0" algn="ctr">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00"/>
                    </a:solidFill>
                  </a:tcPr>
                </a:tc>
                <a:tc>
                  <a:txBody>
                    <a:bodyPr/>
                    <a:lstStyle/>
                    <a:p>
                      <a:pPr indent="0" lvl="0" marL="0" rtl="0" algn="ctr">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0000"/>
                    </a:solidFill>
                  </a:tcPr>
                </a:tc>
              </a:tr>
              <a:tr h="381000">
                <a:tc>
                  <a:txBody>
                    <a:bodyPr/>
                    <a:lstStyle/>
                    <a:p>
                      <a:pPr indent="0" lvl="0" marL="0" rtl="0" algn="ctr">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a:latin typeface="Consolas"/>
                          <a:ea typeface="Consolas"/>
                          <a:cs typeface="Consolas"/>
                          <a:sym typeface="Consolas"/>
                        </a:rPr>
                        <a:t>O</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0000"/>
                    </a:solidFill>
                  </a:tcPr>
                </a:tc>
              </a:tr>
              <a:tr h="381000">
                <a:tc>
                  <a:txBody>
                    <a:bodyPr/>
                    <a:lstStyle/>
                    <a:p>
                      <a:pPr indent="0" lvl="0" marL="0" rtl="0" algn="ctr">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00"/>
                    </a:solidFill>
                  </a:tcPr>
                </a:tc>
                <a:tc>
                  <a:txBody>
                    <a:bodyPr/>
                    <a:lstStyle/>
                    <a:p>
                      <a:pPr indent="0" lvl="0" marL="0" rtl="0" algn="ctr">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00"/>
                    </a:solidFill>
                  </a:tcPr>
                </a:tc>
                <a:tc>
                  <a:txBody>
                    <a:bodyPr/>
                    <a:lstStyle/>
                    <a:p>
                      <a:pPr indent="0" lvl="0" marL="0" rtl="0" algn="ctr">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00"/>
                    </a:solidFill>
                  </a:tcPr>
                </a:tc>
                <a:tc>
                  <a:txBody>
                    <a:bodyPr/>
                    <a:lstStyle/>
                    <a:p>
                      <a:pPr indent="0" lvl="0" marL="0" rtl="0" algn="ctr">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00"/>
                    </a:solidFill>
                  </a:tcPr>
                </a:tc>
              </a:tr>
            </a:tbl>
          </a:graphicData>
        </a:graphic>
      </p:graphicFrame>
      <p:pic>
        <p:nvPicPr>
          <p:cNvPr id="747" name="Google Shape;747;p105">
            <a:hlinkClick action="ppaction://hlinksldjump" r:id="rId3"/>
          </p:cNvPr>
          <p:cNvPicPr preferRelativeResize="0"/>
          <p:nvPr/>
        </p:nvPicPr>
        <p:blipFill rotWithShape="1">
          <a:blip r:embed="rId4">
            <a:alphaModFix/>
          </a:blip>
          <a:srcRect b="29971" l="0" r="0" t="25035"/>
          <a:stretch/>
        </p:blipFill>
        <p:spPr>
          <a:xfrm>
            <a:off x="4160520" y="470916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106"/>
          <p:cNvSpPr/>
          <p:nvPr/>
        </p:nvSpPr>
        <p:spPr>
          <a:xfrm>
            <a:off x="185075"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200">
                <a:solidFill>
                  <a:srgbClr val="FFFFFF"/>
                </a:solidFill>
              </a:rPr>
              <a:t>This is an instance of a class.</a:t>
            </a:r>
            <a:endParaRPr b="1" sz="4200">
              <a:solidFill>
                <a:srgbClr val="FFFFFF"/>
              </a:solidFill>
            </a:endParaRPr>
          </a:p>
        </p:txBody>
      </p:sp>
      <p:sp>
        <p:nvSpPr>
          <p:cNvPr id="753" name="Google Shape;753;p106"/>
          <p:cNvSpPr txBox="1"/>
          <p:nvPr/>
        </p:nvSpPr>
        <p:spPr>
          <a:xfrm>
            <a:off x="593775" y="2859096"/>
            <a:ext cx="8112300" cy="1614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i="1" lang="en" sz="4800">
                <a:solidFill>
                  <a:schemeClr val="accent1"/>
                </a:solidFill>
              </a:rPr>
              <a:t>What is an object?</a:t>
            </a:r>
            <a:endParaRPr i="1" sz="4800">
              <a:solidFill>
                <a:schemeClr val="accent1"/>
              </a:solidFill>
            </a:endParaRPr>
          </a:p>
        </p:txBody>
      </p:sp>
      <p:pic>
        <p:nvPicPr>
          <p:cNvPr id="754" name="Google Shape;754;p106">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107"/>
          <p:cNvSpPr/>
          <p:nvPr/>
        </p:nvSpPr>
        <p:spPr>
          <a:xfrm>
            <a:off x="185075"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000">
                <a:solidFill>
                  <a:srgbClr val="FFFFFF"/>
                </a:solidFill>
              </a:rPr>
              <a:t>The concept that state and behavior are bundled together and hidden from the user of a class.</a:t>
            </a:r>
            <a:endParaRPr b="1" sz="4000">
              <a:solidFill>
                <a:srgbClr val="FFFFFF"/>
              </a:solidFill>
            </a:endParaRPr>
          </a:p>
        </p:txBody>
      </p:sp>
      <p:sp>
        <p:nvSpPr>
          <p:cNvPr id="760" name="Google Shape;760;p107"/>
          <p:cNvSpPr txBox="1"/>
          <p:nvPr/>
        </p:nvSpPr>
        <p:spPr>
          <a:xfrm>
            <a:off x="593775" y="2766564"/>
            <a:ext cx="8112300" cy="1659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i="1" lang="en" sz="4800">
                <a:solidFill>
                  <a:schemeClr val="accent1"/>
                </a:solidFill>
                <a:latin typeface="Inter"/>
                <a:ea typeface="Inter"/>
                <a:cs typeface="Inter"/>
                <a:sym typeface="Inter"/>
              </a:rPr>
              <a:t>What is encapsulation?</a:t>
            </a:r>
            <a:endParaRPr i="1" sz="4800">
              <a:solidFill>
                <a:schemeClr val="accent1"/>
              </a:solidFill>
              <a:latin typeface="Inter"/>
              <a:ea typeface="Inter"/>
              <a:cs typeface="Inter"/>
              <a:sym typeface="Inter"/>
            </a:endParaRPr>
          </a:p>
        </p:txBody>
      </p:sp>
      <p:pic>
        <p:nvPicPr>
          <p:cNvPr id="761" name="Google Shape;761;p107">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108"/>
          <p:cNvSpPr/>
          <p:nvPr/>
        </p:nvSpPr>
        <p:spPr>
          <a:xfrm>
            <a:off x="188100"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Clr>
                <a:schemeClr val="lt1"/>
              </a:buClr>
              <a:buSzPts val="1100"/>
              <a:buFont typeface="Arial"/>
              <a:buNone/>
            </a:pPr>
            <a:r>
              <a:rPr b="1" lang="en" sz="4100">
                <a:solidFill>
                  <a:srgbClr val="FFFFFF"/>
                </a:solidFill>
              </a:rPr>
              <a:t>This Object Oriented Programming concept models an “is‑a” relationship between classes.</a:t>
            </a:r>
            <a:endParaRPr b="1" sz="4100">
              <a:solidFill>
                <a:srgbClr val="FFFFFF"/>
              </a:solidFill>
            </a:endParaRPr>
          </a:p>
        </p:txBody>
      </p:sp>
      <p:sp>
        <p:nvSpPr>
          <p:cNvPr id="767" name="Google Shape;767;p108"/>
          <p:cNvSpPr txBox="1"/>
          <p:nvPr/>
        </p:nvSpPr>
        <p:spPr>
          <a:xfrm>
            <a:off x="596800" y="2766564"/>
            <a:ext cx="8112300" cy="1659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i="1" lang="en" sz="4800">
                <a:solidFill>
                  <a:schemeClr val="accent1"/>
                </a:solidFill>
              </a:rPr>
              <a:t>What is inheritance?</a:t>
            </a:r>
            <a:endParaRPr i="1" sz="4800">
              <a:solidFill>
                <a:schemeClr val="accent1"/>
              </a:solidFill>
            </a:endParaRPr>
          </a:p>
        </p:txBody>
      </p:sp>
      <p:pic>
        <p:nvPicPr>
          <p:cNvPr id="768" name="Google Shape;768;p108">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109"/>
          <p:cNvSpPr/>
          <p:nvPr/>
        </p:nvSpPr>
        <p:spPr>
          <a:xfrm>
            <a:off x="188100"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3900">
                <a:solidFill>
                  <a:srgbClr val="FFFFFF"/>
                </a:solidFill>
              </a:rPr>
              <a:t>This technique converts an input value into a numeric value to enable fast comparisons and lookup.</a:t>
            </a:r>
            <a:endParaRPr b="1" sz="3900">
              <a:solidFill>
                <a:srgbClr val="FFFFFF"/>
              </a:solidFill>
            </a:endParaRPr>
          </a:p>
        </p:txBody>
      </p:sp>
      <p:sp>
        <p:nvSpPr>
          <p:cNvPr id="774" name="Google Shape;774;p109"/>
          <p:cNvSpPr txBox="1"/>
          <p:nvPr/>
        </p:nvSpPr>
        <p:spPr>
          <a:xfrm>
            <a:off x="596800" y="2766564"/>
            <a:ext cx="8112300" cy="1659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Clr>
                <a:schemeClr val="lt1"/>
              </a:buClr>
              <a:buSzPts val="1100"/>
              <a:buFont typeface="Arial"/>
              <a:buNone/>
            </a:pPr>
            <a:r>
              <a:rPr i="1" lang="en" sz="4800">
                <a:solidFill>
                  <a:schemeClr val="accent1"/>
                </a:solidFill>
              </a:rPr>
              <a:t>What is hashing?</a:t>
            </a:r>
            <a:endParaRPr i="1" sz="4800">
              <a:solidFill>
                <a:schemeClr val="accent1"/>
              </a:solidFill>
            </a:endParaRPr>
          </a:p>
        </p:txBody>
      </p:sp>
      <p:pic>
        <p:nvPicPr>
          <p:cNvPr id="775" name="Google Shape;775;p109">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110"/>
          <p:cNvSpPr/>
          <p:nvPr/>
        </p:nvSpPr>
        <p:spPr>
          <a:xfrm>
            <a:off x="188100" y="870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Clr>
                <a:schemeClr val="lt1"/>
              </a:buClr>
              <a:buSzPts val="1100"/>
              <a:buFont typeface="Arial"/>
              <a:buNone/>
            </a:pPr>
            <a:r>
              <a:rPr b="1" lang="en" sz="4300">
                <a:solidFill>
                  <a:srgbClr val="FFFFFF"/>
                </a:solidFill>
              </a:rPr>
              <a:t>CODING CHALLENGE!</a:t>
            </a:r>
            <a:endParaRPr b="1" sz="1900">
              <a:solidFill>
                <a:srgbClr val="FFFFFF"/>
              </a:solidFill>
            </a:endParaRPr>
          </a:p>
          <a:p>
            <a:pPr indent="0" lvl="0" marL="0" rtl="0" algn="ctr">
              <a:spcBef>
                <a:spcPts val="0"/>
              </a:spcBef>
              <a:spcAft>
                <a:spcPts val="0"/>
              </a:spcAft>
              <a:buClr>
                <a:schemeClr val="lt1"/>
              </a:buClr>
              <a:buSzPts val="1100"/>
              <a:buFont typeface="Arial"/>
              <a:buNone/>
            </a:pPr>
            <a:r>
              <a:t/>
            </a:r>
            <a:endParaRPr b="1" sz="1900">
              <a:solidFill>
                <a:srgbClr val="FFFFFF"/>
              </a:solidFill>
            </a:endParaRPr>
          </a:p>
        </p:txBody>
      </p:sp>
      <p:pic>
        <p:nvPicPr>
          <p:cNvPr id="781" name="Google Shape;781;p110">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
        <p:nvSpPr>
          <p:cNvPr id="782" name="Google Shape;782;p110"/>
          <p:cNvSpPr txBox="1"/>
          <p:nvPr/>
        </p:nvSpPr>
        <p:spPr>
          <a:xfrm>
            <a:off x="4629750" y="1864625"/>
            <a:ext cx="4242300" cy="2675700"/>
          </a:xfrm>
          <a:prstGeom prst="rect">
            <a:avLst/>
          </a:prstGeom>
          <a:solidFill>
            <a:schemeClr val="lt1"/>
          </a:solidFill>
          <a:ln cap="flat" cmpd="sng" w="19050">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lt1"/>
              </a:buClr>
              <a:buSzPts val="1100"/>
              <a:buFont typeface="Arial"/>
              <a:buNone/>
            </a:pPr>
            <a:r>
              <a:rPr lang="en" sz="950">
                <a:solidFill>
                  <a:srgbClr val="569CD6"/>
                </a:solidFill>
                <a:latin typeface="Consolas"/>
                <a:ea typeface="Consolas"/>
                <a:cs typeface="Consolas"/>
                <a:sym typeface="Consolas"/>
              </a:rPr>
              <a:t>public</a:t>
            </a:r>
            <a:r>
              <a:rPr lang="en" sz="950">
                <a:solidFill>
                  <a:srgbClr val="D4D4D4"/>
                </a:solidFill>
                <a:latin typeface="Consolas"/>
                <a:ea typeface="Consolas"/>
                <a:cs typeface="Consolas"/>
                <a:sym typeface="Consolas"/>
              </a:rPr>
              <a:t> </a:t>
            </a:r>
            <a:r>
              <a:rPr lang="en" sz="950">
                <a:solidFill>
                  <a:srgbClr val="569CD6"/>
                </a:solidFill>
                <a:latin typeface="Consolas"/>
                <a:ea typeface="Consolas"/>
                <a:cs typeface="Consolas"/>
                <a:sym typeface="Consolas"/>
              </a:rPr>
              <a:t>static</a:t>
            </a:r>
            <a:r>
              <a:rPr lang="en" sz="950">
                <a:solidFill>
                  <a:srgbClr val="D4D4D4"/>
                </a:solidFill>
                <a:latin typeface="Consolas"/>
                <a:ea typeface="Consolas"/>
                <a:cs typeface="Consolas"/>
                <a:sym typeface="Consolas"/>
              </a:rPr>
              <a:t> </a:t>
            </a:r>
            <a:r>
              <a:rPr lang="en" sz="950">
                <a:solidFill>
                  <a:srgbClr val="569CD6"/>
                </a:solidFill>
                <a:latin typeface="Consolas"/>
                <a:ea typeface="Consolas"/>
                <a:cs typeface="Consolas"/>
                <a:sym typeface="Consolas"/>
              </a:rPr>
              <a:t>List</a:t>
            </a:r>
            <a:r>
              <a:rPr lang="en" sz="950">
                <a:solidFill>
                  <a:srgbClr val="D4D4D4"/>
                </a:solidFill>
                <a:latin typeface="Consolas"/>
                <a:ea typeface="Consolas"/>
                <a:cs typeface="Consolas"/>
                <a:sym typeface="Consolas"/>
              </a:rPr>
              <a:t>&lt;</a:t>
            </a:r>
            <a:r>
              <a:rPr lang="en" sz="950">
                <a:solidFill>
                  <a:srgbClr val="569CD6"/>
                </a:solidFill>
                <a:latin typeface="Consolas"/>
                <a:ea typeface="Consolas"/>
                <a:cs typeface="Consolas"/>
                <a:sym typeface="Consolas"/>
              </a:rPr>
              <a:t>String</a:t>
            </a:r>
            <a:r>
              <a:rPr lang="en" sz="950">
                <a:solidFill>
                  <a:srgbClr val="D4D4D4"/>
                </a:solidFill>
                <a:latin typeface="Consolas"/>
                <a:ea typeface="Consolas"/>
                <a:cs typeface="Consolas"/>
                <a:sym typeface="Consolas"/>
              </a:rPr>
              <a:t>&gt; uniqueList(</a:t>
            </a:r>
            <a:r>
              <a:rPr lang="en" sz="950">
                <a:solidFill>
                  <a:srgbClr val="569CD6"/>
                </a:solidFill>
                <a:latin typeface="Consolas"/>
                <a:ea typeface="Consolas"/>
                <a:cs typeface="Consolas"/>
                <a:sym typeface="Consolas"/>
              </a:rPr>
              <a:t>List</a:t>
            </a:r>
            <a:r>
              <a:rPr lang="en" sz="950">
                <a:solidFill>
                  <a:srgbClr val="D4D4D4"/>
                </a:solidFill>
                <a:latin typeface="Consolas"/>
                <a:ea typeface="Consolas"/>
                <a:cs typeface="Consolas"/>
                <a:sym typeface="Consolas"/>
              </a:rPr>
              <a:t>&lt;</a:t>
            </a:r>
            <a:r>
              <a:rPr lang="en" sz="950">
                <a:solidFill>
                  <a:srgbClr val="569CD6"/>
                </a:solidFill>
                <a:latin typeface="Consolas"/>
                <a:ea typeface="Consolas"/>
                <a:cs typeface="Consolas"/>
                <a:sym typeface="Consolas"/>
              </a:rPr>
              <a:t>String</a:t>
            </a:r>
            <a:r>
              <a:rPr lang="en" sz="950">
                <a:solidFill>
                  <a:srgbClr val="D4D4D4"/>
                </a:solidFill>
                <a:latin typeface="Consolas"/>
                <a:ea typeface="Consolas"/>
                <a:cs typeface="Consolas"/>
                <a:sym typeface="Consolas"/>
              </a:rPr>
              <a:t>&gt; strings) {</a:t>
            </a:r>
            <a:endParaRPr sz="950">
              <a:solidFill>
                <a:srgbClr val="D4D4D4"/>
              </a:solidFill>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950">
                <a:solidFill>
                  <a:srgbClr val="D4D4D4"/>
                </a:solidFill>
                <a:latin typeface="Consolas"/>
                <a:ea typeface="Consolas"/>
                <a:cs typeface="Consolas"/>
                <a:sym typeface="Consolas"/>
              </a:rPr>
              <a:t>  </a:t>
            </a:r>
            <a:r>
              <a:rPr lang="en" sz="950">
                <a:solidFill>
                  <a:srgbClr val="569CD6"/>
                </a:solidFill>
                <a:latin typeface="Consolas"/>
                <a:ea typeface="Consolas"/>
                <a:cs typeface="Consolas"/>
                <a:sym typeface="Consolas"/>
              </a:rPr>
              <a:t>HashSet</a:t>
            </a:r>
            <a:r>
              <a:rPr lang="en" sz="950">
                <a:solidFill>
                  <a:srgbClr val="D4D4D4"/>
                </a:solidFill>
                <a:latin typeface="Consolas"/>
                <a:ea typeface="Consolas"/>
                <a:cs typeface="Consolas"/>
                <a:sym typeface="Consolas"/>
              </a:rPr>
              <a:t>&lt;</a:t>
            </a:r>
            <a:r>
              <a:rPr lang="en" sz="950">
                <a:solidFill>
                  <a:srgbClr val="569CD6"/>
                </a:solidFill>
                <a:latin typeface="Consolas"/>
                <a:ea typeface="Consolas"/>
                <a:cs typeface="Consolas"/>
                <a:sym typeface="Consolas"/>
              </a:rPr>
              <a:t>String</a:t>
            </a:r>
            <a:r>
              <a:rPr lang="en" sz="950">
                <a:solidFill>
                  <a:srgbClr val="D4D4D4"/>
                </a:solidFill>
                <a:latin typeface="Consolas"/>
                <a:ea typeface="Consolas"/>
                <a:cs typeface="Consolas"/>
                <a:sym typeface="Consolas"/>
              </a:rPr>
              <a:t>&gt; stringSet = </a:t>
            </a:r>
            <a:r>
              <a:rPr lang="en" sz="950">
                <a:solidFill>
                  <a:srgbClr val="569CD6"/>
                </a:solidFill>
                <a:latin typeface="Consolas"/>
                <a:ea typeface="Consolas"/>
                <a:cs typeface="Consolas"/>
                <a:sym typeface="Consolas"/>
              </a:rPr>
              <a:t>new</a:t>
            </a:r>
            <a:r>
              <a:rPr lang="en" sz="950">
                <a:solidFill>
                  <a:srgbClr val="D4D4D4"/>
                </a:solidFill>
                <a:latin typeface="Consolas"/>
                <a:ea typeface="Consolas"/>
                <a:cs typeface="Consolas"/>
                <a:sym typeface="Consolas"/>
              </a:rPr>
              <a:t> </a:t>
            </a:r>
            <a:r>
              <a:rPr lang="en" sz="950">
                <a:solidFill>
                  <a:srgbClr val="569CD6"/>
                </a:solidFill>
                <a:latin typeface="Consolas"/>
                <a:ea typeface="Consolas"/>
                <a:cs typeface="Consolas"/>
                <a:sym typeface="Consolas"/>
              </a:rPr>
              <a:t>HashSet</a:t>
            </a:r>
            <a:r>
              <a:rPr lang="en" sz="950">
                <a:solidFill>
                  <a:srgbClr val="D4D4D4"/>
                </a:solidFill>
                <a:latin typeface="Consolas"/>
                <a:ea typeface="Consolas"/>
                <a:cs typeface="Consolas"/>
                <a:sym typeface="Consolas"/>
              </a:rPr>
              <a:t>&lt;&gt;();</a:t>
            </a:r>
            <a:endParaRPr sz="950">
              <a:solidFill>
                <a:srgbClr val="D4D4D4"/>
              </a:solidFill>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950">
                <a:solidFill>
                  <a:srgbClr val="D4D4D4"/>
                </a:solidFill>
                <a:latin typeface="Consolas"/>
                <a:ea typeface="Consolas"/>
                <a:cs typeface="Consolas"/>
                <a:sym typeface="Consolas"/>
              </a:rPr>
              <a:t>  </a:t>
            </a:r>
            <a:r>
              <a:rPr lang="en" sz="950">
                <a:solidFill>
                  <a:srgbClr val="569CD6"/>
                </a:solidFill>
                <a:latin typeface="Consolas"/>
                <a:ea typeface="Consolas"/>
                <a:cs typeface="Consolas"/>
                <a:sym typeface="Consolas"/>
              </a:rPr>
              <a:t>List</a:t>
            </a:r>
            <a:r>
              <a:rPr lang="en" sz="950">
                <a:solidFill>
                  <a:srgbClr val="D4D4D4"/>
                </a:solidFill>
                <a:latin typeface="Consolas"/>
                <a:ea typeface="Consolas"/>
                <a:cs typeface="Consolas"/>
                <a:sym typeface="Consolas"/>
              </a:rPr>
              <a:t>&lt;</a:t>
            </a:r>
            <a:r>
              <a:rPr lang="en" sz="950">
                <a:solidFill>
                  <a:srgbClr val="569CD6"/>
                </a:solidFill>
                <a:latin typeface="Consolas"/>
                <a:ea typeface="Consolas"/>
                <a:cs typeface="Consolas"/>
                <a:sym typeface="Consolas"/>
              </a:rPr>
              <a:t>String</a:t>
            </a:r>
            <a:r>
              <a:rPr lang="en" sz="950">
                <a:solidFill>
                  <a:srgbClr val="D4D4D4"/>
                </a:solidFill>
                <a:latin typeface="Consolas"/>
                <a:ea typeface="Consolas"/>
                <a:cs typeface="Consolas"/>
                <a:sym typeface="Consolas"/>
              </a:rPr>
              <a:t>&gt; uniqueStrings = </a:t>
            </a:r>
            <a:r>
              <a:rPr lang="en" sz="950">
                <a:solidFill>
                  <a:srgbClr val="569CD6"/>
                </a:solidFill>
                <a:latin typeface="Consolas"/>
                <a:ea typeface="Consolas"/>
                <a:cs typeface="Consolas"/>
                <a:sym typeface="Consolas"/>
              </a:rPr>
              <a:t>new</a:t>
            </a:r>
            <a:r>
              <a:rPr lang="en" sz="950">
                <a:solidFill>
                  <a:srgbClr val="D4D4D4"/>
                </a:solidFill>
                <a:latin typeface="Consolas"/>
                <a:ea typeface="Consolas"/>
                <a:cs typeface="Consolas"/>
                <a:sym typeface="Consolas"/>
              </a:rPr>
              <a:t> </a:t>
            </a:r>
            <a:r>
              <a:rPr lang="en" sz="950">
                <a:solidFill>
                  <a:srgbClr val="569CD6"/>
                </a:solidFill>
                <a:latin typeface="Consolas"/>
                <a:ea typeface="Consolas"/>
                <a:cs typeface="Consolas"/>
                <a:sym typeface="Consolas"/>
              </a:rPr>
              <a:t>ArrayList</a:t>
            </a:r>
            <a:r>
              <a:rPr lang="en" sz="950">
                <a:solidFill>
                  <a:srgbClr val="D4D4D4"/>
                </a:solidFill>
                <a:latin typeface="Consolas"/>
                <a:ea typeface="Consolas"/>
                <a:cs typeface="Consolas"/>
                <a:sym typeface="Consolas"/>
              </a:rPr>
              <a:t>&lt;&gt;();</a:t>
            </a:r>
            <a:endParaRPr sz="950">
              <a:solidFill>
                <a:srgbClr val="D4D4D4"/>
              </a:solidFill>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t/>
            </a:r>
            <a:endParaRPr sz="950">
              <a:solidFill>
                <a:srgbClr val="D4D4D4"/>
              </a:solidFill>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950">
                <a:solidFill>
                  <a:srgbClr val="D4D4D4"/>
                </a:solidFill>
                <a:latin typeface="Consolas"/>
                <a:ea typeface="Consolas"/>
                <a:cs typeface="Consolas"/>
                <a:sym typeface="Consolas"/>
              </a:rPr>
              <a:t>  </a:t>
            </a:r>
            <a:r>
              <a:rPr lang="en" sz="950">
                <a:solidFill>
                  <a:srgbClr val="569CD6"/>
                </a:solidFill>
                <a:latin typeface="Consolas"/>
                <a:ea typeface="Consolas"/>
                <a:cs typeface="Consolas"/>
                <a:sym typeface="Consolas"/>
              </a:rPr>
              <a:t>for</a:t>
            </a:r>
            <a:r>
              <a:rPr lang="en" sz="950">
                <a:solidFill>
                  <a:srgbClr val="D4D4D4"/>
                </a:solidFill>
                <a:latin typeface="Consolas"/>
                <a:ea typeface="Consolas"/>
                <a:cs typeface="Consolas"/>
                <a:sym typeface="Consolas"/>
              </a:rPr>
              <a:t> (</a:t>
            </a:r>
            <a:r>
              <a:rPr lang="en" sz="950">
                <a:solidFill>
                  <a:srgbClr val="569CD6"/>
                </a:solidFill>
                <a:latin typeface="Consolas"/>
                <a:ea typeface="Consolas"/>
                <a:cs typeface="Consolas"/>
                <a:sym typeface="Consolas"/>
              </a:rPr>
              <a:t>String</a:t>
            </a:r>
            <a:r>
              <a:rPr lang="en" sz="950">
                <a:solidFill>
                  <a:srgbClr val="D4D4D4"/>
                </a:solidFill>
                <a:latin typeface="Consolas"/>
                <a:ea typeface="Consolas"/>
                <a:cs typeface="Consolas"/>
                <a:sym typeface="Consolas"/>
              </a:rPr>
              <a:t> string </a:t>
            </a:r>
            <a:r>
              <a:rPr lang="en" sz="950">
                <a:solidFill>
                  <a:srgbClr val="569CD6"/>
                </a:solidFill>
                <a:latin typeface="Consolas"/>
                <a:ea typeface="Consolas"/>
                <a:cs typeface="Consolas"/>
                <a:sym typeface="Consolas"/>
              </a:rPr>
              <a:t>:</a:t>
            </a:r>
            <a:r>
              <a:rPr lang="en" sz="950">
                <a:solidFill>
                  <a:srgbClr val="D4D4D4"/>
                </a:solidFill>
                <a:latin typeface="Consolas"/>
                <a:ea typeface="Consolas"/>
                <a:cs typeface="Consolas"/>
                <a:sym typeface="Consolas"/>
              </a:rPr>
              <a:t> strings) {</a:t>
            </a:r>
            <a:endParaRPr sz="950">
              <a:solidFill>
                <a:srgbClr val="D4D4D4"/>
              </a:solidFill>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950">
                <a:solidFill>
                  <a:srgbClr val="D4D4D4"/>
                </a:solidFill>
                <a:latin typeface="Consolas"/>
                <a:ea typeface="Consolas"/>
                <a:cs typeface="Consolas"/>
                <a:sym typeface="Consolas"/>
              </a:rPr>
              <a:t>     </a:t>
            </a:r>
            <a:r>
              <a:rPr lang="en" sz="950">
                <a:solidFill>
                  <a:srgbClr val="569CD6"/>
                </a:solidFill>
                <a:latin typeface="Consolas"/>
                <a:ea typeface="Consolas"/>
                <a:cs typeface="Consolas"/>
                <a:sym typeface="Consolas"/>
              </a:rPr>
              <a:t>if</a:t>
            </a:r>
            <a:r>
              <a:rPr lang="en" sz="950">
                <a:solidFill>
                  <a:srgbClr val="D4D4D4"/>
                </a:solidFill>
                <a:latin typeface="Consolas"/>
                <a:ea typeface="Consolas"/>
                <a:cs typeface="Consolas"/>
                <a:sym typeface="Consolas"/>
              </a:rPr>
              <a:t> (!stringSet.contains(string)) {</a:t>
            </a:r>
            <a:endParaRPr sz="950">
              <a:solidFill>
                <a:srgbClr val="D4D4D4"/>
              </a:solidFill>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950">
                <a:solidFill>
                  <a:srgbClr val="D4D4D4"/>
                </a:solidFill>
                <a:latin typeface="Consolas"/>
                <a:ea typeface="Consolas"/>
                <a:cs typeface="Consolas"/>
                <a:sym typeface="Consolas"/>
              </a:rPr>
              <a:t>        uniqueStrings.add(string);</a:t>
            </a:r>
            <a:endParaRPr sz="950">
              <a:solidFill>
                <a:srgbClr val="D4D4D4"/>
              </a:solidFill>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950">
                <a:solidFill>
                  <a:srgbClr val="D4D4D4"/>
                </a:solidFill>
                <a:latin typeface="Consolas"/>
                <a:ea typeface="Consolas"/>
                <a:cs typeface="Consolas"/>
                <a:sym typeface="Consolas"/>
              </a:rPr>
              <a:t>        stringSet.add(string);</a:t>
            </a:r>
            <a:endParaRPr sz="950">
              <a:solidFill>
                <a:srgbClr val="D4D4D4"/>
              </a:solidFill>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950">
                <a:solidFill>
                  <a:srgbClr val="D4D4D4"/>
                </a:solidFill>
                <a:latin typeface="Consolas"/>
                <a:ea typeface="Consolas"/>
                <a:cs typeface="Consolas"/>
                <a:sym typeface="Consolas"/>
              </a:rPr>
              <a:t>      }</a:t>
            </a:r>
            <a:endParaRPr sz="950">
              <a:solidFill>
                <a:srgbClr val="D4D4D4"/>
              </a:solidFill>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950">
                <a:solidFill>
                  <a:srgbClr val="D4D4D4"/>
                </a:solidFill>
                <a:latin typeface="Consolas"/>
                <a:ea typeface="Consolas"/>
                <a:cs typeface="Consolas"/>
                <a:sym typeface="Consolas"/>
              </a:rPr>
              <a:t>  }</a:t>
            </a:r>
            <a:endParaRPr sz="950">
              <a:solidFill>
                <a:srgbClr val="D4D4D4"/>
              </a:solidFill>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t/>
            </a:r>
            <a:endParaRPr sz="9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950">
                <a:solidFill>
                  <a:srgbClr val="D4D4D4"/>
                </a:solidFill>
                <a:latin typeface="Consolas"/>
                <a:ea typeface="Consolas"/>
                <a:cs typeface="Consolas"/>
                <a:sym typeface="Consolas"/>
              </a:rPr>
              <a:t>  </a:t>
            </a:r>
            <a:r>
              <a:rPr lang="en" sz="950">
                <a:solidFill>
                  <a:srgbClr val="569CD6"/>
                </a:solidFill>
                <a:latin typeface="Consolas"/>
                <a:ea typeface="Consolas"/>
                <a:cs typeface="Consolas"/>
                <a:sym typeface="Consolas"/>
              </a:rPr>
              <a:t>return</a:t>
            </a:r>
            <a:r>
              <a:rPr lang="en" sz="950">
                <a:solidFill>
                  <a:srgbClr val="D4D4D4"/>
                </a:solidFill>
                <a:latin typeface="Consolas"/>
                <a:ea typeface="Consolas"/>
                <a:cs typeface="Consolas"/>
                <a:sym typeface="Consolas"/>
              </a:rPr>
              <a:t> uniqueStrings;</a:t>
            </a:r>
            <a:endParaRPr sz="950">
              <a:solidFill>
                <a:srgbClr val="D4D4D4"/>
              </a:solidFill>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950">
                <a:solidFill>
                  <a:srgbClr val="D4D4D4"/>
                </a:solidFill>
                <a:latin typeface="Consolas"/>
                <a:ea typeface="Consolas"/>
                <a:cs typeface="Consolas"/>
                <a:sym typeface="Consolas"/>
              </a:rPr>
              <a:t>}</a:t>
            </a:r>
            <a:endParaRPr sz="950">
              <a:solidFill>
                <a:srgbClr val="D4D4D4"/>
              </a:solidFill>
              <a:latin typeface="Consolas"/>
              <a:ea typeface="Consolas"/>
              <a:cs typeface="Consolas"/>
              <a:sym typeface="Consolas"/>
            </a:endParaRPr>
          </a:p>
          <a:p>
            <a:pPr indent="0" lvl="0" marL="0" rtl="0" algn="l">
              <a:spcBef>
                <a:spcPts val="0"/>
              </a:spcBef>
              <a:spcAft>
                <a:spcPts val="0"/>
              </a:spcAft>
              <a:buNone/>
            </a:pPr>
            <a:r>
              <a:t/>
            </a:r>
            <a:endParaRPr sz="1200">
              <a:solidFill>
                <a:schemeClr val="lt1"/>
              </a:solidFill>
              <a:latin typeface="Inter"/>
              <a:ea typeface="Inter"/>
              <a:cs typeface="Inter"/>
              <a:sym typeface="Inter"/>
            </a:endParaRPr>
          </a:p>
        </p:txBody>
      </p:sp>
      <p:sp>
        <p:nvSpPr>
          <p:cNvPr id="783" name="Google Shape;783;p110"/>
          <p:cNvSpPr txBox="1"/>
          <p:nvPr/>
        </p:nvSpPr>
        <p:spPr>
          <a:xfrm>
            <a:off x="408125" y="1016475"/>
            <a:ext cx="4104000" cy="209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 sz="1700">
                <a:solidFill>
                  <a:srgbClr val="FFFFFF"/>
                </a:solidFill>
              </a:rPr>
              <a:t>Write a method that given a list of strings</a:t>
            </a:r>
            <a:endParaRPr b="1" sz="1700">
              <a:solidFill>
                <a:srgbClr val="FFFFFF"/>
              </a:solidFill>
            </a:endParaRPr>
          </a:p>
          <a:p>
            <a:pPr indent="-336550" lvl="0" marL="457200" rtl="0" algn="l">
              <a:spcBef>
                <a:spcPts val="0"/>
              </a:spcBef>
              <a:spcAft>
                <a:spcPts val="0"/>
              </a:spcAft>
              <a:buClr>
                <a:srgbClr val="FFFFFF"/>
              </a:buClr>
              <a:buSzPts val="1700"/>
              <a:buChar char="●"/>
            </a:pPr>
            <a:r>
              <a:rPr b="1" lang="en" sz="1700">
                <a:solidFill>
                  <a:srgbClr val="FFFFFF"/>
                </a:solidFill>
              </a:rPr>
              <a:t>Returns a copy of the list with duplicates removed.</a:t>
            </a:r>
            <a:endParaRPr b="1" sz="1700">
              <a:solidFill>
                <a:srgbClr val="FFFFFF"/>
              </a:solidFill>
            </a:endParaRPr>
          </a:p>
          <a:p>
            <a:pPr indent="-336550" lvl="0" marL="457200" rtl="0" algn="l">
              <a:spcBef>
                <a:spcPts val="0"/>
              </a:spcBef>
              <a:spcAft>
                <a:spcPts val="0"/>
              </a:spcAft>
              <a:buClr>
                <a:srgbClr val="FFFFFF"/>
              </a:buClr>
              <a:buSzPts val="1700"/>
              <a:buChar char="●"/>
            </a:pPr>
            <a:r>
              <a:rPr b="1" lang="en" sz="1700">
                <a:solidFill>
                  <a:srgbClr val="FFFFFF"/>
                </a:solidFill>
              </a:rPr>
              <a:t>The strings must remain in their original order</a:t>
            </a:r>
            <a:endParaRPr b="1" sz="1700">
              <a:solidFill>
                <a:srgbClr val="FFFFFF"/>
              </a:solidFill>
            </a:endParaRPr>
          </a:p>
          <a:p>
            <a:pPr indent="-336550" lvl="0" marL="457200" rtl="0" algn="l">
              <a:spcBef>
                <a:spcPts val="0"/>
              </a:spcBef>
              <a:spcAft>
                <a:spcPts val="0"/>
              </a:spcAft>
              <a:buClr>
                <a:srgbClr val="FFFFFF"/>
              </a:buClr>
              <a:buSzPts val="1700"/>
              <a:buChar char="●"/>
            </a:pPr>
            <a:r>
              <a:rPr b="1" lang="en" sz="1700">
                <a:solidFill>
                  <a:srgbClr val="FFFFFF"/>
                </a:solidFill>
              </a:rPr>
              <a:t>Must run in O(n)</a:t>
            </a:r>
            <a:endParaRPr sz="1000">
              <a:solidFill>
                <a:schemeClr val="lt1"/>
              </a:solidFill>
              <a:latin typeface="Inter"/>
              <a:ea typeface="Inter"/>
              <a:cs typeface="Inter"/>
              <a:sym typeface="Inte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111"/>
          <p:cNvSpPr/>
          <p:nvPr/>
        </p:nvSpPr>
        <p:spPr>
          <a:xfrm>
            <a:off x="185075"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800">
                <a:solidFill>
                  <a:srgbClr val="FFFFFF"/>
                </a:solidFill>
              </a:rPr>
              <a:t>This is data accessed by more than one thread.</a:t>
            </a:r>
            <a:endParaRPr b="1" sz="4800">
              <a:solidFill>
                <a:srgbClr val="FFFFFF"/>
              </a:solidFill>
            </a:endParaRPr>
          </a:p>
        </p:txBody>
      </p:sp>
      <p:sp>
        <p:nvSpPr>
          <p:cNvPr id="789" name="Google Shape;789;p111"/>
          <p:cNvSpPr txBox="1"/>
          <p:nvPr/>
        </p:nvSpPr>
        <p:spPr>
          <a:xfrm>
            <a:off x="593775" y="2859096"/>
            <a:ext cx="8112300" cy="1614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i="1" lang="en" sz="4800">
                <a:solidFill>
                  <a:schemeClr val="accent1"/>
                </a:solidFill>
              </a:rPr>
              <a:t>What is a shared resource?</a:t>
            </a:r>
            <a:endParaRPr i="1" sz="4800">
              <a:solidFill>
                <a:schemeClr val="accent1"/>
              </a:solidFill>
            </a:endParaRPr>
          </a:p>
        </p:txBody>
      </p:sp>
      <p:pic>
        <p:nvPicPr>
          <p:cNvPr id="790" name="Google Shape;790;p111">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112"/>
          <p:cNvSpPr/>
          <p:nvPr/>
        </p:nvSpPr>
        <p:spPr>
          <a:xfrm>
            <a:off x="185075"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000">
                <a:solidFill>
                  <a:srgbClr val="FFFFFF"/>
                </a:solidFill>
              </a:rPr>
              <a:t>This is used to ensure only one thread enters a critical region at a time.</a:t>
            </a:r>
            <a:endParaRPr b="1" sz="4000">
              <a:solidFill>
                <a:srgbClr val="FFFFFF"/>
              </a:solidFill>
            </a:endParaRPr>
          </a:p>
        </p:txBody>
      </p:sp>
      <p:sp>
        <p:nvSpPr>
          <p:cNvPr id="796" name="Google Shape;796;p112"/>
          <p:cNvSpPr txBox="1"/>
          <p:nvPr/>
        </p:nvSpPr>
        <p:spPr>
          <a:xfrm>
            <a:off x="593775" y="2766564"/>
            <a:ext cx="8112300" cy="1659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i="1" lang="en" sz="4800">
                <a:solidFill>
                  <a:schemeClr val="accent1"/>
                </a:solidFill>
              </a:rPr>
              <a:t>What is a lock?</a:t>
            </a:r>
            <a:endParaRPr i="1" sz="4800">
              <a:solidFill>
                <a:schemeClr val="accent1"/>
              </a:solidFill>
            </a:endParaRPr>
          </a:p>
        </p:txBody>
      </p:sp>
      <p:pic>
        <p:nvPicPr>
          <p:cNvPr id="797" name="Google Shape;797;p112">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13"/>
          <p:cNvSpPr/>
          <p:nvPr/>
        </p:nvSpPr>
        <p:spPr>
          <a:xfrm>
            <a:off x="188100"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800">
                <a:solidFill>
                  <a:srgbClr val="FFFFFF"/>
                </a:solidFill>
              </a:rPr>
              <a:t>These two actions release a lock held by a thread.</a:t>
            </a:r>
            <a:endParaRPr b="1" sz="4800">
              <a:solidFill>
                <a:srgbClr val="FFFFFF"/>
              </a:solidFill>
            </a:endParaRPr>
          </a:p>
        </p:txBody>
      </p:sp>
      <p:sp>
        <p:nvSpPr>
          <p:cNvPr id="803" name="Google Shape;803;p113"/>
          <p:cNvSpPr txBox="1"/>
          <p:nvPr/>
        </p:nvSpPr>
        <p:spPr>
          <a:xfrm>
            <a:off x="596800" y="2766564"/>
            <a:ext cx="8112300" cy="1659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i="1" lang="en" sz="4800">
                <a:solidFill>
                  <a:schemeClr val="accent1"/>
                </a:solidFill>
              </a:rPr>
              <a:t>What are unlock and await?</a:t>
            </a:r>
            <a:endParaRPr i="1" sz="4800">
              <a:solidFill>
                <a:schemeClr val="accent1"/>
              </a:solidFill>
            </a:endParaRPr>
          </a:p>
        </p:txBody>
      </p:sp>
      <p:pic>
        <p:nvPicPr>
          <p:cNvPr id="804" name="Google Shape;804;p113">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114"/>
          <p:cNvSpPr/>
          <p:nvPr/>
        </p:nvSpPr>
        <p:spPr>
          <a:xfrm>
            <a:off x="188100"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Clr>
                <a:schemeClr val="lt1"/>
              </a:buClr>
              <a:buSzPts val="1100"/>
              <a:buFont typeface="Arial"/>
              <a:buNone/>
            </a:pPr>
            <a:r>
              <a:rPr b="1" lang="en" sz="4800">
                <a:solidFill>
                  <a:srgbClr val="FFFFFF"/>
                </a:solidFill>
              </a:rPr>
              <a:t>CODING CHALLENGE!</a:t>
            </a:r>
            <a:endParaRPr b="1" sz="2000">
              <a:solidFill>
                <a:srgbClr val="FFFFFF"/>
              </a:solidFill>
            </a:endParaRPr>
          </a:p>
          <a:p>
            <a:pPr indent="-349250" lvl="0" marL="457200" rtl="0" algn="l">
              <a:spcBef>
                <a:spcPts val="0"/>
              </a:spcBef>
              <a:spcAft>
                <a:spcPts val="0"/>
              </a:spcAft>
              <a:buClr>
                <a:srgbClr val="FFFFFF"/>
              </a:buClr>
              <a:buSzPts val="1900"/>
              <a:buChar char="●"/>
            </a:pPr>
            <a:r>
              <a:rPr b="1" lang="en" sz="1900">
                <a:solidFill>
                  <a:srgbClr val="FFFFFF"/>
                </a:solidFill>
              </a:rPr>
              <a:t>Create a class named </a:t>
            </a:r>
            <a:r>
              <a:rPr lang="en" sz="1900">
                <a:solidFill>
                  <a:srgbClr val="FFFFFF"/>
                </a:solidFill>
                <a:latin typeface="Courier New"/>
                <a:ea typeface="Courier New"/>
                <a:cs typeface="Courier New"/>
                <a:sym typeface="Courier New"/>
              </a:rPr>
              <a:t>LetterAdder</a:t>
            </a:r>
            <a:endParaRPr sz="1900">
              <a:solidFill>
                <a:srgbClr val="FFFFFF"/>
              </a:solidFill>
              <a:latin typeface="Courier New"/>
              <a:ea typeface="Courier New"/>
              <a:cs typeface="Courier New"/>
              <a:sym typeface="Courier New"/>
            </a:endParaRPr>
          </a:p>
          <a:p>
            <a:pPr indent="-349250" lvl="0" marL="457200" rtl="0" algn="l">
              <a:spcBef>
                <a:spcPts val="0"/>
              </a:spcBef>
              <a:spcAft>
                <a:spcPts val="0"/>
              </a:spcAft>
              <a:buClr>
                <a:srgbClr val="FFFFFF"/>
              </a:buClr>
              <a:buSzPts val="1900"/>
              <a:buChar char="●"/>
            </a:pPr>
            <a:r>
              <a:rPr b="1" lang="en" sz="1900">
                <a:solidFill>
                  <a:srgbClr val="FFFFFF"/>
                </a:solidFill>
              </a:rPr>
              <a:t>Define a constructor that accepts a </a:t>
            </a:r>
            <a:r>
              <a:rPr lang="en" sz="1900">
                <a:solidFill>
                  <a:srgbClr val="FFFFFF"/>
                </a:solidFill>
                <a:latin typeface="Courier New"/>
                <a:ea typeface="Courier New"/>
                <a:cs typeface="Courier New"/>
                <a:sym typeface="Courier New"/>
              </a:rPr>
              <a:t>Map&lt;Character,Integer&gt;</a:t>
            </a:r>
            <a:r>
              <a:rPr b="1" lang="en" sz="1900">
                <a:solidFill>
                  <a:srgbClr val="FFFFFF"/>
                </a:solidFill>
              </a:rPr>
              <a:t> and </a:t>
            </a:r>
            <a:r>
              <a:rPr b="1" lang="en" sz="1900">
                <a:solidFill>
                  <a:srgbClr val="FFFFFF"/>
                </a:solidFill>
                <a:latin typeface="Courier New"/>
                <a:ea typeface="Courier New"/>
                <a:cs typeface="Courier New"/>
                <a:sym typeface="Courier New"/>
              </a:rPr>
              <a:t>Lock</a:t>
            </a:r>
            <a:endParaRPr b="1" sz="1900">
              <a:solidFill>
                <a:srgbClr val="FFFFFF"/>
              </a:solidFill>
              <a:latin typeface="Courier New"/>
              <a:ea typeface="Courier New"/>
              <a:cs typeface="Courier New"/>
              <a:sym typeface="Courier New"/>
            </a:endParaRPr>
          </a:p>
          <a:p>
            <a:pPr indent="-349250" lvl="0" marL="457200" rtl="0" algn="l">
              <a:spcBef>
                <a:spcPts val="0"/>
              </a:spcBef>
              <a:spcAft>
                <a:spcPts val="0"/>
              </a:spcAft>
              <a:buClr>
                <a:srgbClr val="FFFFFF"/>
              </a:buClr>
              <a:buSzPts val="1900"/>
              <a:buChar char="●"/>
            </a:pPr>
            <a:r>
              <a:rPr b="1" lang="en" sz="1900">
                <a:solidFill>
                  <a:srgbClr val="FFFFFF"/>
                </a:solidFill>
              </a:rPr>
              <a:t>Define a </a:t>
            </a:r>
            <a:r>
              <a:rPr lang="en" sz="1900">
                <a:solidFill>
                  <a:srgbClr val="FFFFFF"/>
                </a:solidFill>
                <a:latin typeface="Courier New"/>
                <a:ea typeface="Courier New"/>
                <a:cs typeface="Courier New"/>
                <a:sym typeface="Courier New"/>
              </a:rPr>
              <a:t>run()</a:t>
            </a:r>
            <a:r>
              <a:rPr b="1" lang="en" sz="1900">
                <a:solidFill>
                  <a:srgbClr val="FFFFFF"/>
                </a:solidFill>
              </a:rPr>
              <a:t> method named that does the following:</a:t>
            </a:r>
            <a:endParaRPr b="1" sz="1900">
              <a:solidFill>
                <a:srgbClr val="FFFFFF"/>
              </a:solidFill>
            </a:endParaRPr>
          </a:p>
          <a:p>
            <a:pPr indent="-349250" lvl="1" marL="914400" rtl="0" algn="l">
              <a:spcBef>
                <a:spcPts val="0"/>
              </a:spcBef>
              <a:spcAft>
                <a:spcPts val="0"/>
              </a:spcAft>
              <a:buClr>
                <a:srgbClr val="FFFFFF"/>
              </a:buClr>
              <a:buSzPts val="1900"/>
              <a:buChar char="○"/>
            </a:pPr>
            <a:r>
              <a:rPr b="1" lang="en" sz="1900">
                <a:solidFill>
                  <a:srgbClr val="FFFFFF"/>
                </a:solidFill>
              </a:rPr>
              <a:t>For all letters '</a:t>
            </a:r>
            <a:r>
              <a:rPr lang="en" sz="1900">
                <a:solidFill>
                  <a:srgbClr val="FFFFFF"/>
                </a:solidFill>
                <a:latin typeface="Courier New"/>
                <a:ea typeface="Courier New"/>
                <a:cs typeface="Courier New"/>
                <a:sym typeface="Courier New"/>
              </a:rPr>
              <a:t>A</a:t>
            </a:r>
            <a:r>
              <a:rPr b="1" lang="en" sz="1900">
                <a:solidFill>
                  <a:srgbClr val="FFFFFF"/>
                </a:solidFill>
              </a:rPr>
              <a:t>' - '</a:t>
            </a:r>
            <a:r>
              <a:rPr lang="en" sz="1900">
                <a:solidFill>
                  <a:srgbClr val="FFFFFF"/>
                </a:solidFill>
                <a:latin typeface="Courier New"/>
                <a:ea typeface="Courier New"/>
                <a:cs typeface="Courier New"/>
                <a:sym typeface="Courier New"/>
              </a:rPr>
              <a:t>Z</a:t>
            </a:r>
            <a:r>
              <a:rPr b="1" lang="en" sz="1900">
                <a:solidFill>
                  <a:srgbClr val="FFFFFF"/>
                </a:solidFill>
              </a:rPr>
              <a:t>'</a:t>
            </a:r>
            <a:endParaRPr b="1" sz="1900">
              <a:solidFill>
                <a:srgbClr val="FFFFFF"/>
              </a:solidFill>
            </a:endParaRPr>
          </a:p>
          <a:p>
            <a:pPr indent="-349250" lvl="2" marL="1371600" rtl="0" algn="l">
              <a:spcBef>
                <a:spcPts val="0"/>
              </a:spcBef>
              <a:spcAft>
                <a:spcPts val="0"/>
              </a:spcAft>
              <a:buClr>
                <a:srgbClr val="FFFFFF"/>
              </a:buClr>
              <a:buSzPts val="1900"/>
              <a:buChar char="■"/>
            </a:pPr>
            <a:r>
              <a:rPr b="1" lang="en" sz="1900">
                <a:solidFill>
                  <a:srgbClr val="FFFFFF"/>
                </a:solidFill>
              </a:rPr>
              <a:t>If the letter is not in the map, add it with a value of </a:t>
            </a:r>
            <a:r>
              <a:rPr lang="en" sz="1900">
                <a:solidFill>
                  <a:srgbClr val="FFFFFF"/>
                </a:solidFill>
                <a:latin typeface="Courier New"/>
                <a:ea typeface="Courier New"/>
                <a:cs typeface="Courier New"/>
                <a:sym typeface="Courier New"/>
              </a:rPr>
              <a:t>1</a:t>
            </a:r>
            <a:r>
              <a:rPr b="1" lang="en" sz="1900">
                <a:solidFill>
                  <a:srgbClr val="FFFFFF"/>
                </a:solidFill>
              </a:rPr>
              <a:t>.</a:t>
            </a:r>
            <a:endParaRPr b="1" sz="1900">
              <a:solidFill>
                <a:srgbClr val="FFFFFF"/>
              </a:solidFill>
            </a:endParaRPr>
          </a:p>
          <a:p>
            <a:pPr indent="-349250" lvl="2" marL="1371600" rtl="0" algn="l">
              <a:spcBef>
                <a:spcPts val="0"/>
              </a:spcBef>
              <a:spcAft>
                <a:spcPts val="0"/>
              </a:spcAft>
              <a:buClr>
                <a:srgbClr val="FFFFFF"/>
              </a:buClr>
              <a:buSzPts val="1900"/>
              <a:buChar char="■"/>
            </a:pPr>
            <a:r>
              <a:rPr b="1" lang="en" sz="1900">
                <a:solidFill>
                  <a:srgbClr val="FFFFFF"/>
                </a:solidFill>
              </a:rPr>
              <a:t>Otherwise, increase the count by </a:t>
            </a:r>
            <a:r>
              <a:rPr lang="en" sz="1900">
                <a:solidFill>
                  <a:srgbClr val="FFFFFF"/>
                </a:solidFill>
                <a:latin typeface="Courier New"/>
                <a:ea typeface="Courier New"/>
                <a:cs typeface="Courier New"/>
                <a:sym typeface="Courier New"/>
              </a:rPr>
              <a:t>1</a:t>
            </a:r>
            <a:endParaRPr sz="1900">
              <a:solidFill>
                <a:srgbClr val="FFFFFF"/>
              </a:solidFill>
              <a:latin typeface="Courier New"/>
              <a:ea typeface="Courier New"/>
              <a:cs typeface="Courier New"/>
              <a:sym typeface="Courier New"/>
            </a:endParaRPr>
          </a:p>
          <a:p>
            <a:pPr indent="-349250" lvl="1" marL="914400" rtl="0" algn="l">
              <a:spcBef>
                <a:spcPts val="0"/>
              </a:spcBef>
              <a:spcAft>
                <a:spcPts val="0"/>
              </a:spcAft>
              <a:buClr>
                <a:srgbClr val="FFFFFF"/>
              </a:buClr>
              <a:buSzPts val="1900"/>
              <a:buChar char="○"/>
            </a:pPr>
            <a:r>
              <a:rPr b="1" lang="en" sz="1900">
                <a:solidFill>
                  <a:srgbClr val="FFFFFF"/>
                </a:solidFill>
              </a:rPr>
              <a:t>After adding each letter, pauses for </a:t>
            </a:r>
            <a:r>
              <a:rPr lang="en" sz="1900">
                <a:solidFill>
                  <a:srgbClr val="FFFFFF"/>
                </a:solidFill>
                <a:latin typeface="Consolas"/>
                <a:ea typeface="Consolas"/>
                <a:cs typeface="Consolas"/>
                <a:sym typeface="Consolas"/>
              </a:rPr>
              <a:t>100ms</a:t>
            </a:r>
            <a:endParaRPr sz="1900">
              <a:solidFill>
                <a:srgbClr val="FFFFFF"/>
              </a:solidFill>
              <a:latin typeface="Consolas"/>
              <a:ea typeface="Consolas"/>
              <a:cs typeface="Consolas"/>
              <a:sym typeface="Consolas"/>
            </a:endParaRPr>
          </a:p>
          <a:p>
            <a:pPr indent="-349250" lvl="0" marL="457200" rtl="0" algn="l">
              <a:spcBef>
                <a:spcPts val="0"/>
              </a:spcBef>
              <a:spcAft>
                <a:spcPts val="0"/>
              </a:spcAft>
              <a:buClr>
                <a:srgbClr val="FFFFFF"/>
              </a:buClr>
              <a:buSzPts val="1900"/>
              <a:buChar char="●"/>
            </a:pPr>
            <a:r>
              <a:rPr b="1" lang="en" sz="1900">
                <a:solidFill>
                  <a:srgbClr val="FFFFFF"/>
                </a:solidFill>
              </a:rPr>
              <a:t>Define a </a:t>
            </a:r>
            <a:r>
              <a:rPr lang="en" sz="1900">
                <a:solidFill>
                  <a:srgbClr val="FFFFFF"/>
                </a:solidFill>
                <a:latin typeface="Courier New"/>
                <a:ea typeface="Courier New"/>
                <a:cs typeface="Courier New"/>
                <a:sym typeface="Courier New"/>
              </a:rPr>
              <a:t>main</a:t>
            </a:r>
            <a:r>
              <a:rPr b="1" lang="en" sz="1900">
                <a:solidFill>
                  <a:srgbClr val="FFFFFF"/>
                </a:solidFill>
              </a:rPr>
              <a:t> method that:</a:t>
            </a:r>
            <a:endParaRPr b="1" sz="1900">
              <a:solidFill>
                <a:srgbClr val="FFFFFF"/>
              </a:solidFill>
            </a:endParaRPr>
          </a:p>
          <a:p>
            <a:pPr indent="-349250" lvl="1" marL="914400" rtl="0" algn="l">
              <a:spcBef>
                <a:spcPts val="0"/>
              </a:spcBef>
              <a:spcAft>
                <a:spcPts val="0"/>
              </a:spcAft>
              <a:buClr>
                <a:srgbClr val="FFFFFF"/>
              </a:buClr>
              <a:buSzPts val="1900"/>
              <a:buChar char="○"/>
            </a:pPr>
            <a:r>
              <a:rPr b="1" lang="en" sz="1900">
                <a:solidFill>
                  <a:srgbClr val="FFFFFF"/>
                </a:solidFill>
              </a:rPr>
              <a:t>Starts </a:t>
            </a:r>
            <a:r>
              <a:rPr lang="en" sz="1900">
                <a:solidFill>
                  <a:srgbClr val="FFFFFF"/>
                </a:solidFill>
                <a:latin typeface="Courier New"/>
                <a:ea typeface="Courier New"/>
                <a:cs typeface="Courier New"/>
                <a:sym typeface="Courier New"/>
              </a:rPr>
              <a:t>10</a:t>
            </a:r>
            <a:r>
              <a:rPr b="1" lang="en" sz="1900">
                <a:solidFill>
                  <a:srgbClr val="FFFFFF"/>
                </a:solidFill>
              </a:rPr>
              <a:t> </a:t>
            </a:r>
            <a:r>
              <a:rPr lang="en" sz="1900">
                <a:solidFill>
                  <a:srgbClr val="FFFFFF"/>
                </a:solidFill>
                <a:latin typeface="Courier New"/>
                <a:ea typeface="Courier New"/>
                <a:cs typeface="Courier New"/>
                <a:sym typeface="Courier New"/>
              </a:rPr>
              <a:t>LetterAdder</a:t>
            </a:r>
            <a:r>
              <a:rPr b="1" lang="en" sz="1900">
                <a:solidFill>
                  <a:srgbClr val="FFFFFF"/>
                </a:solidFill>
              </a:rPr>
              <a:t> threads</a:t>
            </a:r>
            <a:endParaRPr b="1" sz="1900">
              <a:solidFill>
                <a:srgbClr val="FFFFFF"/>
              </a:solidFill>
            </a:endParaRPr>
          </a:p>
          <a:p>
            <a:pPr indent="-349250" lvl="1" marL="914400" rtl="0" algn="l">
              <a:spcBef>
                <a:spcPts val="0"/>
              </a:spcBef>
              <a:spcAft>
                <a:spcPts val="0"/>
              </a:spcAft>
              <a:buClr>
                <a:srgbClr val="FFFFFF"/>
              </a:buClr>
              <a:buSzPts val="1900"/>
              <a:buChar char="○"/>
            </a:pPr>
            <a:r>
              <a:rPr b="1" lang="en" sz="1900">
                <a:solidFill>
                  <a:srgbClr val="FFFFFF"/>
                </a:solidFill>
              </a:rPr>
              <a:t>After all threads have finished, prints the </a:t>
            </a:r>
            <a:r>
              <a:rPr lang="en" sz="1900">
                <a:solidFill>
                  <a:srgbClr val="FFFFFF"/>
                </a:solidFill>
                <a:latin typeface="Courier New"/>
                <a:ea typeface="Courier New"/>
                <a:cs typeface="Courier New"/>
                <a:sym typeface="Courier New"/>
              </a:rPr>
              <a:t>Map</a:t>
            </a:r>
            <a:endParaRPr sz="1900">
              <a:solidFill>
                <a:srgbClr val="FFFFFF"/>
              </a:solidFill>
              <a:latin typeface="Courier New"/>
              <a:ea typeface="Courier New"/>
              <a:cs typeface="Courier New"/>
              <a:sym typeface="Courier New"/>
            </a:endParaRPr>
          </a:p>
          <a:p>
            <a:pPr indent="-349250" lvl="2" marL="1371600" rtl="0" algn="l">
              <a:spcBef>
                <a:spcPts val="0"/>
              </a:spcBef>
              <a:spcAft>
                <a:spcPts val="0"/>
              </a:spcAft>
              <a:buClr>
                <a:srgbClr val="FFFFFF"/>
              </a:buClr>
              <a:buSzPts val="1900"/>
              <a:buChar char="■"/>
            </a:pPr>
            <a:r>
              <a:rPr b="1" lang="en" sz="1900">
                <a:solidFill>
                  <a:srgbClr val="FFFFFF"/>
                </a:solidFill>
              </a:rPr>
              <a:t>All letters should have a count of </a:t>
            </a:r>
            <a:r>
              <a:rPr lang="en" sz="1900">
                <a:solidFill>
                  <a:srgbClr val="FFFFFF"/>
                </a:solidFill>
                <a:latin typeface="Courier New"/>
                <a:ea typeface="Courier New"/>
                <a:cs typeface="Courier New"/>
                <a:sym typeface="Courier New"/>
              </a:rPr>
              <a:t>10</a:t>
            </a:r>
            <a:endParaRPr sz="1900">
              <a:solidFill>
                <a:srgbClr val="FFFFFF"/>
              </a:solidFill>
              <a:latin typeface="Courier New"/>
              <a:ea typeface="Courier New"/>
              <a:cs typeface="Courier New"/>
              <a:sym typeface="Courier New"/>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115"/>
          <p:cNvSpPr txBox="1"/>
          <p:nvPr/>
        </p:nvSpPr>
        <p:spPr>
          <a:xfrm>
            <a:off x="96000" y="73925"/>
            <a:ext cx="5922000" cy="4063500"/>
          </a:xfrm>
          <a:prstGeom prst="rect">
            <a:avLst/>
          </a:prstGeom>
          <a:solidFill>
            <a:srgbClr val="000000"/>
          </a:solidFill>
          <a:ln cap="flat" cmpd="sng" w="19050">
            <a:solidFill>
              <a:srgbClr val="4A86E8"/>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lt1"/>
              </a:buClr>
              <a:buSzPts val="1100"/>
              <a:buFont typeface="Arial"/>
              <a:buNone/>
            </a:pPr>
            <a:r>
              <a:rPr lang="en" sz="1050">
                <a:solidFill>
                  <a:srgbClr val="569CD6"/>
                </a:solidFill>
                <a:latin typeface="Consolas"/>
                <a:ea typeface="Consolas"/>
                <a:cs typeface="Consolas"/>
                <a:sym typeface="Consolas"/>
              </a:rPr>
              <a:t>public</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class</a:t>
            </a:r>
            <a:r>
              <a:rPr lang="en" sz="1050">
                <a:solidFill>
                  <a:srgbClr val="D4D4D4"/>
                </a:solidFill>
                <a:latin typeface="Consolas"/>
                <a:ea typeface="Consolas"/>
                <a:cs typeface="Consolas"/>
                <a:sym typeface="Consolas"/>
              </a:rPr>
              <a:t> LetterAdder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private</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final</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Map</a:t>
            </a:r>
            <a:r>
              <a:rPr lang="en" sz="1050">
                <a:solidFill>
                  <a:srgbClr val="D4D4D4"/>
                </a:solidFill>
                <a:latin typeface="Consolas"/>
                <a:ea typeface="Consolas"/>
                <a:cs typeface="Consolas"/>
                <a:sym typeface="Consolas"/>
              </a:rPr>
              <a:t>&lt;</a:t>
            </a:r>
            <a:r>
              <a:rPr lang="en" sz="1050">
                <a:solidFill>
                  <a:srgbClr val="569CD6"/>
                </a:solidFill>
                <a:latin typeface="Consolas"/>
                <a:ea typeface="Consolas"/>
                <a:cs typeface="Consolas"/>
                <a:sym typeface="Consolas"/>
              </a:rPr>
              <a:t>Character</a:t>
            </a:r>
            <a:r>
              <a:rPr lang="en" sz="1050">
                <a:solidFill>
                  <a:srgbClr val="D4D4D4"/>
                </a:solidFill>
                <a:latin typeface="Consolas"/>
                <a:ea typeface="Consolas"/>
                <a:cs typeface="Consolas"/>
                <a:sym typeface="Consolas"/>
              </a:rPr>
              <a:t>,</a:t>
            </a:r>
            <a:r>
              <a:rPr lang="en" sz="1050">
                <a:solidFill>
                  <a:srgbClr val="569CD6"/>
                </a:solidFill>
                <a:latin typeface="Consolas"/>
                <a:ea typeface="Consolas"/>
                <a:cs typeface="Consolas"/>
                <a:sym typeface="Consolas"/>
              </a:rPr>
              <a:t>Integer</a:t>
            </a:r>
            <a:r>
              <a:rPr lang="en" sz="1050">
                <a:solidFill>
                  <a:srgbClr val="D4D4D4"/>
                </a:solidFill>
                <a:latin typeface="Consolas"/>
                <a:ea typeface="Consolas"/>
                <a:cs typeface="Consolas"/>
                <a:sym typeface="Consolas"/>
              </a:rPr>
              <a:t>&gt; letterCounts;</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private</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final</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Lock</a:t>
            </a:r>
            <a:r>
              <a:rPr lang="en" sz="1050">
                <a:solidFill>
                  <a:srgbClr val="D4D4D4"/>
                </a:solidFill>
                <a:latin typeface="Consolas"/>
                <a:ea typeface="Consolas"/>
                <a:cs typeface="Consolas"/>
                <a:sym typeface="Consolas"/>
              </a:rPr>
              <a:t> lock;</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Clr>
                <a:schemeClr val="lt1"/>
              </a:buClr>
              <a:buSzPts val="1100"/>
              <a:buFont typeface="Arial"/>
              <a:buNone/>
            </a:pPr>
            <a:r>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public</a:t>
            </a:r>
            <a:r>
              <a:rPr lang="en" sz="1050">
                <a:solidFill>
                  <a:srgbClr val="D4D4D4"/>
                </a:solidFill>
                <a:latin typeface="Consolas"/>
                <a:ea typeface="Consolas"/>
                <a:cs typeface="Consolas"/>
                <a:sym typeface="Consolas"/>
              </a:rPr>
              <a:t> LetterAdder(</a:t>
            </a:r>
            <a:r>
              <a:rPr lang="en" sz="1050">
                <a:solidFill>
                  <a:srgbClr val="569CD6"/>
                </a:solidFill>
                <a:latin typeface="Consolas"/>
                <a:ea typeface="Consolas"/>
                <a:cs typeface="Consolas"/>
                <a:sym typeface="Consolas"/>
              </a:rPr>
              <a:t>Map</a:t>
            </a:r>
            <a:r>
              <a:rPr lang="en" sz="1050">
                <a:solidFill>
                  <a:srgbClr val="D4D4D4"/>
                </a:solidFill>
                <a:latin typeface="Consolas"/>
                <a:ea typeface="Consolas"/>
                <a:cs typeface="Consolas"/>
                <a:sym typeface="Consolas"/>
              </a:rPr>
              <a:t>&lt;</a:t>
            </a:r>
            <a:r>
              <a:rPr lang="en" sz="1050">
                <a:solidFill>
                  <a:srgbClr val="569CD6"/>
                </a:solidFill>
                <a:latin typeface="Consolas"/>
                <a:ea typeface="Consolas"/>
                <a:cs typeface="Consolas"/>
                <a:sym typeface="Consolas"/>
              </a:rPr>
              <a:t>Character</a:t>
            </a:r>
            <a:r>
              <a:rPr lang="en" sz="1050">
                <a:solidFill>
                  <a:srgbClr val="D4D4D4"/>
                </a:solidFill>
                <a:latin typeface="Consolas"/>
                <a:ea typeface="Consolas"/>
                <a:cs typeface="Consolas"/>
                <a:sym typeface="Consolas"/>
              </a:rPr>
              <a:t>,</a:t>
            </a:r>
            <a:r>
              <a:rPr lang="en" sz="1050">
                <a:solidFill>
                  <a:srgbClr val="569CD6"/>
                </a:solidFill>
                <a:latin typeface="Consolas"/>
                <a:ea typeface="Consolas"/>
                <a:cs typeface="Consolas"/>
                <a:sym typeface="Consolas"/>
              </a:rPr>
              <a:t>Integer</a:t>
            </a:r>
            <a:r>
              <a:rPr lang="en" sz="1050">
                <a:solidFill>
                  <a:srgbClr val="D4D4D4"/>
                </a:solidFill>
                <a:latin typeface="Consolas"/>
                <a:ea typeface="Consolas"/>
                <a:cs typeface="Consolas"/>
                <a:sym typeface="Consolas"/>
              </a:rPr>
              <a:t>&gt; letterCounts,</a:t>
            </a:r>
            <a:r>
              <a:rPr lang="en" sz="1050">
                <a:solidFill>
                  <a:srgbClr val="569CD6"/>
                </a:solidFill>
                <a:latin typeface="Consolas"/>
                <a:ea typeface="Consolas"/>
                <a:cs typeface="Consolas"/>
                <a:sym typeface="Consolas"/>
              </a:rPr>
              <a:t>Lock</a:t>
            </a:r>
            <a:r>
              <a:rPr lang="en" sz="1050">
                <a:solidFill>
                  <a:srgbClr val="D4D4D4"/>
                </a:solidFill>
                <a:latin typeface="Consolas"/>
                <a:ea typeface="Consolas"/>
                <a:cs typeface="Consolas"/>
                <a:sym typeface="Consolas"/>
              </a:rPr>
              <a:t> lock)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this</a:t>
            </a:r>
            <a:r>
              <a:rPr lang="en" sz="1050">
                <a:solidFill>
                  <a:srgbClr val="D4D4D4"/>
                </a:solidFill>
                <a:latin typeface="Consolas"/>
                <a:ea typeface="Consolas"/>
                <a:cs typeface="Consolas"/>
                <a:sym typeface="Consolas"/>
              </a:rPr>
              <a:t>.letterCounts = letterCounts;</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this</a:t>
            </a:r>
            <a:r>
              <a:rPr lang="en" sz="1050">
                <a:solidFill>
                  <a:srgbClr val="D4D4D4"/>
                </a:solidFill>
                <a:latin typeface="Consolas"/>
                <a:ea typeface="Consolas"/>
                <a:cs typeface="Consolas"/>
                <a:sym typeface="Consolas"/>
              </a:rPr>
              <a:t>.lock = lock;</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Clr>
                <a:schemeClr val="lt1"/>
              </a:buClr>
              <a:buSzPts val="1100"/>
              <a:buFont typeface="Arial"/>
              <a:buNone/>
            </a:pPr>
            <a:r>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public</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void</a:t>
            </a:r>
            <a:r>
              <a:rPr lang="en" sz="1050">
                <a:solidFill>
                  <a:srgbClr val="D4D4D4"/>
                </a:solidFill>
                <a:latin typeface="Consolas"/>
                <a:ea typeface="Consolas"/>
                <a:cs typeface="Consolas"/>
                <a:sym typeface="Consolas"/>
              </a:rPr>
              <a:t> run()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for</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char</a:t>
            </a:r>
            <a:r>
              <a:rPr lang="en" sz="1050">
                <a:solidFill>
                  <a:srgbClr val="D4D4D4"/>
                </a:solidFill>
                <a:latin typeface="Consolas"/>
                <a:ea typeface="Consolas"/>
                <a:cs typeface="Consolas"/>
                <a:sym typeface="Consolas"/>
              </a:rPr>
              <a:t> c = </a:t>
            </a:r>
            <a:r>
              <a:rPr lang="en" sz="1050">
                <a:solidFill>
                  <a:srgbClr val="CE9178"/>
                </a:solidFill>
                <a:latin typeface="Consolas"/>
                <a:ea typeface="Consolas"/>
                <a:cs typeface="Consolas"/>
                <a:sym typeface="Consolas"/>
              </a:rPr>
              <a:t>'A'</a:t>
            </a:r>
            <a:r>
              <a:rPr lang="en" sz="1050">
                <a:solidFill>
                  <a:srgbClr val="D4D4D4"/>
                </a:solidFill>
                <a:latin typeface="Consolas"/>
                <a:ea typeface="Consolas"/>
                <a:cs typeface="Consolas"/>
                <a:sym typeface="Consolas"/>
              </a:rPr>
              <a:t>; c &lt;= </a:t>
            </a:r>
            <a:r>
              <a:rPr lang="en" sz="1050">
                <a:solidFill>
                  <a:srgbClr val="CE9178"/>
                </a:solidFill>
                <a:latin typeface="Consolas"/>
                <a:ea typeface="Consolas"/>
                <a:cs typeface="Consolas"/>
                <a:sym typeface="Consolas"/>
              </a:rPr>
              <a:t>'Z'</a:t>
            </a:r>
            <a:r>
              <a:rPr lang="en" sz="1050">
                <a:solidFill>
                  <a:srgbClr val="D4D4D4"/>
                </a:solidFill>
                <a:latin typeface="Consolas"/>
                <a:ea typeface="Consolas"/>
                <a:cs typeface="Consolas"/>
                <a:sym typeface="Consolas"/>
              </a:rPr>
              <a:t>; c++)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try</a:t>
            </a: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lock.lock();</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if</a:t>
            </a:r>
            <a:r>
              <a:rPr lang="en" sz="1050">
                <a:solidFill>
                  <a:srgbClr val="D4D4D4"/>
                </a:solidFill>
                <a:latin typeface="Consolas"/>
                <a:ea typeface="Consolas"/>
                <a:cs typeface="Consolas"/>
                <a:sym typeface="Consolas"/>
              </a:rPr>
              <a:t> (!letterCounts.containsKey(c))</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letterCounts.put(c,</a:t>
            </a:r>
            <a:r>
              <a:rPr lang="en" sz="1050">
                <a:solidFill>
                  <a:srgbClr val="B5CEA8"/>
                </a:solidFill>
                <a:latin typeface="Consolas"/>
                <a:ea typeface="Consolas"/>
                <a:cs typeface="Consolas"/>
                <a:sym typeface="Consolas"/>
              </a:rPr>
              <a:t>0</a:t>
            </a: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letterCounts.put(c,letterCounts.get(c)+</a:t>
            </a:r>
            <a:r>
              <a:rPr lang="en" sz="1050">
                <a:solidFill>
                  <a:srgbClr val="B5CEA8"/>
                </a:solidFill>
                <a:latin typeface="Consolas"/>
                <a:ea typeface="Consolas"/>
                <a:cs typeface="Consolas"/>
                <a:sym typeface="Consolas"/>
              </a:rPr>
              <a:t>1</a:t>
            </a: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 </a:t>
            </a:r>
            <a:r>
              <a:rPr lang="en" sz="1050">
                <a:solidFill>
                  <a:srgbClr val="569CD6"/>
                </a:solidFill>
                <a:latin typeface="Consolas"/>
                <a:ea typeface="Consolas"/>
                <a:cs typeface="Consolas"/>
                <a:sym typeface="Consolas"/>
              </a:rPr>
              <a:t>finally</a:t>
            </a: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lock.unlock();</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try</a:t>
            </a:r>
            <a:r>
              <a:rPr lang="en" sz="1050">
                <a:solidFill>
                  <a:srgbClr val="D4D4D4"/>
                </a:solidFill>
                <a:latin typeface="Consolas"/>
                <a:ea typeface="Consolas"/>
                <a:cs typeface="Consolas"/>
                <a:sym typeface="Consolas"/>
              </a:rPr>
              <a:t> { Thread.sleep(</a:t>
            </a:r>
            <a:r>
              <a:rPr lang="en" sz="1050">
                <a:solidFill>
                  <a:srgbClr val="B5CEA8"/>
                </a:solidFill>
                <a:latin typeface="Consolas"/>
                <a:ea typeface="Consolas"/>
                <a:cs typeface="Consolas"/>
                <a:sym typeface="Consolas"/>
              </a:rPr>
              <a:t>100</a:t>
            </a:r>
            <a:r>
              <a:rPr lang="en" sz="1050">
                <a:solidFill>
                  <a:srgbClr val="D4D4D4"/>
                </a:solidFill>
                <a:latin typeface="Consolas"/>
                <a:ea typeface="Consolas"/>
                <a:cs typeface="Consolas"/>
                <a:sym typeface="Consolas"/>
              </a:rPr>
              <a:t>); } </a:t>
            </a:r>
            <a:r>
              <a:rPr lang="en" sz="1050">
                <a:solidFill>
                  <a:srgbClr val="569CD6"/>
                </a:solidFill>
                <a:latin typeface="Consolas"/>
                <a:ea typeface="Consolas"/>
                <a:cs typeface="Consolas"/>
                <a:sym typeface="Consolas"/>
              </a:rPr>
              <a:t>catch</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InterruptedException</a:t>
            </a:r>
            <a:r>
              <a:rPr lang="en" sz="1050">
                <a:solidFill>
                  <a:srgbClr val="D4D4D4"/>
                </a:solidFill>
                <a:latin typeface="Consolas"/>
                <a:ea typeface="Consolas"/>
                <a:cs typeface="Consolas"/>
                <a:sym typeface="Consolas"/>
              </a:rPr>
              <a:t> e)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endParaRPr sz="1200">
              <a:solidFill>
                <a:schemeClr val="lt1"/>
              </a:solidFill>
              <a:latin typeface="Inter"/>
              <a:ea typeface="Inter"/>
              <a:cs typeface="Inter"/>
              <a:sym typeface="Inter"/>
            </a:endParaRPr>
          </a:p>
        </p:txBody>
      </p:sp>
      <p:sp>
        <p:nvSpPr>
          <p:cNvPr id="815" name="Google Shape;815;p115"/>
          <p:cNvSpPr txBox="1"/>
          <p:nvPr/>
        </p:nvSpPr>
        <p:spPr>
          <a:xfrm>
            <a:off x="3458220" y="1501051"/>
            <a:ext cx="5568000" cy="3538200"/>
          </a:xfrm>
          <a:prstGeom prst="rect">
            <a:avLst/>
          </a:prstGeom>
          <a:solidFill>
            <a:schemeClr val="lt1"/>
          </a:solidFill>
          <a:ln cap="flat" cmpd="sng" w="19050">
            <a:solidFill>
              <a:srgbClr val="4A86E8"/>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public</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static</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void</a:t>
            </a:r>
            <a:r>
              <a:rPr lang="en" sz="1050">
                <a:solidFill>
                  <a:srgbClr val="D4D4D4"/>
                </a:solidFill>
                <a:latin typeface="Consolas"/>
                <a:ea typeface="Consolas"/>
                <a:cs typeface="Consolas"/>
                <a:sym typeface="Consolas"/>
              </a:rPr>
              <a:t> main(</a:t>
            </a:r>
            <a:r>
              <a:rPr lang="en" sz="1050">
                <a:solidFill>
                  <a:srgbClr val="569CD6"/>
                </a:solidFill>
                <a:latin typeface="Consolas"/>
                <a:ea typeface="Consolas"/>
                <a:cs typeface="Consolas"/>
                <a:sym typeface="Consolas"/>
              </a:rPr>
              <a:t>String</a:t>
            </a:r>
            <a:r>
              <a:rPr lang="en" sz="1050">
                <a:solidFill>
                  <a:srgbClr val="D4D4D4"/>
                </a:solidFill>
                <a:latin typeface="Consolas"/>
                <a:ea typeface="Consolas"/>
                <a:cs typeface="Consolas"/>
                <a:sym typeface="Consolas"/>
              </a:rPr>
              <a:t>[] args) </a:t>
            </a:r>
            <a:r>
              <a:rPr lang="en" sz="1050">
                <a:solidFill>
                  <a:srgbClr val="569CD6"/>
                </a:solidFill>
                <a:latin typeface="Consolas"/>
                <a:ea typeface="Consolas"/>
                <a:cs typeface="Consolas"/>
                <a:sym typeface="Consolas"/>
              </a:rPr>
              <a:t>throws</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InterruptedException</a:t>
            </a: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Map</a:t>
            </a:r>
            <a:r>
              <a:rPr lang="en" sz="1050">
                <a:solidFill>
                  <a:srgbClr val="D4D4D4"/>
                </a:solidFill>
                <a:latin typeface="Consolas"/>
                <a:ea typeface="Consolas"/>
                <a:cs typeface="Consolas"/>
                <a:sym typeface="Consolas"/>
              </a:rPr>
              <a:t>&lt;</a:t>
            </a:r>
            <a:r>
              <a:rPr lang="en" sz="1050">
                <a:solidFill>
                  <a:srgbClr val="569CD6"/>
                </a:solidFill>
                <a:latin typeface="Consolas"/>
                <a:ea typeface="Consolas"/>
                <a:cs typeface="Consolas"/>
                <a:sym typeface="Consolas"/>
              </a:rPr>
              <a:t>Character</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Integer</a:t>
            </a:r>
            <a:r>
              <a:rPr lang="en" sz="1050">
                <a:solidFill>
                  <a:srgbClr val="D4D4D4"/>
                </a:solidFill>
                <a:latin typeface="Consolas"/>
                <a:ea typeface="Consolas"/>
                <a:cs typeface="Consolas"/>
                <a:sym typeface="Consolas"/>
              </a:rPr>
              <a:t>&gt; letterCounts = </a:t>
            </a:r>
            <a:r>
              <a:rPr lang="en" sz="1050">
                <a:solidFill>
                  <a:srgbClr val="569CD6"/>
                </a:solidFill>
                <a:latin typeface="Consolas"/>
                <a:ea typeface="Consolas"/>
                <a:cs typeface="Consolas"/>
                <a:sym typeface="Consolas"/>
              </a:rPr>
              <a:t>new</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HashMap</a:t>
            </a:r>
            <a:r>
              <a:rPr lang="en" sz="1050">
                <a:solidFill>
                  <a:srgbClr val="D4D4D4"/>
                </a:solidFill>
                <a:latin typeface="Consolas"/>
                <a:ea typeface="Consolas"/>
                <a:cs typeface="Consolas"/>
                <a:sym typeface="Consolas"/>
              </a:rPr>
              <a:t>&lt;&gt;();</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Lock</a:t>
            </a:r>
            <a:r>
              <a:rPr lang="en" sz="1050">
                <a:solidFill>
                  <a:srgbClr val="D4D4D4"/>
                </a:solidFill>
                <a:latin typeface="Consolas"/>
                <a:ea typeface="Consolas"/>
                <a:cs typeface="Consolas"/>
                <a:sym typeface="Consolas"/>
              </a:rPr>
              <a:t> lock = </a:t>
            </a:r>
            <a:r>
              <a:rPr lang="en" sz="1050">
                <a:solidFill>
                  <a:srgbClr val="569CD6"/>
                </a:solidFill>
                <a:latin typeface="Consolas"/>
                <a:ea typeface="Consolas"/>
                <a:cs typeface="Consolas"/>
                <a:sym typeface="Consolas"/>
              </a:rPr>
              <a:t>new</a:t>
            </a:r>
            <a:r>
              <a:rPr lang="en" sz="1050">
                <a:solidFill>
                  <a:srgbClr val="D4D4D4"/>
                </a:solidFill>
                <a:latin typeface="Consolas"/>
                <a:ea typeface="Consolas"/>
                <a:cs typeface="Consolas"/>
                <a:sym typeface="Consolas"/>
              </a:rPr>
              <a:t> ReentrantLock();</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ExecutorService</a:t>
            </a:r>
            <a:r>
              <a:rPr lang="en" sz="1050">
                <a:solidFill>
                  <a:srgbClr val="D4D4D4"/>
                </a:solidFill>
                <a:latin typeface="Consolas"/>
                <a:ea typeface="Consolas"/>
                <a:cs typeface="Consolas"/>
                <a:sym typeface="Consolas"/>
              </a:rPr>
              <a:t> execSvc = Executors.newCachedThreadPool();</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for</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int</a:t>
            </a:r>
            <a:r>
              <a:rPr lang="en" sz="1050">
                <a:solidFill>
                  <a:srgbClr val="D4D4D4"/>
                </a:solidFill>
                <a:latin typeface="Consolas"/>
                <a:ea typeface="Consolas"/>
                <a:cs typeface="Consolas"/>
                <a:sym typeface="Consolas"/>
              </a:rPr>
              <a:t> i = </a:t>
            </a:r>
            <a:r>
              <a:rPr lang="en" sz="1050">
                <a:solidFill>
                  <a:srgbClr val="B5CEA8"/>
                </a:solidFill>
                <a:latin typeface="Consolas"/>
                <a:ea typeface="Consolas"/>
                <a:cs typeface="Consolas"/>
                <a:sym typeface="Consolas"/>
              </a:rPr>
              <a:t>0</a:t>
            </a:r>
            <a:r>
              <a:rPr lang="en" sz="1050">
                <a:solidFill>
                  <a:srgbClr val="D4D4D4"/>
                </a:solidFill>
                <a:latin typeface="Consolas"/>
                <a:ea typeface="Consolas"/>
                <a:cs typeface="Consolas"/>
                <a:sym typeface="Consolas"/>
              </a:rPr>
              <a:t>; i &lt; </a:t>
            </a:r>
            <a:r>
              <a:rPr lang="en" sz="1050">
                <a:solidFill>
                  <a:srgbClr val="B5CEA8"/>
                </a:solidFill>
                <a:latin typeface="Consolas"/>
                <a:ea typeface="Consolas"/>
                <a:cs typeface="Consolas"/>
                <a:sym typeface="Consolas"/>
              </a:rPr>
              <a:t>10</a:t>
            </a:r>
            <a:r>
              <a:rPr lang="en" sz="1050">
                <a:solidFill>
                  <a:srgbClr val="D4D4D4"/>
                </a:solidFill>
                <a:latin typeface="Consolas"/>
                <a:ea typeface="Consolas"/>
                <a:cs typeface="Consolas"/>
                <a:sym typeface="Consolas"/>
              </a:rPr>
              <a:t>; i++) {</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LetterAdder</a:t>
            </a:r>
            <a:r>
              <a:rPr lang="en" sz="1050">
                <a:solidFill>
                  <a:srgbClr val="D4D4D4"/>
                </a:solidFill>
                <a:latin typeface="Consolas"/>
                <a:ea typeface="Consolas"/>
                <a:cs typeface="Consolas"/>
                <a:sym typeface="Consolas"/>
              </a:rPr>
              <a:t> adder = </a:t>
            </a:r>
            <a:r>
              <a:rPr lang="en" sz="1050">
                <a:solidFill>
                  <a:srgbClr val="569CD6"/>
                </a:solidFill>
                <a:latin typeface="Consolas"/>
                <a:ea typeface="Consolas"/>
                <a:cs typeface="Consolas"/>
                <a:sym typeface="Consolas"/>
              </a:rPr>
              <a:t>new</a:t>
            </a:r>
            <a:r>
              <a:rPr lang="en" sz="1050">
                <a:solidFill>
                  <a:srgbClr val="D4D4D4"/>
                </a:solidFill>
                <a:latin typeface="Consolas"/>
                <a:ea typeface="Consolas"/>
                <a:cs typeface="Consolas"/>
                <a:sym typeface="Consolas"/>
              </a:rPr>
              <a:t> LetterAdder(letterCounts, lock);</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execSvc.execute(adder</a:t>
            </a:r>
            <a:r>
              <a:rPr lang="en" sz="1050">
                <a:solidFill>
                  <a:srgbClr val="569CD6"/>
                </a:solidFill>
                <a:latin typeface="Consolas"/>
                <a:ea typeface="Consolas"/>
                <a:cs typeface="Consolas"/>
                <a:sym typeface="Consolas"/>
              </a:rPr>
              <a:t>::</a:t>
            </a:r>
            <a:r>
              <a:rPr lang="en" sz="1050">
                <a:solidFill>
                  <a:srgbClr val="D4D4D4"/>
                </a:solidFill>
                <a:latin typeface="Consolas"/>
                <a:ea typeface="Consolas"/>
                <a:cs typeface="Consolas"/>
                <a:sym typeface="Consolas"/>
              </a:rPr>
              <a:t>run);</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execSvc.shutdown();</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execSvc.awaitTermination(</a:t>
            </a:r>
            <a:r>
              <a:rPr lang="en" sz="1050">
                <a:solidFill>
                  <a:srgbClr val="B5CEA8"/>
                </a:solidFill>
                <a:latin typeface="Consolas"/>
                <a:ea typeface="Consolas"/>
                <a:cs typeface="Consolas"/>
                <a:sym typeface="Consolas"/>
              </a:rPr>
              <a:t>5</a:t>
            </a:r>
            <a:r>
              <a:rPr lang="en" sz="1050">
                <a:solidFill>
                  <a:srgbClr val="D4D4D4"/>
                </a:solidFill>
                <a:latin typeface="Consolas"/>
                <a:ea typeface="Consolas"/>
                <a:cs typeface="Consolas"/>
                <a:sym typeface="Consolas"/>
              </a:rPr>
              <a:t>, TimeUnit.</a:t>
            </a:r>
            <a:r>
              <a:rPr lang="en" sz="1050">
                <a:solidFill>
                  <a:srgbClr val="B5CEA8"/>
                </a:solidFill>
                <a:latin typeface="Consolas"/>
                <a:ea typeface="Consolas"/>
                <a:cs typeface="Consolas"/>
                <a:sym typeface="Consolas"/>
              </a:rPr>
              <a:t>SECONDS</a:t>
            </a: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System.out.println(letterCounts);</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a:p>
            <a:pPr indent="0" lvl="0" marL="0" rtl="0" algn="l">
              <a:spcBef>
                <a:spcPts val="0"/>
              </a:spcBef>
              <a:spcAft>
                <a:spcPts val="0"/>
              </a:spcAft>
              <a:buNone/>
            </a:pPr>
            <a:r>
              <a:t/>
            </a:r>
            <a:endParaRPr sz="1200">
              <a:solidFill>
                <a:schemeClr val="lt1"/>
              </a:solidFill>
              <a:latin typeface="Inter"/>
              <a:ea typeface="Inter"/>
              <a:cs typeface="Inter"/>
              <a:sym typeface="Inter"/>
            </a:endParaRPr>
          </a:p>
        </p:txBody>
      </p:sp>
      <p:pic>
        <p:nvPicPr>
          <p:cNvPr id="816" name="Google Shape;816;p115">
            <a:hlinkClick action="ppaction://hlinksldjump" r:id="rId3"/>
          </p:cNvPr>
          <p:cNvPicPr preferRelativeResize="0"/>
          <p:nvPr/>
        </p:nvPicPr>
        <p:blipFill rotWithShape="1">
          <a:blip r:embed="rId4">
            <a:alphaModFix/>
          </a:blip>
          <a:srcRect b="29971" l="0" r="0" t="25035"/>
          <a:stretch/>
        </p:blipFill>
        <p:spPr>
          <a:xfrm>
            <a:off x="1260250" y="4597465"/>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116"/>
          <p:cNvSpPr/>
          <p:nvPr/>
        </p:nvSpPr>
        <p:spPr>
          <a:xfrm>
            <a:off x="188100"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800">
                <a:solidFill>
                  <a:srgbClr val="FFFFFF"/>
                </a:solidFill>
              </a:rPr>
              <a:t>CODING CHALLENGE!</a:t>
            </a:r>
            <a:endParaRPr b="1" sz="4800">
              <a:solidFill>
                <a:srgbClr val="FFFFFF"/>
              </a:solidFill>
            </a:endParaRPr>
          </a:p>
          <a:p>
            <a:pPr indent="0" lvl="0" marL="0" rtl="0" algn="l">
              <a:spcBef>
                <a:spcPts val="0"/>
              </a:spcBef>
              <a:spcAft>
                <a:spcPts val="0"/>
              </a:spcAft>
              <a:buNone/>
            </a:pPr>
            <a:r>
              <a:t/>
            </a:r>
            <a:endParaRPr b="1" sz="2000">
              <a:solidFill>
                <a:srgbClr val="FFFFFF"/>
              </a:solidFill>
            </a:endParaRPr>
          </a:p>
          <a:p>
            <a:pPr indent="-355600" lvl="0" marL="457200" rtl="0" algn="l">
              <a:spcBef>
                <a:spcPts val="0"/>
              </a:spcBef>
              <a:spcAft>
                <a:spcPts val="0"/>
              </a:spcAft>
              <a:buClr>
                <a:srgbClr val="FFFFFF"/>
              </a:buClr>
              <a:buSzPts val="2000"/>
              <a:buAutoNum type="arabicPeriod"/>
            </a:pPr>
            <a:r>
              <a:rPr b="1" lang="en" sz="2000">
                <a:solidFill>
                  <a:srgbClr val="FFFFFF"/>
                </a:solidFill>
              </a:rPr>
              <a:t>Download </a:t>
            </a:r>
            <a:r>
              <a:rPr lang="en" sz="2000">
                <a:solidFill>
                  <a:srgbClr val="FFFFFF"/>
                </a:solidFill>
                <a:latin typeface="Courier New"/>
                <a:ea typeface="Courier New"/>
                <a:cs typeface="Courier New"/>
                <a:sym typeface="Courier New"/>
              </a:rPr>
              <a:t>http://holly.cs.rit.edu:20001/dragonball.zip</a:t>
            </a:r>
            <a:endParaRPr sz="2000">
              <a:solidFill>
                <a:srgbClr val="FFFFFF"/>
              </a:solidFill>
              <a:latin typeface="Courier New"/>
              <a:ea typeface="Courier New"/>
              <a:cs typeface="Courier New"/>
              <a:sym typeface="Courier New"/>
            </a:endParaRPr>
          </a:p>
          <a:p>
            <a:pPr indent="-355600" lvl="0" marL="457200" rtl="0" algn="l">
              <a:spcBef>
                <a:spcPts val="0"/>
              </a:spcBef>
              <a:spcAft>
                <a:spcPts val="0"/>
              </a:spcAft>
              <a:buClr>
                <a:srgbClr val="FFFFFF"/>
              </a:buClr>
              <a:buSzPts val="2000"/>
              <a:buAutoNum type="arabicPeriod"/>
            </a:pPr>
            <a:r>
              <a:rPr b="1" lang="en" sz="2000">
                <a:solidFill>
                  <a:srgbClr val="FFFFFF"/>
                </a:solidFill>
              </a:rPr>
              <a:t>The cannon fires fireballs of various colors.</a:t>
            </a:r>
            <a:endParaRPr b="1" sz="2000">
              <a:solidFill>
                <a:srgbClr val="FFFFFF"/>
              </a:solidFill>
            </a:endParaRPr>
          </a:p>
          <a:p>
            <a:pPr indent="-355600" lvl="0" marL="457200" rtl="0" algn="l">
              <a:spcBef>
                <a:spcPts val="0"/>
              </a:spcBef>
              <a:spcAft>
                <a:spcPts val="0"/>
              </a:spcAft>
              <a:buClr>
                <a:srgbClr val="FFFFFF"/>
              </a:buClr>
              <a:buSzPts val="2000"/>
              <a:buAutoNum type="arabicPeriod"/>
            </a:pPr>
            <a:r>
              <a:rPr b="1" lang="en" sz="2000">
                <a:solidFill>
                  <a:srgbClr val="FFFFFF"/>
                </a:solidFill>
              </a:rPr>
              <a:t>Only dragons of the same color can catch a fireball of their color.</a:t>
            </a:r>
            <a:endParaRPr b="1" sz="2000">
              <a:solidFill>
                <a:srgbClr val="FFFFFF"/>
              </a:solidFill>
            </a:endParaRPr>
          </a:p>
          <a:p>
            <a:pPr indent="-355600" lvl="0" marL="457200" rtl="0" algn="l">
              <a:spcBef>
                <a:spcPts val="0"/>
              </a:spcBef>
              <a:spcAft>
                <a:spcPts val="0"/>
              </a:spcAft>
              <a:buClr>
                <a:srgbClr val="FFFFFF"/>
              </a:buClr>
              <a:buSzPts val="2000"/>
              <a:buAutoNum type="arabicPeriod"/>
            </a:pPr>
            <a:r>
              <a:rPr b="1" lang="en" sz="2000">
                <a:solidFill>
                  <a:srgbClr val="FFFFFF"/>
                </a:solidFill>
              </a:rPr>
              <a:t>As long as the cannon is not empty</a:t>
            </a:r>
            <a:endParaRPr b="1" sz="2000">
              <a:solidFill>
                <a:srgbClr val="FFFFFF"/>
              </a:solidFill>
            </a:endParaRPr>
          </a:p>
          <a:p>
            <a:pPr indent="-355600" lvl="1" marL="914400" rtl="0" algn="l">
              <a:spcBef>
                <a:spcPts val="0"/>
              </a:spcBef>
              <a:spcAft>
                <a:spcPts val="0"/>
              </a:spcAft>
              <a:buClr>
                <a:srgbClr val="FFFFFF"/>
              </a:buClr>
              <a:buSzPts val="2000"/>
              <a:buAutoNum type="alphaLcPeriod"/>
            </a:pPr>
            <a:r>
              <a:rPr b="1" lang="en" sz="2000">
                <a:solidFill>
                  <a:srgbClr val="FFFFFF"/>
                </a:solidFill>
              </a:rPr>
              <a:t>Each dragon will wait until they see the cannon is ready to fire a fireball of their color (Dragons can "peek" at the cannon)</a:t>
            </a:r>
            <a:endParaRPr b="1" sz="2000">
              <a:solidFill>
                <a:srgbClr val="FFFFFF"/>
              </a:solidFill>
            </a:endParaRPr>
          </a:p>
          <a:p>
            <a:pPr indent="-355600" lvl="1" marL="914400" rtl="0" algn="l">
              <a:spcBef>
                <a:spcPts val="0"/>
              </a:spcBef>
              <a:spcAft>
                <a:spcPts val="0"/>
              </a:spcAft>
              <a:buClr>
                <a:srgbClr val="FFFFFF"/>
              </a:buClr>
              <a:buSzPts val="2000"/>
              <a:buAutoNum type="alphaLcPeriod"/>
            </a:pPr>
            <a:r>
              <a:rPr b="1" lang="en" sz="2000">
                <a:solidFill>
                  <a:srgbClr val="FFFFFF"/>
                </a:solidFill>
              </a:rPr>
              <a:t>When a dragon sees that the cannon will fire their color, they will stop waiting, the cannon will fire, and they will catch the fireball.</a:t>
            </a:r>
            <a:endParaRPr b="1" sz="2000">
              <a:solidFill>
                <a:srgbClr val="FFFFFF"/>
              </a:solidFill>
            </a:endParaRPr>
          </a:p>
          <a:p>
            <a:pPr indent="-355600" lvl="0" marL="457200" rtl="0" algn="l">
              <a:spcBef>
                <a:spcPts val="0"/>
              </a:spcBef>
              <a:spcAft>
                <a:spcPts val="0"/>
              </a:spcAft>
              <a:buClr>
                <a:srgbClr val="FFFFFF"/>
              </a:buClr>
              <a:buSzPts val="2000"/>
              <a:buAutoNum type="arabicPeriod"/>
            </a:pPr>
            <a:r>
              <a:rPr b="1" lang="en" sz="2000">
                <a:solidFill>
                  <a:srgbClr val="FFFFFF"/>
                </a:solidFill>
              </a:rPr>
              <a:t>Additional instructions in the zip file.</a:t>
            </a:r>
            <a:endParaRPr b="1" sz="2000">
              <a:solidFill>
                <a:srgbClr val="FFFFFF"/>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117"/>
          <p:cNvSpPr txBox="1"/>
          <p:nvPr/>
        </p:nvSpPr>
        <p:spPr>
          <a:xfrm>
            <a:off x="98475" y="21307"/>
            <a:ext cx="6801900" cy="2759100"/>
          </a:xfrm>
          <a:prstGeom prst="rect">
            <a:avLst/>
          </a:prstGeom>
          <a:solidFill>
            <a:schemeClr val="lt1"/>
          </a:solidFill>
          <a:ln cap="flat" cmpd="sng" w="9525">
            <a:solidFill>
              <a:srgbClr val="4A86E8"/>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569CD6"/>
                </a:solidFill>
                <a:latin typeface="Consolas"/>
                <a:ea typeface="Consolas"/>
                <a:cs typeface="Consolas"/>
                <a:sym typeface="Consolas"/>
              </a:rPr>
              <a:t>public</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class</a:t>
            </a:r>
            <a:r>
              <a:rPr lang="en" sz="1050">
                <a:solidFill>
                  <a:srgbClr val="D4D4D4"/>
                </a:solidFill>
                <a:latin typeface="Consolas"/>
                <a:ea typeface="Consolas"/>
                <a:cs typeface="Consolas"/>
                <a:sym typeface="Consolas"/>
              </a:rPr>
              <a:t> Dragon </a:t>
            </a:r>
            <a:r>
              <a:rPr lang="en" sz="1050">
                <a:solidFill>
                  <a:srgbClr val="569CD6"/>
                </a:solidFill>
                <a:latin typeface="Consolas"/>
                <a:ea typeface="Consolas"/>
                <a:cs typeface="Consolas"/>
                <a:sym typeface="Consolas"/>
              </a:rPr>
              <a:t>implements</a:t>
            </a:r>
            <a:r>
              <a:rPr lang="en" sz="1050">
                <a:solidFill>
                  <a:srgbClr val="D4D4D4"/>
                </a:solidFill>
                <a:latin typeface="Consolas"/>
                <a:ea typeface="Consolas"/>
                <a:cs typeface="Consolas"/>
                <a:sym typeface="Consolas"/>
              </a:rPr>
              <a:t> Runnable {</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private</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final</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Cannon</a:t>
            </a:r>
            <a:r>
              <a:rPr lang="en" sz="1050">
                <a:solidFill>
                  <a:srgbClr val="D4D4D4"/>
                </a:solidFill>
                <a:latin typeface="Consolas"/>
                <a:ea typeface="Consolas"/>
                <a:cs typeface="Consolas"/>
                <a:sym typeface="Consolas"/>
              </a:rPr>
              <a:t> cannon;</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private</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final</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Color</a:t>
            </a:r>
            <a:r>
              <a:rPr lang="en" sz="1050">
                <a:solidFill>
                  <a:srgbClr val="D4D4D4"/>
                </a:solidFill>
                <a:latin typeface="Consolas"/>
                <a:ea typeface="Consolas"/>
                <a:cs typeface="Consolas"/>
                <a:sym typeface="Consolas"/>
              </a:rPr>
              <a:t> color;</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private</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final</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Lock</a:t>
            </a:r>
            <a:r>
              <a:rPr lang="en" sz="1050">
                <a:solidFill>
                  <a:srgbClr val="D4D4D4"/>
                </a:solidFill>
                <a:latin typeface="Consolas"/>
                <a:ea typeface="Consolas"/>
                <a:cs typeface="Consolas"/>
                <a:sym typeface="Consolas"/>
              </a:rPr>
              <a:t> cannonLock;</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private</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final</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Condition</a:t>
            </a:r>
            <a:r>
              <a:rPr lang="en" sz="1050">
                <a:solidFill>
                  <a:srgbClr val="D4D4D4"/>
                </a:solidFill>
                <a:latin typeface="Consolas"/>
                <a:ea typeface="Consolas"/>
                <a:cs typeface="Consolas"/>
                <a:sym typeface="Consolas"/>
              </a:rPr>
              <a:t> colorCondition;</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public</a:t>
            </a:r>
            <a:r>
              <a:rPr lang="en" sz="1050">
                <a:solidFill>
                  <a:srgbClr val="D4D4D4"/>
                </a:solidFill>
                <a:latin typeface="Consolas"/>
                <a:ea typeface="Consolas"/>
                <a:cs typeface="Consolas"/>
                <a:sym typeface="Consolas"/>
              </a:rPr>
              <a:t> Dragon(</a:t>
            </a:r>
            <a:r>
              <a:rPr lang="en" sz="1050">
                <a:solidFill>
                  <a:srgbClr val="569CD6"/>
                </a:solidFill>
                <a:latin typeface="Consolas"/>
                <a:ea typeface="Consolas"/>
                <a:cs typeface="Consolas"/>
                <a:sym typeface="Consolas"/>
              </a:rPr>
              <a:t>Color</a:t>
            </a:r>
            <a:r>
              <a:rPr lang="en" sz="1050">
                <a:solidFill>
                  <a:srgbClr val="D4D4D4"/>
                </a:solidFill>
                <a:latin typeface="Consolas"/>
                <a:ea typeface="Consolas"/>
                <a:cs typeface="Consolas"/>
                <a:sym typeface="Consolas"/>
              </a:rPr>
              <a:t> color, </a:t>
            </a:r>
            <a:r>
              <a:rPr lang="en" sz="1050">
                <a:solidFill>
                  <a:srgbClr val="569CD6"/>
                </a:solidFill>
                <a:latin typeface="Consolas"/>
                <a:ea typeface="Consolas"/>
                <a:cs typeface="Consolas"/>
                <a:sym typeface="Consolas"/>
              </a:rPr>
              <a:t>Cannon</a:t>
            </a:r>
            <a:r>
              <a:rPr lang="en" sz="1050">
                <a:solidFill>
                  <a:srgbClr val="D4D4D4"/>
                </a:solidFill>
                <a:latin typeface="Consolas"/>
                <a:ea typeface="Consolas"/>
                <a:cs typeface="Consolas"/>
                <a:sym typeface="Consolas"/>
              </a:rPr>
              <a:t> cannon, </a:t>
            </a:r>
            <a:r>
              <a:rPr lang="en" sz="1050">
                <a:solidFill>
                  <a:srgbClr val="569CD6"/>
                </a:solidFill>
                <a:latin typeface="Consolas"/>
                <a:ea typeface="Consolas"/>
                <a:cs typeface="Consolas"/>
                <a:sym typeface="Consolas"/>
              </a:rPr>
              <a:t>Lock</a:t>
            </a:r>
            <a:r>
              <a:rPr lang="en" sz="1050">
                <a:solidFill>
                  <a:srgbClr val="D4D4D4"/>
                </a:solidFill>
                <a:latin typeface="Consolas"/>
                <a:ea typeface="Consolas"/>
                <a:cs typeface="Consolas"/>
                <a:sym typeface="Consolas"/>
              </a:rPr>
              <a:t> cannonLock, </a:t>
            </a:r>
            <a:r>
              <a:rPr lang="en" sz="1050">
                <a:solidFill>
                  <a:srgbClr val="569CD6"/>
                </a:solidFill>
                <a:latin typeface="Consolas"/>
                <a:ea typeface="Consolas"/>
                <a:cs typeface="Consolas"/>
                <a:sym typeface="Consolas"/>
              </a:rPr>
              <a:t>Condition</a:t>
            </a:r>
            <a:r>
              <a:rPr lang="en" sz="1050">
                <a:solidFill>
                  <a:srgbClr val="D4D4D4"/>
                </a:solidFill>
                <a:latin typeface="Consolas"/>
                <a:ea typeface="Consolas"/>
                <a:cs typeface="Consolas"/>
                <a:sym typeface="Consolas"/>
              </a:rPr>
              <a:t> colorCondition) {</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this</a:t>
            </a:r>
            <a:r>
              <a:rPr lang="en" sz="1050">
                <a:solidFill>
                  <a:srgbClr val="D4D4D4"/>
                </a:solidFill>
                <a:latin typeface="Consolas"/>
                <a:ea typeface="Consolas"/>
                <a:cs typeface="Consolas"/>
                <a:sym typeface="Consolas"/>
              </a:rPr>
              <a:t>.cannon = cannon;</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this</a:t>
            </a:r>
            <a:r>
              <a:rPr lang="en" sz="1050">
                <a:solidFill>
                  <a:srgbClr val="D4D4D4"/>
                </a:solidFill>
                <a:latin typeface="Consolas"/>
                <a:ea typeface="Consolas"/>
                <a:cs typeface="Consolas"/>
                <a:sym typeface="Consolas"/>
              </a:rPr>
              <a:t>.color = color;</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this</a:t>
            </a:r>
            <a:r>
              <a:rPr lang="en" sz="1050">
                <a:solidFill>
                  <a:srgbClr val="D4D4D4"/>
                </a:solidFill>
                <a:latin typeface="Consolas"/>
                <a:ea typeface="Consolas"/>
                <a:cs typeface="Consolas"/>
                <a:sym typeface="Consolas"/>
              </a:rPr>
              <a:t>.cannonLock = cannonLock;</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this</a:t>
            </a:r>
            <a:r>
              <a:rPr lang="en" sz="1050">
                <a:solidFill>
                  <a:srgbClr val="D4D4D4"/>
                </a:solidFill>
                <a:latin typeface="Consolas"/>
                <a:ea typeface="Consolas"/>
                <a:cs typeface="Consolas"/>
                <a:sym typeface="Consolas"/>
              </a:rPr>
              <a:t>.colorCondition = colorCondition;</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p:txBody>
      </p:sp>
      <p:sp>
        <p:nvSpPr>
          <p:cNvPr id="827" name="Google Shape;827;p117"/>
          <p:cNvSpPr txBox="1"/>
          <p:nvPr/>
        </p:nvSpPr>
        <p:spPr>
          <a:xfrm>
            <a:off x="667550" y="26450"/>
            <a:ext cx="6512700" cy="5110200"/>
          </a:xfrm>
          <a:prstGeom prst="rect">
            <a:avLst/>
          </a:prstGeom>
          <a:solidFill>
            <a:schemeClr val="lt1"/>
          </a:solidFill>
          <a:ln cap="flat" cmpd="sng" w="9525">
            <a:solidFill>
              <a:srgbClr val="4A86E8"/>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000">
                <a:solidFill>
                  <a:srgbClr val="D4D4D4"/>
                </a:solidFill>
                <a:latin typeface="Consolas"/>
                <a:ea typeface="Consolas"/>
                <a:cs typeface="Consolas"/>
                <a:sym typeface="Consolas"/>
              </a:rPr>
              <a:t>    @</a:t>
            </a:r>
            <a:r>
              <a:rPr lang="en" sz="1000">
                <a:solidFill>
                  <a:srgbClr val="569CD6"/>
                </a:solidFill>
                <a:latin typeface="Consolas"/>
                <a:ea typeface="Consolas"/>
                <a:cs typeface="Consolas"/>
                <a:sym typeface="Consolas"/>
              </a:rPr>
              <a:t>Override</a:t>
            </a:r>
            <a:endParaRPr sz="1000">
              <a:solidFill>
                <a:srgbClr val="569CD6"/>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D4D4D4"/>
                </a:solidFill>
                <a:latin typeface="Consolas"/>
                <a:ea typeface="Consolas"/>
                <a:cs typeface="Consolas"/>
                <a:sym typeface="Consolas"/>
              </a:rPr>
              <a:t>    </a:t>
            </a:r>
            <a:r>
              <a:rPr lang="en" sz="1000">
                <a:solidFill>
                  <a:srgbClr val="569CD6"/>
                </a:solidFill>
                <a:latin typeface="Consolas"/>
                <a:ea typeface="Consolas"/>
                <a:cs typeface="Consolas"/>
                <a:sym typeface="Consolas"/>
              </a:rPr>
              <a:t>public</a:t>
            </a:r>
            <a:r>
              <a:rPr lang="en" sz="1000">
                <a:solidFill>
                  <a:srgbClr val="D4D4D4"/>
                </a:solidFill>
                <a:latin typeface="Consolas"/>
                <a:ea typeface="Consolas"/>
                <a:cs typeface="Consolas"/>
                <a:sym typeface="Consolas"/>
              </a:rPr>
              <a:t> </a:t>
            </a:r>
            <a:r>
              <a:rPr lang="en" sz="1000">
                <a:solidFill>
                  <a:srgbClr val="569CD6"/>
                </a:solidFill>
                <a:latin typeface="Consolas"/>
                <a:ea typeface="Consolas"/>
                <a:cs typeface="Consolas"/>
                <a:sym typeface="Consolas"/>
              </a:rPr>
              <a:t>void</a:t>
            </a:r>
            <a:r>
              <a:rPr lang="en" sz="1000">
                <a:solidFill>
                  <a:srgbClr val="D4D4D4"/>
                </a:solidFill>
                <a:latin typeface="Consolas"/>
                <a:ea typeface="Consolas"/>
                <a:cs typeface="Consolas"/>
                <a:sym typeface="Consolas"/>
              </a:rPr>
              <a:t> run() {</a:t>
            </a:r>
            <a:endParaRPr sz="100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D4D4D4"/>
                </a:solidFill>
                <a:latin typeface="Consolas"/>
                <a:ea typeface="Consolas"/>
                <a:cs typeface="Consolas"/>
                <a:sym typeface="Consolas"/>
              </a:rPr>
              <a:t>        </a:t>
            </a:r>
            <a:r>
              <a:rPr lang="en" sz="1000">
                <a:solidFill>
                  <a:srgbClr val="569CD6"/>
                </a:solidFill>
                <a:latin typeface="Consolas"/>
                <a:ea typeface="Consolas"/>
                <a:cs typeface="Consolas"/>
                <a:sym typeface="Consolas"/>
              </a:rPr>
              <a:t>try</a:t>
            </a:r>
            <a:r>
              <a:rPr lang="en" sz="1000">
                <a:solidFill>
                  <a:srgbClr val="D4D4D4"/>
                </a:solidFill>
                <a:latin typeface="Consolas"/>
                <a:ea typeface="Consolas"/>
                <a:cs typeface="Consolas"/>
                <a:sym typeface="Consolas"/>
              </a:rPr>
              <a:t> {</a:t>
            </a:r>
            <a:endParaRPr sz="100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D4D4D4"/>
                </a:solidFill>
                <a:latin typeface="Consolas"/>
                <a:ea typeface="Consolas"/>
                <a:cs typeface="Consolas"/>
                <a:sym typeface="Consolas"/>
              </a:rPr>
              <a:t>            </a:t>
            </a:r>
            <a:r>
              <a:rPr lang="en" sz="1000">
                <a:solidFill>
                  <a:srgbClr val="569CD6"/>
                </a:solidFill>
                <a:latin typeface="Consolas"/>
                <a:ea typeface="Consolas"/>
                <a:cs typeface="Consolas"/>
                <a:sym typeface="Consolas"/>
              </a:rPr>
              <a:t>while</a:t>
            </a:r>
            <a:r>
              <a:rPr lang="en" sz="1000">
                <a:solidFill>
                  <a:srgbClr val="D4D4D4"/>
                </a:solidFill>
                <a:latin typeface="Consolas"/>
                <a:ea typeface="Consolas"/>
                <a:cs typeface="Consolas"/>
                <a:sym typeface="Consolas"/>
              </a:rPr>
              <a:t> (</a:t>
            </a:r>
            <a:r>
              <a:rPr lang="en" sz="1000">
                <a:solidFill>
                  <a:srgbClr val="569CD6"/>
                </a:solidFill>
                <a:latin typeface="Consolas"/>
                <a:ea typeface="Consolas"/>
                <a:cs typeface="Consolas"/>
                <a:sym typeface="Consolas"/>
              </a:rPr>
              <a:t>true</a:t>
            </a:r>
            <a:r>
              <a:rPr lang="en" sz="1000">
                <a:solidFill>
                  <a:srgbClr val="D4D4D4"/>
                </a:solidFill>
                <a:latin typeface="Consolas"/>
                <a:ea typeface="Consolas"/>
                <a:cs typeface="Consolas"/>
                <a:sym typeface="Consolas"/>
              </a:rPr>
              <a:t>) {</a:t>
            </a:r>
            <a:endParaRPr sz="100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D4D4D4"/>
                </a:solidFill>
                <a:latin typeface="Consolas"/>
                <a:ea typeface="Consolas"/>
                <a:cs typeface="Consolas"/>
                <a:sym typeface="Consolas"/>
              </a:rPr>
              <a:t>                cannonLock.lock();</a:t>
            </a:r>
            <a:endParaRPr sz="100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D4D4D4"/>
                </a:solidFill>
                <a:latin typeface="Consolas"/>
                <a:ea typeface="Consolas"/>
                <a:cs typeface="Consolas"/>
                <a:sym typeface="Consolas"/>
              </a:rPr>
              <a:t>                </a:t>
            </a:r>
            <a:r>
              <a:rPr lang="en" sz="1000">
                <a:solidFill>
                  <a:srgbClr val="569CD6"/>
                </a:solidFill>
                <a:latin typeface="Consolas"/>
                <a:ea typeface="Consolas"/>
                <a:cs typeface="Consolas"/>
                <a:sym typeface="Consolas"/>
              </a:rPr>
              <a:t>while</a:t>
            </a:r>
            <a:r>
              <a:rPr lang="en" sz="1000">
                <a:solidFill>
                  <a:srgbClr val="D4D4D4"/>
                </a:solidFill>
                <a:latin typeface="Consolas"/>
                <a:ea typeface="Consolas"/>
                <a:cs typeface="Consolas"/>
                <a:sym typeface="Consolas"/>
              </a:rPr>
              <a:t> (!cannon.isEmpty() &amp;&amp; cannon.peek() != color) {</a:t>
            </a:r>
            <a:endParaRPr sz="100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D4D4D4"/>
                </a:solidFill>
                <a:latin typeface="Consolas"/>
                <a:ea typeface="Consolas"/>
                <a:cs typeface="Consolas"/>
                <a:sym typeface="Consolas"/>
              </a:rPr>
              <a:t>                    </a:t>
            </a:r>
            <a:r>
              <a:rPr lang="en" sz="1000">
                <a:solidFill>
                  <a:srgbClr val="569CD6"/>
                </a:solidFill>
                <a:latin typeface="Consolas"/>
                <a:ea typeface="Consolas"/>
                <a:cs typeface="Consolas"/>
                <a:sym typeface="Consolas"/>
              </a:rPr>
              <a:t>try</a:t>
            </a:r>
            <a:r>
              <a:rPr lang="en" sz="1000">
                <a:solidFill>
                  <a:srgbClr val="D4D4D4"/>
                </a:solidFill>
                <a:latin typeface="Consolas"/>
                <a:ea typeface="Consolas"/>
                <a:cs typeface="Consolas"/>
                <a:sym typeface="Consolas"/>
              </a:rPr>
              <a:t> {</a:t>
            </a:r>
            <a:endParaRPr sz="100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D4D4D4"/>
                </a:solidFill>
                <a:latin typeface="Consolas"/>
                <a:ea typeface="Consolas"/>
                <a:cs typeface="Consolas"/>
                <a:sym typeface="Consolas"/>
              </a:rPr>
              <a:t>                        System.out.println(</a:t>
            </a:r>
            <a:r>
              <a:rPr lang="en" sz="1000">
                <a:solidFill>
                  <a:srgbClr val="569CD6"/>
                </a:solidFill>
                <a:latin typeface="Consolas"/>
                <a:ea typeface="Consolas"/>
                <a:cs typeface="Consolas"/>
                <a:sym typeface="Consolas"/>
              </a:rPr>
              <a:t>this</a:t>
            </a:r>
            <a:r>
              <a:rPr lang="en" sz="1000">
                <a:solidFill>
                  <a:srgbClr val="D4D4D4"/>
                </a:solidFill>
                <a:latin typeface="Consolas"/>
                <a:ea typeface="Consolas"/>
                <a:cs typeface="Consolas"/>
                <a:sym typeface="Consolas"/>
              </a:rPr>
              <a:t> + </a:t>
            </a:r>
            <a:r>
              <a:rPr lang="en" sz="1000">
                <a:solidFill>
                  <a:srgbClr val="CE9178"/>
                </a:solidFill>
                <a:latin typeface="Consolas"/>
                <a:ea typeface="Consolas"/>
                <a:cs typeface="Consolas"/>
                <a:sym typeface="Consolas"/>
              </a:rPr>
              <a:t>" waits for "</a:t>
            </a:r>
            <a:r>
              <a:rPr lang="en" sz="1000">
                <a:solidFill>
                  <a:srgbClr val="D4D4D4"/>
                </a:solidFill>
                <a:latin typeface="Consolas"/>
                <a:ea typeface="Consolas"/>
                <a:cs typeface="Consolas"/>
                <a:sym typeface="Consolas"/>
              </a:rPr>
              <a:t> + color + </a:t>
            </a:r>
            <a:r>
              <a:rPr lang="en" sz="1000">
                <a:solidFill>
                  <a:srgbClr val="CE9178"/>
                </a:solidFill>
                <a:latin typeface="Consolas"/>
                <a:ea typeface="Consolas"/>
                <a:cs typeface="Consolas"/>
                <a:sym typeface="Consolas"/>
              </a:rPr>
              <a:t>" fireball..."</a:t>
            </a:r>
            <a:r>
              <a:rPr lang="en" sz="1000">
                <a:solidFill>
                  <a:srgbClr val="D4D4D4"/>
                </a:solidFill>
                <a:latin typeface="Consolas"/>
                <a:ea typeface="Consolas"/>
                <a:cs typeface="Consolas"/>
                <a:sym typeface="Consolas"/>
              </a:rPr>
              <a:t>);</a:t>
            </a:r>
            <a:endParaRPr sz="100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D4D4D4"/>
                </a:solidFill>
                <a:latin typeface="Consolas"/>
                <a:ea typeface="Consolas"/>
                <a:cs typeface="Consolas"/>
                <a:sym typeface="Consolas"/>
              </a:rPr>
              <a:t>                        colorCondition.await();</a:t>
            </a:r>
            <a:endParaRPr sz="100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D4D4D4"/>
                </a:solidFill>
                <a:latin typeface="Consolas"/>
                <a:ea typeface="Consolas"/>
                <a:cs typeface="Consolas"/>
                <a:sym typeface="Consolas"/>
              </a:rPr>
              <a:t>                    } </a:t>
            </a:r>
            <a:r>
              <a:rPr lang="en" sz="1000">
                <a:solidFill>
                  <a:srgbClr val="569CD6"/>
                </a:solidFill>
                <a:latin typeface="Consolas"/>
                <a:ea typeface="Consolas"/>
                <a:cs typeface="Consolas"/>
                <a:sym typeface="Consolas"/>
              </a:rPr>
              <a:t>catch</a:t>
            </a:r>
            <a:r>
              <a:rPr lang="en" sz="1000">
                <a:solidFill>
                  <a:srgbClr val="D4D4D4"/>
                </a:solidFill>
                <a:latin typeface="Consolas"/>
                <a:ea typeface="Consolas"/>
                <a:cs typeface="Consolas"/>
                <a:sym typeface="Consolas"/>
              </a:rPr>
              <a:t> (</a:t>
            </a:r>
            <a:r>
              <a:rPr lang="en" sz="1000">
                <a:solidFill>
                  <a:srgbClr val="569CD6"/>
                </a:solidFill>
                <a:latin typeface="Consolas"/>
                <a:ea typeface="Consolas"/>
                <a:cs typeface="Consolas"/>
                <a:sym typeface="Consolas"/>
              </a:rPr>
              <a:t>InterruptedException</a:t>
            </a:r>
            <a:r>
              <a:rPr lang="en" sz="1000">
                <a:solidFill>
                  <a:srgbClr val="D4D4D4"/>
                </a:solidFill>
                <a:latin typeface="Consolas"/>
                <a:ea typeface="Consolas"/>
                <a:cs typeface="Consolas"/>
                <a:sym typeface="Consolas"/>
              </a:rPr>
              <a:t> e) { e.printStackTrace(); }</a:t>
            </a:r>
            <a:endParaRPr sz="100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D4D4D4"/>
                </a:solidFill>
                <a:latin typeface="Consolas"/>
                <a:ea typeface="Consolas"/>
                <a:cs typeface="Consolas"/>
                <a:sym typeface="Consolas"/>
              </a:rPr>
              <a:t>                }</a:t>
            </a:r>
            <a:endParaRPr sz="100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00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D4D4D4"/>
                </a:solidFill>
                <a:latin typeface="Consolas"/>
                <a:ea typeface="Consolas"/>
                <a:cs typeface="Consolas"/>
                <a:sym typeface="Consolas"/>
              </a:rPr>
              <a:t>                colorCondition.signalAll();</a:t>
            </a:r>
            <a:endParaRPr sz="100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D4D4D4"/>
                </a:solidFill>
                <a:latin typeface="Consolas"/>
                <a:ea typeface="Consolas"/>
                <a:cs typeface="Consolas"/>
                <a:sym typeface="Consolas"/>
              </a:rPr>
              <a:t>                </a:t>
            </a:r>
            <a:r>
              <a:rPr lang="en" sz="1000">
                <a:solidFill>
                  <a:srgbClr val="569CD6"/>
                </a:solidFill>
                <a:latin typeface="Consolas"/>
                <a:ea typeface="Consolas"/>
                <a:cs typeface="Consolas"/>
                <a:sym typeface="Consolas"/>
              </a:rPr>
              <a:t>if</a:t>
            </a:r>
            <a:r>
              <a:rPr lang="en" sz="1000">
                <a:solidFill>
                  <a:srgbClr val="D4D4D4"/>
                </a:solidFill>
                <a:latin typeface="Consolas"/>
                <a:ea typeface="Consolas"/>
                <a:cs typeface="Consolas"/>
                <a:sym typeface="Consolas"/>
              </a:rPr>
              <a:t> (cannon.isEmpty())</a:t>
            </a:r>
            <a:endParaRPr sz="100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D4D4D4"/>
                </a:solidFill>
                <a:latin typeface="Consolas"/>
                <a:ea typeface="Consolas"/>
                <a:cs typeface="Consolas"/>
                <a:sym typeface="Consolas"/>
              </a:rPr>
              <a:t>                    </a:t>
            </a:r>
            <a:r>
              <a:rPr lang="en" sz="1000">
                <a:solidFill>
                  <a:srgbClr val="569CD6"/>
                </a:solidFill>
                <a:latin typeface="Consolas"/>
                <a:ea typeface="Consolas"/>
                <a:cs typeface="Consolas"/>
                <a:sym typeface="Consolas"/>
              </a:rPr>
              <a:t>break</a:t>
            </a:r>
            <a:r>
              <a:rPr lang="en" sz="1000">
                <a:solidFill>
                  <a:srgbClr val="D4D4D4"/>
                </a:solidFill>
                <a:latin typeface="Consolas"/>
                <a:ea typeface="Consolas"/>
                <a:cs typeface="Consolas"/>
                <a:sym typeface="Consolas"/>
              </a:rPr>
              <a:t>;</a:t>
            </a:r>
            <a:endParaRPr sz="100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00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D4D4D4"/>
                </a:solidFill>
                <a:latin typeface="Consolas"/>
                <a:ea typeface="Consolas"/>
                <a:cs typeface="Consolas"/>
                <a:sym typeface="Consolas"/>
              </a:rPr>
              <a:t>                System.out.println(</a:t>
            </a:r>
            <a:r>
              <a:rPr lang="en" sz="1000">
                <a:solidFill>
                  <a:srgbClr val="569CD6"/>
                </a:solidFill>
                <a:latin typeface="Consolas"/>
                <a:ea typeface="Consolas"/>
                <a:cs typeface="Consolas"/>
                <a:sym typeface="Consolas"/>
              </a:rPr>
              <a:t>this</a:t>
            </a:r>
            <a:r>
              <a:rPr lang="en" sz="1000">
                <a:solidFill>
                  <a:srgbClr val="D4D4D4"/>
                </a:solidFill>
                <a:latin typeface="Consolas"/>
                <a:ea typeface="Consolas"/>
                <a:cs typeface="Consolas"/>
                <a:sym typeface="Consolas"/>
              </a:rPr>
              <a:t> + </a:t>
            </a:r>
            <a:r>
              <a:rPr lang="en" sz="1000">
                <a:solidFill>
                  <a:srgbClr val="CE9178"/>
                </a:solidFill>
                <a:latin typeface="Consolas"/>
                <a:ea typeface="Consolas"/>
                <a:cs typeface="Consolas"/>
                <a:sym typeface="Consolas"/>
              </a:rPr>
              <a:t>" catches "</a:t>
            </a:r>
            <a:r>
              <a:rPr lang="en" sz="1000">
                <a:solidFill>
                  <a:srgbClr val="D4D4D4"/>
                </a:solidFill>
                <a:latin typeface="Consolas"/>
                <a:ea typeface="Consolas"/>
                <a:cs typeface="Consolas"/>
                <a:sym typeface="Consolas"/>
              </a:rPr>
              <a:t> + cannon.fire() + </a:t>
            </a:r>
            <a:r>
              <a:rPr lang="en" sz="1000">
                <a:solidFill>
                  <a:srgbClr val="CE9178"/>
                </a:solidFill>
                <a:latin typeface="Consolas"/>
                <a:ea typeface="Consolas"/>
                <a:cs typeface="Consolas"/>
                <a:sym typeface="Consolas"/>
              </a:rPr>
              <a:t>" fireball!"</a:t>
            </a:r>
            <a:r>
              <a:rPr lang="en" sz="1000">
                <a:solidFill>
                  <a:srgbClr val="D4D4D4"/>
                </a:solidFill>
                <a:latin typeface="Consolas"/>
                <a:ea typeface="Consolas"/>
                <a:cs typeface="Consolas"/>
                <a:sym typeface="Consolas"/>
              </a:rPr>
              <a:t>);</a:t>
            </a:r>
            <a:endParaRPr sz="100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D4D4D4"/>
                </a:solidFill>
                <a:latin typeface="Consolas"/>
                <a:ea typeface="Consolas"/>
                <a:cs typeface="Consolas"/>
                <a:sym typeface="Consolas"/>
              </a:rPr>
              <a:t>                colorCondition.signalAll();</a:t>
            </a:r>
            <a:endParaRPr sz="100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00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D4D4D4"/>
                </a:solidFill>
                <a:latin typeface="Consolas"/>
                <a:ea typeface="Consolas"/>
                <a:cs typeface="Consolas"/>
                <a:sym typeface="Consolas"/>
              </a:rPr>
              <a:t>                cannonLock.unlock();</a:t>
            </a:r>
            <a:endParaRPr sz="100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D4D4D4"/>
                </a:solidFill>
                <a:latin typeface="Consolas"/>
                <a:ea typeface="Consolas"/>
                <a:cs typeface="Consolas"/>
                <a:sym typeface="Consolas"/>
              </a:rPr>
              <a:t>            }</a:t>
            </a:r>
            <a:endParaRPr sz="100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00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D4D4D4"/>
                </a:solidFill>
                <a:latin typeface="Consolas"/>
                <a:ea typeface="Consolas"/>
                <a:cs typeface="Consolas"/>
                <a:sym typeface="Consolas"/>
              </a:rPr>
              <a:t>        } </a:t>
            </a:r>
            <a:r>
              <a:rPr lang="en" sz="1000">
                <a:solidFill>
                  <a:srgbClr val="569CD6"/>
                </a:solidFill>
                <a:latin typeface="Consolas"/>
                <a:ea typeface="Consolas"/>
                <a:cs typeface="Consolas"/>
                <a:sym typeface="Consolas"/>
              </a:rPr>
              <a:t>finally</a:t>
            </a:r>
            <a:r>
              <a:rPr lang="en" sz="1000">
                <a:solidFill>
                  <a:srgbClr val="D4D4D4"/>
                </a:solidFill>
                <a:latin typeface="Consolas"/>
                <a:ea typeface="Consolas"/>
                <a:cs typeface="Consolas"/>
                <a:sym typeface="Consolas"/>
              </a:rPr>
              <a:t> {</a:t>
            </a:r>
            <a:endParaRPr sz="100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D4D4D4"/>
                </a:solidFill>
                <a:latin typeface="Consolas"/>
                <a:ea typeface="Consolas"/>
                <a:cs typeface="Consolas"/>
                <a:sym typeface="Consolas"/>
              </a:rPr>
              <a:t>            cannonLock.unlock();</a:t>
            </a:r>
            <a:endParaRPr sz="100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D4D4D4"/>
                </a:solidFill>
                <a:latin typeface="Consolas"/>
                <a:ea typeface="Consolas"/>
                <a:cs typeface="Consolas"/>
                <a:sym typeface="Consolas"/>
              </a:rPr>
              <a:t>        }</a:t>
            </a:r>
            <a:endParaRPr sz="100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D4D4D4"/>
                </a:solidFill>
                <a:latin typeface="Consolas"/>
                <a:ea typeface="Consolas"/>
                <a:cs typeface="Consolas"/>
                <a:sym typeface="Consolas"/>
              </a:rPr>
              <a:t>    }</a:t>
            </a:r>
            <a:endParaRPr sz="100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00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D4D4D4"/>
                </a:solidFill>
                <a:latin typeface="Consolas"/>
                <a:ea typeface="Consolas"/>
                <a:cs typeface="Consolas"/>
                <a:sym typeface="Consolas"/>
              </a:rPr>
              <a:t>    @</a:t>
            </a:r>
            <a:r>
              <a:rPr lang="en" sz="1000">
                <a:solidFill>
                  <a:srgbClr val="569CD6"/>
                </a:solidFill>
                <a:latin typeface="Consolas"/>
                <a:ea typeface="Consolas"/>
                <a:cs typeface="Consolas"/>
                <a:sym typeface="Consolas"/>
              </a:rPr>
              <a:t>Override</a:t>
            </a:r>
            <a:endParaRPr sz="1000">
              <a:solidFill>
                <a:srgbClr val="569CD6"/>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D4D4D4"/>
                </a:solidFill>
                <a:latin typeface="Consolas"/>
                <a:ea typeface="Consolas"/>
                <a:cs typeface="Consolas"/>
                <a:sym typeface="Consolas"/>
              </a:rPr>
              <a:t>    </a:t>
            </a:r>
            <a:r>
              <a:rPr lang="en" sz="1000">
                <a:solidFill>
                  <a:srgbClr val="569CD6"/>
                </a:solidFill>
                <a:latin typeface="Consolas"/>
                <a:ea typeface="Consolas"/>
                <a:cs typeface="Consolas"/>
                <a:sym typeface="Consolas"/>
              </a:rPr>
              <a:t>public</a:t>
            </a:r>
            <a:r>
              <a:rPr lang="en" sz="1000">
                <a:solidFill>
                  <a:srgbClr val="D4D4D4"/>
                </a:solidFill>
                <a:latin typeface="Consolas"/>
                <a:ea typeface="Consolas"/>
                <a:cs typeface="Consolas"/>
                <a:sym typeface="Consolas"/>
              </a:rPr>
              <a:t> </a:t>
            </a:r>
            <a:r>
              <a:rPr lang="en" sz="1000">
                <a:solidFill>
                  <a:srgbClr val="569CD6"/>
                </a:solidFill>
                <a:latin typeface="Consolas"/>
                <a:ea typeface="Consolas"/>
                <a:cs typeface="Consolas"/>
                <a:sym typeface="Consolas"/>
              </a:rPr>
              <a:t>String</a:t>
            </a:r>
            <a:r>
              <a:rPr lang="en" sz="1000">
                <a:solidFill>
                  <a:srgbClr val="D4D4D4"/>
                </a:solidFill>
                <a:latin typeface="Consolas"/>
                <a:ea typeface="Consolas"/>
                <a:cs typeface="Consolas"/>
                <a:sym typeface="Consolas"/>
              </a:rPr>
              <a:t> toString() {</a:t>
            </a:r>
            <a:endParaRPr sz="100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D4D4D4"/>
                </a:solidFill>
                <a:latin typeface="Consolas"/>
                <a:ea typeface="Consolas"/>
                <a:cs typeface="Consolas"/>
                <a:sym typeface="Consolas"/>
              </a:rPr>
              <a:t>        </a:t>
            </a:r>
            <a:r>
              <a:rPr lang="en" sz="1000">
                <a:solidFill>
                  <a:srgbClr val="569CD6"/>
                </a:solidFill>
                <a:latin typeface="Consolas"/>
                <a:ea typeface="Consolas"/>
                <a:cs typeface="Consolas"/>
                <a:sym typeface="Consolas"/>
              </a:rPr>
              <a:t>return</a:t>
            </a:r>
            <a:r>
              <a:rPr lang="en" sz="1000">
                <a:solidFill>
                  <a:srgbClr val="D4D4D4"/>
                </a:solidFill>
                <a:latin typeface="Consolas"/>
                <a:ea typeface="Consolas"/>
                <a:cs typeface="Consolas"/>
                <a:sym typeface="Consolas"/>
              </a:rPr>
              <a:t> color + </a:t>
            </a:r>
            <a:r>
              <a:rPr lang="en" sz="1000">
                <a:solidFill>
                  <a:srgbClr val="CE9178"/>
                </a:solidFill>
                <a:latin typeface="Consolas"/>
                <a:ea typeface="Consolas"/>
                <a:cs typeface="Consolas"/>
                <a:sym typeface="Consolas"/>
              </a:rPr>
              <a:t>" Dragon"</a:t>
            </a:r>
            <a:r>
              <a:rPr lang="en" sz="1000">
                <a:solidFill>
                  <a:srgbClr val="D4D4D4"/>
                </a:solidFill>
                <a:latin typeface="Consolas"/>
                <a:ea typeface="Consolas"/>
                <a:cs typeface="Consolas"/>
                <a:sym typeface="Consolas"/>
              </a:rPr>
              <a:t>;</a:t>
            </a:r>
            <a:endParaRPr sz="100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D4D4D4"/>
                </a:solidFill>
                <a:latin typeface="Consolas"/>
                <a:ea typeface="Consolas"/>
                <a:cs typeface="Consolas"/>
                <a:sym typeface="Consolas"/>
              </a:rPr>
              <a:t>    }</a:t>
            </a:r>
            <a:endParaRPr sz="100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D4D4D4"/>
                </a:solidFill>
                <a:latin typeface="Consolas"/>
                <a:ea typeface="Consolas"/>
                <a:cs typeface="Consolas"/>
                <a:sym typeface="Consolas"/>
              </a:rPr>
              <a:t>}</a:t>
            </a:r>
            <a:endParaRPr sz="1000">
              <a:solidFill>
                <a:srgbClr val="D4D4D4"/>
              </a:solidFill>
              <a:latin typeface="Consolas"/>
              <a:ea typeface="Consolas"/>
              <a:cs typeface="Consolas"/>
              <a:sym typeface="Consolas"/>
            </a:endParaRPr>
          </a:p>
        </p:txBody>
      </p:sp>
      <p:sp>
        <p:nvSpPr>
          <p:cNvPr id="828" name="Google Shape;828;p117"/>
          <p:cNvSpPr txBox="1"/>
          <p:nvPr/>
        </p:nvSpPr>
        <p:spPr>
          <a:xfrm>
            <a:off x="2051400" y="2162993"/>
            <a:ext cx="7092600" cy="2978400"/>
          </a:xfrm>
          <a:prstGeom prst="rect">
            <a:avLst/>
          </a:prstGeom>
          <a:solidFill>
            <a:schemeClr val="lt1"/>
          </a:solidFill>
          <a:ln cap="flat" cmpd="sng" w="9525">
            <a:solidFill>
              <a:srgbClr val="4A86E8"/>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569CD6"/>
                </a:solidFill>
                <a:latin typeface="Consolas"/>
                <a:ea typeface="Consolas"/>
                <a:cs typeface="Consolas"/>
                <a:sym typeface="Consolas"/>
              </a:rPr>
              <a:t>public</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class</a:t>
            </a:r>
            <a:r>
              <a:rPr lang="en" sz="1050">
                <a:solidFill>
                  <a:srgbClr val="D4D4D4"/>
                </a:solidFill>
                <a:latin typeface="Consolas"/>
                <a:ea typeface="Consolas"/>
                <a:cs typeface="Consolas"/>
                <a:sym typeface="Consolas"/>
              </a:rPr>
              <a:t> Main {</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public</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static</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void</a:t>
            </a:r>
            <a:r>
              <a:rPr lang="en" sz="1050">
                <a:solidFill>
                  <a:srgbClr val="D4D4D4"/>
                </a:solidFill>
                <a:latin typeface="Consolas"/>
                <a:ea typeface="Consolas"/>
                <a:cs typeface="Consolas"/>
                <a:sym typeface="Consolas"/>
              </a:rPr>
              <a:t> main(</a:t>
            </a:r>
            <a:r>
              <a:rPr lang="en" sz="1050">
                <a:solidFill>
                  <a:srgbClr val="569CD6"/>
                </a:solidFill>
                <a:latin typeface="Consolas"/>
                <a:ea typeface="Consolas"/>
                <a:cs typeface="Consolas"/>
                <a:sym typeface="Consolas"/>
              </a:rPr>
              <a:t>String</a:t>
            </a:r>
            <a:r>
              <a:rPr lang="en" sz="1050">
                <a:solidFill>
                  <a:srgbClr val="D4D4D4"/>
                </a:solidFill>
                <a:latin typeface="Consolas"/>
                <a:ea typeface="Consolas"/>
                <a:cs typeface="Consolas"/>
                <a:sym typeface="Consolas"/>
              </a:rPr>
              <a:t>[] args) {</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final</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int</a:t>
            </a:r>
            <a:r>
              <a:rPr lang="en" sz="1050">
                <a:solidFill>
                  <a:srgbClr val="D4D4D4"/>
                </a:solidFill>
                <a:latin typeface="Consolas"/>
                <a:ea typeface="Consolas"/>
                <a:cs typeface="Consolas"/>
                <a:sym typeface="Consolas"/>
              </a:rPr>
              <a:t> NUMBER_OF_FIREBALLS = </a:t>
            </a:r>
            <a:r>
              <a:rPr lang="en" sz="1050">
                <a:solidFill>
                  <a:srgbClr val="B5CEA8"/>
                </a:solidFill>
                <a:latin typeface="Consolas"/>
                <a:ea typeface="Consolas"/>
                <a:cs typeface="Consolas"/>
                <a:sym typeface="Consolas"/>
              </a:rPr>
              <a:t>20</a:t>
            </a: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Cannon</a:t>
            </a:r>
            <a:r>
              <a:rPr lang="en" sz="1050">
                <a:solidFill>
                  <a:srgbClr val="D4D4D4"/>
                </a:solidFill>
                <a:latin typeface="Consolas"/>
                <a:ea typeface="Consolas"/>
                <a:cs typeface="Consolas"/>
                <a:sym typeface="Consolas"/>
              </a:rPr>
              <a:t> cannon = </a:t>
            </a:r>
            <a:r>
              <a:rPr lang="en" sz="1050">
                <a:solidFill>
                  <a:srgbClr val="569CD6"/>
                </a:solidFill>
                <a:latin typeface="Consolas"/>
                <a:ea typeface="Consolas"/>
                <a:cs typeface="Consolas"/>
                <a:sym typeface="Consolas"/>
              </a:rPr>
              <a:t>new</a:t>
            </a:r>
            <a:r>
              <a:rPr lang="en" sz="1050">
                <a:solidFill>
                  <a:srgbClr val="D4D4D4"/>
                </a:solidFill>
                <a:latin typeface="Consolas"/>
                <a:ea typeface="Consolas"/>
                <a:cs typeface="Consolas"/>
                <a:sym typeface="Consolas"/>
              </a:rPr>
              <a:t> Cannon(NUMBER_OF_FIREBALLS);</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Lock</a:t>
            </a:r>
            <a:r>
              <a:rPr lang="en" sz="1050">
                <a:solidFill>
                  <a:srgbClr val="D4D4D4"/>
                </a:solidFill>
                <a:latin typeface="Consolas"/>
                <a:ea typeface="Consolas"/>
                <a:cs typeface="Consolas"/>
                <a:sym typeface="Consolas"/>
              </a:rPr>
              <a:t> cannonLock = </a:t>
            </a:r>
            <a:r>
              <a:rPr lang="en" sz="1050">
                <a:solidFill>
                  <a:srgbClr val="569CD6"/>
                </a:solidFill>
                <a:latin typeface="Consolas"/>
                <a:ea typeface="Consolas"/>
                <a:cs typeface="Consolas"/>
                <a:sym typeface="Consolas"/>
              </a:rPr>
              <a:t>new</a:t>
            </a:r>
            <a:r>
              <a:rPr lang="en" sz="1050">
                <a:solidFill>
                  <a:srgbClr val="D4D4D4"/>
                </a:solidFill>
                <a:latin typeface="Consolas"/>
                <a:ea typeface="Consolas"/>
                <a:cs typeface="Consolas"/>
                <a:sym typeface="Consolas"/>
              </a:rPr>
              <a:t> ReentrantLock();</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Condition</a:t>
            </a:r>
            <a:r>
              <a:rPr lang="en" sz="1050">
                <a:solidFill>
                  <a:srgbClr val="D4D4D4"/>
                </a:solidFill>
                <a:latin typeface="Consolas"/>
                <a:ea typeface="Consolas"/>
                <a:cs typeface="Consolas"/>
                <a:sym typeface="Consolas"/>
              </a:rPr>
              <a:t> colorCondition = cannonLock.newCondition();</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for</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Color</a:t>
            </a:r>
            <a:r>
              <a:rPr lang="en" sz="1050">
                <a:solidFill>
                  <a:srgbClr val="D4D4D4"/>
                </a:solidFill>
                <a:latin typeface="Consolas"/>
                <a:ea typeface="Consolas"/>
                <a:cs typeface="Consolas"/>
                <a:sym typeface="Consolas"/>
              </a:rPr>
              <a:t> color </a:t>
            </a:r>
            <a:r>
              <a:rPr lang="en" sz="1050">
                <a:solidFill>
                  <a:srgbClr val="569CD6"/>
                </a:solidFill>
                <a:latin typeface="Consolas"/>
                <a:ea typeface="Consolas"/>
                <a:cs typeface="Consolas"/>
                <a:sym typeface="Consolas"/>
              </a:rPr>
              <a:t>:</a:t>
            </a:r>
            <a:r>
              <a:rPr lang="en" sz="1050">
                <a:solidFill>
                  <a:srgbClr val="D4D4D4"/>
                </a:solidFill>
                <a:latin typeface="Consolas"/>
                <a:ea typeface="Consolas"/>
                <a:cs typeface="Consolas"/>
                <a:sym typeface="Consolas"/>
              </a:rPr>
              <a:t> Color.values()) {</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Thread</a:t>
            </a:r>
            <a:r>
              <a:rPr lang="en" sz="1050">
                <a:solidFill>
                  <a:srgbClr val="D4D4D4"/>
                </a:solidFill>
                <a:latin typeface="Consolas"/>
                <a:ea typeface="Consolas"/>
                <a:cs typeface="Consolas"/>
                <a:sym typeface="Consolas"/>
              </a:rPr>
              <a:t> dragon = </a:t>
            </a:r>
            <a:r>
              <a:rPr lang="en" sz="1050">
                <a:solidFill>
                  <a:srgbClr val="569CD6"/>
                </a:solidFill>
                <a:latin typeface="Consolas"/>
                <a:ea typeface="Consolas"/>
                <a:cs typeface="Consolas"/>
                <a:sym typeface="Consolas"/>
              </a:rPr>
              <a:t>new</a:t>
            </a:r>
            <a:r>
              <a:rPr lang="en" sz="1050">
                <a:solidFill>
                  <a:srgbClr val="D4D4D4"/>
                </a:solidFill>
                <a:latin typeface="Consolas"/>
                <a:ea typeface="Consolas"/>
                <a:cs typeface="Consolas"/>
                <a:sym typeface="Consolas"/>
              </a:rPr>
              <a:t> Thread(</a:t>
            </a:r>
            <a:r>
              <a:rPr lang="en" sz="1050">
                <a:solidFill>
                  <a:srgbClr val="569CD6"/>
                </a:solidFill>
                <a:latin typeface="Consolas"/>
                <a:ea typeface="Consolas"/>
                <a:cs typeface="Consolas"/>
                <a:sym typeface="Consolas"/>
              </a:rPr>
              <a:t>new</a:t>
            </a:r>
            <a:r>
              <a:rPr lang="en" sz="1050">
                <a:solidFill>
                  <a:srgbClr val="D4D4D4"/>
                </a:solidFill>
                <a:latin typeface="Consolas"/>
                <a:ea typeface="Consolas"/>
                <a:cs typeface="Consolas"/>
                <a:sym typeface="Consolas"/>
              </a:rPr>
              <a:t> Dragon(color, cannon, cannonLock, colorCondition));</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            dragon.start();</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p:txBody>
      </p:sp>
      <p:pic>
        <p:nvPicPr>
          <p:cNvPr id="829" name="Google Shape;829;p117">
            <a:hlinkClick action="ppaction://hlinksldjump" r:id="rId3"/>
          </p:cNvPr>
          <p:cNvPicPr preferRelativeResize="0"/>
          <p:nvPr/>
        </p:nvPicPr>
        <p:blipFill rotWithShape="1">
          <a:blip r:embed="rId4">
            <a:alphaModFix/>
          </a:blip>
          <a:srcRect b="29971" l="0" r="0" t="25035"/>
          <a:stretch/>
        </p:blipFill>
        <p:spPr>
          <a:xfrm>
            <a:off x="7809825" y="946465"/>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118"/>
          <p:cNvSpPr/>
          <p:nvPr/>
        </p:nvSpPr>
        <p:spPr>
          <a:xfrm>
            <a:off x="185075"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800">
                <a:solidFill>
                  <a:srgbClr val="FFFFFF"/>
                </a:solidFill>
              </a:rPr>
              <a:t>Vertices connected by at least one path are in the same one of these.</a:t>
            </a:r>
            <a:endParaRPr b="1" sz="4800">
              <a:solidFill>
                <a:srgbClr val="FFFFFF"/>
              </a:solidFill>
            </a:endParaRPr>
          </a:p>
        </p:txBody>
      </p:sp>
      <p:sp>
        <p:nvSpPr>
          <p:cNvPr id="835" name="Google Shape;835;p118"/>
          <p:cNvSpPr txBox="1"/>
          <p:nvPr/>
        </p:nvSpPr>
        <p:spPr>
          <a:xfrm>
            <a:off x="593775" y="2859096"/>
            <a:ext cx="8112300" cy="1614900"/>
          </a:xfrm>
          <a:prstGeom prst="rect">
            <a:avLst/>
          </a:prstGeom>
          <a:noFill/>
          <a:ln>
            <a:noFill/>
          </a:ln>
        </p:spPr>
        <p:txBody>
          <a:bodyPr anchorCtr="0" anchor="ctr" bIns="91425" lIns="91425" spcFirstLastPara="1" rIns="91425" wrap="square" tIns="91425">
            <a:normAutofit lnSpcReduction="10000"/>
          </a:bodyPr>
          <a:lstStyle/>
          <a:p>
            <a:pPr indent="0" lvl="0" marL="0" rtl="0" algn="ctr">
              <a:spcBef>
                <a:spcPts val="0"/>
              </a:spcBef>
              <a:spcAft>
                <a:spcPts val="0"/>
              </a:spcAft>
              <a:buNone/>
            </a:pPr>
            <a:r>
              <a:rPr i="1" lang="en" sz="4800">
                <a:solidFill>
                  <a:schemeClr val="accent1"/>
                </a:solidFill>
              </a:rPr>
              <a:t>What is a connected component?</a:t>
            </a:r>
            <a:endParaRPr i="1" sz="4800">
              <a:solidFill>
                <a:schemeClr val="accent1"/>
              </a:solidFill>
            </a:endParaRPr>
          </a:p>
        </p:txBody>
      </p:sp>
      <p:pic>
        <p:nvPicPr>
          <p:cNvPr id="836" name="Google Shape;836;p118">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119"/>
          <p:cNvSpPr/>
          <p:nvPr/>
        </p:nvSpPr>
        <p:spPr>
          <a:xfrm>
            <a:off x="185075"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Clr>
                <a:schemeClr val="lt1"/>
              </a:buClr>
              <a:buSzPts val="1100"/>
              <a:buFont typeface="Arial"/>
              <a:buNone/>
            </a:pPr>
            <a:r>
              <a:rPr b="1" lang="en" sz="4000">
                <a:solidFill>
                  <a:srgbClr val="FFFFFF"/>
                </a:solidFill>
              </a:rPr>
              <a:t>This path-finding algorithm is implemented with a queue and a map. </a:t>
            </a:r>
            <a:endParaRPr b="1" sz="4000">
              <a:solidFill>
                <a:srgbClr val="FFFFFF"/>
              </a:solidFill>
            </a:endParaRPr>
          </a:p>
        </p:txBody>
      </p:sp>
      <p:sp>
        <p:nvSpPr>
          <p:cNvPr id="842" name="Google Shape;842;p119"/>
          <p:cNvSpPr txBox="1"/>
          <p:nvPr/>
        </p:nvSpPr>
        <p:spPr>
          <a:xfrm>
            <a:off x="593775" y="2766564"/>
            <a:ext cx="8112300" cy="1659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Clr>
                <a:schemeClr val="lt1"/>
              </a:buClr>
              <a:buSzPts val="1100"/>
              <a:buFont typeface="Arial"/>
              <a:buNone/>
            </a:pPr>
            <a:r>
              <a:rPr i="1" lang="en" sz="4800">
                <a:solidFill>
                  <a:schemeClr val="accent1"/>
                </a:solidFill>
              </a:rPr>
              <a:t>What is Breadth First Path?</a:t>
            </a:r>
            <a:endParaRPr i="1" sz="4800">
              <a:solidFill>
                <a:schemeClr val="accent1"/>
              </a:solidFill>
            </a:endParaRPr>
          </a:p>
          <a:p>
            <a:pPr indent="0" lvl="0" marL="0" rtl="0" algn="l">
              <a:spcBef>
                <a:spcPts val="0"/>
              </a:spcBef>
              <a:spcAft>
                <a:spcPts val="0"/>
              </a:spcAft>
              <a:buNone/>
            </a:pPr>
            <a:r>
              <a:t/>
            </a:r>
            <a:endParaRPr i="1" sz="4800">
              <a:solidFill>
                <a:schemeClr val="accent1"/>
              </a:solidFill>
            </a:endParaRPr>
          </a:p>
        </p:txBody>
      </p:sp>
      <p:pic>
        <p:nvPicPr>
          <p:cNvPr id="843" name="Google Shape;843;p119">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120"/>
          <p:cNvSpPr/>
          <p:nvPr/>
        </p:nvSpPr>
        <p:spPr>
          <a:xfrm>
            <a:off x="188100"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Clr>
                <a:schemeClr val="lt1"/>
              </a:buClr>
              <a:buSzPts val="1100"/>
              <a:buFont typeface="Arial"/>
              <a:buNone/>
            </a:pPr>
            <a:r>
              <a:rPr b="1" lang="en" sz="3800">
                <a:solidFill>
                  <a:srgbClr val="FFFFFF"/>
                </a:solidFill>
              </a:rPr>
              <a:t>This can cause a graph search to revisit the same vertices repeatedly.</a:t>
            </a:r>
            <a:endParaRPr b="1" sz="3800">
              <a:solidFill>
                <a:srgbClr val="FFFFFF"/>
              </a:solidFill>
            </a:endParaRPr>
          </a:p>
        </p:txBody>
      </p:sp>
      <p:sp>
        <p:nvSpPr>
          <p:cNvPr id="849" name="Google Shape;849;p120"/>
          <p:cNvSpPr txBox="1"/>
          <p:nvPr/>
        </p:nvSpPr>
        <p:spPr>
          <a:xfrm>
            <a:off x="596800" y="2766564"/>
            <a:ext cx="8112300" cy="1659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Clr>
                <a:schemeClr val="lt1"/>
              </a:buClr>
              <a:buSzPts val="1100"/>
              <a:buFont typeface="Arial"/>
              <a:buNone/>
            </a:pPr>
            <a:r>
              <a:rPr i="1" lang="en" sz="4800">
                <a:solidFill>
                  <a:schemeClr val="accent1"/>
                </a:solidFill>
              </a:rPr>
              <a:t>What is a cycle?</a:t>
            </a:r>
            <a:endParaRPr i="1" sz="4800">
              <a:solidFill>
                <a:schemeClr val="accent1"/>
              </a:solidFill>
            </a:endParaRPr>
          </a:p>
        </p:txBody>
      </p:sp>
      <p:pic>
        <p:nvPicPr>
          <p:cNvPr id="850" name="Google Shape;850;p120">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121"/>
          <p:cNvSpPr/>
          <p:nvPr/>
        </p:nvSpPr>
        <p:spPr>
          <a:xfrm>
            <a:off x="192024" y="91440"/>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800">
                <a:solidFill>
                  <a:srgbClr val="FFFFFF"/>
                </a:solidFill>
              </a:rPr>
              <a:t>ACTIVITY CHALLENGE!</a:t>
            </a:r>
            <a:endParaRPr b="1" sz="4800">
              <a:solidFill>
                <a:srgbClr val="FFFFFF"/>
              </a:solidFill>
            </a:endParaRPr>
          </a:p>
          <a:p>
            <a:pPr indent="0" lvl="0" marL="0" rtl="0" algn="ctr">
              <a:spcBef>
                <a:spcPts val="0"/>
              </a:spcBef>
              <a:spcAft>
                <a:spcPts val="0"/>
              </a:spcAft>
              <a:buNone/>
            </a:pPr>
            <a:r>
              <a:rPr b="1" lang="en" sz="2400">
                <a:solidFill>
                  <a:srgbClr val="FFFFFF"/>
                </a:solidFill>
              </a:rPr>
              <a:t>Find the path from A to F in graph below using a Depth First Search.  Visit neighbors in alphabetic order.</a:t>
            </a:r>
            <a:endParaRPr b="1" sz="2400">
              <a:solidFill>
                <a:srgbClr val="FFFFFF"/>
              </a:solidFill>
            </a:endParaRPr>
          </a:p>
        </p:txBody>
      </p:sp>
      <p:sp>
        <p:nvSpPr>
          <p:cNvPr id="856" name="Google Shape;856;p121"/>
          <p:cNvSpPr/>
          <p:nvPr/>
        </p:nvSpPr>
        <p:spPr>
          <a:xfrm>
            <a:off x="6676825" y="2737475"/>
            <a:ext cx="2160900" cy="15039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857" name="Google Shape;857;p121">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pic>
        <p:nvPicPr>
          <p:cNvPr id="858" name="Google Shape;858;p121">
            <a:hlinkClick action="ppaction://hlinksldjump" r:id="rId5"/>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grpSp>
        <p:nvGrpSpPr>
          <p:cNvPr id="859" name="Google Shape;859;p121"/>
          <p:cNvGrpSpPr/>
          <p:nvPr/>
        </p:nvGrpSpPr>
        <p:grpSpPr>
          <a:xfrm>
            <a:off x="327975" y="2008700"/>
            <a:ext cx="2673450" cy="2353113"/>
            <a:chOff x="327975" y="1691200"/>
            <a:chExt cx="2673450" cy="2353113"/>
          </a:xfrm>
        </p:grpSpPr>
        <p:sp>
          <p:nvSpPr>
            <p:cNvPr id="860" name="Google Shape;860;p121"/>
            <p:cNvSpPr/>
            <p:nvPr/>
          </p:nvSpPr>
          <p:spPr>
            <a:xfrm>
              <a:off x="2607800" y="1691200"/>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a:latin typeface="Courier New"/>
                  <a:ea typeface="Courier New"/>
                  <a:cs typeface="Courier New"/>
                  <a:sym typeface="Courier New"/>
                </a:rPr>
                <a:t>A</a:t>
              </a:r>
              <a:endParaRPr>
                <a:latin typeface="Courier New"/>
                <a:ea typeface="Courier New"/>
                <a:cs typeface="Courier New"/>
                <a:sym typeface="Courier New"/>
              </a:endParaRPr>
            </a:p>
          </p:txBody>
        </p:sp>
        <p:sp>
          <p:nvSpPr>
            <p:cNvPr id="861" name="Google Shape;861;p121"/>
            <p:cNvSpPr/>
            <p:nvPr/>
          </p:nvSpPr>
          <p:spPr>
            <a:xfrm>
              <a:off x="327975" y="1691200"/>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a:latin typeface="Courier New"/>
                  <a:ea typeface="Courier New"/>
                  <a:cs typeface="Courier New"/>
                  <a:sym typeface="Courier New"/>
                </a:rPr>
                <a:t>B</a:t>
              </a:r>
              <a:endParaRPr>
                <a:latin typeface="Courier New"/>
                <a:ea typeface="Courier New"/>
                <a:cs typeface="Courier New"/>
                <a:sym typeface="Courier New"/>
              </a:endParaRPr>
            </a:p>
          </p:txBody>
        </p:sp>
        <p:sp>
          <p:nvSpPr>
            <p:cNvPr id="862" name="Google Shape;862;p121"/>
            <p:cNvSpPr/>
            <p:nvPr/>
          </p:nvSpPr>
          <p:spPr>
            <a:xfrm>
              <a:off x="1467888" y="2768775"/>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a:latin typeface="Courier New"/>
                  <a:ea typeface="Courier New"/>
                  <a:cs typeface="Courier New"/>
                  <a:sym typeface="Courier New"/>
                </a:rPr>
                <a:t>C</a:t>
              </a:r>
              <a:endParaRPr>
                <a:latin typeface="Courier New"/>
                <a:ea typeface="Courier New"/>
                <a:cs typeface="Courier New"/>
                <a:sym typeface="Courier New"/>
              </a:endParaRPr>
            </a:p>
          </p:txBody>
        </p:sp>
        <p:sp>
          <p:nvSpPr>
            <p:cNvPr id="863" name="Google Shape;863;p121"/>
            <p:cNvSpPr/>
            <p:nvPr/>
          </p:nvSpPr>
          <p:spPr>
            <a:xfrm>
              <a:off x="2607825" y="2768763"/>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a:latin typeface="Courier New"/>
                  <a:ea typeface="Courier New"/>
                  <a:cs typeface="Courier New"/>
                  <a:sym typeface="Courier New"/>
                </a:rPr>
                <a:t>D</a:t>
              </a:r>
              <a:endParaRPr>
                <a:latin typeface="Courier New"/>
                <a:ea typeface="Courier New"/>
                <a:cs typeface="Courier New"/>
                <a:sym typeface="Courier New"/>
              </a:endParaRPr>
            </a:p>
          </p:txBody>
        </p:sp>
        <p:sp>
          <p:nvSpPr>
            <p:cNvPr id="864" name="Google Shape;864;p121"/>
            <p:cNvSpPr/>
            <p:nvPr/>
          </p:nvSpPr>
          <p:spPr>
            <a:xfrm>
              <a:off x="327975" y="2768763"/>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a:latin typeface="Courier New"/>
                  <a:ea typeface="Courier New"/>
                  <a:cs typeface="Courier New"/>
                  <a:sym typeface="Courier New"/>
                </a:rPr>
                <a:t>E</a:t>
              </a:r>
              <a:endParaRPr>
                <a:latin typeface="Courier New"/>
                <a:ea typeface="Courier New"/>
                <a:cs typeface="Courier New"/>
                <a:sym typeface="Courier New"/>
              </a:endParaRPr>
            </a:p>
          </p:txBody>
        </p:sp>
        <p:sp>
          <p:nvSpPr>
            <p:cNvPr id="865" name="Google Shape;865;p121"/>
            <p:cNvSpPr/>
            <p:nvPr/>
          </p:nvSpPr>
          <p:spPr>
            <a:xfrm>
              <a:off x="1047975" y="3650713"/>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a:latin typeface="Courier New"/>
                  <a:ea typeface="Courier New"/>
                  <a:cs typeface="Courier New"/>
                  <a:sym typeface="Courier New"/>
                </a:rPr>
                <a:t>F</a:t>
              </a:r>
              <a:endParaRPr>
                <a:latin typeface="Courier New"/>
                <a:ea typeface="Courier New"/>
                <a:cs typeface="Courier New"/>
                <a:sym typeface="Courier New"/>
              </a:endParaRPr>
            </a:p>
          </p:txBody>
        </p:sp>
        <p:sp>
          <p:nvSpPr>
            <p:cNvPr id="866" name="Google Shape;866;p121"/>
            <p:cNvSpPr/>
            <p:nvPr/>
          </p:nvSpPr>
          <p:spPr>
            <a:xfrm>
              <a:off x="1910400" y="3650713"/>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a:latin typeface="Courier New"/>
                  <a:ea typeface="Courier New"/>
                  <a:cs typeface="Courier New"/>
                  <a:sym typeface="Courier New"/>
                </a:rPr>
                <a:t>G</a:t>
              </a:r>
              <a:endParaRPr>
                <a:latin typeface="Courier New"/>
                <a:ea typeface="Courier New"/>
                <a:cs typeface="Courier New"/>
                <a:sym typeface="Courier New"/>
              </a:endParaRPr>
            </a:p>
          </p:txBody>
        </p:sp>
        <p:cxnSp>
          <p:nvCxnSpPr>
            <p:cNvPr id="867" name="Google Shape;867;p121"/>
            <p:cNvCxnSpPr>
              <a:stCxn id="860" idx="2"/>
              <a:endCxn id="861" idx="6"/>
            </p:cNvCxnSpPr>
            <p:nvPr/>
          </p:nvCxnSpPr>
          <p:spPr>
            <a:xfrm rot="10800000">
              <a:off x="721700" y="1888000"/>
              <a:ext cx="1886100" cy="0"/>
            </a:xfrm>
            <a:prstGeom prst="straightConnector1">
              <a:avLst/>
            </a:prstGeom>
            <a:noFill/>
            <a:ln cap="flat" cmpd="sng" w="28575">
              <a:solidFill>
                <a:srgbClr val="000000"/>
              </a:solidFill>
              <a:prstDash val="solid"/>
              <a:round/>
              <a:headEnd len="med" w="med" type="none"/>
              <a:tailEnd len="med" w="med" type="triangle"/>
            </a:ln>
          </p:spPr>
        </p:cxnSp>
        <p:cxnSp>
          <p:nvCxnSpPr>
            <p:cNvPr id="868" name="Google Shape;868;p121"/>
            <p:cNvCxnSpPr>
              <a:stCxn id="862" idx="1"/>
              <a:endCxn id="861" idx="5"/>
            </p:cNvCxnSpPr>
            <p:nvPr/>
          </p:nvCxnSpPr>
          <p:spPr>
            <a:xfrm rot="10800000">
              <a:off x="663929" y="2027216"/>
              <a:ext cx="861600" cy="799200"/>
            </a:xfrm>
            <a:prstGeom prst="straightConnector1">
              <a:avLst/>
            </a:prstGeom>
            <a:noFill/>
            <a:ln cap="flat" cmpd="sng" w="28575">
              <a:solidFill>
                <a:srgbClr val="000000"/>
              </a:solidFill>
              <a:prstDash val="solid"/>
              <a:round/>
              <a:headEnd len="med" w="med" type="none"/>
              <a:tailEnd len="med" w="med" type="triangle"/>
            </a:ln>
          </p:spPr>
        </p:cxnSp>
        <p:cxnSp>
          <p:nvCxnSpPr>
            <p:cNvPr id="869" name="Google Shape;869;p121"/>
            <p:cNvCxnSpPr>
              <a:stCxn id="862" idx="2"/>
              <a:endCxn id="864" idx="6"/>
            </p:cNvCxnSpPr>
            <p:nvPr/>
          </p:nvCxnSpPr>
          <p:spPr>
            <a:xfrm rot="10800000">
              <a:off x="721488" y="2965575"/>
              <a:ext cx="746400" cy="0"/>
            </a:xfrm>
            <a:prstGeom prst="straightConnector1">
              <a:avLst/>
            </a:prstGeom>
            <a:noFill/>
            <a:ln cap="flat" cmpd="sng" w="28575">
              <a:solidFill>
                <a:srgbClr val="000000"/>
              </a:solidFill>
              <a:prstDash val="solid"/>
              <a:round/>
              <a:headEnd len="med" w="med" type="triangle"/>
              <a:tailEnd len="med" w="med" type="none"/>
            </a:ln>
          </p:spPr>
        </p:cxnSp>
        <p:cxnSp>
          <p:nvCxnSpPr>
            <p:cNvPr id="870" name="Google Shape;870;p121"/>
            <p:cNvCxnSpPr>
              <a:stCxn id="864" idx="0"/>
              <a:endCxn id="861" idx="4"/>
            </p:cNvCxnSpPr>
            <p:nvPr/>
          </p:nvCxnSpPr>
          <p:spPr>
            <a:xfrm rot="10800000">
              <a:off x="524775" y="2084763"/>
              <a:ext cx="0" cy="684000"/>
            </a:xfrm>
            <a:prstGeom prst="straightConnector1">
              <a:avLst/>
            </a:prstGeom>
            <a:noFill/>
            <a:ln cap="flat" cmpd="sng" w="28575">
              <a:solidFill>
                <a:srgbClr val="000000"/>
              </a:solidFill>
              <a:prstDash val="solid"/>
              <a:round/>
              <a:headEnd len="med" w="med" type="none"/>
              <a:tailEnd len="med" w="med" type="none"/>
            </a:ln>
          </p:spPr>
        </p:cxnSp>
        <p:cxnSp>
          <p:nvCxnSpPr>
            <p:cNvPr id="871" name="Google Shape;871;p121"/>
            <p:cNvCxnSpPr>
              <a:stCxn id="862" idx="6"/>
              <a:endCxn id="863" idx="2"/>
            </p:cNvCxnSpPr>
            <p:nvPr/>
          </p:nvCxnSpPr>
          <p:spPr>
            <a:xfrm>
              <a:off x="1861488" y="2965575"/>
              <a:ext cx="746400" cy="0"/>
            </a:xfrm>
            <a:prstGeom prst="straightConnector1">
              <a:avLst/>
            </a:prstGeom>
            <a:noFill/>
            <a:ln cap="flat" cmpd="sng" w="28575">
              <a:solidFill>
                <a:srgbClr val="000000"/>
              </a:solidFill>
              <a:prstDash val="solid"/>
              <a:round/>
              <a:headEnd len="med" w="med" type="none"/>
              <a:tailEnd len="med" w="med" type="none"/>
            </a:ln>
          </p:spPr>
        </p:cxnSp>
        <p:cxnSp>
          <p:nvCxnSpPr>
            <p:cNvPr id="872" name="Google Shape;872;p121"/>
            <p:cNvCxnSpPr>
              <a:stCxn id="864" idx="5"/>
              <a:endCxn id="865" idx="1"/>
            </p:cNvCxnSpPr>
            <p:nvPr/>
          </p:nvCxnSpPr>
          <p:spPr>
            <a:xfrm>
              <a:off x="663934" y="3104721"/>
              <a:ext cx="441600" cy="603600"/>
            </a:xfrm>
            <a:prstGeom prst="straightConnector1">
              <a:avLst/>
            </a:prstGeom>
            <a:noFill/>
            <a:ln cap="flat" cmpd="sng" w="28575">
              <a:solidFill>
                <a:srgbClr val="000000"/>
              </a:solidFill>
              <a:prstDash val="solid"/>
              <a:round/>
              <a:headEnd len="med" w="med" type="none"/>
              <a:tailEnd len="med" w="med" type="none"/>
            </a:ln>
          </p:spPr>
        </p:cxnSp>
        <p:cxnSp>
          <p:nvCxnSpPr>
            <p:cNvPr id="873" name="Google Shape;873;p121"/>
            <p:cNvCxnSpPr>
              <a:stCxn id="865" idx="6"/>
              <a:endCxn id="866" idx="2"/>
            </p:cNvCxnSpPr>
            <p:nvPr/>
          </p:nvCxnSpPr>
          <p:spPr>
            <a:xfrm>
              <a:off x="1441575" y="3847513"/>
              <a:ext cx="468900" cy="0"/>
            </a:xfrm>
            <a:prstGeom prst="straightConnector1">
              <a:avLst/>
            </a:prstGeom>
            <a:noFill/>
            <a:ln cap="flat" cmpd="sng" w="28575">
              <a:solidFill>
                <a:srgbClr val="000000"/>
              </a:solidFill>
              <a:prstDash val="solid"/>
              <a:round/>
              <a:headEnd len="med" w="med" type="none"/>
              <a:tailEnd len="med" w="med" type="none"/>
            </a:ln>
          </p:spPr>
        </p:cxnSp>
        <p:cxnSp>
          <p:nvCxnSpPr>
            <p:cNvPr id="874" name="Google Shape;874;p121"/>
            <p:cNvCxnSpPr>
              <a:stCxn id="866" idx="7"/>
              <a:endCxn id="863" idx="3"/>
            </p:cNvCxnSpPr>
            <p:nvPr/>
          </p:nvCxnSpPr>
          <p:spPr>
            <a:xfrm flipH="1" rot="10800000">
              <a:off x="2246359" y="3104754"/>
              <a:ext cx="419100" cy="603600"/>
            </a:xfrm>
            <a:prstGeom prst="straightConnector1">
              <a:avLst/>
            </a:prstGeom>
            <a:noFill/>
            <a:ln cap="flat" cmpd="sng" w="28575">
              <a:solidFill>
                <a:srgbClr val="000000"/>
              </a:solidFill>
              <a:prstDash val="solid"/>
              <a:round/>
              <a:headEnd len="med" w="med" type="triangle"/>
              <a:tailEnd len="med" w="med" type="none"/>
            </a:ln>
          </p:spPr>
        </p:cxnSp>
        <p:cxnSp>
          <p:nvCxnSpPr>
            <p:cNvPr id="875" name="Google Shape;875;p121"/>
            <p:cNvCxnSpPr>
              <a:stCxn id="860" idx="4"/>
              <a:endCxn id="863" idx="0"/>
            </p:cNvCxnSpPr>
            <p:nvPr/>
          </p:nvCxnSpPr>
          <p:spPr>
            <a:xfrm>
              <a:off x="2804600" y="2084800"/>
              <a:ext cx="0" cy="684000"/>
            </a:xfrm>
            <a:prstGeom prst="straightConnector1">
              <a:avLst/>
            </a:prstGeom>
            <a:noFill/>
            <a:ln cap="flat" cmpd="sng" w="28575">
              <a:solidFill>
                <a:srgbClr val="000000"/>
              </a:solidFill>
              <a:prstDash val="solid"/>
              <a:round/>
              <a:headEnd len="med" w="med" type="none"/>
              <a:tailEnd len="med" w="med" type="none"/>
            </a:ln>
          </p:spPr>
        </p:cxnSp>
      </p:grpSp>
      <p:graphicFrame>
        <p:nvGraphicFramePr>
          <p:cNvPr id="876" name="Google Shape;876;p121"/>
          <p:cNvGraphicFramePr/>
          <p:nvPr/>
        </p:nvGraphicFramePr>
        <p:xfrm>
          <a:off x="3510825" y="2953250"/>
          <a:ext cx="3000000" cy="3000000"/>
        </p:xfrm>
        <a:graphic>
          <a:graphicData uri="http://schemas.openxmlformats.org/drawingml/2006/table">
            <a:tbl>
              <a:tblPr>
                <a:noFill/>
                <a:tableStyleId>{B317DAE7-6F48-4459-89BA-82DB4F46E07A}</a:tableStyleId>
              </a:tblPr>
              <a:tblGrid>
                <a:gridCol w="403700"/>
                <a:gridCol w="403700"/>
                <a:gridCol w="403700"/>
                <a:gridCol w="403700"/>
                <a:gridCol w="403700"/>
                <a:gridCol w="403700"/>
                <a:gridCol w="403700"/>
              </a:tblGrid>
              <a:tr h="337725">
                <a:tc>
                  <a:txBody>
                    <a:bodyPr/>
                    <a:lstStyle/>
                    <a:p>
                      <a:pPr indent="0" lvl="0" marL="0" rtl="0" algn="ctr">
                        <a:spcBef>
                          <a:spcPts val="0"/>
                        </a:spcBef>
                        <a:spcAft>
                          <a:spcPts val="0"/>
                        </a:spcAft>
                        <a:buNone/>
                      </a:pPr>
                      <a:r>
                        <a:t/>
                      </a:r>
                      <a:endParaRPr b="1">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rgbClr val="FFFF00"/>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r>
            </a:tbl>
          </a:graphicData>
        </a:graphic>
      </p:graphicFrame>
      <p:sp>
        <p:nvSpPr>
          <p:cNvPr id="877" name="Google Shape;877;p121"/>
          <p:cNvSpPr txBox="1"/>
          <p:nvPr/>
        </p:nvSpPr>
        <p:spPr>
          <a:xfrm>
            <a:off x="3520755" y="2948427"/>
            <a:ext cx="3675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A</a:t>
            </a:r>
            <a:endParaRPr b="1">
              <a:solidFill>
                <a:schemeClr val="accent1"/>
              </a:solidFill>
              <a:latin typeface="Inter"/>
              <a:ea typeface="Inter"/>
              <a:cs typeface="Inter"/>
              <a:sym typeface="Inter"/>
            </a:endParaRPr>
          </a:p>
        </p:txBody>
      </p:sp>
      <p:sp>
        <p:nvSpPr>
          <p:cNvPr id="878" name="Google Shape;878;p121"/>
          <p:cNvSpPr txBox="1"/>
          <p:nvPr/>
        </p:nvSpPr>
        <p:spPr>
          <a:xfrm>
            <a:off x="3934480" y="2948427"/>
            <a:ext cx="367500" cy="39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B</a:t>
            </a:r>
            <a:endParaRPr b="1">
              <a:solidFill>
                <a:schemeClr val="accent1"/>
              </a:solidFill>
              <a:latin typeface="Inter"/>
              <a:ea typeface="Inter"/>
              <a:cs typeface="Inter"/>
              <a:sym typeface="Inter"/>
            </a:endParaRPr>
          </a:p>
        </p:txBody>
      </p:sp>
      <p:sp>
        <p:nvSpPr>
          <p:cNvPr id="879" name="Google Shape;879;p121"/>
          <p:cNvSpPr txBox="1"/>
          <p:nvPr/>
        </p:nvSpPr>
        <p:spPr>
          <a:xfrm>
            <a:off x="5153647" y="2948427"/>
            <a:ext cx="367500" cy="39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D</a:t>
            </a:r>
            <a:endParaRPr b="1">
              <a:solidFill>
                <a:schemeClr val="accent1"/>
              </a:solidFill>
              <a:latin typeface="Inter"/>
              <a:ea typeface="Inter"/>
              <a:cs typeface="Inter"/>
              <a:sym typeface="Inter"/>
            </a:endParaRPr>
          </a:p>
        </p:txBody>
      </p:sp>
      <p:sp>
        <p:nvSpPr>
          <p:cNvPr id="880" name="Google Shape;880;p121"/>
          <p:cNvSpPr txBox="1"/>
          <p:nvPr/>
        </p:nvSpPr>
        <p:spPr>
          <a:xfrm>
            <a:off x="4337209" y="2948427"/>
            <a:ext cx="367500" cy="39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E</a:t>
            </a:r>
            <a:endParaRPr b="1">
              <a:solidFill>
                <a:schemeClr val="accent1"/>
              </a:solidFill>
              <a:latin typeface="Inter"/>
              <a:ea typeface="Inter"/>
              <a:cs typeface="Inter"/>
              <a:sym typeface="Inter"/>
            </a:endParaRPr>
          </a:p>
        </p:txBody>
      </p:sp>
      <p:sp>
        <p:nvSpPr>
          <p:cNvPr id="881" name="Google Shape;881;p121"/>
          <p:cNvSpPr txBox="1"/>
          <p:nvPr/>
        </p:nvSpPr>
        <p:spPr>
          <a:xfrm>
            <a:off x="4761933" y="2948427"/>
            <a:ext cx="367500" cy="39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C</a:t>
            </a:r>
            <a:endParaRPr b="1">
              <a:solidFill>
                <a:schemeClr val="accent1"/>
              </a:solidFill>
              <a:latin typeface="Inter"/>
              <a:ea typeface="Inter"/>
              <a:cs typeface="Inter"/>
              <a:sym typeface="Inter"/>
            </a:endParaRPr>
          </a:p>
        </p:txBody>
      </p:sp>
      <p:sp>
        <p:nvSpPr>
          <p:cNvPr id="882" name="Google Shape;882;p121"/>
          <p:cNvSpPr txBox="1"/>
          <p:nvPr/>
        </p:nvSpPr>
        <p:spPr>
          <a:xfrm>
            <a:off x="5545384" y="2948427"/>
            <a:ext cx="367500" cy="39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G</a:t>
            </a:r>
            <a:endParaRPr b="1">
              <a:solidFill>
                <a:schemeClr val="accent1"/>
              </a:solidFill>
              <a:latin typeface="Inter"/>
              <a:ea typeface="Inter"/>
              <a:cs typeface="Inter"/>
              <a:sym typeface="Inter"/>
            </a:endParaRPr>
          </a:p>
        </p:txBody>
      </p:sp>
      <p:sp>
        <p:nvSpPr>
          <p:cNvPr id="883" name="Google Shape;883;p121"/>
          <p:cNvSpPr txBox="1"/>
          <p:nvPr/>
        </p:nvSpPr>
        <p:spPr>
          <a:xfrm>
            <a:off x="5937109" y="2948427"/>
            <a:ext cx="367500" cy="39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F</a:t>
            </a:r>
            <a:endParaRPr b="1">
              <a:solidFill>
                <a:schemeClr val="accent1"/>
              </a:solidFill>
              <a:latin typeface="Inter"/>
              <a:ea typeface="Inter"/>
              <a:cs typeface="Inter"/>
              <a:sym typeface="Inter"/>
            </a:endParaRPr>
          </a:p>
        </p:txBody>
      </p:sp>
      <p:sp>
        <p:nvSpPr>
          <p:cNvPr id="884" name="Google Shape;884;p121"/>
          <p:cNvSpPr txBox="1"/>
          <p:nvPr/>
        </p:nvSpPr>
        <p:spPr>
          <a:xfrm>
            <a:off x="8249369" y="2822800"/>
            <a:ext cx="367500" cy="36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4A86E8"/>
                </a:solidFill>
                <a:latin typeface="Inter"/>
                <a:ea typeface="Inter"/>
                <a:cs typeface="Inter"/>
                <a:sym typeface="Inter"/>
              </a:rPr>
              <a:t>A</a:t>
            </a:r>
            <a:endParaRPr b="1">
              <a:solidFill>
                <a:srgbClr val="4A86E8"/>
              </a:solidFill>
              <a:latin typeface="Inter"/>
              <a:ea typeface="Inter"/>
              <a:cs typeface="Inter"/>
              <a:sym typeface="Inter"/>
            </a:endParaRPr>
          </a:p>
        </p:txBody>
      </p:sp>
      <p:sp>
        <p:nvSpPr>
          <p:cNvPr id="885" name="Google Shape;885;p121"/>
          <p:cNvSpPr txBox="1"/>
          <p:nvPr/>
        </p:nvSpPr>
        <p:spPr>
          <a:xfrm>
            <a:off x="7285794" y="3756050"/>
            <a:ext cx="3675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4A86E8"/>
                </a:solidFill>
                <a:latin typeface="Inter"/>
                <a:ea typeface="Inter"/>
                <a:cs typeface="Inter"/>
                <a:sym typeface="Inter"/>
              </a:rPr>
              <a:t>B</a:t>
            </a:r>
            <a:endParaRPr b="1">
              <a:solidFill>
                <a:srgbClr val="4A86E8"/>
              </a:solidFill>
              <a:latin typeface="Inter"/>
              <a:ea typeface="Inter"/>
              <a:cs typeface="Inter"/>
              <a:sym typeface="Inter"/>
            </a:endParaRPr>
          </a:p>
        </p:txBody>
      </p:sp>
      <p:sp>
        <p:nvSpPr>
          <p:cNvPr id="886" name="Google Shape;886;p121"/>
          <p:cNvSpPr txBox="1"/>
          <p:nvPr/>
        </p:nvSpPr>
        <p:spPr>
          <a:xfrm>
            <a:off x="7730819" y="3062250"/>
            <a:ext cx="367500" cy="36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4A86E8"/>
                </a:solidFill>
                <a:latin typeface="Inter"/>
                <a:ea typeface="Inter"/>
                <a:cs typeface="Inter"/>
                <a:sym typeface="Inter"/>
              </a:rPr>
              <a:t>D</a:t>
            </a:r>
            <a:endParaRPr b="1">
              <a:solidFill>
                <a:srgbClr val="4A86E8"/>
              </a:solidFill>
              <a:latin typeface="Inter"/>
              <a:ea typeface="Inter"/>
              <a:cs typeface="Inter"/>
              <a:sym typeface="Inter"/>
            </a:endParaRPr>
          </a:p>
        </p:txBody>
      </p:sp>
      <p:sp>
        <p:nvSpPr>
          <p:cNvPr id="887" name="Google Shape;887;p121"/>
          <p:cNvSpPr txBox="1"/>
          <p:nvPr/>
        </p:nvSpPr>
        <p:spPr>
          <a:xfrm>
            <a:off x="7363319" y="3299045"/>
            <a:ext cx="367500" cy="36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4A86E8"/>
                </a:solidFill>
                <a:latin typeface="Inter"/>
                <a:ea typeface="Inter"/>
                <a:cs typeface="Inter"/>
                <a:sym typeface="Inter"/>
              </a:rPr>
              <a:t>E</a:t>
            </a:r>
            <a:endParaRPr b="1">
              <a:solidFill>
                <a:srgbClr val="4A86E8"/>
              </a:solidFill>
              <a:latin typeface="Inter"/>
              <a:ea typeface="Inter"/>
              <a:cs typeface="Inter"/>
              <a:sym typeface="Inter"/>
            </a:endParaRPr>
          </a:p>
        </p:txBody>
      </p:sp>
      <p:sp>
        <p:nvSpPr>
          <p:cNvPr id="888" name="Google Shape;888;p121"/>
          <p:cNvSpPr txBox="1"/>
          <p:nvPr/>
        </p:nvSpPr>
        <p:spPr>
          <a:xfrm>
            <a:off x="6820619" y="3181086"/>
            <a:ext cx="367500" cy="36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4A86E8"/>
                </a:solidFill>
                <a:latin typeface="Inter"/>
                <a:ea typeface="Inter"/>
                <a:cs typeface="Inter"/>
                <a:sym typeface="Inter"/>
              </a:rPr>
              <a:t>C</a:t>
            </a:r>
            <a:endParaRPr b="1">
              <a:solidFill>
                <a:srgbClr val="4A86E8"/>
              </a:solidFill>
              <a:latin typeface="Inter"/>
              <a:ea typeface="Inter"/>
              <a:cs typeface="Inter"/>
              <a:sym typeface="Inter"/>
            </a:endParaRPr>
          </a:p>
        </p:txBody>
      </p:sp>
      <p:sp>
        <p:nvSpPr>
          <p:cNvPr id="889" name="Google Shape;889;p121"/>
          <p:cNvSpPr txBox="1"/>
          <p:nvPr/>
        </p:nvSpPr>
        <p:spPr>
          <a:xfrm>
            <a:off x="7994619" y="3641036"/>
            <a:ext cx="367500" cy="36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4A86E8"/>
                </a:solidFill>
                <a:latin typeface="Inter"/>
                <a:ea typeface="Inter"/>
                <a:cs typeface="Inter"/>
                <a:sym typeface="Inter"/>
              </a:rPr>
              <a:t>G</a:t>
            </a:r>
            <a:endParaRPr b="1">
              <a:solidFill>
                <a:srgbClr val="4A86E8"/>
              </a:solidFill>
              <a:latin typeface="Inter"/>
              <a:ea typeface="Inter"/>
              <a:cs typeface="Inter"/>
              <a:sym typeface="Inter"/>
            </a:endParaRPr>
          </a:p>
        </p:txBody>
      </p:sp>
      <p:sp>
        <p:nvSpPr>
          <p:cNvPr id="890" name="Google Shape;890;p121"/>
          <p:cNvSpPr txBox="1"/>
          <p:nvPr/>
        </p:nvSpPr>
        <p:spPr>
          <a:xfrm>
            <a:off x="6820619" y="3875805"/>
            <a:ext cx="367500" cy="36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4A86E8"/>
                </a:solidFill>
                <a:latin typeface="Inter"/>
                <a:ea typeface="Inter"/>
                <a:cs typeface="Inter"/>
                <a:sym typeface="Inter"/>
              </a:rPr>
              <a:t>F</a:t>
            </a:r>
            <a:endParaRPr b="1">
              <a:solidFill>
                <a:srgbClr val="4A86E8"/>
              </a:solidFill>
              <a:latin typeface="Inter"/>
              <a:ea typeface="Inter"/>
              <a:cs typeface="Inter"/>
              <a:sym typeface="Inter"/>
            </a:endParaRPr>
          </a:p>
        </p:txBody>
      </p:sp>
      <p:sp>
        <p:nvSpPr>
          <p:cNvPr id="891" name="Google Shape;891;p121"/>
          <p:cNvSpPr txBox="1"/>
          <p:nvPr/>
        </p:nvSpPr>
        <p:spPr>
          <a:xfrm>
            <a:off x="6676825" y="2352075"/>
            <a:ext cx="1497900" cy="33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accent1"/>
                </a:solidFill>
                <a:latin typeface="Inter"/>
                <a:ea typeface="Inter"/>
                <a:cs typeface="Inter"/>
                <a:sym typeface="Inter"/>
              </a:rPr>
              <a:t>Visited</a:t>
            </a:r>
            <a:endParaRPr b="1">
              <a:solidFill>
                <a:schemeClr val="accent1"/>
              </a:solidFill>
              <a:latin typeface="Inter"/>
              <a:ea typeface="Inter"/>
              <a:cs typeface="Inter"/>
              <a:sym typeface="Inte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pic>
        <p:nvPicPr>
          <p:cNvPr id="896" name="Google Shape;896;p122">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
        <p:nvSpPr>
          <p:cNvPr id="897" name="Google Shape;897;p122"/>
          <p:cNvSpPr/>
          <p:nvPr/>
        </p:nvSpPr>
        <p:spPr>
          <a:xfrm>
            <a:off x="192024" y="91440"/>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800">
                <a:solidFill>
                  <a:srgbClr val="FFFFFF"/>
                </a:solidFill>
              </a:rPr>
              <a:t>ACTIVITY CHALLENGE!</a:t>
            </a:r>
            <a:endParaRPr b="1" sz="4800">
              <a:solidFill>
                <a:srgbClr val="FFFFFF"/>
              </a:solidFill>
            </a:endParaRPr>
          </a:p>
          <a:p>
            <a:pPr indent="0" lvl="0" marL="0" rtl="0" algn="ctr">
              <a:spcBef>
                <a:spcPts val="0"/>
              </a:spcBef>
              <a:spcAft>
                <a:spcPts val="0"/>
              </a:spcAft>
              <a:buNone/>
            </a:pPr>
            <a:r>
              <a:rPr b="1" lang="en" sz="2400">
                <a:solidFill>
                  <a:srgbClr val="FFFFFF"/>
                </a:solidFill>
              </a:rPr>
              <a:t>Find the path from A to F in graph below using a Breadth First Search.  Visit neighbors in alphabetic order.</a:t>
            </a:r>
            <a:endParaRPr b="1" sz="2400">
              <a:solidFill>
                <a:srgbClr val="FFFFFF"/>
              </a:solidFill>
            </a:endParaRPr>
          </a:p>
        </p:txBody>
      </p:sp>
      <p:pic>
        <p:nvPicPr>
          <p:cNvPr id="898" name="Google Shape;898;p122">
            <a:hlinkClick action="ppaction://hlinksldjump" r:id="rId5"/>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
        <p:nvSpPr>
          <p:cNvPr id="899" name="Google Shape;899;p122"/>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666666"/>
                </a:solidFill>
                <a:latin typeface="Roboto"/>
                <a:ea typeface="Roboto"/>
                <a:cs typeface="Roboto"/>
                <a:sym typeface="Roboto"/>
              </a:rPr>
              <a:t>‹#›</a:t>
            </a:fld>
            <a:endParaRPr sz="1000">
              <a:solidFill>
                <a:srgbClr val="666666"/>
              </a:solidFill>
              <a:latin typeface="Roboto"/>
              <a:ea typeface="Roboto"/>
              <a:cs typeface="Roboto"/>
              <a:sym typeface="Roboto"/>
            </a:endParaRPr>
          </a:p>
        </p:txBody>
      </p:sp>
      <p:sp>
        <p:nvSpPr>
          <p:cNvPr id="900" name="Google Shape;900;p122"/>
          <p:cNvSpPr txBox="1"/>
          <p:nvPr/>
        </p:nvSpPr>
        <p:spPr>
          <a:xfrm>
            <a:off x="3520750" y="3726375"/>
            <a:ext cx="2073600" cy="369300"/>
          </a:xfrm>
          <a:prstGeom prst="rect">
            <a:avLst/>
          </a:prstGeom>
          <a:noFill/>
          <a:ln cap="flat" cmpd="sng" w="19050">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1"/>
                </a:solidFill>
              </a:rPr>
              <a:t>Path (A to F)</a:t>
            </a:r>
            <a:endParaRPr>
              <a:solidFill>
                <a:schemeClr val="accent1"/>
              </a:solidFill>
            </a:endParaRPr>
          </a:p>
          <a:p>
            <a:pPr indent="0" lvl="0" marL="0" rtl="0" algn="l">
              <a:spcBef>
                <a:spcPts val="0"/>
              </a:spcBef>
              <a:spcAft>
                <a:spcPts val="0"/>
              </a:spcAft>
              <a:buNone/>
            </a:pPr>
            <a:r>
              <a:t/>
            </a:r>
            <a:endParaRPr b="1">
              <a:solidFill>
                <a:srgbClr val="FF0000"/>
              </a:solidFill>
              <a:latin typeface="Proxima Nova"/>
              <a:ea typeface="Proxima Nova"/>
              <a:cs typeface="Proxima Nova"/>
              <a:sym typeface="Proxima Nova"/>
            </a:endParaRPr>
          </a:p>
        </p:txBody>
      </p:sp>
      <p:grpSp>
        <p:nvGrpSpPr>
          <p:cNvPr id="901" name="Google Shape;901;p122"/>
          <p:cNvGrpSpPr/>
          <p:nvPr/>
        </p:nvGrpSpPr>
        <p:grpSpPr>
          <a:xfrm>
            <a:off x="327975" y="2008700"/>
            <a:ext cx="2673450" cy="2353113"/>
            <a:chOff x="327975" y="1691200"/>
            <a:chExt cx="2673450" cy="2353113"/>
          </a:xfrm>
        </p:grpSpPr>
        <p:sp>
          <p:nvSpPr>
            <p:cNvPr id="902" name="Google Shape;902;p122"/>
            <p:cNvSpPr/>
            <p:nvPr/>
          </p:nvSpPr>
          <p:spPr>
            <a:xfrm>
              <a:off x="2607800" y="1691200"/>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a:latin typeface="Courier New"/>
                  <a:ea typeface="Courier New"/>
                  <a:cs typeface="Courier New"/>
                  <a:sym typeface="Courier New"/>
                </a:rPr>
                <a:t>A</a:t>
              </a:r>
              <a:endParaRPr>
                <a:latin typeface="Courier New"/>
                <a:ea typeface="Courier New"/>
                <a:cs typeface="Courier New"/>
                <a:sym typeface="Courier New"/>
              </a:endParaRPr>
            </a:p>
          </p:txBody>
        </p:sp>
        <p:sp>
          <p:nvSpPr>
            <p:cNvPr id="903" name="Google Shape;903;p122"/>
            <p:cNvSpPr/>
            <p:nvPr/>
          </p:nvSpPr>
          <p:spPr>
            <a:xfrm>
              <a:off x="327975" y="1691200"/>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a:latin typeface="Courier New"/>
                  <a:ea typeface="Courier New"/>
                  <a:cs typeface="Courier New"/>
                  <a:sym typeface="Courier New"/>
                </a:rPr>
                <a:t>B</a:t>
              </a:r>
              <a:endParaRPr>
                <a:latin typeface="Courier New"/>
                <a:ea typeface="Courier New"/>
                <a:cs typeface="Courier New"/>
                <a:sym typeface="Courier New"/>
              </a:endParaRPr>
            </a:p>
          </p:txBody>
        </p:sp>
        <p:sp>
          <p:nvSpPr>
            <p:cNvPr id="904" name="Google Shape;904;p122"/>
            <p:cNvSpPr/>
            <p:nvPr/>
          </p:nvSpPr>
          <p:spPr>
            <a:xfrm>
              <a:off x="1467888" y="2768775"/>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a:latin typeface="Courier New"/>
                  <a:ea typeface="Courier New"/>
                  <a:cs typeface="Courier New"/>
                  <a:sym typeface="Courier New"/>
                </a:rPr>
                <a:t>C</a:t>
              </a:r>
              <a:endParaRPr>
                <a:latin typeface="Courier New"/>
                <a:ea typeface="Courier New"/>
                <a:cs typeface="Courier New"/>
                <a:sym typeface="Courier New"/>
              </a:endParaRPr>
            </a:p>
          </p:txBody>
        </p:sp>
        <p:sp>
          <p:nvSpPr>
            <p:cNvPr id="905" name="Google Shape;905;p122"/>
            <p:cNvSpPr/>
            <p:nvPr/>
          </p:nvSpPr>
          <p:spPr>
            <a:xfrm>
              <a:off x="2607825" y="2768763"/>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a:latin typeface="Courier New"/>
                  <a:ea typeface="Courier New"/>
                  <a:cs typeface="Courier New"/>
                  <a:sym typeface="Courier New"/>
                </a:rPr>
                <a:t>D</a:t>
              </a:r>
              <a:endParaRPr>
                <a:latin typeface="Courier New"/>
                <a:ea typeface="Courier New"/>
                <a:cs typeface="Courier New"/>
                <a:sym typeface="Courier New"/>
              </a:endParaRPr>
            </a:p>
          </p:txBody>
        </p:sp>
        <p:sp>
          <p:nvSpPr>
            <p:cNvPr id="906" name="Google Shape;906;p122"/>
            <p:cNvSpPr/>
            <p:nvPr/>
          </p:nvSpPr>
          <p:spPr>
            <a:xfrm>
              <a:off x="327975" y="2768763"/>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a:latin typeface="Courier New"/>
                  <a:ea typeface="Courier New"/>
                  <a:cs typeface="Courier New"/>
                  <a:sym typeface="Courier New"/>
                </a:rPr>
                <a:t>E</a:t>
              </a:r>
              <a:endParaRPr>
                <a:latin typeface="Courier New"/>
                <a:ea typeface="Courier New"/>
                <a:cs typeface="Courier New"/>
                <a:sym typeface="Courier New"/>
              </a:endParaRPr>
            </a:p>
          </p:txBody>
        </p:sp>
        <p:sp>
          <p:nvSpPr>
            <p:cNvPr id="907" name="Google Shape;907;p122"/>
            <p:cNvSpPr/>
            <p:nvPr/>
          </p:nvSpPr>
          <p:spPr>
            <a:xfrm>
              <a:off x="1047975" y="3650713"/>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a:latin typeface="Courier New"/>
                  <a:ea typeface="Courier New"/>
                  <a:cs typeface="Courier New"/>
                  <a:sym typeface="Courier New"/>
                </a:rPr>
                <a:t>F</a:t>
              </a:r>
              <a:endParaRPr>
                <a:latin typeface="Courier New"/>
                <a:ea typeface="Courier New"/>
                <a:cs typeface="Courier New"/>
                <a:sym typeface="Courier New"/>
              </a:endParaRPr>
            </a:p>
          </p:txBody>
        </p:sp>
        <p:sp>
          <p:nvSpPr>
            <p:cNvPr id="908" name="Google Shape;908;p122"/>
            <p:cNvSpPr/>
            <p:nvPr/>
          </p:nvSpPr>
          <p:spPr>
            <a:xfrm>
              <a:off x="1910400" y="3650713"/>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
                  <a:latin typeface="Courier New"/>
                  <a:ea typeface="Courier New"/>
                  <a:cs typeface="Courier New"/>
                  <a:sym typeface="Courier New"/>
                </a:rPr>
                <a:t>G</a:t>
              </a:r>
              <a:endParaRPr>
                <a:latin typeface="Courier New"/>
                <a:ea typeface="Courier New"/>
                <a:cs typeface="Courier New"/>
                <a:sym typeface="Courier New"/>
              </a:endParaRPr>
            </a:p>
          </p:txBody>
        </p:sp>
        <p:cxnSp>
          <p:nvCxnSpPr>
            <p:cNvPr id="909" name="Google Shape;909;p122"/>
            <p:cNvCxnSpPr>
              <a:stCxn id="902" idx="2"/>
              <a:endCxn id="903" idx="6"/>
            </p:cNvCxnSpPr>
            <p:nvPr/>
          </p:nvCxnSpPr>
          <p:spPr>
            <a:xfrm rot="10800000">
              <a:off x="721700" y="1888000"/>
              <a:ext cx="1886100" cy="0"/>
            </a:xfrm>
            <a:prstGeom prst="straightConnector1">
              <a:avLst/>
            </a:prstGeom>
            <a:noFill/>
            <a:ln cap="flat" cmpd="sng" w="28575">
              <a:solidFill>
                <a:srgbClr val="000000"/>
              </a:solidFill>
              <a:prstDash val="solid"/>
              <a:round/>
              <a:headEnd len="med" w="med" type="none"/>
              <a:tailEnd len="med" w="med" type="triangle"/>
            </a:ln>
          </p:spPr>
        </p:cxnSp>
        <p:cxnSp>
          <p:nvCxnSpPr>
            <p:cNvPr id="910" name="Google Shape;910;p122"/>
            <p:cNvCxnSpPr>
              <a:stCxn id="904" idx="1"/>
              <a:endCxn id="903" idx="5"/>
            </p:cNvCxnSpPr>
            <p:nvPr/>
          </p:nvCxnSpPr>
          <p:spPr>
            <a:xfrm rot="10800000">
              <a:off x="663929" y="2027216"/>
              <a:ext cx="861600" cy="799200"/>
            </a:xfrm>
            <a:prstGeom prst="straightConnector1">
              <a:avLst/>
            </a:prstGeom>
            <a:noFill/>
            <a:ln cap="flat" cmpd="sng" w="28575">
              <a:solidFill>
                <a:srgbClr val="000000"/>
              </a:solidFill>
              <a:prstDash val="solid"/>
              <a:round/>
              <a:headEnd len="med" w="med" type="none"/>
              <a:tailEnd len="med" w="med" type="triangle"/>
            </a:ln>
          </p:spPr>
        </p:cxnSp>
        <p:cxnSp>
          <p:nvCxnSpPr>
            <p:cNvPr id="911" name="Google Shape;911;p122"/>
            <p:cNvCxnSpPr>
              <a:stCxn id="904" idx="2"/>
              <a:endCxn id="906" idx="6"/>
            </p:cNvCxnSpPr>
            <p:nvPr/>
          </p:nvCxnSpPr>
          <p:spPr>
            <a:xfrm rot="10800000">
              <a:off x="721488" y="2965575"/>
              <a:ext cx="746400" cy="0"/>
            </a:xfrm>
            <a:prstGeom prst="straightConnector1">
              <a:avLst/>
            </a:prstGeom>
            <a:noFill/>
            <a:ln cap="flat" cmpd="sng" w="28575">
              <a:solidFill>
                <a:srgbClr val="000000"/>
              </a:solidFill>
              <a:prstDash val="solid"/>
              <a:round/>
              <a:headEnd len="med" w="med" type="triangle"/>
              <a:tailEnd len="med" w="med" type="none"/>
            </a:ln>
          </p:spPr>
        </p:cxnSp>
        <p:cxnSp>
          <p:nvCxnSpPr>
            <p:cNvPr id="912" name="Google Shape;912;p122"/>
            <p:cNvCxnSpPr>
              <a:stCxn id="906" idx="0"/>
              <a:endCxn id="903" idx="4"/>
            </p:cNvCxnSpPr>
            <p:nvPr/>
          </p:nvCxnSpPr>
          <p:spPr>
            <a:xfrm rot="10800000">
              <a:off x="524775" y="2084763"/>
              <a:ext cx="0" cy="684000"/>
            </a:xfrm>
            <a:prstGeom prst="straightConnector1">
              <a:avLst/>
            </a:prstGeom>
            <a:noFill/>
            <a:ln cap="flat" cmpd="sng" w="28575">
              <a:solidFill>
                <a:srgbClr val="000000"/>
              </a:solidFill>
              <a:prstDash val="solid"/>
              <a:round/>
              <a:headEnd len="med" w="med" type="none"/>
              <a:tailEnd len="med" w="med" type="none"/>
            </a:ln>
          </p:spPr>
        </p:cxnSp>
        <p:cxnSp>
          <p:nvCxnSpPr>
            <p:cNvPr id="913" name="Google Shape;913;p122"/>
            <p:cNvCxnSpPr>
              <a:stCxn id="904" idx="6"/>
              <a:endCxn id="905" idx="2"/>
            </p:cNvCxnSpPr>
            <p:nvPr/>
          </p:nvCxnSpPr>
          <p:spPr>
            <a:xfrm>
              <a:off x="1861488" y="2965575"/>
              <a:ext cx="746400" cy="0"/>
            </a:xfrm>
            <a:prstGeom prst="straightConnector1">
              <a:avLst/>
            </a:prstGeom>
            <a:noFill/>
            <a:ln cap="flat" cmpd="sng" w="28575">
              <a:solidFill>
                <a:srgbClr val="000000"/>
              </a:solidFill>
              <a:prstDash val="solid"/>
              <a:round/>
              <a:headEnd len="med" w="med" type="none"/>
              <a:tailEnd len="med" w="med" type="none"/>
            </a:ln>
          </p:spPr>
        </p:cxnSp>
        <p:cxnSp>
          <p:nvCxnSpPr>
            <p:cNvPr id="914" name="Google Shape;914;p122"/>
            <p:cNvCxnSpPr>
              <a:stCxn id="906" idx="5"/>
              <a:endCxn id="907" idx="1"/>
            </p:cNvCxnSpPr>
            <p:nvPr/>
          </p:nvCxnSpPr>
          <p:spPr>
            <a:xfrm>
              <a:off x="663934" y="3104721"/>
              <a:ext cx="441600" cy="603600"/>
            </a:xfrm>
            <a:prstGeom prst="straightConnector1">
              <a:avLst/>
            </a:prstGeom>
            <a:noFill/>
            <a:ln cap="flat" cmpd="sng" w="28575">
              <a:solidFill>
                <a:srgbClr val="000000"/>
              </a:solidFill>
              <a:prstDash val="solid"/>
              <a:round/>
              <a:headEnd len="med" w="med" type="none"/>
              <a:tailEnd len="med" w="med" type="none"/>
            </a:ln>
          </p:spPr>
        </p:cxnSp>
        <p:cxnSp>
          <p:nvCxnSpPr>
            <p:cNvPr id="915" name="Google Shape;915;p122"/>
            <p:cNvCxnSpPr>
              <a:stCxn id="907" idx="6"/>
              <a:endCxn id="908" idx="2"/>
            </p:cNvCxnSpPr>
            <p:nvPr/>
          </p:nvCxnSpPr>
          <p:spPr>
            <a:xfrm>
              <a:off x="1441575" y="3847513"/>
              <a:ext cx="468900" cy="0"/>
            </a:xfrm>
            <a:prstGeom prst="straightConnector1">
              <a:avLst/>
            </a:prstGeom>
            <a:noFill/>
            <a:ln cap="flat" cmpd="sng" w="28575">
              <a:solidFill>
                <a:srgbClr val="000000"/>
              </a:solidFill>
              <a:prstDash val="solid"/>
              <a:round/>
              <a:headEnd len="med" w="med" type="none"/>
              <a:tailEnd len="med" w="med" type="none"/>
            </a:ln>
          </p:spPr>
        </p:cxnSp>
        <p:cxnSp>
          <p:nvCxnSpPr>
            <p:cNvPr id="916" name="Google Shape;916;p122"/>
            <p:cNvCxnSpPr>
              <a:stCxn id="908" idx="7"/>
              <a:endCxn id="905" idx="3"/>
            </p:cNvCxnSpPr>
            <p:nvPr/>
          </p:nvCxnSpPr>
          <p:spPr>
            <a:xfrm flipH="1" rot="10800000">
              <a:off x="2246359" y="3104754"/>
              <a:ext cx="419100" cy="603600"/>
            </a:xfrm>
            <a:prstGeom prst="straightConnector1">
              <a:avLst/>
            </a:prstGeom>
            <a:noFill/>
            <a:ln cap="flat" cmpd="sng" w="28575">
              <a:solidFill>
                <a:srgbClr val="000000"/>
              </a:solidFill>
              <a:prstDash val="solid"/>
              <a:round/>
              <a:headEnd len="med" w="med" type="triangle"/>
              <a:tailEnd len="med" w="med" type="none"/>
            </a:ln>
          </p:spPr>
        </p:cxnSp>
        <p:cxnSp>
          <p:nvCxnSpPr>
            <p:cNvPr id="917" name="Google Shape;917;p122"/>
            <p:cNvCxnSpPr>
              <a:stCxn id="902" idx="4"/>
              <a:endCxn id="905" idx="0"/>
            </p:cNvCxnSpPr>
            <p:nvPr/>
          </p:nvCxnSpPr>
          <p:spPr>
            <a:xfrm>
              <a:off x="2804600" y="2084800"/>
              <a:ext cx="0" cy="684000"/>
            </a:xfrm>
            <a:prstGeom prst="straightConnector1">
              <a:avLst/>
            </a:prstGeom>
            <a:noFill/>
            <a:ln cap="flat" cmpd="sng" w="28575">
              <a:solidFill>
                <a:srgbClr val="000000"/>
              </a:solidFill>
              <a:prstDash val="solid"/>
              <a:round/>
              <a:headEnd len="med" w="med" type="none"/>
              <a:tailEnd len="med" w="med" type="none"/>
            </a:ln>
          </p:spPr>
        </p:cxnSp>
      </p:grpSp>
      <p:sp>
        <p:nvSpPr>
          <p:cNvPr id="918" name="Google Shape;918;p122"/>
          <p:cNvSpPr txBox="1"/>
          <p:nvPr/>
        </p:nvSpPr>
        <p:spPr>
          <a:xfrm>
            <a:off x="4761925" y="3710925"/>
            <a:ext cx="1266600" cy="400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accent1"/>
                </a:solidFill>
              </a:rPr>
              <a:t>A B E F</a:t>
            </a:r>
            <a:endParaRPr b="1">
              <a:solidFill>
                <a:schemeClr val="accent1"/>
              </a:solidFill>
            </a:endParaRPr>
          </a:p>
        </p:txBody>
      </p:sp>
      <p:graphicFrame>
        <p:nvGraphicFramePr>
          <p:cNvPr id="919" name="Google Shape;919;p122"/>
          <p:cNvGraphicFramePr/>
          <p:nvPr/>
        </p:nvGraphicFramePr>
        <p:xfrm>
          <a:off x="6482840" y="1764650"/>
          <a:ext cx="3000000" cy="3000000"/>
        </p:xfrm>
        <a:graphic>
          <a:graphicData uri="http://schemas.openxmlformats.org/drawingml/2006/table">
            <a:tbl>
              <a:tblPr>
                <a:noFill/>
                <a:tableStyleId>{B317DAE7-6F48-4459-89BA-82DB4F46E07A}</a:tableStyleId>
              </a:tblPr>
              <a:tblGrid>
                <a:gridCol w="817325"/>
                <a:gridCol w="1460075"/>
              </a:tblGrid>
              <a:tr h="359325">
                <a:tc>
                  <a:txBody>
                    <a:bodyPr/>
                    <a:lstStyle/>
                    <a:p>
                      <a:pPr indent="0" lvl="0" marL="0" rtl="0" algn="ctr">
                        <a:spcBef>
                          <a:spcPts val="0"/>
                        </a:spcBef>
                        <a:spcAft>
                          <a:spcPts val="0"/>
                        </a:spcAft>
                        <a:buNone/>
                      </a:pPr>
                      <a:r>
                        <a:rPr b="1" lang="en" sz="1000">
                          <a:solidFill>
                            <a:srgbClr val="4A86E8"/>
                          </a:solidFill>
                        </a:rPr>
                        <a:t>Vertex</a:t>
                      </a:r>
                      <a:endParaRPr b="1" sz="1000">
                        <a:solidFill>
                          <a:srgbClr val="4A86E8"/>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1000">
                          <a:solidFill>
                            <a:srgbClr val="4A86E8"/>
                          </a:solidFill>
                        </a:rPr>
                        <a:t>Predecessor</a:t>
                      </a:r>
                      <a:endParaRPr b="1" sz="1000">
                        <a:solidFill>
                          <a:srgbClr val="4A86E8"/>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solidFill>
                      <a:schemeClr val="accent1"/>
                    </a:solidFill>
                  </a:tcPr>
                </a:tc>
              </a:tr>
              <a:tr h="296900">
                <a:tc>
                  <a:txBody>
                    <a:bodyPr/>
                    <a:lstStyle/>
                    <a:p>
                      <a:pPr indent="0" lvl="0" marL="0" rtl="0" algn="ctr">
                        <a:spcBef>
                          <a:spcPts val="0"/>
                        </a:spcBef>
                        <a:spcAft>
                          <a:spcPts val="0"/>
                        </a:spcAft>
                        <a:buNone/>
                      </a:pPr>
                      <a:r>
                        <a:t/>
                      </a:r>
                      <a:endParaRPr b="1" sz="1000">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t/>
                      </a:r>
                      <a:endParaRPr b="1" sz="1000">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solidFill>
                      <a:srgbClr val="4A86E8"/>
                    </a:solidFill>
                  </a:tcPr>
                </a:tc>
              </a:tr>
              <a:tr h="359325">
                <a:tc>
                  <a:txBody>
                    <a:bodyPr/>
                    <a:lstStyle/>
                    <a:p>
                      <a:pPr indent="0" lvl="0" marL="0" rtl="0" algn="ctr">
                        <a:spcBef>
                          <a:spcPts val="0"/>
                        </a:spcBef>
                        <a:spcAft>
                          <a:spcPts val="0"/>
                        </a:spcAft>
                        <a:buNone/>
                      </a:pPr>
                      <a:r>
                        <a:t/>
                      </a:r>
                      <a:endParaRPr b="1" sz="1000">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t/>
                      </a:r>
                      <a:endParaRPr b="1" sz="1000">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solidFill>
                      <a:srgbClr val="4A86E8"/>
                    </a:solidFill>
                  </a:tcPr>
                </a:tc>
              </a:tr>
              <a:tr h="359325">
                <a:tc>
                  <a:txBody>
                    <a:bodyPr/>
                    <a:lstStyle/>
                    <a:p>
                      <a:pPr indent="0" lvl="0" marL="0" rtl="0" algn="ctr">
                        <a:spcBef>
                          <a:spcPts val="0"/>
                        </a:spcBef>
                        <a:spcAft>
                          <a:spcPts val="0"/>
                        </a:spcAft>
                        <a:buNone/>
                      </a:pPr>
                      <a:r>
                        <a:t/>
                      </a:r>
                      <a:endParaRPr b="1" sz="1000">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t/>
                      </a:r>
                      <a:endParaRPr b="1" sz="1000">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solidFill>
                      <a:srgbClr val="4A86E8"/>
                    </a:solidFill>
                  </a:tcPr>
                </a:tc>
              </a:tr>
              <a:tr h="359325">
                <a:tc>
                  <a:txBody>
                    <a:bodyPr/>
                    <a:lstStyle/>
                    <a:p>
                      <a:pPr indent="0" lvl="0" marL="0" rtl="0" algn="ctr">
                        <a:spcBef>
                          <a:spcPts val="0"/>
                        </a:spcBef>
                        <a:spcAft>
                          <a:spcPts val="0"/>
                        </a:spcAft>
                        <a:buNone/>
                      </a:pPr>
                      <a:r>
                        <a:t/>
                      </a:r>
                      <a:endParaRPr b="1" sz="1000">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t/>
                      </a:r>
                      <a:endParaRPr b="1" sz="1000">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solidFill>
                      <a:srgbClr val="4A86E8"/>
                    </a:solidFill>
                  </a:tcPr>
                </a:tc>
              </a:tr>
              <a:tr h="359325">
                <a:tc>
                  <a:txBody>
                    <a:bodyPr/>
                    <a:lstStyle/>
                    <a:p>
                      <a:pPr indent="0" lvl="0" marL="0" rtl="0" algn="ctr">
                        <a:spcBef>
                          <a:spcPts val="0"/>
                        </a:spcBef>
                        <a:spcAft>
                          <a:spcPts val="0"/>
                        </a:spcAft>
                        <a:buNone/>
                      </a:pPr>
                      <a:r>
                        <a:t/>
                      </a:r>
                      <a:endParaRPr b="1" sz="1000">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t/>
                      </a:r>
                      <a:endParaRPr b="1" sz="1000">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solidFill>
                      <a:srgbClr val="4A86E8"/>
                    </a:solidFill>
                  </a:tcPr>
                </a:tc>
              </a:tr>
              <a:tr h="359325">
                <a:tc>
                  <a:txBody>
                    <a:bodyPr/>
                    <a:lstStyle/>
                    <a:p>
                      <a:pPr indent="0" lvl="0" marL="0" rtl="0" algn="ctr">
                        <a:spcBef>
                          <a:spcPts val="0"/>
                        </a:spcBef>
                        <a:spcAft>
                          <a:spcPts val="0"/>
                        </a:spcAft>
                        <a:buNone/>
                      </a:pPr>
                      <a:r>
                        <a:t/>
                      </a:r>
                      <a:endParaRPr b="1" sz="1000">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t/>
                      </a:r>
                      <a:endParaRPr b="1" sz="1000">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solidFill>
                      <a:srgbClr val="4A86E8"/>
                    </a:solidFill>
                  </a:tcPr>
                </a:tc>
              </a:tr>
              <a:tr h="125175">
                <a:tc>
                  <a:txBody>
                    <a:bodyPr/>
                    <a:lstStyle/>
                    <a:p>
                      <a:pPr indent="0" lvl="0" marL="0" rtl="0" algn="ctr">
                        <a:spcBef>
                          <a:spcPts val="0"/>
                        </a:spcBef>
                        <a:spcAft>
                          <a:spcPts val="0"/>
                        </a:spcAft>
                        <a:buNone/>
                      </a:pPr>
                      <a:r>
                        <a:t/>
                      </a:r>
                      <a:endParaRPr b="1" sz="1000">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t/>
                      </a:r>
                      <a:endParaRPr b="1" sz="1000">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solidFill>
                      <a:srgbClr val="4A86E8"/>
                    </a:solidFill>
                  </a:tcPr>
                </a:tc>
              </a:tr>
            </a:tbl>
          </a:graphicData>
        </a:graphic>
      </p:graphicFrame>
      <p:graphicFrame>
        <p:nvGraphicFramePr>
          <p:cNvPr id="920" name="Google Shape;920;p122"/>
          <p:cNvGraphicFramePr/>
          <p:nvPr/>
        </p:nvGraphicFramePr>
        <p:xfrm>
          <a:off x="3510825" y="2953250"/>
          <a:ext cx="3000000" cy="3000000"/>
        </p:xfrm>
        <a:graphic>
          <a:graphicData uri="http://schemas.openxmlformats.org/drawingml/2006/table">
            <a:tbl>
              <a:tblPr>
                <a:noFill/>
                <a:tableStyleId>{B317DAE7-6F48-4459-89BA-82DB4F46E07A}</a:tableStyleId>
              </a:tblPr>
              <a:tblGrid>
                <a:gridCol w="403700"/>
                <a:gridCol w="403700"/>
                <a:gridCol w="403700"/>
                <a:gridCol w="403700"/>
                <a:gridCol w="403700"/>
                <a:gridCol w="403700"/>
                <a:gridCol w="403700"/>
              </a:tblGrid>
              <a:tr h="337725">
                <a:tc>
                  <a:txBody>
                    <a:bodyPr/>
                    <a:lstStyle/>
                    <a:p>
                      <a:pPr indent="0" lvl="0" marL="0" rtl="0" algn="ctr">
                        <a:spcBef>
                          <a:spcPts val="0"/>
                        </a:spcBef>
                        <a:spcAft>
                          <a:spcPts val="0"/>
                        </a:spcAft>
                        <a:buNone/>
                      </a:pPr>
                      <a:r>
                        <a:t/>
                      </a:r>
                      <a:endParaRPr b="1">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rgbClr val="FFFF00"/>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r>
            </a:tbl>
          </a:graphicData>
        </a:graphic>
      </p:graphicFrame>
      <p:sp>
        <p:nvSpPr>
          <p:cNvPr id="921" name="Google Shape;921;p122"/>
          <p:cNvSpPr txBox="1"/>
          <p:nvPr/>
        </p:nvSpPr>
        <p:spPr>
          <a:xfrm>
            <a:off x="3520755" y="2954550"/>
            <a:ext cx="3675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A</a:t>
            </a:r>
            <a:endParaRPr b="1">
              <a:solidFill>
                <a:schemeClr val="accent1"/>
              </a:solidFill>
              <a:latin typeface="Inter"/>
              <a:ea typeface="Inter"/>
              <a:cs typeface="Inter"/>
              <a:sym typeface="Inter"/>
            </a:endParaRPr>
          </a:p>
        </p:txBody>
      </p:sp>
      <p:sp>
        <p:nvSpPr>
          <p:cNvPr id="922" name="Google Shape;922;p122"/>
          <p:cNvSpPr txBox="1"/>
          <p:nvPr/>
        </p:nvSpPr>
        <p:spPr>
          <a:xfrm>
            <a:off x="3934480" y="2953211"/>
            <a:ext cx="367500" cy="39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B</a:t>
            </a:r>
            <a:endParaRPr b="1">
              <a:solidFill>
                <a:schemeClr val="accent1"/>
              </a:solidFill>
              <a:latin typeface="Inter"/>
              <a:ea typeface="Inter"/>
              <a:cs typeface="Inter"/>
              <a:sym typeface="Inter"/>
            </a:endParaRPr>
          </a:p>
        </p:txBody>
      </p:sp>
      <p:sp>
        <p:nvSpPr>
          <p:cNvPr id="923" name="Google Shape;923;p122"/>
          <p:cNvSpPr txBox="1"/>
          <p:nvPr/>
        </p:nvSpPr>
        <p:spPr>
          <a:xfrm>
            <a:off x="4348209" y="2953211"/>
            <a:ext cx="367500" cy="39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D</a:t>
            </a:r>
            <a:endParaRPr b="1">
              <a:solidFill>
                <a:schemeClr val="accent1"/>
              </a:solidFill>
              <a:latin typeface="Inter"/>
              <a:ea typeface="Inter"/>
              <a:cs typeface="Inter"/>
              <a:sym typeface="Inter"/>
            </a:endParaRPr>
          </a:p>
        </p:txBody>
      </p:sp>
      <p:sp>
        <p:nvSpPr>
          <p:cNvPr id="924" name="Google Shape;924;p122"/>
          <p:cNvSpPr txBox="1"/>
          <p:nvPr/>
        </p:nvSpPr>
        <p:spPr>
          <a:xfrm>
            <a:off x="4761934" y="2947411"/>
            <a:ext cx="367500" cy="39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E</a:t>
            </a:r>
            <a:endParaRPr b="1">
              <a:solidFill>
                <a:schemeClr val="accent1"/>
              </a:solidFill>
              <a:latin typeface="Inter"/>
              <a:ea typeface="Inter"/>
              <a:cs typeface="Inter"/>
              <a:sym typeface="Inter"/>
            </a:endParaRPr>
          </a:p>
        </p:txBody>
      </p:sp>
      <p:sp>
        <p:nvSpPr>
          <p:cNvPr id="925" name="Google Shape;925;p122"/>
          <p:cNvSpPr txBox="1"/>
          <p:nvPr/>
        </p:nvSpPr>
        <p:spPr>
          <a:xfrm>
            <a:off x="5153658" y="2947411"/>
            <a:ext cx="367500" cy="39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C</a:t>
            </a:r>
            <a:endParaRPr b="1">
              <a:solidFill>
                <a:schemeClr val="accent1"/>
              </a:solidFill>
              <a:latin typeface="Inter"/>
              <a:ea typeface="Inter"/>
              <a:cs typeface="Inter"/>
              <a:sym typeface="Inter"/>
            </a:endParaRPr>
          </a:p>
        </p:txBody>
      </p:sp>
      <p:sp>
        <p:nvSpPr>
          <p:cNvPr id="926" name="Google Shape;926;p122"/>
          <p:cNvSpPr txBox="1"/>
          <p:nvPr/>
        </p:nvSpPr>
        <p:spPr>
          <a:xfrm>
            <a:off x="5545384" y="2947411"/>
            <a:ext cx="367500" cy="39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G</a:t>
            </a:r>
            <a:endParaRPr b="1">
              <a:solidFill>
                <a:schemeClr val="accent1"/>
              </a:solidFill>
              <a:latin typeface="Inter"/>
              <a:ea typeface="Inter"/>
              <a:cs typeface="Inter"/>
              <a:sym typeface="Inter"/>
            </a:endParaRPr>
          </a:p>
        </p:txBody>
      </p:sp>
      <p:sp>
        <p:nvSpPr>
          <p:cNvPr id="927" name="Google Shape;927;p122"/>
          <p:cNvSpPr txBox="1"/>
          <p:nvPr/>
        </p:nvSpPr>
        <p:spPr>
          <a:xfrm>
            <a:off x="5937109" y="2947411"/>
            <a:ext cx="367500" cy="39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F</a:t>
            </a:r>
            <a:endParaRPr b="1">
              <a:solidFill>
                <a:schemeClr val="accent1"/>
              </a:solidFill>
              <a:latin typeface="Inter"/>
              <a:ea typeface="Inter"/>
              <a:cs typeface="Inter"/>
              <a:sym typeface="Inter"/>
            </a:endParaRPr>
          </a:p>
        </p:txBody>
      </p:sp>
      <p:sp>
        <p:nvSpPr>
          <p:cNvPr id="928" name="Google Shape;928;p122"/>
          <p:cNvSpPr txBox="1"/>
          <p:nvPr/>
        </p:nvSpPr>
        <p:spPr>
          <a:xfrm>
            <a:off x="6746069" y="2123975"/>
            <a:ext cx="367500" cy="36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A</a:t>
            </a:r>
            <a:endParaRPr b="1">
              <a:solidFill>
                <a:schemeClr val="accent1"/>
              </a:solidFill>
              <a:latin typeface="Inter"/>
              <a:ea typeface="Inter"/>
              <a:cs typeface="Inter"/>
              <a:sym typeface="Inter"/>
            </a:endParaRPr>
          </a:p>
        </p:txBody>
      </p:sp>
      <p:sp>
        <p:nvSpPr>
          <p:cNvPr id="929" name="Google Shape;929;p122"/>
          <p:cNvSpPr txBox="1"/>
          <p:nvPr/>
        </p:nvSpPr>
        <p:spPr>
          <a:xfrm>
            <a:off x="7635486" y="2122175"/>
            <a:ext cx="624000" cy="36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Null</a:t>
            </a:r>
            <a:endParaRPr b="1">
              <a:solidFill>
                <a:schemeClr val="accent1"/>
              </a:solidFill>
              <a:latin typeface="Inter"/>
              <a:ea typeface="Inter"/>
              <a:cs typeface="Inter"/>
              <a:sym typeface="Inter"/>
            </a:endParaRPr>
          </a:p>
        </p:txBody>
      </p:sp>
      <p:sp>
        <p:nvSpPr>
          <p:cNvPr id="930" name="Google Shape;930;p122"/>
          <p:cNvSpPr txBox="1"/>
          <p:nvPr/>
        </p:nvSpPr>
        <p:spPr>
          <a:xfrm>
            <a:off x="3520750" y="2948743"/>
            <a:ext cx="3675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300">
                <a:solidFill>
                  <a:srgbClr val="FF0000"/>
                </a:solidFill>
                <a:latin typeface="Inter"/>
                <a:ea typeface="Inter"/>
                <a:cs typeface="Inter"/>
                <a:sym typeface="Inter"/>
              </a:rPr>
              <a:t>/</a:t>
            </a:r>
            <a:endParaRPr b="1" sz="2300">
              <a:solidFill>
                <a:srgbClr val="FF0000"/>
              </a:solidFill>
              <a:latin typeface="Inter"/>
              <a:ea typeface="Inter"/>
              <a:cs typeface="Inter"/>
              <a:sym typeface="Inter"/>
            </a:endParaRPr>
          </a:p>
        </p:txBody>
      </p:sp>
      <p:sp>
        <p:nvSpPr>
          <p:cNvPr id="931" name="Google Shape;931;p122"/>
          <p:cNvSpPr txBox="1"/>
          <p:nvPr/>
        </p:nvSpPr>
        <p:spPr>
          <a:xfrm>
            <a:off x="6746069" y="2456000"/>
            <a:ext cx="367500" cy="33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B</a:t>
            </a:r>
            <a:endParaRPr b="1">
              <a:solidFill>
                <a:schemeClr val="accent1"/>
              </a:solidFill>
              <a:latin typeface="Inter"/>
              <a:ea typeface="Inter"/>
              <a:cs typeface="Inter"/>
              <a:sym typeface="Inter"/>
            </a:endParaRPr>
          </a:p>
        </p:txBody>
      </p:sp>
      <p:sp>
        <p:nvSpPr>
          <p:cNvPr id="932" name="Google Shape;932;p122"/>
          <p:cNvSpPr txBox="1"/>
          <p:nvPr/>
        </p:nvSpPr>
        <p:spPr>
          <a:xfrm>
            <a:off x="6746069" y="2815375"/>
            <a:ext cx="367500" cy="36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D</a:t>
            </a:r>
            <a:endParaRPr b="1">
              <a:solidFill>
                <a:schemeClr val="accent1"/>
              </a:solidFill>
              <a:latin typeface="Inter"/>
              <a:ea typeface="Inter"/>
              <a:cs typeface="Inter"/>
              <a:sym typeface="Inter"/>
            </a:endParaRPr>
          </a:p>
        </p:txBody>
      </p:sp>
      <p:sp>
        <p:nvSpPr>
          <p:cNvPr id="933" name="Google Shape;933;p122"/>
          <p:cNvSpPr txBox="1"/>
          <p:nvPr/>
        </p:nvSpPr>
        <p:spPr>
          <a:xfrm>
            <a:off x="7763736" y="2442350"/>
            <a:ext cx="367500" cy="36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A</a:t>
            </a:r>
            <a:endParaRPr b="1">
              <a:solidFill>
                <a:schemeClr val="accent1"/>
              </a:solidFill>
              <a:latin typeface="Inter"/>
              <a:ea typeface="Inter"/>
              <a:cs typeface="Inter"/>
              <a:sym typeface="Inter"/>
            </a:endParaRPr>
          </a:p>
        </p:txBody>
      </p:sp>
      <p:sp>
        <p:nvSpPr>
          <p:cNvPr id="934" name="Google Shape;934;p122"/>
          <p:cNvSpPr txBox="1"/>
          <p:nvPr/>
        </p:nvSpPr>
        <p:spPr>
          <a:xfrm>
            <a:off x="7763736" y="2817175"/>
            <a:ext cx="367500" cy="36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A</a:t>
            </a:r>
            <a:endParaRPr b="1">
              <a:solidFill>
                <a:schemeClr val="accent1"/>
              </a:solidFill>
              <a:latin typeface="Inter"/>
              <a:ea typeface="Inter"/>
              <a:cs typeface="Inter"/>
              <a:sym typeface="Inter"/>
            </a:endParaRPr>
          </a:p>
        </p:txBody>
      </p:sp>
      <p:sp>
        <p:nvSpPr>
          <p:cNvPr id="935" name="Google Shape;935;p122"/>
          <p:cNvSpPr txBox="1"/>
          <p:nvPr/>
        </p:nvSpPr>
        <p:spPr>
          <a:xfrm>
            <a:off x="3934475" y="2981068"/>
            <a:ext cx="3675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300">
                <a:solidFill>
                  <a:srgbClr val="FF0000"/>
                </a:solidFill>
                <a:latin typeface="Inter"/>
                <a:ea typeface="Inter"/>
                <a:cs typeface="Inter"/>
                <a:sym typeface="Inter"/>
              </a:rPr>
              <a:t>/</a:t>
            </a:r>
            <a:endParaRPr b="1" sz="2300">
              <a:solidFill>
                <a:srgbClr val="FF0000"/>
              </a:solidFill>
              <a:latin typeface="Inter"/>
              <a:ea typeface="Inter"/>
              <a:cs typeface="Inter"/>
              <a:sym typeface="Inter"/>
            </a:endParaRPr>
          </a:p>
        </p:txBody>
      </p:sp>
      <p:sp>
        <p:nvSpPr>
          <p:cNvPr id="936" name="Google Shape;936;p122"/>
          <p:cNvSpPr txBox="1"/>
          <p:nvPr/>
        </p:nvSpPr>
        <p:spPr>
          <a:xfrm>
            <a:off x="6746069" y="3177870"/>
            <a:ext cx="367500" cy="36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E</a:t>
            </a:r>
            <a:endParaRPr b="1">
              <a:solidFill>
                <a:schemeClr val="accent1"/>
              </a:solidFill>
              <a:latin typeface="Inter"/>
              <a:ea typeface="Inter"/>
              <a:cs typeface="Inter"/>
              <a:sym typeface="Inter"/>
            </a:endParaRPr>
          </a:p>
        </p:txBody>
      </p:sp>
      <p:sp>
        <p:nvSpPr>
          <p:cNvPr id="937" name="Google Shape;937;p122"/>
          <p:cNvSpPr txBox="1"/>
          <p:nvPr/>
        </p:nvSpPr>
        <p:spPr>
          <a:xfrm>
            <a:off x="7763736" y="3177870"/>
            <a:ext cx="367500" cy="36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B</a:t>
            </a:r>
            <a:endParaRPr b="1">
              <a:solidFill>
                <a:schemeClr val="accent1"/>
              </a:solidFill>
              <a:latin typeface="Inter"/>
              <a:ea typeface="Inter"/>
              <a:cs typeface="Inter"/>
              <a:sym typeface="Inter"/>
            </a:endParaRPr>
          </a:p>
        </p:txBody>
      </p:sp>
      <p:sp>
        <p:nvSpPr>
          <p:cNvPr id="938" name="Google Shape;938;p122"/>
          <p:cNvSpPr txBox="1"/>
          <p:nvPr/>
        </p:nvSpPr>
        <p:spPr>
          <a:xfrm>
            <a:off x="4348204" y="2948743"/>
            <a:ext cx="3675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300">
                <a:solidFill>
                  <a:srgbClr val="FF0000"/>
                </a:solidFill>
                <a:latin typeface="Inter"/>
                <a:ea typeface="Inter"/>
                <a:cs typeface="Inter"/>
                <a:sym typeface="Inter"/>
              </a:rPr>
              <a:t>/</a:t>
            </a:r>
            <a:endParaRPr b="1" sz="2300">
              <a:solidFill>
                <a:srgbClr val="FF0000"/>
              </a:solidFill>
              <a:latin typeface="Inter"/>
              <a:ea typeface="Inter"/>
              <a:cs typeface="Inter"/>
              <a:sym typeface="Inter"/>
            </a:endParaRPr>
          </a:p>
        </p:txBody>
      </p:sp>
      <p:sp>
        <p:nvSpPr>
          <p:cNvPr id="939" name="Google Shape;939;p122"/>
          <p:cNvSpPr txBox="1"/>
          <p:nvPr/>
        </p:nvSpPr>
        <p:spPr>
          <a:xfrm>
            <a:off x="6746069" y="3536161"/>
            <a:ext cx="367500" cy="36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C</a:t>
            </a:r>
            <a:endParaRPr b="1">
              <a:solidFill>
                <a:schemeClr val="accent1"/>
              </a:solidFill>
              <a:latin typeface="Inter"/>
              <a:ea typeface="Inter"/>
              <a:cs typeface="Inter"/>
              <a:sym typeface="Inter"/>
            </a:endParaRPr>
          </a:p>
        </p:txBody>
      </p:sp>
      <p:sp>
        <p:nvSpPr>
          <p:cNvPr id="940" name="Google Shape;940;p122"/>
          <p:cNvSpPr txBox="1"/>
          <p:nvPr/>
        </p:nvSpPr>
        <p:spPr>
          <a:xfrm>
            <a:off x="7763736" y="3517861"/>
            <a:ext cx="367500" cy="40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D</a:t>
            </a:r>
            <a:endParaRPr b="1">
              <a:solidFill>
                <a:schemeClr val="accent1"/>
              </a:solidFill>
              <a:latin typeface="Inter"/>
              <a:ea typeface="Inter"/>
              <a:cs typeface="Inter"/>
              <a:sym typeface="Inter"/>
            </a:endParaRPr>
          </a:p>
        </p:txBody>
      </p:sp>
      <p:sp>
        <p:nvSpPr>
          <p:cNvPr id="941" name="Google Shape;941;p122"/>
          <p:cNvSpPr txBox="1"/>
          <p:nvPr/>
        </p:nvSpPr>
        <p:spPr>
          <a:xfrm>
            <a:off x="6746069" y="3896536"/>
            <a:ext cx="367500" cy="36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G</a:t>
            </a:r>
            <a:endParaRPr b="1">
              <a:solidFill>
                <a:schemeClr val="accent1"/>
              </a:solidFill>
              <a:latin typeface="Inter"/>
              <a:ea typeface="Inter"/>
              <a:cs typeface="Inter"/>
              <a:sym typeface="Inter"/>
            </a:endParaRPr>
          </a:p>
        </p:txBody>
      </p:sp>
      <p:sp>
        <p:nvSpPr>
          <p:cNvPr id="942" name="Google Shape;942;p122"/>
          <p:cNvSpPr txBox="1"/>
          <p:nvPr/>
        </p:nvSpPr>
        <p:spPr>
          <a:xfrm>
            <a:off x="5142642" y="2948743"/>
            <a:ext cx="3675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b="1" lang="en" sz="2300">
                <a:solidFill>
                  <a:srgbClr val="FF0000"/>
                </a:solidFill>
                <a:latin typeface="Inter"/>
                <a:ea typeface="Inter"/>
                <a:cs typeface="Inter"/>
                <a:sym typeface="Inter"/>
              </a:rPr>
              <a:t>/</a:t>
            </a:r>
            <a:endParaRPr b="1" sz="2300">
              <a:solidFill>
                <a:srgbClr val="FF0000"/>
              </a:solidFill>
              <a:latin typeface="Inter"/>
              <a:ea typeface="Inter"/>
              <a:cs typeface="Inter"/>
              <a:sym typeface="Inter"/>
            </a:endParaRPr>
          </a:p>
        </p:txBody>
      </p:sp>
      <p:sp>
        <p:nvSpPr>
          <p:cNvPr id="943" name="Google Shape;943;p122"/>
          <p:cNvSpPr txBox="1"/>
          <p:nvPr/>
        </p:nvSpPr>
        <p:spPr>
          <a:xfrm>
            <a:off x="7763736" y="3878236"/>
            <a:ext cx="367500" cy="40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D</a:t>
            </a:r>
            <a:endParaRPr b="1">
              <a:solidFill>
                <a:schemeClr val="accent1"/>
              </a:solidFill>
              <a:latin typeface="Inter"/>
              <a:ea typeface="Inter"/>
              <a:cs typeface="Inter"/>
              <a:sym typeface="Inter"/>
            </a:endParaRPr>
          </a:p>
        </p:txBody>
      </p:sp>
      <p:sp>
        <p:nvSpPr>
          <p:cNvPr id="944" name="Google Shape;944;p122"/>
          <p:cNvSpPr txBox="1"/>
          <p:nvPr/>
        </p:nvSpPr>
        <p:spPr>
          <a:xfrm>
            <a:off x="4739929" y="2948743"/>
            <a:ext cx="3675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300">
                <a:solidFill>
                  <a:srgbClr val="FF0000"/>
                </a:solidFill>
                <a:latin typeface="Inter"/>
                <a:ea typeface="Inter"/>
                <a:cs typeface="Inter"/>
                <a:sym typeface="Inter"/>
              </a:rPr>
              <a:t>/</a:t>
            </a:r>
            <a:endParaRPr b="1" sz="2300">
              <a:solidFill>
                <a:srgbClr val="FF0000"/>
              </a:solidFill>
              <a:latin typeface="Inter"/>
              <a:ea typeface="Inter"/>
              <a:cs typeface="Inter"/>
              <a:sym typeface="Inter"/>
            </a:endParaRPr>
          </a:p>
        </p:txBody>
      </p:sp>
      <p:sp>
        <p:nvSpPr>
          <p:cNvPr id="945" name="Google Shape;945;p122"/>
          <p:cNvSpPr txBox="1"/>
          <p:nvPr/>
        </p:nvSpPr>
        <p:spPr>
          <a:xfrm>
            <a:off x="6746069" y="4230880"/>
            <a:ext cx="367500" cy="36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F</a:t>
            </a:r>
            <a:endParaRPr b="1">
              <a:solidFill>
                <a:schemeClr val="accent1"/>
              </a:solidFill>
              <a:latin typeface="Inter"/>
              <a:ea typeface="Inter"/>
              <a:cs typeface="Inter"/>
              <a:sym typeface="Inter"/>
            </a:endParaRPr>
          </a:p>
        </p:txBody>
      </p:sp>
      <p:sp>
        <p:nvSpPr>
          <p:cNvPr id="946" name="Google Shape;946;p122"/>
          <p:cNvSpPr txBox="1"/>
          <p:nvPr/>
        </p:nvSpPr>
        <p:spPr>
          <a:xfrm>
            <a:off x="7763736" y="4230880"/>
            <a:ext cx="367500" cy="36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E</a:t>
            </a:r>
            <a:endParaRPr b="1">
              <a:solidFill>
                <a:schemeClr val="accent1"/>
              </a:solidFill>
              <a:latin typeface="Inter"/>
              <a:ea typeface="Inter"/>
              <a:cs typeface="Inter"/>
              <a:sym typeface="Inter"/>
            </a:endParaRPr>
          </a:p>
        </p:txBody>
      </p:sp>
      <p:sp>
        <p:nvSpPr>
          <p:cNvPr id="947" name="Google Shape;947;p122"/>
          <p:cNvSpPr txBox="1"/>
          <p:nvPr/>
        </p:nvSpPr>
        <p:spPr>
          <a:xfrm>
            <a:off x="5545367" y="2948743"/>
            <a:ext cx="3675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b="1" lang="en" sz="2300">
                <a:solidFill>
                  <a:srgbClr val="FF0000"/>
                </a:solidFill>
                <a:latin typeface="Inter"/>
                <a:ea typeface="Inter"/>
                <a:cs typeface="Inter"/>
                <a:sym typeface="Inter"/>
              </a:rPr>
              <a:t>/</a:t>
            </a:r>
            <a:endParaRPr b="1" sz="2300">
              <a:solidFill>
                <a:srgbClr val="FF0000"/>
              </a:solidFill>
              <a:latin typeface="Inter"/>
              <a:ea typeface="Inter"/>
              <a:cs typeface="Inter"/>
              <a:sym typeface="Inter"/>
            </a:endParaRPr>
          </a:p>
        </p:txBody>
      </p:sp>
      <p:sp>
        <p:nvSpPr>
          <p:cNvPr id="948" name="Google Shape;948;p122"/>
          <p:cNvSpPr/>
          <p:nvPr/>
        </p:nvSpPr>
        <p:spPr>
          <a:xfrm>
            <a:off x="5949864" y="2976350"/>
            <a:ext cx="367500" cy="3384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p123"/>
          <p:cNvSpPr/>
          <p:nvPr/>
        </p:nvSpPr>
        <p:spPr>
          <a:xfrm>
            <a:off x="185075"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400">
                <a:solidFill>
                  <a:srgbClr val="FFFFFF"/>
                </a:solidFill>
              </a:rPr>
              <a:t>This describes the best possible overall solution to a problem.</a:t>
            </a:r>
            <a:endParaRPr b="1" sz="4400">
              <a:solidFill>
                <a:srgbClr val="FFFFFF"/>
              </a:solidFill>
            </a:endParaRPr>
          </a:p>
        </p:txBody>
      </p:sp>
      <p:sp>
        <p:nvSpPr>
          <p:cNvPr id="954" name="Google Shape;954;p123"/>
          <p:cNvSpPr txBox="1"/>
          <p:nvPr/>
        </p:nvSpPr>
        <p:spPr>
          <a:xfrm>
            <a:off x="593775" y="2859096"/>
            <a:ext cx="8112300" cy="1614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i="1" lang="en" sz="4800">
                <a:solidFill>
                  <a:schemeClr val="accent1"/>
                </a:solidFill>
              </a:rPr>
              <a:t>What is the global optimum?</a:t>
            </a:r>
            <a:endParaRPr i="1" sz="4800">
              <a:solidFill>
                <a:schemeClr val="accent1"/>
              </a:solidFill>
            </a:endParaRPr>
          </a:p>
        </p:txBody>
      </p:sp>
      <p:pic>
        <p:nvPicPr>
          <p:cNvPr id="955" name="Google Shape;955;p123">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124"/>
          <p:cNvSpPr/>
          <p:nvPr/>
        </p:nvSpPr>
        <p:spPr>
          <a:xfrm>
            <a:off x="185075"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000">
                <a:solidFill>
                  <a:srgbClr val="FFFFFF"/>
                </a:solidFill>
              </a:rPr>
              <a:t>This greedy path‑finding strategy always picks the lowest‑cost outgoing edge.</a:t>
            </a:r>
            <a:endParaRPr b="1" sz="4000">
              <a:solidFill>
                <a:srgbClr val="FFFFFF"/>
              </a:solidFill>
            </a:endParaRPr>
          </a:p>
        </p:txBody>
      </p:sp>
      <p:sp>
        <p:nvSpPr>
          <p:cNvPr id="961" name="Google Shape;961;p124"/>
          <p:cNvSpPr txBox="1"/>
          <p:nvPr/>
        </p:nvSpPr>
        <p:spPr>
          <a:xfrm>
            <a:off x="593775" y="2766564"/>
            <a:ext cx="8112300" cy="1659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i="1" lang="en" sz="4800">
                <a:solidFill>
                  <a:schemeClr val="accent1"/>
                </a:solidFill>
              </a:rPr>
              <a:t>What is nearest neighbor?</a:t>
            </a:r>
            <a:endParaRPr i="1" sz="4800">
              <a:solidFill>
                <a:schemeClr val="accent1"/>
              </a:solidFill>
            </a:endParaRPr>
          </a:p>
        </p:txBody>
      </p:sp>
      <p:pic>
        <p:nvPicPr>
          <p:cNvPr id="962" name="Google Shape;962;p124">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25"/>
          <p:cNvSpPr/>
          <p:nvPr/>
        </p:nvSpPr>
        <p:spPr>
          <a:xfrm>
            <a:off x="188100"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000">
                <a:solidFill>
                  <a:srgbClr val="FFFFFF"/>
                </a:solidFill>
              </a:rPr>
              <a:t>In Djikstra's algorithm, this data structure replaces a priority queue to deal with path </a:t>
            </a:r>
            <a:r>
              <a:rPr b="1" lang="en" sz="4000">
                <a:solidFill>
                  <a:srgbClr val="FFFFFF"/>
                </a:solidFill>
              </a:rPr>
              <a:t>distance</a:t>
            </a:r>
            <a:r>
              <a:rPr b="1" lang="en" sz="4000">
                <a:solidFill>
                  <a:srgbClr val="FFFFFF"/>
                </a:solidFill>
              </a:rPr>
              <a:t> updates.</a:t>
            </a:r>
            <a:endParaRPr b="1" sz="4000">
              <a:solidFill>
                <a:srgbClr val="FFFFFF"/>
              </a:solidFill>
            </a:endParaRPr>
          </a:p>
        </p:txBody>
      </p:sp>
      <p:sp>
        <p:nvSpPr>
          <p:cNvPr id="968" name="Google Shape;968;p125"/>
          <p:cNvSpPr txBox="1"/>
          <p:nvPr/>
        </p:nvSpPr>
        <p:spPr>
          <a:xfrm>
            <a:off x="596800" y="2766564"/>
            <a:ext cx="8112300" cy="1659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i="1" lang="en" sz="4800">
                <a:solidFill>
                  <a:schemeClr val="accent1"/>
                </a:solidFill>
              </a:rPr>
              <a:t>What is a tuple queue?</a:t>
            </a:r>
            <a:endParaRPr i="1" sz="4800">
              <a:solidFill>
                <a:schemeClr val="accent1"/>
              </a:solidFill>
            </a:endParaRPr>
          </a:p>
        </p:txBody>
      </p:sp>
      <p:pic>
        <p:nvPicPr>
          <p:cNvPr id="969" name="Google Shape;969;p125">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126"/>
          <p:cNvSpPr/>
          <p:nvPr/>
        </p:nvSpPr>
        <p:spPr>
          <a:xfrm>
            <a:off x="188100"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800">
                <a:solidFill>
                  <a:srgbClr val="FFFFFF"/>
                </a:solidFill>
              </a:rPr>
              <a:t>ACTIVITY CHALLENGE!</a:t>
            </a:r>
            <a:endParaRPr b="1" sz="4800">
              <a:solidFill>
                <a:srgbClr val="FFFFFF"/>
              </a:solidFill>
            </a:endParaRPr>
          </a:p>
          <a:p>
            <a:pPr indent="0" lvl="0" marL="0" rtl="0" algn="ctr">
              <a:spcBef>
                <a:spcPts val="0"/>
              </a:spcBef>
              <a:spcAft>
                <a:spcPts val="0"/>
              </a:spcAft>
              <a:buNone/>
            </a:pPr>
            <a:r>
              <a:rPr b="1" lang="en" sz="2000">
                <a:solidFill>
                  <a:srgbClr val="FFFFFF"/>
                </a:solidFill>
              </a:rPr>
              <a:t>Using the Nearest Neighbor algorithm, find the path and total distance from A to F</a:t>
            </a:r>
            <a:endParaRPr b="1" sz="2000">
              <a:solidFill>
                <a:srgbClr val="FFFFFF"/>
              </a:solidFill>
            </a:endParaRPr>
          </a:p>
        </p:txBody>
      </p:sp>
      <p:pic>
        <p:nvPicPr>
          <p:cNvPr id="975" name="Google Shape;975;p126">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graphicFrame>
        <p:nvGraphicFramePr>
          <p:cNvPr id="976" name="Google Shape;976;p126"/>
          <p:cNvGraphicFramePr/>
          <p:nvPr/>
        </p:nvGraphicFramePr>
        <p:xfrm>
          <a:off x="5536450" y="2240075"/>
          <a:ext cx="3000000" cy="3000000"/>
        </p:xfrm>
        <a:graphic>
          <a:graphicData uri="http://schemas.openxmlformats.org/drawingml/2006/table">
            <a:tbl>
              <a:tblPr>
                <a:noFill/>
                <a:tableStyleId>{B317DAE7-6F48-4459-89BA-82DB4F46E07A}</a:tableStyleId>
              </a:tblPr>
              <a:tblGrid>
                <a:gridCol w="403700"/>
                <a:gridCol w="403700"/>
                <a:gridCol w="403700"/>
                <a:gridCol w="403700"/>
                <a:gridCol w="403700"/>
                <a:gridCol w="403700"/>
                <a:gridCol w="403700"/>
              </a:tblGrid>
              <a:tr h="337725">
                <a:tc>
                  <a:txBody>
                    <a:bodyPr/>
                    <a:lstStyle/>
                    <a:p>
                      <a:pPr indent="0" lvl="0" marL="0" rtl="0" algn="ctr">
                        <a:spcBef>
                          <a:spcPts val="0"/>
                        </a:spcBef>
                        <a:spcAft>
                          <a:spcPts val="0"/>
                        </a:spcAft>
                        <a:buNone/>
                      </a:pPr>
                      <a:r>
                        <a:t/>
                      </a:r>
                      <a:endParaRPr b="1">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rgbClr val="FFFF00"/>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r>
            </a:tbl>
          </a:graphicData>
        </a:graphic>
      </p:graphicFrame>
      <p:sp>
        <p:nvSpPr>
          <p:cNvPr id="977" name="Google Shape;977;p126"/>
          <p:cNvSpPr txBox="1"/>
          <p:nvPr/>
        </p:nvSpPr>
        <p:spPr>
          <a:xfrm>
            <a:off x="5536450" y="2240075"/>
            <a:ext cx="3675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A</a:t>
            </a:r>
            <a:endParaRPr b="1">
              <a:solidFill>
                <a:schemeClr val="accent1"/>
              </a:solidFill>
              <a:latin typeface="Inter"/>
              <a:ea typeface="Inter"/>
              <a:cs typeface="Inter"/>
              <a:sym typeface="Inter"/>
            </a:endParaRPr>
          </a:p>
        </p:txBody>
      </p:sp>
      <p:sp>
        <p:nvSpPr>
          <p:cNvPr id="978" name="Google Shape;978;p126"/>
          <p:cNvSpPr txBox="1"/>
          <p:nvPr/>
        </p:nvSpPr>
        <p:spPr>
          <a:xfrm>
            <a:off x="5958005" y="2240075"/>
            <a:ext cx="367500" cy="39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B</a:t>
            </a:r>
            <a:endParaRPr b="1">
              <a:solidFill>
                <a:schemeClr val="accent1"/>
              </a:solidFill>
              <a:latin typeface="Inter"/>
              <a:ea typeface="Inter"/>
              <a:cs typeface="Inter"/>
              <a:sym typeface="Inter"/>
            </a:endParaRPr>
          </a:p>
        </p:txBody>
      </p:sp>
      <p:sp>
        <p:nvSpPr>
          <p:cNvPr id="979" name="Google Shape;979;p126"/>
          <p:cNvSpPr txBox="1"/>
          <p:nvPr/>
        </p:nvSpPr>
        <p:spPr>
          <a:xfrm>
            <a:off x="6379559" y="2240075"/>
            <a:ext cx="367500" cy="39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D</a:t>
            </a:r>
            <a:endParaRPr b="1">
              <a:solidFill>
                <a:schemeClr val="accent1"/>
              </a:solidFill>
              <a:latin typeface="Inter"/>
              <a:ea typeface="Inter"/>
              <a:cs typeface="Inter"/>
              <a:sym typeface="Inter"/>
            </a:endParaRPr>
          </a:p>
        </p:txBody>
      </p:sp>
      <p:sp>
        <p:nvSpPr>
          <p:cNvPr id="980" name="Google Shape;980;p126"/>
          <p:cNvSpPr txBox="1"/>
          <p:nvPr/>
        </p:nvSpPr>
        <p:spPr>
          <a:xfrm>
            <a:off x="7151759" y="2240075"/>
            <a:ext cx="367500" cy="39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E</a:t>
            </a:r>
            <a:endParaRPr b="1">
              <a:solidFill>
                <a:schemeClr val="accent1"/>
              </a:solidFill>
              <a:latin typeface="Inter"/>
              <a:ea typeface="Inter"/>
              <a:cs typeface="Inter"/>
              <a:sym typeface="Inter"/>
            </a:endParaRPr>
          </a:p>
        </p:txBody>
      </p:sp>
      <p:sp>
        <p:nvSpPr>
          <p:cNvPr id="981" name="Google Shape;981;p126"/>
          <p:cNvSpPr txBox="1"/>
          <p:nvPr/>
        </p:nvSpPr>
        <p:spPr>
          <a:xfrm>
            <a:off x="6765659" y="2240075"/>
            <a:ext cx="367500" cy="39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G</a:t>
            </a:r>
            <a:endParaRPr b="1">
              <a:solidFill>
                <a:schemeClr val="accent1"/>
              </a:solidFill>
              <a:latin typeface="Inter"/>
              <a:ea typeface="Inter"/>
              <a:cs typeface="Inter"/>
              <a:sym typeface="Inter"/>
            </a:endParaRPr>
          </a:p>
        </p:txBody>
      </p:sp>
      <p:sp>
        <p:nvSpPr>
          <p:cNvPr id="982" name="Google Shape;982;p126"/>
          <p:cNvSpPr txBox="1"/>
          <p:nvPr/>
        </p:nvSpPr>
        <p:spPr>
          <a:xfrm>
            <a:off x="7573309" y="2240075"/>
            <a:ext cx="367500" cy="39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F</a:t>
            </a:r>
            <a:endParaRPr b="1">
              <a:solidFill>
                <a:schemeClr val="accent1"/>
              </a:solidFill>
              <a:latin typeface="Inter"/>
              <a:ea typeface="Inter"/>
              <a:cs typeface="Inter"/>
              <a:sym typeface="Inter"/>
            </a:endParaRPr>
          </a:p>
        </p:txBody>
      </p:sp>
      <p:pic>
        <p:nvPicPr>
          <p:cNvPr id="983" name="Google Shape;983;p126"/>
          <p:cNvPicPr preferRelativeResize="0"/>
          <p:nvPr/>
        </p:nvPicPr>
        <p:blipFill rotWithShape="1">
          <a:blip r:embed="rId5">
            <a:alphaModFix/>
          </a:blip>
          <a:srcRect b="11792" l="18627" r="16919" t="30203"/>
          <a:stretch/>
        </p:blipFill>
        <p:spPr>
          <a:xfrm>
            <a:off x="438000" y="2011707"/>
            <a:ext cx="4607124" cy="2315880"/>
          </a:xfrm>
          <a:prstGeom prst="rect">
            <a:avLst/>
          </a:prstGeom>
          <a:solidFill>
            <a:srgbClr val="4A86E8"/>
          </a:solidFill>
          <a:ln cap="flat" cmpd="sng" w="76200">
            <a:solidFill>
              <a:schemeClr val="accent1"/>
            </a:solidFill>
            <a:prstDash val="solid"/>
            <a:round/>
            <a:headEnd len="sm" w="sm" type="none"/>
            <a:tailEnd len="sm" w="sm" type="none"/>
          </a:ln>
        </p:spPr>
      </p:pic>
      <p:graphicFrame>
        <p:nvGraphicFramePr>
          <p:cNvPr id="984" name="Google Shape;984;p126"/>
          <p:cNvGraphicFramePr/>
          <p:nvPr/>
        </p:nvGraphicFramePr>
        <p:xfrm>
          <a:off x="5735050" y="2791200"/>
          <a:ext cx="3000000" cy="3000000"/>
        </p:xfrm>
        <a:graphic>
          <a:graphicData uri="http://schemas.openxmlformats.org/drawingml/2006/table">
            <a:tbl>
              <a:tblPr>
                <a:noFill/>
                <a:tableStyleId>{B317DAE7-6F48-4459-89BA-82DB4F46E07A}</a:tableStyleId>
              </a:tblPr>
              <a:tblGrid>
                <a:gridCol w="403700"/>
                <a:gridCol w="403700"/>
                <a:gridCol w="403700"/>
                <a:gridCol w="403700"/>
                <a:gridCol w="403700"/>
                <a:gridCol w="403700"/>
              </a:tblGrid>
              <a:tr h="337725">
                <a:tc>
                  <a:txBody>
                    <a:bodyPr/>
                    <a:lstStyle/>
                    <a:p>
                      <a:pPr indent="0" lvl="0" marL="0" rtl="0" algn="ctr">
                        <a:spcBef>
                          <a:spcPts val="0"/>
                        </a:spcBef>
                        <a:spcAft>
                          <a:spcPts val="0"/>
                        </a:spcAft>
                        <a:buNone/>
                      </a:pPr>
                      <a:r>
                        <a:t/>
                      </a:r>
                      <a:endParaRPr b="1">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rgbClr val="FFFF00"/>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accent1"/>
                        </a:solidFill>
                      </a:endParaRPr>
                    </a:p>
                  </a:txBody>
                  <a:tcPr marT="91425" marB="91425" marR="91425" marL="91425">
                    <a:lnL cap="flat" cmpd="sng" w="28575">
                      <a:solidFill>
                        <a:schemeClr val="accent1"/>
                      </a:solidFill>
                      <a:prstDash val="solid"/>
                      <a:round/>
                      <a:headEnd len="sm" w="sm" type="none"/>
                      <a:tailEnd len="sm" w="sm" type="none"/>
                    </a:lnL>
                    <a:lnR cap="flat" cmpd="sng" w="28575">
                      <a:solidFill>
                        <a:schemeClr val="accent1"/>
                      </a:solidFill>
                      <a:prstDash val="solid"/>
                      <a:round/>
                      <a:headEnd len="sm" w="sm" type="none"/>
                      <a:tailEnd len="sm" w="sm" type="none"/>
                    </a:lnR>
                    <a:lnT cap="flat" cmpd="sng" w="28575">
                      <a:solidFill>
                        <a:schemeClr val="accent1"/>
                      </a:solidFill>
                      <a:prstDash val="solid"/>
                      <a:round/>
                      <a:headEnd len="sm" w="sm" type="none"/>
                      <a:tailEnd len="sm" w="sm" type="none"/>
                    </a:lnT>
                    <a:lnB cap="flat" cmpd="sng" w="28575">
                      <a:solidFill>
                        <a:schemeClr val="accent1"/>
                      </a:solidFill>
                      <a:prstDash val="solid"/>
                      <a:round/>
                      <a:headEnd len="sm" w="sm" type="none"/>
                      <a:tailEnd len="sm" w="sm" type="none"/>
                    </a:lnB>
                  </a:tcPr>
                </a:tc>
              </a:tr>
            </a:tbl>
          </a:graphicData>
        </a:graphic>
      </p:graphicFrame>
      <p:sp>
        <p:nvSpPr>
          <p:cNvPr id="985" name="Google Shape;985;p126"/>
          <p:cNvSpPr txBox="1"/>
          <p:nvPr/>
        </p:nvSpPr>
        <p:spPr>
          <a:xfrm>
            <a:off x="7151750" y="2240068"/>
            <a:ext cx="3675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300">
                <a:solidFill>
                  <a:srgbClr val="FF0000"/>
                </a:solidFill>
                <a:latin typeface="Inter"/>
                <a:ea typeface="Inter"/>
                <a:cs typeface="Inter"/>
                <a:sym typeface="Inter"/>
              </a:rPr>
              <a:t>/</a:t>
            </a:r>
            <a:endParaRPr b="1" sz="2300">
              <a:solidFill>
                <a:srgbClr val="FF0000"/>
              </a:solidFill>
              <a:latin typeface="Inter"/>
              <a:ea typeface="Inter"/>
              <a:cs typeface="Inter"/>
              <a:sym typeface="Inter"/>
            </a:endParaRPr>
          </a:p>
        </p:txBody>
      </p:sp>
      <p:sp>
        <p:nvSpPr>
          <p:cNvPr id="986" name="Google Shape;986;p126"/>
          <p:cNvSpPr txBox="1"/>
          <p:nvPr/>
        </p:nvSpPr>
        <p:spPr>
          <a:xfrm>
            <a:off x="5735050" y="2792500"/>
            <a:ext cx="3675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4</a:t>
            </a:r>
            <a:endParaRPr b="1">
              <a:solidFill>
                <a:schemeClr val="accent1"/>
              </a:solidFill>
              <a:latin typeface="Inter"/>
              <a:ea typeface="Inter"/>
              <a:cs typeface="Inter"/>
              <a:sym typeface="Inter"/>
            </a:endParaRPr>
          </a:p>
        </p:txBody>
      </p:sp>
      <p:sp>
        <p:nvSpPr>
          <p:cNvPr id="987" name="Google Shape;987;p126"/>
          <p:cNvSpPr txBox="1"/>
          <p:nvPr/>
        </p:nvSpPr>
        <p:spPr>
          <a:xfrm>
            <a:off x="6156600" y="2792500"/>
            <a:ext cx="3675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2</a:t>
            </a:r>
            <a:endParaRPr b="1">
              <a:solidFill>
                <a:schemeClr val="accent1"/>
              </a:solidFill>
              <a:latin typeface="Inter"/>
              <a:ea typeface="Inter"/>
              <a:cs typeface="Inter"/>
              <a:sym typeface="Inter"/>
            </a:endParaRPr>
          </a:p>
        </p:txBody>
      </p:sp>
      <p:sp>
        <p:nvSpPr>
          <p:cNvPr id="988" name="Google Shape;988;p126"/>
          <p:cNvSpPr txBox="1"/>
          <p:nvPr/>
        </p:nvSpPr>
        <p:spPr>
          <a:xfrm>
            <a:off x="6578150" y="2792500"/>
            <a:ext cx="3675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11</a:t>
            </a:r>
            <a:endParaRPr b="1">
              <a:solidFill>
                <a:schemeClr val="accent1"/>
              </a:solidFill>
              <a:latin typeface="Inter"/>
              <a:ea typeface="Inter"/>
              <a:cs typeface="Inter"/>
              <a:sym typeface="Inter"/>
            </a:endParaRPr>
          </a:p>
        </p:txBody>
      </p:sp>
      <p:sp>
        <p:nvSpPr>
          <p:cNvPr id="989" name="Google Shape;989;p126"/>
          <p:cNvSpPr txBox="1"/>
          <p:nvPr/>
        </p:nvSpPr>
        <p:spPr>
          <a:xfrm>
            <a:off x="6964250" y="2792500"/>
            <a:ext cx="3675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Inter"/>
                <a:ea typeface="Inter"/>
                <a:cs typeface="Inter"/>
                <a:sym typeface="Inter"/>
              </a:rPr>
              <a:t>6</a:t>
            </a:r>
            <a:endParaRPr b="1">
              <a:solidFill>
                <a:schemeClr val="accent1"/>
              </a:solidFill>
              <a:latin typeface="Inter"/>
              <a:ea typeface="Inter"/>
              <a:cs typeface="Inter"/>
              <a:sym typeface="Inter"/>
            </a:endParaRPr>
          </a:p>
        </p:txBody>
      </p:sp>
      <p:sp>
        <p:nvSpPr>
          <p:cNvPr id="990" name="Google Shape;990;p126"/>
          <p:cNvSpPr txBox="1"/>
          <p:nvPr/>
        </p:nvSpPr>
        <p:spPr>
          <a:xfrm>
            <a:off x="7350350" y="2792500"/>
            <a:ext cx="3675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accent1"/>
                </a:solidFill>
                <a:latin typeface="Inter"/>
                <a:ea typeface="Inter"/>
                <a:cs typeface="Inter"/>
                <a:sym typeface="Inter"/>
              </a:rPr>
              <a:t>10</a:t>
            </a:r>
            <a:endParaRPr b="1" sz="1300">
              <a:solidFill>
                <a:schemeClr val="accent1"/>
              </a:solidFill>
              <a:latin typeface="Inter"/>
              <a:ea typeface="Inter"/>
              <a:cs typeface="Inter"/>
              <a:sym typeface="Inter"/>
            </a:endParaRPr>
          </a:p>
        </p:txBody>
      </p:sp>
      <p:sp>
        <p:nvSpPr>
          <p:cNvPr id="991" name="Google Shape;991;p126"/>
          <p:cNvSpPr txBox="1"/>
          <p:nvPr/>
        </p:nvSpPr>
        <p:spPr>
          <a:xfrm>
            <a:off x="6964250" y="2792493"/>
            <a:ext cx="3675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300">
                <a:solidFill>
                  <a:srgbClr val="FF0000"/>
                </a:solidFill>
                <a:latin typeface="Inter"/>
                <a:ea typeface="Inter"/>
                <a:cs typeface="Inter"/>
                <a:sym typeface="Inter"/>
              </a:rPr>
              <a:t>/</a:t>
            </a:r>
            <a:endParaRPr b="1" sz="2300">
              <a:solidFill>
                <a:srgbClr val="FF0000"/>
              </a:solidFill>
              <a:latin typeface="Inter"/>
              <a:ea typeface="Inter"/>
              <a:cs typeface="Inter"/>
              <a:sym typeface="Inter"/>
            </a:endParaRPr>
          </a:p>
        </p:txBody>
      </p:sp>
      <p:sp>
        <p:nvSpPr>
          <p:cNvPr id="992" name="Google Shape;992;p126"/>
          <p:cNvSpPr txBox="1"/>
          <p:nvPr/>
        </p:nvSpPr>
        <p:spPr>
          <a:xfrm>
            <a:off x="7753550" y="2795950"/>
            <a:ext cx="414300" cy="393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4A86E8"/>
                </a:solidFill>
                <a:latin typeface="Inter"/>
                <a:ea typeface="Inter"/>
                <a:cs typeface="Inter"/>
                <a:sym typeface="Inter"/>
              </a:rPr>
              <a:t>27</a:t>
            </a:r>
            <a:endParaRPr b="1" sz="1300">
              <a:solidFill>
                <a:srgbClr val="4A86E8"/>
              </a:solidFill>
              <a:latin typeface="Inter"/>
              <a:ea typeface="Inter"/>
              <a:cs typeface="Inter"/>
              <a:sym typeface="Inte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127"/>
          <p:cNvSpPr/>
          <p:nvPr/>
        </p:nvSpPr>
        <p:spPr>
          <a:xfrm>
            <a:off x="188100"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800">
                <a:solidFill>
                  <a:srgbClr val="FFFFFF"/>
                </a:solidFill>
              </a:rPr>
              <a:t>ACTIVITY CHALLENGE!</a:t>
            </a:r>
            <a:endParaRPr b="1" sz="2400">
              <a:solidFill>
                <a:srgbClr val="FFFFFF"/>
              </a:solidFill>
            </a:endParaRPr>
          </a:p>
        </p:txBody>
      </p:sp>
      <p:pic>
        <p:nvPicPr>
          <p:cNvPr id="998" name="Google Shape;998;p127">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pic>
        <p:nvPicPr>
          <p:cNvPr id="999" name="Google Shape;999;p127"/>
          <p:cNvPicPr preferRelativeResize="0"/>
          <p:nvPr/>
        </p:nvPicPr>
        <p:blipFill>
          <a:blip r:embed="rId5">
            <a:alphaModFix/>
          </a:blip>
          <a:stretch>
            <a:fillRect/>
          </a:stretch>
        </p:blipFill>
        <p:spPr>
          <a:xfrm>
            <a:off x="284850" y="1684901"/>
            <a:ext cx="2947901" cy="2769374"/>
          </a:xfrm>
          <a:prstGeom prst="rect">
            <a:avLst/>
          </a:prstGeom>
          <a:noFill/>
          <a:ln cap="flat" cmpd="sng" w="19050">
            <a:solidFill>
              <a:schemeClr val="accent1"/>
            </a:solidFill>
            <a:prstDash val="solid"/>
            <a:round/>
            <a:headEnd len="sm" w="sm" type="none"/>
            <a:tailEnd len="sm" w="sm" type="none"/>
          </a:ln>
        </p:spPr>
      </p:pic>
      <p:graphicFrame>
        <p:nvGraphicFramePr>
          <p:cNvPr id="1000" name="Google Shape;1000;p127"/>
          <p:cNvGraphicFramePr/>
          <p:nvPr/>
        </p:nvGraphicFramePr>
        <p:xfrm>
          <a:off x="3348028" y="1289225"/>
          <a:ext cx="3000000" cy="3000000"/>
        </p:xfrm>
        <a:graphic>
          <a:graphicData uri="http://schemas.openxmlformats.org/drawingml/2006/table">
            <a:tbl>
              <a:tblPr>
                <a:noFill/>
                <a:tableStyleId>{B317DAE7-6F48-4459-89BA-82DB4F46E07A}</a:tableStyleId>
              </a:tblPr>
              <a:tblGrid>
                <a:gridCol w="637300"/>
                <a:gridCol w="684125"/>
                <a:gridCol w="570675"/>
                <a:gridCol w="538100"/>
                <a:gridCol w="607550"/>
                <a:gridCol w="607550"/>
                <a:gridCol w="607550"/>
                <a:gridCol w="607550"/>
                <a:gridCol w="607550"/>
              </a:tblGrid>
              <a:tr h="383275">
                <a:tc>
                  <a:txBody>
                    <a:bodyPr/>
                    <a:lstStyle/>
                    <a:p>
                      <a:pPr indent="0" lvl="0" marL="0" rtl="0" algn="ctr">
                        <a:spcBef>
                          <a:spcPts val="0"/>
                        </a:spcBef>
                        <a:spcAft>
                          <a:spcPts val="0"/>
                        </a:spcAft>
                        <a:buNone/>
                      </a:pPr>
                      <a:r>
                        <a:rPr b="1" lang="en" sz="900">
                          <a:solidFill>
                            <a:srgbClr val="4A86E8"/>
                          </a:solidFill>
                        </a:rPr>
                        <a:t>Iteration</a:t>
                      </a:r>
                      <a:endParaRPr b="1" sz="900">
                        <a:solidFill>
                          <a:srgbClr val="4A86E8"/>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900">
                          <a:solidFill>
                            <a:srgbClr val="4A86E8"/>
                          </a:solidFill>
                        </a:rPr>
                        <a:t>Finalized Vertex</a:t>
                      </a:r>
                      <a:endParaRPr b="1" sz="900">
                        <a:solidFill>
                          <a:srgbClr val="4A86E8"/>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900">
                          <a:solidFill>
                            <a:srgbClr val="4A86E8"/>
                          </a:solidFill>
                        </a:rPr>
                        <a:t>A</a:t>
                      </a:r>
                      <a:endParaRPr b="1" sz="900">
                        <a:solidFill>
                          <a:srgbClr val="4A86E8"/>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900">
                          <a:solidFill>
                            <a:srgbClr val="4A86E8"/>
                          </a:solidFill>
                        </a:rPr>
                        <a:t>B</a:t>
                      </a:r>
                      <a:endParaRPr b="1" sz="900">
                        <a:solidFill>
                          <a:srgbClr val="4A86E8"/>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900">
                          <a:solidFill>
                            <a:srgbClr val="4A86E8"/>
                          </a:solidFill>
                        </a:rPr>
                        <a:t>C</a:t>
                      </a:r>
                      <a:endParaRPr b="1" sz="900">
                        <a:solidFill>
                          <a:srgbClr val="4A86E8"/>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900">
                          <a:solidFill>
                            <a:srgbClr val="4A86E8"/>
                          </a:solidFill>
                        </a:rPr>
                        <a:t>D</a:t>
                      </a:r>
                      <a:endParaRPr b="1" sz="900">
                        <a:solidFill>
                          <a:srgbClr val="4A86E8"/>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900">
                          <a:solidFill>
                            <a:srgbClr val="4A86E8"/>
                          </a:solidFill>
                        </a:rPr>
                        <a:t>E</a:t>
                      </a:r>
                      <a:endParaRPr b="1" sz="900">
                        <a:solidFill>
                          <a:srgbClr val="4A86E8"/>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900">
                          <a:solidFill>
                            <a:srgbClr val="4A86E8"/>
                          </a:solidFill>
                        </a:rPr>
                        <a:t>F</a:t>
                      </a:r>
                      <a:endParaRPr b="1" sz="900">
                        <a:solidFill>
                          <a:srgbClr val="4A86E8"/>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900">
                          <a:solidFill>
                            <a:srgbClr val="4A86E8"/>
                          </a:solidFill>
                        </a:rPr>
                        <a:t>G</a:t>
                      </a:r>
                      <a:endParaRPr b="1" sz="900">
                        <a:solidFill>
                          <a:srgbClr val="4A86E8"/>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1"/>
                    </a:solidFill>
                  </a:tcPr>
                </a:tc>
              </a:tr>
              <a:tr h="297300">
                <a:tc>
                  <a:txBody>
                    <a:bodyPr/>
                    <a:lstStyle/>
                    <a:p>
                      <a:pPr indent="0" lvl="0" marL="0" rtl="0" algn="ctr">
                        <a:spcBef>
                          <a:spcPts val="0"/>
                        </a:spcBef>
                        <a:spcAft>
                          <a:spcPts val="0"/>
                        </a:spcAft>
                        <a:buNone/>
                      </a:pPr>
                      <a:r>
                        <a:rPr lang="en" sz="1000">
                          <a:latin typeface="Consolas"/>
                          <a:ea typeface="Consolas"/>
                          <a:cs typeface="Consolas"/>
                          <a:sym typeface="Consolas"/>
                        </a:rPr>
                        <a:t>0</a:t>
                      </a:r>
                      <a:endParaRPr sz="1000">
                        <a:latin typeface="Consolas"/>
                        <a:ea typeface="Consolas"/>
                        <a:cs typeface="Consolas"/>
                        <a:sym typeface="Consolas"/>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None/>
                      </a:pPr>
                      <a:r>
                        <a:rPr b="1" lang="en" sz="1000"/>
                        <a:t>0,null</a:t>
                      </a:r>
                      <a:endParaRPr b="1"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b="1" lang="en" sz="1000"/>
                        <a:t>∞,null</a:t>
                      </a:r>
                      <a:endParaRPr b="1"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b="1" lang="en" sz="1000"/>
                        <a:t>∞,null</a:t>
                      </a:r>
                      <a:endParaRPr b="1"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b="1" lang="en" sz="1000"/>
                        <a:t>∞,null</a:t>
                      </a:r>
                      <a:endParaRPr b="1"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b="1" lang="en" sz="1000"/>
                        <a:t>∞,null</a:t>
                      </a:r>
                      <a:endParaRPr b="1"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b="1" lang="en" sz="1000"/>
                        <a:t>∞,null</a:t>
                      </a:r>
                      <a:endParaRPr b="1"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b="1" lang="en" sz="1000"/>
                        <a:t>∞,null</a:t>
                      </a:r>
                      <a:endParaRPr b="1"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97300">
                <a:tc>
                  <a:txBody>
                    <a:bodyPr/>
                    <a:lstStyle/>
                    <a:p>
                      <a:pPr indent="0" lvl="0" marL="0" rtl="0" algn="ctr">
                        <a:spcBef>
                          <a:spcPts val="0"/>
                        </a:spcBef>
                        <a:spcAft>
                          <a:spcPts val="0"/>
                        </a:spcAft>
                        <a:buNone/>
                      </a:pPr>
                      <a:r>
                        <a:rPr lang="en" sz="1000">
                          <a:latin typeface="Consolas"/>
                          <a:ea typeface="Consolas"/>
                          <a:cs typeface="Consolas"/>
                          <a:sym typeface="Consolas"/>
                        </a:rPr>
                        <a:t>1</a:t>
                      </a:r>
                      <a:endParaRPr sz="1000">
                        <a:latin typeface="Consolas"/>
                        <a:ea typeface="Consolas"/>
                        <a:cs typeface="Consolas"/>
                        <a:sym typeface="Consolas"/>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Clr>
                          <a:schemeClr val="lt1"/>
                        </a:buClr>
                        <a:buSzPts val="1100"/>
                        <a:buFont typeface="Arial"/>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97300">
                <a:tc>
                  <a:txBody>
                    <a:bodyPr/>
                    <a:lstStyle/>
                    <a:p>
                      <a:pPr indent="0" lvl="0" marL="0" rtl="0" algn="ctr">
                        <a:spcBef>
                          <a:spcPts val="0"/>
                        </a:spcBef>
                        <a:spcAft>
                          <a:spcPts val="0"/>
                        </a:spcAft>
                        <a:buNone/>
                      </a:pPr>
                      <a:r>
                        <a:rPr lang="en" sz="1000">
                          <a:latin typeface="Consolas"/>
                          <a:ea typeface="Consolas"/>
                          <a:cs typeface="Consolas"/>
                          <a:sym typeface="Consolas"/>
                        </a:rPr>
                        <a:t>2</a:t>
                      </a:r>
                      <a:endParaRPr sz="1000">
                        <a:latin typeface="Consolas"/>
                        <a:ea typeface="Consolas"/>
                        <a:cs typeface="Consolas"/>
                        <a:sym typeface="Consolas"/>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97300">
                <a:tc>
                  <a:txBody>
                    <a:bodyPr/>
                    <a:lstStyle/>
                    <a:p>
                      <a:pPr indent="0" lvl="0" marL="0" rtl="0" algn="ctr">
                        <a:spcBef>
                          <a:spcPts val="0"/>
                        </a:spcBef>
                        <a:spcAft>
                          <a:spcPts val="0"/>
                        </a:spcAft>
                        <a:buNone/>
                      </a:pPr>
                      <a:r>
                        <a:rPr lang="en" sz="1000">
                          <a:latin typeface="Consolas"/>
                          <a:ea typeface="Consolas"/>
                          <a:cs typeface="Consolas"/>
                          <a:sym typeface="Consolas"/>
                        </a:rPr>
                        <a:t>3</a:t>
                      </a:r>
                      <a:endParaRPr sz="1000">
                        <a:latin typeface="Consolas"/>
                        <a:ea typeface="Consolas"/>
                        <a:cs typeface="Consolas"/>
                        <a:sym typeface="Consolas"/>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97300">
                <a:tc>
                  <a:txBody>
                    <a:bodyPr/>
                    <a:lstStyle/>
                    <a:p>
                      <a:pPr indent="0" lvl="0" marL="0" rtl="0" algn="ctr">
                        <a:spcBef>
                          <a:spcPts val="0"/>
                        </a:spcBef>
                        <a:spcAft>
                          <a:spcPts val="0"/>
                        </a:spcAft>
                        <a:buNone/>
                      </a:pPr>
                      <a:r>
                        <a:rPr lang="en" sz="1000">
                          <a:latin typeface="Consolas"/>
                          <a:ea typeface="Consolas"/>
                          <a:cs typeface="Consolas"/>
                          <a:sym typeface="Consolas"/>
                        </a:rPr>
                        <a:t>4</a:t>
                      </a:r>
                      <a:endParaRPr sz="1000">
                        <a:latin typeface="Consolas"/>
                        <a:ea typeface="Consolas"/>
                        <a:cs typeface="Consolas"/>
                        <a:sym typeface="Consolas"/>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97300">
                <a:tc>
                  <a:txBody>
                    <a:bodyPr/>
                    <a:lstStyle/>
                    <a:p>
                      <a:pPr indent="0" lvl="0" marL="0" rtl="0" algn="ctr">
                        <a:spcBef>
                          <a:spcPts val="0"/>
                        </a:spcBef>
                        <a:spcAft>
                          <a:spcPts val="0"/>
                        </a:spcAft>
                        <a:buNone/>
                      </a:pPr>
                      <a:r>
                        <a:rPr lang="en" sz="1000">
                          <a:latin typeface="Consolas"/>
                          <a:ea typeface="Consolas"/>
                          <a:cs typeface="Consolas"/>
                          <a:sym typeface="Consolas"/>
                        </a:rPr>
                        <a:t>5</a:t>
                      </a:r>
                      <a:endParaRPr sz="1000">
                        <a:latin typeface="Consolas"/>
                        <a:ea typeface="Consolas"/>
                        <a:cs typeface="Consolas"/>
                        <a:sym typeface="Consolas"/>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67100">
                <a:tc>
                  <a:txBody>
                    <a:bodyPr/>
                    <a:lstStyle/>
                    <a:p>
                      <a:pPr indent="0" lvl="0" marL="0" rtl="0" algn="ctr">
                        <a:spcBef>
                          <a:spcPts val="0"/>
                        </a:spcBef>
                        <a:spcAft>
                          <a:spcPts val="0"/>
                        </a:spcAft>
                        <a:buNone/>
                      </a:pPr>
                      <a:r>
                        <a:rPr lang="en" sz="1000">
                          <a:latin typeface="Consolas"/>
                          <a:ea typeface="Consolas"/>
                          <a:cs typeface="Consolas"/>
                          <a:sym typeface="Consolas"/>
                        </a:rPr>
                        <a:t>6</a:t>
                      </a:r>
                      <a:endParaRPr sz="1000">
                        <a:latin typeface="Consolas"/>
                        <a:ea typeface="Consolas"/>
                        <a:cs typeface="Consolas"/>
                        <a:sym typeface="Consolas"/>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97300">
                <a:tc>
                  <a:txBody>
                    <a:bodyPr/>
                    <a:lstStyle/>
                    <a:p>
                      <a:pPr indent="0" lvl="0" marL="0" rtl="0" algn="ctr">
                        <a:spcBef>
                          <a:spcPts val="0"/>
                        </a:spcBef>
                        <a:spcAft>
                          <a:spcPts val="0"/>
                        </a:spcAft>
                        <a:buNone/>
                      </a:pPr>
                      <a:r>
                        <a:rPr lang="en" sz="1000">
                          <a:latin typeface="Consolas"/>
                          <a:ea typeface="Consolas"/>
                          <a:cs typeface="Consolas"/>
                          <a:sym typeface="Consolas"/>
                        </a:rPr>
                        <a:t>7</a:t>
                      </a:r>
                      <a:endParaRPr sz="10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solidFill>
                          <a:srgbClr val="EE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1001" name="Google Shape;1001;p127"/>
          <p:cNvSpPr txBox="1"/>
          <p:nvPr/>
        </p:nvSpPr>
        <p:spPr>
          <a:xfrm>
            <a:off x="4025050" y="2081625"/>
            <a:ext cx="6444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EE0000"/>
                </a:solidFill>
                <a:latin typeface="Inter"/>
                <a:ea typeface="Inter"/>
                <a:cs typeface="Inter"/>
                <a:sym typeface="Inter"/>
              </a:rPr>
              <a:t>A</a:t>
            </a:r>
            <a:endParaRPr sz="1000">
              <a:solidFill>
                <a:srgbClr val="EE0000"/>
              </a:solidFill>
              <a:latin typeface="Inter"/>
              <a:ea typeface="Inter"/>
              <a:cs typeface="Inter"/>
              <a:sym typeface="Inter"/>
            </a:endParaRPr>
          </a:p>
        </p:txBody>
      </p:sp>
      <p:sp>
        <p:nvSpPr>
          <p:cNvPr id="1002" name="Google Shape;1002;p127"/>
          <p:cNvSpPr txBox="1"/>
          <p:nvPr/>
        </p:nvSpPr>
        <p:spPr>
          <a:xfrm>
            <a:off x="4669450" y="2081625"/>
            <a:ext cx="5706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EE0000"/>
                </a:solidFill>
                <a:latin typeface="Inter"/>
                <a:ea typeface="Inter"/>
                <a:cs typeface="Inter"/>
                <a:sym typeface="Inter"/>
              </a:rPr>
              <a:t>✔</a:t>
            </a:r>
            <a:endParaRPr sz="1200">
              <a:solidFill>
                <a:srgbClr val="EE0000"/>
              </a:solidFill>
              <a:latin typeface="Inter"/>
              <a:ea typeface="Inter"/>
              <a:cs typeface="Inter"/>
              <a:sym typeface="Inter"/>
            </a:endParaRPr>
          </a:p>
        </p:txBody>
      </p:sp>
      <p:sp>
        <p:nvSpPr>
          <p:cNvPr id="1003" name="Google Shape;1003;p127"/>
          <p:cNvSpPr txBox="1"/>
          <p:nvPr/>
        </p:nvSpPr>
        <p:spPr>
          <a:xfrm>
            <a:off x="5240050" y="2081625"/>
            <a:ext cx="5382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E03C31"/>
                </a:solidFill>
                <a:latin typeface="Inter"/>
                <a:ea typeface="Inter"/>
                <a:cs typeface="Inter"/>
                <a:sym typeface="Inter"/>
              </a:rPr>
              <a:t>11,A</a:t>
            </a:r>
            <a:endParaRPr b="1" sz="1000">
              <a:solidFill>
                <a:srgbClr val="E03C31"/>
              </a:solidFill>
              <a:latin typeface="Inter"/>
              <a:ea typeface="Inter"/>
              <a:cs typeface="Inter"/>
              <a:sym typeface="Inter"/>
            </a:endParaRPr>
          </a:p>
        </p:txBody>
      </p:sp>
      <p:sp>
        <p:nvSpPr>
          <p:cNvPr id="1004" name="Google Shape;1004;p127"/>
          <p:cNvSpPr txBox="1"/>
          <p:nvPr/>
        </p:nvSpPr>
        <p:spPr>
          <a:xfrm>
            <a:off x="5778225" y="2081625"/>
            <a:ext cx="607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b="1" lang="en" sz="1000">
                <a:solidFill>
                  <a:schemeClr val="lt1"/>
                </a:solidFill>
              </a:rPr>
              <a:t>∞,null</a:t>
            </a:r>
            <a:endParaRPr b="1" sz="1000">
              <a:solidFill>
                <a:schemeClr val="lt1"/>
              </a:solidFill>
              <a:latin typeface="Inter"/>
              <a:ea typeface="Inter"/>
              <a:cs typeface="Inter"/>
              <a:sym typeface="Inter"/>
            </a:endParaRPr>
          </a:p>
        </p:txBody>
      </p:sp>
      <p:sp>
        <p:nvSpPr>
          <p:cNvPr id="1005" name="Google Shape;1005;p127"/>
          <p:cNvSpPr txBox="1"/>
          <p:nvPr/>
        </p:nvSpPr>
        <p:spPr>
          <a:xfrm>
            <a:off x="6381000" y="2081625"/>
            <a:ext cx="607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E03C31"/>
                </a:solidFill>
              </a:rPr>
              <a:t>5, A</a:t>
            </a:r>
            <a:endParaRPr b="1" sz="1000">
              <a:solidFill>
                <a:srgbClr val="E03C31"/>
              </a:solidFill>
              <a:latin typeface="Inter"/>
              <a:ea typeface="Inter"/>
              <a:cs typeface="Inter"/>
              <a:sym typeface="Inter"/>
            </a:endParaRPr>
          </a:p>
        </p:txBody>
      </p:sp>
      <p:sp>
        <p:nvSpPr>
          <p:cNvPr id="1006" name="Google Shape;1006;p127"/>
          <p:cNvSpPr txBox="1"/>
          <p:nvPr/>
        </p:nvSpPr>
        <p:spPr>
          <a:xfrm>
            <a:off x="6993325" y="2081625"/>
            <a:ext cx="607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lt1"/>
                </a:solidFill>
              </a:rPr>
              <a:t>∞,null</a:t>
            </a:r>
            <a:endParaRPr b="1" sz="1000">
              <a:solidFill>
                <a:schemeClr val="lt1"/>
              </a:solidFill>
              <a:latin typeface="Inter"/>
              <a:ea typeface="Inter"/>
              <a:cs typeface="Inter"/>
              <a:sym typeface="Inter"/>
            </a:endParaRPr>
          </a:p>
        </p:txBody>
      </p:sp>
      <p:sp>
        <p:nvSpPr>
          <p:cNvPr id="1007" name="Google Shape;1007;p127"/>
          <p:cNvSpPr txBox="1"/>
          <p:nvPr/>
        </p:nvSpPr>
        <p:spPr>
          <a:xfrm>
            <a:off x="7605650" y="2081625"/>
            <a:ext cx="607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lt1"/>
                </a:solidFill>
              </a:rPr>
              <a:t>∞,null</a:t>
            </a:r>
            <a:endParaRPr b="1" sz="1000">
              <a:solidFill>
                <a:schemeClr val="lt1"/>
              </a:solidFill>
              <a:latin typeface="Inter"/>
              <a:ea typeface="Inter"/>
              <a:cs typeface="Inter"/>
              <a:sym typeface="Inter"/>
            </a:endParaRPr>
          </a:p>
        </p:txBody>
      </p:sp>
      <p:sp>
        <p:nvSpPr>
          <p:cNvPr id="1008" name="Google Shape;1008;p127"/>
          <p:cNvSpPr txBox="1"/>
          <p:nvPr/>
        </p:nvSpPr>
        <p:spPr>
          <a:xfrm>
            <a:off x="8217975" y="2081625"/>
            <a:ext cx="607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lt1"/>
                </a:solidFill>
              </a:rPr>
              <a:t>∞,null</a:t>
            </a:r>
            <a:endParaRPr b="1" sz="1000">
              <a:solidFill>
                <a:schemeClr val="lt1"/>
              </a:solidFill>
              <a:latin typeface="Inter"/>
              <a:ea typeface="Inter"/>
              <a:cs typeface="Inter"/>
              <a:sym typeface="Inter"/>
            </a:endParaRPr>
          </a:p>
        </p:txBody>
      </p:sp>
      <p:sp>
        <p:nvSpPr>
          <p:cNvPr id="1009" name="Google Shape;1009;p127"/>
          <p:cNvSpPr txBox="1"/>
          <p:nvPr/>
        </p:nvSpPr>
        <p:spPr>
          <a:xfrm>
            <a:off x="4025050" y="2417025"/>
            <a:ext cx="6444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EE0000"/>
                </a:solidFill>
                <a:latin typeface="Inter"/>
                <a:ea typeface="Inter"/>
                <a:cs typeface="Inter"/>
                <a:sym typeface="Inter"/>
              </a:rPr>
              <a:t>D</a:t>
            </a:r>
            <a:endParaRPr b="1" sz="1000">
              <a:solidFill>
                <a:srgbClr val="EE0000"/>
              </a:solidFill>
              <a:latin typeface="Inter"/>
              <a:ea typeface="Inter"/>
              <a:cs typeface="Inter"/>
              <a:sym typeface="Inter"/>
            </a:endParaRPr>
          </a:p>
        </p:txBody>
      </p:sp>
      <p:sp>
        <p:nvSpPr>
          <p:cNvPr id="1010" name="Google Shape;1010;p127"/>
          <p:cNvSpPr txBox="1"/>
          <p:nvPr/>
        </p:nvSpPr>
        <p:spPr>
          <a:xfrm>
            <a:off x="5240050" y="2417025"/>
            <a:ext cx="5382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lt1"/>
                </a:solidFill>
                <a:latin typeface="Inter"/>
                <a:ea typeface="Inter"/>
                <a:cs typeface="Inter"/>
                <a:sym typeface="Inter"/>
              </a:rPr>
              <a:t>11,A</a:t>
            </a:r>
            <a:endParaRPr b="1" sz="1000">
              <a:solidFill>
                <a:schemeClr val="lt1"/>
              </a:solidFill>
              <a:latin typeface="Inter"/>
              <a:ea typeface="Inter"/>
              <a:cs typeface="Inter"/>
              <a:sym typeface="Inter"/>
            </a:endParaRPr>
          </a:p>
        </p:txBody>
      </p:sp>
      <p:sp>
        <p:nvSpPr>
          <p:cNvPr id="1011" name="Google Shape;1011;p127"/>
          <p:cNvSpPr txBox="1"/>
          <p:nvPr/>
        </p:nvSpPr>
        <p:spPr>
          <a:xfrm>
            <a:off x="5778225" y="2417025"/>
            <a:ext cx="607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E03C31"/>
                </a:solidFill>
              </a:rPr>
              <a:t>7,D</a:t>
            </a:r>
            <a:endParaRPr b="1" sz="1000">
              <a:solidFill>
                <a:srgbClr val="E03C31"/>
              </a:solidFill>
              <a:latin typeface="Inter"/>
              <a:ea typeface="Inter"/>
              <a:cs typeface="Inter"/>
              <a:sym typeface="Inter"/>
            </a:endParaRPr>
          </a:p>
        </p:txBody>
      </p:sp>
      <p:sp>
        <p:nvSpPr>
          <p:cNvPr id="1012" name="Google Shape;1012;p127"/>
          <p:cNvSpPr txBox="1"/>
          <p:nvPr/>
        </p:nvSpPr>
        <p:spPr>
          <a:xfrm>
            <a:off x="6381000" y="2417025"/>
            <a:ext cx="607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EE0000"/>
                </a:solidFill>
                <a:latin typeface="Inter"/>
                <a:ea typeface="Inter"/>
                <a:cs typeface="Inter"/>
                <a:sym typeface="Inter"/>
              </a:rPr>
              <a:t>✔</a:t>
            </a:r>
            <a:endParaRPr b="1" sz="1000">
              <a:solidFill>
                <a:srgbClr val="EE0000"/>
              </a:solidFill>
              <a:latin typeface="Inter"/>
              <a:ea typeface="Inter"/>
              <a:cs typeface="Inter"/>
              <a:sym typeface="Inter"/>
            </a:endParaRPr>
          </a:p>
        </p:txBody>
      </p:sp>
      <p:sp>
        <p:nvSpPr>
          <p:cNvPr id="1013" name="Google Shape;1013;p127"/>
          <p:cNvSpPr txBox="1"/>
          <p:nvPr/>
        </p:nvSpPr>
        <p:spPr>
          <a:xfrm>
            <a:off x="6998100" y="2417025"/>
            <a:ext cx="607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lt1"/>
                </a:solidFill>
              </a:rPr>
              <a:t>∞,null</a:t>
            </a:r>
            <a:endParaRPr b="1" sz="1000">
              <a:solidFill>
                <a:schemeClr val="lt1"/>
              </a:solidFill>
              <a:latin typeface="Inter"/>
              <a:ea typeface="Inter"/>
              <a:cs typeface="Inter"/>
              <a:sym typeface="Inter"/>
            </a:endParaRPr>
          </a:p>
        </p:txBody>
      </p:sp>
      <p:sp>
        <p:nvSpPr>
          <p:cNvPr id="1014" name="Google Shape;1014;p127"/>
          <p:cNvSpPr txBox="1"/>
          <p:nvPr/>
        </p:nvSpPr>
        <p:spPr>
          <a:xfrm>
            <a:off x="7608038" y="2417025"/>
            <a:ext cx="607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lt1"/>
                </a:solidFill>
              </a:rPr>
              <a:t>∞,null</a:t>
            </a:r>
            <a:endParaRPr b="1" sz="1000">
              <a:solidFill>
                <a:schemeClr val="lt1"/>
              </a:solidFill>
              <a:latin typeface="Inter"/>
              <a:ea typeface="Inter"/>
              <a:cs typeface="Inter"/>
              <a:sym typeface="Inter"/>
            </a:endParaRPr>
          </a:p>
        </p:txBody>
      </p:sp>
      <p:sp>
        <p:nvSpPr>
          <p:cNvPr id="1015" name="Google Shape;1015;p127"/>
          <p:cNvSpPr txBox="1"/>
          <p:nvPr/>
        </p:nvSpPr>
        <p:spPr>
          <a:xfrm>
            <a:off x="8217975" y="2417025"/>
            <a:ext cx="607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E03C31"/>
                </a:solidFill>
              </a:rPr>
              <a:t>25,D</a:t>
            </a:r>
            <a:endParaRPr b="1" sz="1000">
              <a:solidFill>
                <a:srgbClr val="E03C31"/>
              </a:solidFill>
              <a:latin typeface="Inter"/>
              <a:ea typeface="Inter"/>
              <a:cs typeface="Inter"/>
              <a:sym typeface="Inter"/>
            </a:endParaRPr>
          </a:p>
        </p:txBody>
      </p:sp>
      <p:sp>
        <p:nvSpPr>
          <p:cNvPr id="1016" name="Google Shape;1016;p127"/>
          <p:cNvSpPr txBox="1"/>
          <p:nvPr/>
        </p:nvSpPr>
        <p:spPr>
          <a:xfrm>
            <a:off x="5782350" y="2752425"/>
            <a:ext cx="607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EE0000"/>
                </a:solidFill>
                <a:latin typeface="Inter"/>
                <a:ea typeface="Inter"/>
                <a:cs typeface="Inter"/>
                <a:sym typeface="Inter"/>
              </a:rPr>
              <a:t>✔</a:t>
            </a:r>
            <a:endParaRPr b="1" sz="1000">
              <a:solidFill>
                <a:srgbClr val="EE0000"/>
              </a:solidFill>
              <a:latin typeface="Inter"/>
              <a:ea typeface="Inter"/>
              <a:cs typeface="Inter"/>
              <a:sym typeface="Inter"/>
            </a:endParaRPr>
          </a:p>
        </p:txBody>
      </p:sp>
      <p:sp>
        <p:nvSpPr>
          <p:cNvPr id="1017" name="Google Shape;1017;p127"/>
          <p:cNvSpPr txBox="1"/>
          <p:nvPr/>
        </p:nvSpPr>
        <p:spPr>
          <a:xfrm>
            <a:off x="5256125" y="2752425"/>
            <a:ext cx="5382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E03C31"/>
                </a:solidFill>
                <a:latin typeface="Inter"/>
                <a:ea typeface="Inter"/>
                <a:cs typeface="Inter"/>
                <a:sym typeface="Inter"/>
              </a:rPr>
              <a:t>10,C</a:t>
            </a:r>
            <a:endParaRPr b="1" sz="1000">
              <a:solidFill>
                <a:srgbClr val="E03C31"/>
              </a:solidFill>
              <a:latin typeface="Inter"/>
              <a:ea typeface="Inter"/>
              <a:cs typeface="Inter"/>
              <a:sym typeface="Inter"/>
            </a:endParaRPr>
          </a:p>
        </p:txBody>
      </p:sp>
      <p:sp>
        <p:nvSpPr>
          <p:cNvPr id="1018" name="Google Shape;1018;p127"/>
          <p:cNvSpPr txBox="1"/>
          <p:nvPr/>
        </p:nvSpPr>
        <p:spPr>
          <a:xfrm>
            <a:off x="6994525" y="2752425"/>
            <a:ext cx="607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lt1"/>
                </a:solidFill>
              </a:rPr>
              <a:t>∞,null</a:t>
            </a:r>
            <a:endParaRPr b="1" sz="1000">
              <a:solidFill>
                <a:schemeClr val="lt1"/>
              </a:solidFill>
              <a:latin typeface="Inter"/>
              <a:ea typeface="Inter"/>
              <a:cs typeface="Inter"/>
              <a:sym typeface="Inter"/>
            </a:endParaRPr>
          </a:p>
        </p:txBody>
      </p:sp>
      <p:sp>
        <p:nvSpPr>
          <p:cNvPr id="1019" name="Google Shape;1019;p127"/>
          <p:cNvSpPr txBox="1"/>
          <p:nvPr/>
        </p:nvSpPr>
        <p:spPr>
          <a:xfrm>
            <a:off x="7606250" y="2752425"/>
            <a:ext cx="607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lt1"/>
                </a:solidFill>
              </a:rPr>
              <a:t>∞,null</a:t>
            </a:r>
            <a:endParaRPr b="1" sz="1000">
              <a:solidFill>
                <a:schemeClr val="lt1"/>
              </a:solidFill>
              <a:latin typeface="Inter"/>
              <a:ea typeface="Inter"/>
              <a:cs typeface="Inter"/>
              <a:sym typeface="Inter"/>
            </a:endParaRPr>
          </a:p>
        </p:txBody>
      </p:sp>
      <p:sp>
        <p:nvSpPr>
          <p:cNvPr id="1020" name="Google Shape;1020;p127"/>
          <p:cNvSpPr txBox="1"/>
          <p:nvPr/>
        </p:nvSpPr>
        <p:spPr>
          <a:xfrm>
            <a:off x="8206700" y="2752425"/>
            <a:ext cx="607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lt1"/>
                </a:solidFill>
              </a:rPr>
              <a:t>25,D</a:t>
            </a:r>
            <a:endParaRPr b="1" sz="1000">
              <a:solidFill>
                <a:schemeClr val="lt1"/>
              </a:solidFill>
              <a:latin typeface="Inter"/>
              <a:ea typeface="Inter"/>
              <a:cs typeface="Inter"/>
              <a:sym typeface="Inter"/>
            </a:endParaRPr>
          </a:p>
        </p:txBody>
      </p:sp>
      <p:sp>
        <p:nvSpPr>
          <p:cNvPr id="1021" name="Google Shape;1021;p127"/>
          <p:cNvSpPr txBox="1"/>
          <p:nvPr/>
        </p:nvSpPr>
        <p:spPr>
          <a:xfrm>
            <a:off x="5221475" y="3087825"/>
            <a:ext cx="5706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EE0000"/>
                </a:solidFill>
                <a:latin typeface="Inter"/>
                <a:ea typeface="Inter"/>
                <a:cs typeface="Inter"/>
                <a:sym typeface="Inter"/>
              </a:rPr>
              <a:t>✔</a:t>
            </a:r>
            <a:endParaRPr sz="1200">
              <a:solidFill>
                <a:srgbClr val="EE0000"/>
              </a:solidFill>
              <a:latin typeface="Inter"/>
              <a:ea typeface="Inter"/>
              <a:cs typeface="Inter"/>
              <a:sym typeface="Inter"/>
            </a:endParaRPr>
          </a:p>
        </p:txBody>
      </p:sp>
      <p:sp>
        <p:nvSpPr>
          <p:cNvPr id="1022" name="Google Shape;1022;p127"/>
          <p:cNvSpPr txBox="1"/>
          <p:nvPr/>
        </p:nvSpPr>
        <p:spPr>
          <a:xfrm>
            <a:off x="6993325" y="3087825"/>
            <a:ext cx="607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E03C31"/>
                </a:solidFill>
              </a:rPr>
              <a:t>11,B</a:t>
            </a:r>
            <a:endParaRPr b="1" sz="1000">
              <a:solidFill>
                <a:srgbClr val="E03C31"/>
              </a:solidFill>
              <a:latin typeface="Inter"/>
              <a:ea typeface="Inter"/>
              <a:cs typeface="Inter"/>
              <a:sym typeface="Inter"/>
            </a:endParaRPr>
          </a:p>
        </p:txBody>
      </p:sp>
      <p:sp>
        <p:nvSpPr>
          <p:cNvPr id="1023" name="Google Shape;1023;p127"/>
          <p:cNvSpPr txBox="1"/>
          <p:nvPr/>
        </p:nvSpPr>
        <p:spPr>
          <a:xfrm>
            <a:off x="7605650" y="3087825"/>
            <a:ext cx="607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∞,null</a:t>
            </a:r>
            <a:endParaRPr sz="1200">
              <a:solidFill>
                <a:schemeClr val="lt1"/>
              </a:solidFill>
              <a:latin typeface="Inter"/>
              <a:ea typeface="Inter"/>
              <a:cs typeface="Inter"/>
              <a:sym typeface="Inter"/>
            </a:endParaRPr>
          </a:p>
        </p:txBody>
      </p:sp>
      <p:sp>
        <p:nvSpPr>
          <p:cNvPr id="1024" name="Google Shape;1024;p127"/>
          <p:cNvSpPr txBox="1"/>
          <p:nvPr/>
        </p:nvSpPr>
        <p:spPr>
          <a:xfrm>
            <a:off x="8217975" y="3087825"/>
            <a:ext cx="607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lt1"/>
                </a:solidFill>
              </a:rPr>
              <a:t>25,D</a:t>
            </a:r>
            <a:endParaRPr b="1" sz="1000">
              <a:solidFill>
                <a:schemeClr val="lt1"/>
              </a:solidFill>
              <a:latin typeface="Inter"/>
              <a:ea typeface="Inter"/>
              <a:cs typeface="Inter"/>
              <a:sym typeface="Inter"/>
            </a:endParaRPr>
          </a:p>
        </p:txBody>
      </p:sp>
      <p:sp>
        <p:nvSpPr>
          <p:cNvPr id="1025" name="Google Shape;1025;p127"/>
          <p:cNvSpPr txBox="1"/>
          <p:nvPr/>
        </p:nvSpPr>
        <p:spPr>
          <a:xfrm>
            <a:off x="6993325" y="3434275"/>
            <a:ext cx="607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EE0000"/>
                </a:solidFill>
                <a:latin typeface="Inter"/>
                <a:ea typeface="Inter"/>
                <a:cs typeface="Inter"/>
                <a:sym typeface="Inter"/>
              </a:rPr>
              <a:t>✔</a:t>
            </a:r>
            <a:endParaRPr b="1" sz="1000">
              <a:solidFill>
                <a:srgbClr val="EE0000"/>
              </a:solidFill>
              <a:latin typeface="Inter"/>
              <a:ea typeface="Inter"/>
              <a:cs typeface="Inter"/>
              <a:sym typeface="Inter"/>
            </a:endParaRPr>
          </a:p>
        </p:txBody>
      </p:sp>
      <p:sp>
        <p:nvSpPr>
          <p:cNvPr id="1026" name="Google Shape;1026;p127"/>
          <p:cNvSpPr txBox="1"/>
          <p:nvPr/>
        </p:nvSpPr>
        <p:spPr>
          <a:xfrm>
            <a:off x="7608050" y="3423225"/>
            <a:ext cx="607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E03C31"/>
                </a:solidFill>
              </a:rPr>
              <a:t>17,E</a:t>
            </a:r>
            <a:endParaRPr b="1" sz="1000">
              <a:solidFill>
                <a:srgbClr val="E03C31"/>
              </a:solidFill>
              <a:latin typeface="Inter"/>
              <a:ea typeface="Inter"/>
              <a:cs typeface="Inter"/>
              <a:sym typeface="Inter"/>
            </a:endParaRPr>
          </a:p>
        </p:txBody>
      </p:sp>
      <p:sp>
        <p:nvSpPr>
          <p:cNvPr id="1027" name="Google Shape;1027;p127"/>
          <p:cNvSpPr txBox="1"/>
          <p:nvPr/>
        </p:nvSpPr>
        <p:spPr>
          <a:xfrm>
            <a:off x="8217975" y="3423225"/>
            <a:ext cx="607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lt1"/>
                </a:solidFill>
              </a:rPr>
              <a:t>25,D</a:t>
            </a:r>
            <a:endParaRPr b="1" sz="1000">
              <a:solidFill>
                <a:schemeClr val="lt1"/>
              </a:solidFill>
              <a:latin typeface="Inter"/>
              <a:ea typeface="Inter"/>
              <a:cs typeface="Inter"/>
              <a:sym typeface="Inter"/>
            </a:endParaRPr>
          </a:p>
        </p:txBody>
      </p:sp>
      <p:sp>
        <p:nvSpPr>
          <p:cNvPr id="1028" name="Google Shape;1028;p127"/>
          <p:cNvSpPr txBox="1"/>
          <p:nvPr/>
        </p:nvSpPr>
        <p:spPr>
          <a:xfrm>
            <a:off x="7605650" y="3773044"/>
            <a:ext cx="607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EE0000"/>
                </a:solidFill>
                <a:latin typeface="Inter"/>
                <a:ea typeface="Inter"/>
                <a:cs typeface="Inter"/>
                <a:sym typeface="Inter"/>
              </a:rPr>
              <a:t>✔</a:t>
            </a:r>
            <a:endParaRPr sz="1200">
              <a:solidFill>
                <a:srgbClr val="EE0000"/>
              </a:solidFill>
              <a:latin typeface="Inter"/>
              <a:ea typeface="Inter"/>
              <a:cs typeface="Inter"/>
              <a:sym typeface="Inter"/>
            </a:endParaRPr>
          </a:p>
        </p:txBody>
      </p:sp>
      <p:sp>
        <p:nvSpPr>
          <p:cNvPr id="1029" name="Google Shape;1029;p127"/>
          <p:cNvSpPr txBox="1"/>
          <p:nvPr/>
        </p:nvSpPr>
        <p:spPr>
          <a:xfrm>
            <a:off x="8206700" y="3773050"/>
            <a:ext cx="607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E03C31"/>
                </a:solidFill>
              </a:rPr>
              <a:t>19,F</a:t>
            </a:r>
            <a:endParaRPr b="1" sz="1000">
              <a:solidFill>
                <a:srgbClr val="E03C31"/>
              </a:solidFill>
              <a:latin typeface="Inter"/>
              <a:ea typeface="Inter"/>
              <a:cs typeface="Inter"/>
              <a:sym typeface="Inter"/>
            </a:endParaRPr>
          </a:p>
        </p:txBody>
      </p:sp>
      <p:sp>
        <p:nvSpPr>
          <p:cNvPr id="1030" name="Google Shape;1030;p127"/>
          <p:cNvSpPr txBox="1"/>
          <p:nvPr/>
        </p:nvSpPr>
        <p:spPr>
          <a:xfrm>
            <a:off x="8206700" y="4140544"/>
            <a:ext cx="6075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EE0000"/>
                </a:solidFill>
                <a:latin typeface="Inter"/>
                <a:ea typeface="Inter"/>
                <a:cs typeface="Inter"/>
                <a:sym typeface="Inter"/>
              </a:rPr>
              <a:t>✔</a:t>
            </a:r>
            <a:endParaRPr b="1" sz="1000">
              <a:solidFill>
                <a:srgbClr val="EE0000"/>
              </a:solidFill>
              <a:latin typeface="Inter"/>
              <a:ea typeface="Inter"/>
              <a:cs typeface="Inter"/>
              <a:sym typeface="Inter"/>
            </a:endParaRPr>
          </a:p>
        </p:txBody>
      </p:sp>
      <p:sp>
        <p:nvSpPr>
          <p:cNvPr id="1031" name="Google Shape;1031;p127"/>
          <p:cNvSpPr txBox="1"/>
          <p:nvPr/>
        </p:nvSpPr>
        <p:spPr>
          <a:xfrm>
            <a:off x="4025050" y="2752425"/>
            <a:ext cx="6444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EE0000"/>
                </a:solidFill>
                <a:latin typeface="Inter"/>
                <a:ea typeface="Inter"/>
                <a:cs typeface="Inter"/>
                <a:sym typeface="Inter"/>
              </a:rPr>
              <a:t>C</a:t>
            </a:r>
            <a:endParaRPr b="1" sz="1000">
              <a:solidFill>
                <a:srgbClr val="EE0000"/>
              </a:solidFill>
              <a:latin typeface="Inter"/>
              <a:ea typeface="Inter"/>
              <a:cs typeface="Inter"/>
              <a:sym typeface="Inter"/>
            </a:endParaRPr>
          </a:p>
        </p:txBody>
      </p:sp>
      <p:sp>
        <p:nvSpPr>
          <p:cNvPr id="1032" name="Google Shape;1032;p127"/>
          <p:cNvSpPr txBox="1"/>
          <p:nvPr/>
        </p:nvSpPr>
        <p:spPr>
          <a:xfrm>
            <a:off x="4025050" y="3087813"/>
            <a:ext cx="6444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EE0000"/>
                </a:solidFill>
                <a:latin typeface="Inter"/>
                <a:ea typeface="Inter"/>
                <a:cs typeface="Inter"/>
                <a:sym typeface="Inter"/>
              </a:rPr>
              <a:t>B</a:t>
            </a:r>
            <a:endParaRPr b="1" sz="1000">
              <a:solidFill>
                <a:srgbClr val="EE0000"/>
              </a:solidFill>
              <a:latin typeface="Inter"/>
              <a:ea typeface="Inter"/>
              <a:cs typeface="Inter"/>
              <a:sym typeface="Inter"/>
            </a:endParaRPr>
          </a:p>
        </p:txBody>
      </p:sp>
      <p:sp>
        <p:nvSpPr>
          <p:cNvPr id="1033" name="Google Shape;1033;p127"/>
          <p:cNvSpPr txBox="1"/>
          <p:nvPr/>
        </p:nvSpPr>
        <p:spPr>
          <a:xfrm>
            <a:off x="4025050" y="3434275"/>
            <a:ext cx="6444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EE0000"/>
                </a:solidFill>
                <a:latin typeface="Inter"/>
                <a:ea typeface="Inter"/>
                <a:cs typeface="Inter"/>
                <a:sym typeface="Inter"/>
              </a:rPr>
              <a:t>E</a:t>
            </a:r>
            <a:endParaRPr b="1" sz="1000">
              <a:solidFill>
                <a:srgbClr val="EE0000"/>
              </a:solidFill>
              <a:latin typeface="Inter"/>
              <a:ea typeface="Inter"/>
              <a:cs typeface="Inter"/>
              <a:sym typeface="Inter"/>
            </a:endParaRPr>
          </a:p>
        </p:txBody>
      </p:sp>
      <p:sp>
        <p:nvSpPr>
          <p:cNvPr id="1034" name="Google Shape;1034;p127"/>
          <p:cNvSpPr txBox="1"/>
          <p:nvPr/>
        </p:nvSpPr>
        <p:spPr>
          <a:xfrm>
            <a:off x="4025050" y="3780273"/>
            <a:ext cx="6444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EE0000"/>
                </a:solidFill>
                <a:latin typeface="Inter"/>
                <a:ea typeface="Inter"/>
                <a:cs typeface="Inter"/>
                <a:sym typeface="Inter"/>
              </a:rPr>
              <a:t>F</a:t>
            </a:r>
            <a:endParaRPr b="1" sz="1000">
              <a:solidFill>
                <a:srgbClr val="EE0000"/>
              </a:solidFill>
              <a:latin typeface="Inter"/>
              <a:ea typeface="Inter"/>
              <a:cs typeface="Inter"/>
              <a:sym typeface="Inter"/>
            </a:endParaRPr>
          </a:p>
        </p:txBody>
      </p:sp>
      <p:sp>
        <p:nvSpPr>
          <p:cNvPr id="1035" name="Google Shape;1035;p127"/>
          <p:cNvSpPr txBox="1"/>
          <p:nvPr/>
        </p:nvSpPr>
        <p:spPr>
          <a:xfrm>
            <a:off x="4025050" y="4126275"/>
            <a:ext cx="644400" cy="3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EE0000"/>
                </a:solidFill>
                <a:latin typeface="Inter"/>
                <a:ea typeface="Inter"/>
                <a:cs typeface="Inter"/>
                <a:sym typeface="Inter"/>
              </a:rPr>
              <a:t>G</a:t>
            </a:r>
            <a:endParaRPr b="1" sz="1000">
              <a:solidFill>
                <a:srgbClr val="EE0000"/>
              </a:solidFill>
              <a:latin typeface="Inter"/>
              <a:ea typeface="Inter"/>
              <a:cs typeface="Inter"/>
              <a:sym typeface="Inter"/>
            </a:endParaRPr>
          </a:p>
        </p:txBody>
      </p:sp>
      <p:sp>
        <p:nvSpPr>
          <p:cNvPr id="1036" name="Google Shape;1036;p127"/>
          <p:cNvSpPr txBox="1"/>
          <p:nvPr/>
        </p:nvSpPr>
        <p:spPr>
          <a:xfrm>
            <a:off x="284850" y="995150"/>
            <a:ext cx="2947800" cy="56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Find the path and distance from </a:t>
            </a:r>
            <a:r>
              <a:rPr lang="en">
                <a:solidFill>
                  <a:schemeClr val="accent1"/>
                </a:solidFill>
              </a:rPr>
              <a:t>A</a:t>
            </a:r>
            <a:r>
              <a:rPr lang="en">
                <a:solidFill>
                  <a:schemeClr val="dk1"/>
                </a:solidFill>
              </a:rPr>
              <a:t> to </a:t>
            </a:r>
            <a:r>
              <a:rPr lang="en">
                <a:solidFill>
                  <a:schemeClr val="accent1"/>
                </a:solidFill>
              </a:rPr>
              <a:t>G</a:t>
            </a:r>
            <a:r>
              <a:rPr lang="en">
                <a:solidFill>
                  <a:schemeClr val="dk1"/>
                </a:solidFill>
              </a:rPr>
              <a:t> using Dijkstra's algorithm</a:t>
            </a:r>
            <a:endParaRPr>
              <a:solidFill>
                <a:schemeClr val="dk1"/>
              </a:solidFill>
            </a:endParaRPr>
          </a:p>
        </p:txBody>
      </p:sp>
      <p:sp>
        <p:nvSpPr>
          <p:cNvPr id="1037" name="Google Shape;1037;p127"/>
          <p:cNvSpPr txBox="1"/>
          <p:nvPr/>
        </p:nvSpPr>
        <p:spPr>
          <a:xfrm>
            <a:off x="188100" y="4754400"/>
            <a:ext cx="3596100" cy="33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rgbClr val="4A86E8"/>
                </a:solidFill>
                <a:latin typeface="Inter"/>
                <a:ea typeface="Inter"/>
                <a:cs typeface="Inter"/>
                <a:sym typeface="Inter"/>
              </a:rPr>
              <a:t>Worksheet: https://bit.ly/4ewGkAB</a:t>
            </a:r>
            <a:endParaRPr b="1">
              <a:solidFill>
                <a:srgbClr val="4A86E8"/>
              </a:solidFill>
              <a:latin typeface="Inter"/>
              <a:ea typeface="Inter"/>
              <a:cs typeface="Inter"/>
              <a:sym typeface="Inte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1"/>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10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128"/>
          <p:cNvSpPr/>
          <p:nvPr/>
        </p:nvSpPr>
        <p:spPr>
          <a:xfrm>
            <a:off x="185075"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800">
                <a:solidFill>
                  <a:srgbClr val="FFFFFF"/>
                </a:solidFill>
              </a:rPr>
              <a:t>Backtracking relies on this data structure’s last‑in, first‑out behavior.</a:t>
            </a:r>
            <a:endParaRPr b="1" sz="4800">
              <a:solidFill>
                <a:srgbClr val="FFFFFF"/>
              </a:solidFill>
            </a:endParaRPr>
          </a:p>
        </p:txBody>
      </p:sp>
      <p:sp>
        <p:nvSpPr>
          <p:cNvPr id="1043" name="Google Shape;1043;p128"/>
          <p:cNvSpPr txBox="1"/>
          <p:nvPr/>
        </p:nvSpPr>
        <p:spPr>
          <a:xfrm>
            <a:off x="593775" y="2859096"/>
            <a:ext cx="8112300" cy="1614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i="1" lang="en" sz="4800">
                <a:solidFill>
                  <a:schemeClr val="accent1"/>
                </a:solidFill>
              </a:rPr>
              <a:t>What is a stack?</a:t>
            </a:r>
            <a:endParaRPr i="1" sz="4800">
              <a:solidFill>
                <a:schemeClr val="accent1"/>
              </a:solidFill>
            </a:endParaRPr>
          </a:p>
        </p:txBody>
      </p:sp>
      <p:pic>
        <p:nvPicPr>
          <p:cNvPr id="1044" name="Google Shape;1044;p128">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sp>
        <p:nvSpPr>
          <p:cNvPr id="1049" name="Google Shape;1049;p129"/>
          <p:cNvSpPr/>
          <p:nvPr/>
        </p:nvSpPr>
        <p:spPr>
          <a:xfrm>
            <a:off x="185075"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Clr>
                <a:schemeClr val="lt1"/>
              </a:buClr>
              <a:buSzPts val="1100"/>
              <a:buFont typeface="Arial"/>
              <a:buNone/>
            </a:pPr>
            <a:r>
              <a:rPr b="1" lang="en" sz="4000">
                <a:solidFill>
                  <a:srgbClr val="FFFFFF"/>
                </a:solidFill>
              </a:rPr>
              <a:t>These two configurations determine if the algorithm has reached a complete solution.</a:t>
            </a:r>
            <a:endParaRPr b="1" sz="4000">
              <a:solidFill>
                <a:srgbClr val="FFFFFF"/>
              </a:solidFill>
            </a:endParaRPr>
          </a:p>
        </p:txBody>
      </p:sp>
      <p:sp>
        <p:nvSpPr>
          <p:cNvPr id="1050" name="Google Shape;1050;p129"/>
          <p:cNvSpPr txBox="1"/>
          <p:nvPr/>
        </p:nvSpPr>
        <p:spPr>
          <a:xfrm>
            <a:off x="593775" y="2766564"/>
            <a:ext cx="8112300" cy="1659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i="1" lang="en" sz="4800">
                <a:solidFill>
                  <a:schemeClr val="accent1"/>
                </a:solidFill>
              </a:rPr>
              <a:t>What are valid and goal configurations?</a:t>
            </a:r>
            <a:endParaRPr i="1" sz="4800">
              <a:solidFill>
                <a:schemeClr val="accent1"/>
              </a:solidFill>
            </a:endParaRPr>
          </a:p>
        </p:txBody>
      </p:sp>
      <p:pic>
        <p:nvPicPr>
          <p:cNvPr id="1051" name="Google Shape;1051;p129">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p130"/>
          <p:cNvSpPr/>
          <p:nvPr/>
        </p:nvSpPr>
        <p:spPr>
          <a:xfrm>
            <a:off x="188100"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Clr>
                <a:schemeClr val="lt1"/>
              </a:buClr>
              <a:buSzPts val="1100"/>
              <a:buFont typeface="Arial"/>
              <a:buNone/>
            </a:pPr>
            <a:r>
              <a:rPr b="1" lang="en" sz="4000">
                <a:solidFill>
                  <a:srgbClr val="FFFFFF"/>
                </a:solidFill>
              </a:rPr>
              <a:t>This operation avoids making changes to a single shared state.</a:t>
            </a:r>
            <a:endParaRPr b="1" sz="4300">
              <a:solidFill>
                <a:srgbClr val="FFFFFF"/>
              </a:solidFill>
            </a:endParaRPr>
          </a:p>
        </p:txBody>
      </p:sp>
      <p:sp>
        <p:nvSpPr>
          <p:cNvPr id="1057" name="Google Shape;1057;p130"/>
          <p:cNvSpPr txBox="1"/>
          <p:nvPr/>
        </p:nvSpPr>
        <p:spPr>
          <a:xfrm>
            <a:off x="596800" y="2766564"/>
            <a:ext cx="8112300" cy="1659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Clr>
                <a:schemeClr val="lt1"/>
              </a:buClr>
              <a:buSzPts val="1100"/>
              <a:buFont typeface="Arial"/>
              <a:buNone/>
            </a:pPr>
            <a:r>
              <a:rPr i="1" lang="en" sz="4800">
                <a:solidFill>
                  <a:schemeClr val="accent1"/>
                </a:solidFill>
              </a:rPr>
              <a:t>What is a deep copy?</a:t>
            </a:r>
            <a:endParaRPr i="1" sz="4800">
              <a:solidFill>
                <a:schemeClr val="accent1"/>
              </a:solidFill>
            </a:endParaRPr>
          </a:p>
        </p:txBody>
      </p:sp>
      <p:pic>
        <p:nvPicPr>
          <p:cNvPr id="1058" name="Google Shape;1058;p130">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p131"/>
          <p:cNvSpPr/>
          <p:nvPr/>
        </p:nvSpPr>
        <p:spPr>
          <a:xfrm>
            <a:off x="188100"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800">
                <a:solidFill>
                  <a:srgbClr val="FFFFFF"/>
                </a:solidFill>
              </a:rPr>
              <a:t>ACTIVITY CHALLENGE!</a:t>
            </a:r>
            <a:endParaRPr b="1" sz="4800">
              <a:solidFill>
                <a:srgbClr val="FFFFFF"/>
              </a:solidFill>
            </a:endParaRPr>
          </a:p>
          <a:p>
            <a:pPr indent="0" lvl="0" marL="0" rtl="0" algn="ctr">
              <a:spcBef>
                <a:spcPts val="0"/>
              </a:spcBef>
              <a:spcAft>
                <a:spcPts val="0"/>
              </a:spcAft>
              <a:buClr>
                <a:schemeClr val="lt1"/>
              </a:buClr>
              <a:buSzPts val="1100"/>
              <a:buFont typeface="Arial"/>
              <a:buNone/>
            </a:pPr>
            <a:r>
              <a:rPr lang="en" sz="1800">
                <a:solidFill>
                  <a:srgbClr val="FFFFFF"/>
                </a:solidFill>
              </a:rPr>
              <a:t>Consider a maze </a:t>
            </a:r>
            <a:r>
              <a:rPr lang="en" sz="1800">
                <a:solidFill>
                  <a:srgbClr val="FFFFFF"/>
                </a:solidFill>
              </a:rPr>
              <a:t>represented</a:t>
            </a:r>
            <a:r>
              <a:rPr lang="en" sz="1800">
                <a:solidFill>
                  <a:srgbClr val="FFFFFF"/>
                </a:solidFill>
              </a:rPr>
              <a:t> as 2D character array. Walls are </a:t>
            </a:r>
            <a:r>
              <a:rPr lang="en" sz="1800">
                <a:solidFill>
                  <a:srgbClr val="FFFFFF"/>
                </a:solidFill>
              </a:rPr>
              <a:t>represented</a:t>
            </a:r>
            <a:r>
              <a:rPr lang="en" sz="1800">
                <a:solidFill>
                  <a:srgbClr val="FFFFFF"/>
                </a:solidFill>
              </a:rPr>
              <a:t> by </a:t>
            </a:r>
            <a:r>
              <a:rPr lang="en" sz="1800">
                <a:solidFill>
                  <a:srgbClr val="FFFFFF"/>
                </a:solidFill>
                <a:latin typeface="Courier New"/>
                <a:ea typeface="Courier New"/>
                <a:cs typeface="Courier New"/>
                <a:sym typeface="Courier New"/>
              </a:rPr>
              <a:t>#</a:t>
            </a:r>
            <a:r>
              <a:rPr lang="en" sz="1800">
                <a:solidFill>
                  <a:srgbClr val="FFFFFF"/>
                </a:solidFill>
              </a:rPr>
              <a:t> and paths are represented by a space. Arrive at a backtracking solution that would allow you to find a path from </a:t>
            </a:r>
            <a:r>
              <a:rPr lang="en" sz="1800">
                <a:solidFill>
                  <a:srgbClr val="FFFFFF"/>
                </a:solidFill>
                <a:latin typeface="Courier New"/>
                <a:ea typeface="Courier New"/>
                <a:cs typeface="Courier New"/>
                <a:sym typeface="Courier New"/>
              </a:rPr>
              <a:t>S</a:t>
            </a:r>
            <a:r>
              <a:rPr lang="en" sz="1800">
                <a:solidFill>
                  <a:srgbClr val="FFFFFF"/>
                </a:solidFill>
              </a:rPr>
              <a:t> to </a:t>
            </a:r>
            <a:r>
              <a:rPr lang="en" sz="1800">
                <a:solidFill>
                  <a:srgbClr val="FFFFFF"/>
                </a:solidFill>
                <a:latin typeface="Courier New"/>
                <a:ea typeface="Courier New"/>
                <a:cs typeface="Courier New"/>
                <a:sym typeface="Courier New"/>
              </a:rPr>
              <a:t>E.</a:t>
            </a:r>
            <a:endParaRPr sz="1800">
              <a:solidFill>
                <a:srgbClr val="FFFFFF"/>
              </a:solidFill>
              <a:latin typeface="Courier New"/>
              <a:ea typeface="Courier New"/>
              <a:cs typeface="Courier New"/>
              <a:sym typeface="Courier New"/>
            </a:endParaRPr>
          </a:p>
        </p:txBody>
      </p:sp>
      <p:pic>
        <p:nvPicPr>
          <p:cNvPr id="1064" name="Google Shape;1064;p131">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graphicFrame>
        <p:nvGraphicFramePr>
          <p:cNvPr id="1065" name="Google Shape;1065;p131"/>
          <p:cNvGraphicFramePr/>
          <p:nvPr/>
        </p:nvGraphicFramePr>
        <p:xfrm>
          <a:off x="3057000" y="2033250"/>
          <a:ext cx="3000000" cy="3000000"/>
        </p:xfrm>
        <a:graphic>
          <a:graphicData uri="http://schemas.openxmlformats.org/drawingml/2006/table">
            <a:tbl>
              <a:tblPr>
                <a:noFill/>
                <a:tableStyleId>{B317DAE7-6F48-4459-89BA-82DB4F46E07A}</a:tableStyleId>
              </a:tblPr>
              <a:tblGrid>
                <a:gridCol w="5736850"/>
              </a:tblGrid>
              <a:tr h="209975">
                <a:tc rowSpan="2">
                  <a:txBody>
                    <a:bodyPr/>
                    <a:lstStyle/>
                    <a:p>
                      <a:pPr indent="0" lvl="0" marL="0" rtl="0" algn="l">
                        <a:spcBef>
                          <a:spcPts val="0"/>
                        </a:spcBef>
                        <a:spcAft>
                          <a:spcPts val="0"/>
                        </a:spcAft>
                        <a:buNone/>
                      </a:pPr>
                      <a:r>
                        <a:rPr b="1" lang="en" sz="1200">
                          <a:solidFill>
                            <a:srgbClr val="4A86E8"/>
                          </a:solidFill>
                        </a:rPr>
                        <a:t>List the fields that would be included in the </a:t>
                      </a:r>
                      <a:r>
                        <a:rPr b="1" i="1" lang="en" sz="1200" u="sng">
                          <a:solidFill>
                            <a:srgbClr val="4A86E8"/>
                          </a:solidFill>
                        </a:rPr>
                        <a:t>state</a:t>
                      </a:r>
                      <a:r>
                        <a:rPr b="1" lang="en" sz="1200">
                          <a:solidFill>
                            <a:srgbClr val="4A86E8"/>
                          </a:solidFill>
                        </a:rPr>
                        <a:t> of your Configuration?</a:t>
                      </a:r>
                      <a:endParaRPr sz="1200">
                        <a:solidFill>
                          <a:srgbClr val="4A86E8"/>
                        </a:solidFill>
                      </a:endParaRPr>
                    </a:p>
                  </a:txBody>
                  <a:tcPr marT="91425" marB="91425" marR="91425" marL="91425">
                    <a:solidFill>
                      <a:schemeClr val="accent1"/>
                    </a:solidFill>
                  </a:tcPr>
                </a:tc>
              </a:tr>
              <a:tr h="393050">
                <a:tc vMerge="1"/>
              </a:tr>
              <a:tr h="92500">
                <a:tc rowSpan="2">
                  <a:txBody>
                    <a:bodyPr/>
                    <a:lstStyle/>
                    <a:p>
                      <a:pPr indent="0" lvl="0" marL="0" rtl="0" algn="l">
                        <a:spcBef>
                          <a:spcPts val="0"/>
                        </a:spcBef>
                        <a:spcAft>
                          <a:spcPts val="0"/>
                        </a:spcAft>
                        <a:buNone/>
                      </a:pPr>
                      <a:r>
                        <a:rPr b="1" lang="en" sz="1200">
                          <a:solidFill>
                            <a:srgbClr val="4A86E8"/>
                          </a:solidFill>
                        </a:rPr>
                        <a:t>How would you create </a:t>
                      </a:r>
                      <a:r>
                        <a:rPr b="1" i="1" lang="en" sz="1200" u="sng">
                          <a:solidFill>
                            <a:srgbClr val="4A86E8"/>
                          </a:solidFill>
                        </a:rPr>
                        <a:t>successor</a:t>
                      </a:r>
                      <a:r>
                        <a:rPr b="1" lang="en" sz="1200">
                          <a:solidFill>
                            <a:srgbClr val="4A86E8"/>
                          </a:solidFill>
                        </a:rPr>
                        <a:t> configurations?</a:t>
                      </a:r>
                      <a:endParaRPr sz="1200">
                        <a:solidFill>
                          <a:srgbClr val="4A86E8"/>
                        </a:solidFill>
                      </a:endParaRPr>
                    </a:p>
                  </a:txBody>
                  <a:tcPr marT="91425" marB="91425" marR="91425" marL="91425">
                    <a:solidFill>
                      <a:schemeClr val="accent1"/>
                    </a:solidFill>
                  </a:tcPr>
                </a:tc>
              </a:tr>
              <a:tr h="649325">
                <a:tc vMerge="1"/>
              </a:tr>
              <a:tr h="92500">
                <a:tc rowSpan="2">
                  <a:txBody>
                    <a:bodyPr/>
                    <a:lstStyle/>
                    <a:p>
                      <a:pPr indent="0" lvl="0" marL="0" rtl="0" algn="l">
                        <a:spcBef>
                          <a:spcPts val="0"/>
                        </a:spcBef>
                        <a:spcAft>
                          <a:spcPts val="0"/>
                        </a:spcAft>
                        <a:buNone/>
                      </a:pPr>
                      <a:r>
                        <a:rPr b="1" lang="en" sz="1200">
                          <a:solidFill>
                            <a:srgbClr val="4A86E8"/>
                          </a:solidFill>
                        </a:rPr>
                        <a:t>What would be a good </a:t>
                      </a:r>
                      <a:r>
                        <a:rPr b="1" i="1" lang="en" sz="1200" u="sng">
                          <a:solidFill>
                            <a:srgbClr val="4A86E8"/>
                          </a:solidFill>
                        </a:rPr>
                        <a:t>pruning</a:t>
                      </a:r>
                      <a:r>
                        <a:rPr b="1" lang="en" sz="1200">
                          <a:solidFill>
                            <a:srgbClr val="4A86E8"/>
                          </a:solidFill>
                        </a:rPr>
                        <a:t> strategy?</a:t>
                      </a:r>
                      <a:endParaRPr sz="1200">
                        <a:solidFill>
                          <a:srgbClr val="4A86E8"/>
                        </a:solidFill>
                      </a:endParaRPr>
                    </a:p>
                  </a:txBody>
                  <a:tcPr marT="91425" marB="91425" marR="91425" marL="91425">
                    <a:solidFill>
                      <a:schemeClr val="accent1"/>
                    </a:solidFill>
                  </a:tcPr>
                </a:tc>
              </a:tr>
              <a:tr h="442300">
                <a:tc vMerge="1"/>
              </a:tr>
              <a:tr h="92500">
                <a:tc rowSpan="2">
                  <a:txBody>
                    <a:bodyPr/>
                    <a:lstStyle/>
                    <a:p>
                      <a:pPr indent="0" lvl="0" marL="0" rtl="0" algn="l">
                        <a:spcBef>
                          <a:spcPts val="0"/>
                        </a:spcBef>
                        <a:spcAft>
                          <a:spcPts val="0"/>
                        </a:spcAft>
                        <a:buNone/>
                      </a:pPr>
                      <a:r>
                        <a:rPr b="1" lang="en" sz="1200">
                          <a:solidFill>
                            <a:srgbClr val="4A86E8"/>
                          </a:solidFill>
                        </a:rPr>
                        <a:t>How would you know that a Configuration is the </a:t>
                      </a:r>
                      <a:r>
                        <a:rPr b="1" i="1" lang="en" sz="1200" u="sng">
                          <a:solidFill>
                            <a:srgbClr val="4A86E8"/>
                          </a:solidFill>
                        </a:rPr>
                        <a:t>goal</a:t>
                      </a:r>
                      <a:r>
                        <a:rPr b="1" lang="en" sz="1200">
                          <a:solidFill>
                            <a:srgbClr val="4A86E8"/>
                          </a:solidFill>
                        </a:rPr>
                        <a:t>?</a:t>
                      </a:r>
                      <a:endParaRPr sz="1200">
                        <a:solidFill>
                          <a:srgbClr val="4A86E8"/>
                        </a:solidFill>
                      </a:endParaRPr>
                    </a:p>
                  </a:txBody>
                  <a:tcPr marT="91425" marB="91425" marR="91425" marL="91425">
                    <a:solidFill>
                      <a:schemeClr val="accent1"/>
                    </a:solidFill>
                  </a:tcPr>
                </a:tc>
              </a:tr>
              <a:tr h="500375">
                <a:tc vMerge="1"/>
              </a:tr>
            </a:tbl>
          </a:graphicData>
        </a:graphic>
      </p:graphicFrame>
      <p:sp>
        <p:nvSpPr>
          <p:cNvPr id="1066" name="Google Shape;1066;p131"/>
          <p:cNvSpPr txBox="1"/>
          <p:nvPr/>
        </p:nvSpPr>
        <p:spPr>
          <a:xfrm>
            <a:off x="775025" y="1926975"/>
            <a:ext cx="1518000" cy="257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 sz="1600">
                <a:solidFill>
                  <a:schemeClr val="accent1"/>
                </a:solidFill>
                <a:latin typeface="Courier New"/>
                <a:ea typeface="Courier New"/>
                <a:cs typeface="Courier New"/>
                <a:sym typeface="Courier New"/>
              </a:rPr>
              <a:t>##########</a:t>
            </a:r>
            <a:endParaRPr b="1" sz="1600">
              <a:solidFill>
                <a:schemeClr val="accent1"/>
              </a:solidFill>
              <a:latin typeface="Courier New"/>
              <a:ea typeface="Courier New"/>
              <a:cs typeface="Courier New"/>
              <a:sym typeface="Courier New"/>
            </a:endParaRPr>
          </a:p>
          <a:p>
            <a:pPr indent="0" lvl="0" marL="0" rtl="0" algn="l">
              <a:spcBef>
                <a:spcPts val="0"/>
              </a:spcBef>
              <a:spcAft>
                <a:spcPts val="0"/>
              </a:spcAft>
              <a:buClr>
                <a:schemeClr val="lt1"/>
              </a:buClr>
              <a:buSzPts val="1100"/>
              <a:buFont typeface="Arial"/>
              <a:buNone/>
            </a:pPr>
            <a:r>
              <a:rPr b="1" lang="en" sz="1600">
                <a:solidFill>
                  <a:schemeClr val="accent1"/>
                </a:solidFill>
                <a:latin typeface="Courier New"/>
                <a:ea typeface="Courier New"/>
                <a:cs typeface="Courier New"/>
                <a:sym typeface="Courier New"/>
              </a:rPr>
              <a:t>S #   #  #</a:t>
            </a:r>
            <a:endParaRPr b="1" sz="1600">
              <a:solidFill>
                <a:schemeClr val="accent1"/>
              </a:solidFill>
              <a:latin typeface="Courier New"/>
              <a:ea typeface="Courier New"/>
              <a:cs typeface="Courier New"/>
              <a:sym typeface="Courier New"/>
            </a:endParaRPr>
          </a:p>
          <a:p>
            <a:pPr indent="0" lvl="0" marL="0" rtl="0" algn="l">
              <a:spcBef>
                <a:spcPts val="0"/>
              </a:spcBef>
              <a:spcAft>
                <a:spcPts val="0"/>
              </a:spcAft>
              <a:buClr>
                <a:schemeClr val="lt1"/>
              </a:buClr>
              <a:buSzPts val="1100"/>
              <a:buFont typeface="Arial"/>
              <a:buNone/>
            </a:pPr>
            <a:r>
              <a:rPr b="1" lang="en" sz="1600">
                <a:solidFill>
                  <a:schemeClr val="accent1"/>
                </a:solidFill>
                <a:latin typeface="Courier New"/>
                <a:ea typeface="Courier New"/>
                <a:cs typeface="Courier New"/>
                <a:sym typeface="Courier New"/>
              </a:rPr>
              <a:t># # # # ##</a:t>
            </a:r>
            <a:endParaRPr b="1" sz="1600">
              <a:solidFill>
                <a:schemeClr val="accent1"/>
              </a:solidFill>
              <a:latin typeface="Courier New"/>
              <a:ea typeface="Courier New"/>
              <a:cs typeface="Courier New"/>
              <a:sym typeface="Courier New"/>
            </a:endParaRPr>
          </a:p>
          <a:p>
            <a:pPr indent="0" lvl="0" marL="0" rtl="0" algn="l">
              <a:spcBef>
                <a:spcPts val="0"/>
              </a:spcBef>
              <a:spcAft>
                <a:spcPts val="0"/>
              </a:spcAft>
              <a:buClr>
                <a:schemeClr val="lt1"/>
              </a:buClr>
              <a:buSzPts val="1100"/>
              <a:buFont typeface="Arial"/>
              <a:buNone/>
            </a:pPr>
            <a:r>
              <a:rPr b="1" lang="en" sz="1600">
                <a:solidFill>
                  <a:schemeClr val="accent1"/>
                </a:solidFill>
                <a:latin typeface="Courier New"/>
                <a:ea typeface="Courier New"/>
                <a:cs typeface="Courier New"/>
                <a:sym typeface="Courier New"/>
              </a:rPr>
              <a:t>#   #   ##</a:t>
            </a:r>
            <a:endParaRPr b="1" sz="1600">
              <a:solidFill>
                <a:schemeClr val="accent1"/>
              </a:solidFill>
              <a:latin typeface="Courier New"/>
              <a:ea typeface="Courier New"/>
              <a:cs typeface="Courier New"/>
              <a:sym typeface="Courier New"/>
            </a:endParaRPr>
          </a:p>
          <a:p>
            <a:pPr indent="0" lvl="0" marL="0" rtl="0" algn="l">
              <a:spcBef>
                <a:spcPts val="0"/>
              </a:spcBef>
              <a:spcAft>
                <a:spcPts val="0"/>
              </a:spcAft>
              <a:buClr>
                <a:schemeClr val="lt1"/>
              </a:buClr>
              <a:buSzPts val="1100"/>
              <a:buFont typeface="Arial"/>
              <a:buNone/>
            </a:pPr>
            <a:r>
              <a:rPr b="1" lang="en" sz="1600">
                <a:solidFill>
                  <a:schemeClr val="accent1"/>
                </a:solidFill>
                <a:latin typeface="Courier New"/>
                <a:ea typeface="Courier New"/>
                <a:cs typeface="Courier New"/>
                <a:sym typeface="Courier New"/>
              </a:rPr>
              <a:t>### ### ##</a:t>
            </a:r>
            <a:endParaRPr b="1" sz="1600">
              <a:solidFill>
                <a:schemeClr val="accent1"/>
              </a:solidFill>
              <a:latin typeface="Courier New"/>
              <a:ea typeface="Courier New"/>
              <a:cs typeface="Courier New"/>
              <a:sym typeface="Courier New"/>
            </a:endParaRPr>
          </a:p>
          <a:p>
            <a:pPr indent="0" lvl="0" marL="0" rtl="0" algn="l">
              <a:spcBef>
                <a:spcPts val="0"/>
              </a:spcBef>
              <a:spcAft>
                <a:spcPts val="0"/>
              </a:spcAft>
              <a:buClr>
                <a:schemeClr val="lt1"/>
              </a:buClr>
              <a:buSzPts val="1100"/>
              <a:buFont typeface="Arial"/>
              <a:buNone/>
            </a:pPr>
            <a:r>
              <a:rPr b="1" lang="en" sz="1600">
                <a:solidFill>
                  <a:schemeClr val="accent1"/>
                </a:solidFill>
                <a:latin typeface="Courier New"/>
                <a:ea typeface="Courier New"/>
                <a:cs typeface="Courier New"/>
                <a:sym typeface="Courier New"/>
              </a:rPr>
              <a:t>#     #  #</a:t>
            </a:r>
            <a:endParaRPr b="1" sz="1600">
              <a:solidFill>
                <a:schemeClr val="accent1"/>
              </a:solidFill>
              <a:latin typeface="Courier New"/>
              <a:ea typeface="Courier New"/>
              <a:cs typeface="Courier New"/>
              <a:sym typeface="Courier New"/>
            </a:endParaRPr>
          </a:p>
          <a:p>
            <a:pPr indent="0" lvl="0" marL="0" rtl="0" algn="l">
              <a:spcBef>
                <a:spcPts val="0"/>
              </a:spcBef>
              <a:spcAft>
                <a:spcPts val="0"/>
              </a:spcAft>
              <a:buClr>
                <a:schemeClr val="lt1"/>
              </a:buClr>
              <a:buSzPts val="1100"/>
              <a:buFont typeface="Arial"/>
              <a:buNone/>
            </a:pPr>
            <a:r>
              <a:rPr b="1" lang="en" sz="1600">
                <a:solidFill>
                  <a:schemeClr val="accent1"/>
                </a:solidFill>
                <a:latin typeface="Courier New"/>
                <a:ea typeface="Courier New"/>
                <a:cs typeface="Courier New"/>
                <a:sym typeface="Courier New"/>
              </a:rPr>
              <a:t># ### ## #</a:t>
            </a:r>
            <a:endParaRPr b="1" sz="1600">
              <a:solidFill>
                <a:schemeClr val="accent1"/>
              </a:solidFill>
              <a:latin typeface="Courier New"/>
              <a:ea typeface="Courier New"/>
              <a:cs typeface="Courier New"/>
              <a:sym typeface="Courier New"/>
            </a:endParaRPr>
          </a:p>
          <a:p>
            <a:pPr indent="0" lvl="0" marL="0" rtl="0" algn="l">
              <a:spcBef>
                <a:spcPts val="0"/>
              </a:spcBef>
              <a:spcAft>
                <a:spcPts val="0"/>
              </a:spcAft>
              <a:buClr>
                <a:schemeClr val="lt1"/>
              </a:buClr>
              <a:buSzPts val="1100"/>
              <a:buFont typeface="Arial"/>
              <a:buNone/>
            </a:pPr>
            <a:r>
              <a:rPr b="1" lang="en" sz="1600">
                <a:solidFill>
                  <a:schemeClr val="accent1"/>
                </a:solidFill>
                <a:latin typeface="Courier New"/>
                <a:ea typeface="Courier New"/>
                <a:cs typeface="Courier New"/>
                <a:sym typeface="Courier New"/>
              </a:rPr>
              <a:t># #    # #</a:t>
            </a:r>
            <a:endParaRPr b="1" sz="1600">
              <a:solidFill>
                <a:schemeClr val="accent1"/>
              </a:solidFill>
              <a:latin typeface="Courier New"/>
              <a:ea typeface="Courier New"/>
              <a:cs typeface="Courier New"/>
              <a:sym typeface="Courier New"/>
            </a:endParaRPr>
          </a:p>
          <a:p>
            <a:pPr indent="0" lvl="0" marL="0" rtl="0" algn="l">
              <a:spcBef>
                <a:spcPts val="0"/>
              </a:spcBef>
              <a:spcAft>
                <a:spcPts val="0"/>
              </a:spcAft>
              <a:buClr>
                <a:schemeClr val="lt1"/>
              </a:buClr>
              <a:buSzPts val="1100"/>
              <a:buFont typeface="Arial"/>
              <a:buNone/>
            </a:pPr>
            <a:r>
              <a:rPr b="1" lang="en" sz="1600">
                <a:solidFill>
                  <a:schemeClr val="accent1"/>
                </a:solidFill>
                <a:latin typeface="Courier New"/>
                <a:ea typeface="Courier New"/>
                <a:cs typeface="Courier New"/>
                <a:sym typeface="Courier New"/>
              </a:rPr>
              <a:t># # ##   #</a:t>
            </a:r>
            <a:endParaRPr b="1" sz="1600">
              <a:solidFill>
                <a:schemeClr val="accent1"/>
              </a:solidFill>
              <a:latin typeface="Courier New"/>
              <a:ea typeface="Courier New"/>
              <a:cs typeface="Courier New"/>
              <a:sym typeface="Courier New"/>
            </a:endParaRPr>
          </a:p>
          <a:p>
            <a:pPr indent="0" lvl="0" marL="0" rtl="0" algn="l">
              <a:spcBef>
                <a:spcPts val="0"/>
              </a:spcBef>
              <a:spcAft>
                <a:spcPts val="0"/>
              </a:spcAft>
              <a:buClr>
                <a:schemeClr val="lt1"/>
              </a:buClr>
              <a:buSzPts val="1100"/>
              <a:buFont typeface="Arial"/>
              <a:buNone/>
            </a:pPr>
            <a:r>
              <a:rPr b="1" lang="en" sz="1600">
                <a:solidFill>
                  <a:schemeClr val="accent1"/>
                </a:solidFill>
                <a:latin typeface="Courier New"/>
                <a:ea typeface="Courier New"/>
                <a:cs typeface="Courier New"/>
                <a:sym typeface="Courier New"/>
              </a:rPr>
              <a:t>########E#</a:t>
            </a:r>
            <a:endParaRPr b="1" sz="1600">
              <a:solidFill>
                <a:schemeClr val="accent1"/>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lt1"/>
              </a:solidFill>
              <a:latin typeface="Inter"/>
              <a:ea typeface="Inter"/>
              <a:cs typeface="Inter"/>
              <a:sym typeface="Inter"/>
            </a:endParaRPr>
          </a:p>
        </p:txBody>
      </p:sp>
      <p:sp>
        <p:nvSpPr>
          <p:cNvPr id="1067" name="Google Shape;1067;p131"/>
          <p:cNvSpPr txBox="1"/>
          <p:nvPr/>
        </p:nvSpPr>
        <p:spPr>
          <a:xfrm>
            <a:off x="3057009" y="2298984"/>
            <a:ext cx="4388400" cy="307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4A86E8"/>
                </a:solidFill>
                <a:latin typeface="Inter"/>
                <a:ea typeface="Inter"/>
                <a:cs typeface="Inter"/>
                <a:sym typeface="Inter"/>
              </a:rPr>
              <a:t>2D character array, current row and column.</a:t>
            </a:r>
            <a:r>
              <a:rPr lang="en" sz="1200">
                <a:solidFill>
                  <a:schemeClr val="lt1"/>
                </a:solidFill>
                <a:latin typeface="Inter"/>
                <a:ea typeface="Inter"/>
                <a:cs typeface="Inter"/>
                <a:sym typeface="Inter"/>
              </a:rPr>
              <a:t> </a:t>
            </a:r>
            <a:endParaRPr sz="1200">
              <a:solidFill>
                <a:schemeClr val="lt1"/>
              </a:solidFill>
              <a:latin typeface="Inter"/>
              <a:ea typeface="Inter"/>
              <a:cs typeface="Inter"/>
              <a:sym typeface="Inter"/>
            </a:endParaRPr>
          </a:p>
        </p:txBody>
      </p:sp>
      <p:sp>
        <p:nvSpPr>
          <p:cNvPr id="1068" name="Google Shape;1068;p131"/>
          <p:cNvSpPr txBox="1"/>
          <p:nvPr/>
        </p:nvSpPr>
        <p:spPr>
          <a:xfrm>
            <a:off x="3057000" y="2889700"/>
            <a:ext cx="5736900" cy="48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4A86E8"/>
                </a:solidFill>
                <a:latin typeface="Inter"/>
                <a:ea typeface="Inter"/>
                <a:cs typeface="Inter"/>
                <a:sym typeface="Inter"/>
              </a:rPr>
              <a:t>Make a deep copy of the array, mark the current row and column as a wall, create 4 successors - 1 for each move direction.</a:t>
            </a:r>
            <a:r>
              <a:rPr lang="en" sz="1200">
                <a:solidFill>
                  <a:srgbClr val="4A86E8"/>
                </a:solidFill>
                <a:latin typeface="Inter"/>
                <a:ea typeface="Inter"/>
                <a:cs typeface="Inter"/>
                <a:sym typeface="Inter"/>
              </a:rPr>
              <a:t> </a:t>
            </a:r>
            <a:endParaRPr sz="1200">
              <a:solidFill>
                <a:srgbClr val="4A86E8"/>
              </a:solidFill>
              <a:latin typeface="Inter"/>
              <a:ea typeface="Inter"/>
              <a:cs typeface="Inter"/>
              <a:sym typeface="Inter"/>
            </a:endParaRPr>
          </a:p>
        </p:txBody>
      </p:sp>
      <p:sp>
        <p:nvSpPr>
          <p:cNvPr id="1069" name="Google Shape;1069;p131"/>
          <p:cNvSpPr txBox="1"/>
          <p:nvPr/>
        </p:nvSpPr>
        <p:spPr>
          <a:xfrm>
            <a:off x="3057000" y="3611697"/>
            <a:ext cx="5328000" cy="307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4A86E8"/>
                </a:solidFill>
                <a:latin typeface="Inter"/>
                <a:ea typeface="Inter"/>
                <a:cs typeface="Inter"/>
                <a:sym typeface="Inter"/>
              </a:rPr>
              <a:t>Prune successors where row and column is out of bounds or is a wall.</a:t>
            </a:r>
            <a:endParaRPr sz="1200">
              <a:solidFill>
                <a:srgbClr val="4A86E8"/>
              </a:solidFill>
              <a:latin typeface="Inter"/>
              <a:ea typeface="Inter"/>
              <a:cs typeface="Inter"/>
              <a:sym typeface="Inter"/>
            </a:endParaRPr>
          </a:p>
        </p:txBody>
      </p:sp>
      <p:sp>
        <p:nvSpPr>
          <p:cNvPr id="1070" name="Google Shape;1070;p131"/>
          <p:cNvSpPr txBox="1"/>
          <p:nvPr/>
        </p:nvSpPr>
        <p:spPr>
          <a:xfrm>
            <a:off x="3057000" y="4174144"/>
            <a:ext cx="5447100" cy="307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4A86E8"/>
                </a:solidFill>
                <a:latin typeface="Inter"/>
                <a:ea typeface="Inter"/>
                <a:cs typeface="Inter"/>
                <a:sym typeface="Inter"/>
              </a:rPr>
              <a:t>The successor is valid and the row and col is </a:t>
            </a:r>
            <a:r>
              <a:rPr lang="en" sz="1200">
                <a:solidFill>
                  <a:srgbClr val="4A86E8"/>
                </a:solidFill>
                <a:latin typeface="Courier New"/>
                <a:ea typeface="Courier New"/>
                <a:cs typeface="Courier New"/>
                <a:sym typeface="Courier New"/>
              </a:rPr>
              <a:t>E</a:t>
            </a:r>
            <a:r>
              <a:rPr lang="en" sz="1200">
                <a:solidFill>
                  <a:srgbClr val="4A86E8"/>
                </a:solidFill>
                <a:latin typeface="Inter"/>
                <a:ea typeface="Inter"/>
                <a:cs typeface="Inter"/>
                <a:sym typeface="Inter"/>
              </a:rPr>
              <a:t>.</a:t>
            </a:r>
            <a:endParaRPr sz="1200">
              <a:solidFill>
                <a:srgbClr val="4A86E8"/>
              </a:solidFill>
              <a:latin typeface="Inter"/>
              <a:ea typeface="Inter"/>
              <a:cs typeface="Inter"/>
              <a:sym typeface="Inte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132"/>
          <p:cNvSpPr/>
          <p:nvPr/>
        </p:nvSpPr>
        <p:spPr>
          <a:xfrm>
            <a:off x="188100"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800">
                <a:solidFill>
                  <a:srgbClr val="FFFFFF"/>
                </a:solidFill>
              </a:rPr>
              <a:t>ACTIVITY CHALLENGE!</a:t>
            </a:r>
            <a:endParaRPr b="1" sz="4800">
              <a:solidFill>
                <a:srgbClr val="FFFFFF"/>
              </a:solidFill>
            </a:endParaRPr>
          </a:p>
          <a:p>
            <a:pPr indent="0" lvl="0" marL="0" rtl="0" algn="ctr">
              <a:spcBef>
                <a:spcPts val="0"/>
              </a:spcBef>
              <a:spcAft>
                <a:spcPts val="0"/>
              </a:spcAft>
              <a:buClr>
                <a:schemeClr val="lt1"/>
              </a:buClr>
              <a:buSzPts val="1100"/>
              <a:buFont typeface="Arial"/>
              <a:buNone/>
            </a:pPr>
            <a:r>
              <a:t/>
            </a:r>
            <a:endParaRPr b="1" sz="1300">
              <a:solidFill>
                <a:srgbClr val="FFFFFF"/>
              </a:solidFill>
            </a:endParaRPr>
          </a:p>
        </p:txBody>
      </p:sp>
      <p:graphicFrame>
        <p:nvGraphicFramePr>
          <p:cNvPr id="1076" name="Google Shape;1076;p132"/>
          <p:cNvGraphicFramePr/>
          <p:nvPr/>
        </p:nvGraphicFramePr>
        <p:xfrm>
          <a:off x="3810928" y="1081550"/>
          <a:ext cx="3000000" cy="3000000"/>
        </p:xfrm>
        <a:graphic>
          <a:graphicData uri="http://schemas.openxmlformats.org/drawingml/2006/table">
            <a:tbl>
              <a:tblPr>
                <a:noFill/>
                <a:tableStyleId>{B317DAE7-6F48-4459-89BA-82DB4F46E07A}</a:tableStyleId>
              </a:tblPr>
              <a:tblGrid>
                <a:gridCol w="5065350"/>
              </a:tblGrid>
              <a:tr h="423050">
                <a:tc rowSpan="2">
                  <a:txBody>
                    <a:bodyPr/>
                    <a:lstStyle/>
                    <a:p>
                      <a:pPr indent="0" lvl="0" marL="0" rtl="0" algn="l">
                        <a:spcBef>
                          <a:spcPts val="0"/>
                        </a:spcBef>
                        <a:spcAft>
                          <a:spcPts val="0"/>
                        </a:spcAft>
                        <a:buNone/>
                      </a:pPr>
                      <a:r>
                        <a:rPr b="1" lang="en" sz="1200">
                          <a:solidFill>
                            <a:srgbClr val="4A86E8"/>
                          </a:solidFill>
                        </a:rPr>
                        <a:t>List the fields that would be included in the </a:t>
                      </a:r>
                      <a:r>
                        <a:rPr b="1" i="1" lang="en" sz="1200" u="sng">
                          <a:solidFill>
                            <a:srgbClr val="4A86E8"/>
                          </a:solidFill>
                        </a:rPr>
                        <a:t>state</a:t>
                      </a:r>
                      <a:r>
                        <a:rPr b="1" lang="en" sz="1200">
                          <a:solidFill>
                            <a:srgbClr val="4A86E8"/>
                          </a:solidFill>
                        </a:rPr>
                        <a:t> of your Configuration?</a:t>
                      </a:r>
                      <a:endParaRPr sz="1200">
                        <a:solidFill>
                          <a:srgbClr val="4A86E8"/>
                        </a:solidFill>
                      </a:endParaRPr>
                    </a:p>
                  </a:txBody>
                  <a:tcPr marT="91425" marB="91425" marR="91425" marL="91425">
                    <a:solidFill>
                      <a:schemeClr val="accent1"/>
                    </a:solidFill>
                  </a:tcPr>
                </a:tc>
              </a:tr>
              <a:tr h="486075">
                <a:tc vMerge="1"/>
              </a:tr>
              <a:tr h="423050">
                <a:tc rowSpan="2">
                  <a:txBody>
                    <a:bodyPr/>
                    <a:lstStyle/>
                    <a:p>
                      <a:pPr indent="0" lvl="0" marL="0" rtl="0" algn="l">
                        <a:spcBef>
                          <a:spcPts val="0"/>
                        </a:spcBef>
                        <a:spcAft>
                          <a:spcPts val="0"/>
                        </a:spcAft>
                        <a:buNone/>
                      </a:pPr>
                      <a:r>
                        <a:rPr b="1" lang="en" sz="1200">
                          <a:solidFill>
                            <a:srgbClr val="4A86E8"/>
                          </a:solidFill>
                        </a:rPr>
                        <a:t>How would you create </a:t>
                      </a:r>
                      <a:r>
                        <a:rPr b="1" i="1" lang="en" sz="1200" u="sng">
                          <a:solidFill>
                            <a:srgbClr val="4A86E8"/>
                          </a:solidFill>
                        </a:rPr>
                        <a:t>successor</a:t>
                      </a:r>
                      <a:r>
                        <a:rPr b="1" lang="en" sz="1200">
                          <a:solidFill>
                            <a:srgbClr val="4A86E8"/>
                          </a:solidFill>
                        </a:rPr>
                        <a:t> configurations?</a:t>
                      </a:r>
                      <a:endParaRPr sz="1200">
                        <a:solidFill>
                          <a:srgbClr val="4A86E8"/>
                        </a:solidFill>
                      </a:endParaRPr>
                    </a:p>
                  </a:txBody>
                  <a:tcPr marT="91425" marB="91425" marR="91425" marL="91425">
                    <a:solidFill>
                      <a:schemeClr val="accent1"/>
                    </a:solidFill>
                  </a:tcPr>
                </a:tc>
              </a:tr>
              <a:tr h="621100">
                <a:tc vMerge="1"/>
              </a:tr>
              <a:tr h="423050">
                <a:tc rowSpan="2">
                  <a:txBody>
                    <a:bodyPr/>
                    <a:lstStyle/>
                    <a:p>
                      <a:pPr indent="0" lvl="0" marL="0" rtl="0" algn="l">
                        <a:spcBef>
                          <a:spcPts val="0"/>
                        </a:spcBef>
                        <a:spcAft>
                          <a:spcPts val="0"/>
                        </a:spcAft>
                        <a:buNone/>
                      </a:pPr>
                      <a:r>
                        <a:rPr b="1" lang="en" sz="1200">
                          <a:solidFill>
                            <a:srgbClr val="4A86E8"/>
                          </a:solidFill>
                        </a:rPr>
                        <a:t>What would be a good </a:t>
                      </a:r>
                      <a:r>
                        <a:rPr b="1" i="1" lang="en" sz="1200" u="sng">
                          <a:solidFill>
                            <a:srgbClr val="4A86E8"/>
                          </a:solidFill>
                        </a:rPr>
                        <a:t>pruning</a:t>
                      </a:r>
                      <a:r>
                        <a:rPr b="1" lang="en" sz="1200">
                          <a:solidFill>
                            <a:srgbClr val="4A86E8"/>
                          </a:solidFill>
                        </a:rPr>
                        <a:t> strategy?</a:t>
                      </a:r>
                      <a:endParaRPr sz="1200">
                        <a:solidFill>
                          <a:srgbClr val="4A86E8"/>
                        </a:solidFill>
                      </a:endParaRPr>
                    </a:p>
                  </a:txBody>
                  <a:tcPr marT="91425" marB="91425" marR="91425" marL="91425">
                    <a:solidFill>
                      <a:schemeClr val="accent1"/>
                    </a:solidFill>
                  </a:tcPr>
                </a:tc>
              </a:tr>
              <a:tr h="423050">
                <a:tc vMerge="1"/>
              </a:tr>
              <a:tr h="423050">
                <a:tc rowSpan="2">
                  <a:txBody>
                    <a:bodyPr/>
                    <a:lstStyle/>
                    <a:p>
                      <a:pPr indent="0" lvl="0" marL="0" rtl="0" algn="l">
                        <a:spcBef>
                          <a:spcPts val="0"/>
                        </a:spcBef>
                        <a:spcAft>
                          <a:spcPts val="0"/>
                        </a:spcAft>
                        <a:buNone/>
                      </a:pPr>
                      <a:r>
                        <a:rPr b="1" lang="en" sz="1200">
                          <a:solidFill>
                            <a:srgbClr val="4A86E8"/>
                          </a:solidFill>
                        </a:rPr>
                        <a:t>How would you know that a Configuration is the </a:t>
                      </a:r>
                      <a:r>
                        <a:rPr b="1" i="1" lang="en" sz="1200" u="sng">
                          <a:solidFill>
                            <a:srgbClr val="4A86E8"/>
                          </a:solidFill>
                        </a:rPr>
                        <a:t>goal</a:t>
                      </a:r>
                      <a:r>
                        <a:rPr b="1" lang="en" sz="1200">
                          <a:solidFill>
                            <a:srgbClr val="4A86E8"/>
                          </a:solidFill>
                        </a:rPr>
                        <a:t>?</a:t>
                      </a:r>
                      <a:endParaRPr sz="1200">
                        <a:solidFill>
                          <a:srgbClr val="4A86E8"/>
                        </a:solidFill>
                      </a:endParaRPr>
                    </a:p>
                  </a:txBody>
                  <a:tcPr marT="91425" marB="91425" marR="91425" marL="91425">
                    <a:solidFill>
                      <a:schemeClr val="accent1"/>
                    </a:solidFill>
                  </a:tcPr>
                </a:tc>
              </a:tr>
              <a:tr h="270025">
                <a:tc vMerge="1"/>
              </a:tr>
            </a:tbl>
          </a:graphicData>
        </a:graphic>
      </p:graphicFrame>
      <p:pic>
        <p:nvPicPr>
          <p:cNvPr id="1077" name="Google Shape;1077;p132">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
        <p:nvSpPr>
          <p:cNvPr id="1078" name="Google Shape;1078;p132"/>
          <p:cNvSpPr txBox="1"/>
          <p:nvPr/>
        </p:nvSpPr>
        <p:spPr>
          <a:xfrm>
            <a:off x="3826589" y="2229477"/>
            <a:ext cx="5065200" cy="81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4A86E8"/>
                </a:solidFill>
                <a:latin typeface="Inter"/>
                <a:ea typeface="Inter"/>
                <a:cs typeface="Inter"/>
                <a:sym typeface="Inter"/>
              </a:rPr>
              <a:t>Make a deep copy of each shore collection, create a </a:t>
            </a:r>
            <a:r>
              <a:rPr lang="en" sz="1200">
                <a:solidFill>
                  <a:srgbClr val="4A86E8"/>
                </a:solidFill>
                <a:latin typeface="Inter"/>
                <a:ea typeface="Inter"/>
                <a:cs typeface="Inter"/>
                <a:sym typeface="Inter"/>
              </a:rPr>
              <a:t>successor</a:t>
            </a:r>
            <a:r>
              <a:rPr lang="en" sz="1200">
                <a:solidFill>
                  <a:srgbClr val="4A86E8"/>
                </a:solidFill>
                <a:latin typeface="Inter"/>
                <a:ea typeface="Inter"/>
                <a:cs typeface="Inter"/>
                <a:sym typeface="Inter"/>
              </a:rPr>
              <a:t> for each cargo item on the same shore as the farmer by moving the cargo item and farmer to the opposite shore. Also create a configuration for the farmer crossing alone.</a:t>
            </a:r>
            <a:endParaRPr sz="1200">
              <a:solidFill>
                <a:schemeClr val="lt1"/>
              </a:solidFill>
              <a:latin typeface="Inter"/>
              <a:ea typeface="Inter"/>
              <a:cs typeface="Inter"/>
              <a:sym typeface="Inter"/>
            </a:endParaRPr>
          </a:p>
        </p:txBody>
      </p:sp>
      <p:sp>
        <p:nvSpPr>
          <p:cNvPr id="1079" name="Google Shape;1079;p132"/>
          <p:cNvSpPr txBox="1"/>
          <p:nvPr/>
        </p:nvSpPr>
        <p:spPr>
          <a:xfrm>
            <a:off x="3837200" y="3273675"/>
            <a:ext cx="5065200" cy="55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4A86E8"/>
                </a:solidFill>
                <a:latin typeface="Inter"/>
                <a:ea typeface="Inter"/>
                <a:cs typeface="Inter"/>
                <a:sym typeface="Inter"/>
              </a:rPr>
              <a:t>Prune if the configuration has been "seen" before or fox/hen or hen/seed are on the same shore alone.</a:t>
            </a:r>
            <a:endParaRPr sz="1200">
              <a:solidFill>
                <a:schemeClr val="lt1"/>
              </a:solidFill>
              <a:latin typeface="Inter"/>
              <a:ea typeface="Inter"/>
              <a:cs typeface="Inter"/>
              <a:sym typeface="Inter"/>
            </a:endParaRPr>
          </a:p>
        </p:txBody>
      </p:sp>
      <p:sp>
        <p:nvSpPr>
          <p:cNvPr id="1080" name="Google Shape;1080;p132"/>
          <p:cNvSpPr txBox="1"/>
          <p:nvPr/>
        </p:nvSpPr>
        <p:spPr>
          <a:xfrm>
            <a:off x="3836951" y="4186776"/>
            <a:ext cx="5013300" cy="234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4A86E8"/>
                </a:solidFill>
                <a:latin typeface="Inter"/>
                <a:ea typeface="Inter"/>
                <a:cs typeface="Inter"/>
                <a:sym typeface="Inter"/>
              </a:rPr>
              <a:t>The farmer and all cargo items are on the destination shore. </a:t>
            </a:r>
            <a:endParaRPr sz="1200">
              <a:solidFill>
                <a:schemeClr val="lt1"/>
              </a:solidFill>
              <a:latin typeface="Inter"/>
              <a:ea typeface="Inter"/>
              <a:cs typeface="Inter"/>
              <a:sym typeface="Inter"/>
            </a:endParaRPr>
          </a:p>
        </p:txBody>
      </p:sp>
      <p:sp>
        <p:nvSpPr>
          <p:cNvPr id="1081" name="Google Shape;1081;p132"/>
          <p:cNvSpPr txBox="1"/>
          <p:nvPr/>
        </p:nvSpPr>
        <p:spPr>
          <a:xfrm>
            <a:off x="284850" y="1008476"/>
            <a:ext cx="3435600" cy="173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b="1" lang="en" sz="1200">
                <a:solidFill>
                  <a:srgbClr val="FFFFFF"/>
                </a:solidFill>
              </a:rPr>
              <a:t>A farmer has a hen, a fox, and seed. She is one side of a river and needs to get all 3 cargo items across. But, she can only take 1 at a time in the boat. She can't leave the fox and hen together on the same shore alone, and likewise, cannot leave the hen and seed on the same shore alone. The farmer can cross the river alone. Think about how you would solve this problem using backt</a:t>
            </a:r>
            <a:r>
              <a:rPr b="1" lang="en" sz="1300">
                <a:solidFill>
                  <a:srgbClr val="FFFFFF"/>
                </a:solidFill>
              </a:rPr>
              <a:t>racking.</a:t>
            </a:r>
            <a:endParaRPr sz="1200">
              <a:solidFill>
                <a:schemeClr val="lt1"/>
              </a:solidFill>
              <a:latin typeface="Inter"/>
              <a:ea typeface="Inter"/>
              <a:cs typeface="Inter"/>
              <a:sym typeface="Inter"/>
            </a:endParaRPr>
          </a:p>
        </p:txBody>
      </p:sp>
      <p:sp>
        <p:nvSpPr>
          <p:cNvPr id="1082" name="Google Shape;1082;p132"/>
          <p:cNvSpPr txBox="1"/>
          <p:nvPr/>
        </p:nvSpPr>
        <p:spPr>
          <a:xfrm>
            <a:off x="3811000" y="1511975"/>
            <a:ext cx="5065200" cy="48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4A86E8"/>
                </a:solidFill>
                <a:latin typeface="Inter"/>
                <a:ea typeface="Inter"/>
                <a:cs typeface="Inter"/>
                <a:sym typeface="Inter"/>
              </a:rPr>
              <a:t>Collections for starting shore, the destination shore, and "seen" configurations (to avoid cycles).</a:t>
            </a:r>
            <a:endParaRPr sz="1200">
              <a:solidFill>
                <a:schemeClr val="lt1"/>
              </a:solidFill>
              <a:latin typeface="Inter"/>
              <a:ea typeface="Inter"/>
              <a:cs typeface="Inter"/>
              <a:sym typeface="Inter"/>
            </a:endParaRPr>
          </a:p>
        </p:txBody>
      </p:sp>
      <p:pic>
        <p:nvPicPr>
          <p:cNvPr id="1083" name="Google Shape;1083;p132"/>
          <p:cNvPicPr preferRelativeResize="0"/>
          <p:nvPr/>
        </p:nvPicPr>
        <p:blipFill>
          <a:blip r:embed="rId5">
            <a:alphaModFix/>
          </a:blip>
          <a:stretch>
            <a:fillRect/>
          </a:stretch>
        </p:blipFill>
        <p:spPr>
          <a:xfrm>
            <a:off x="248215" y="3008010"/>
            <a:ext cx="3526076" cy="15659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p133"/>
          <p:cNvSpPr/>
          <p:nvPr/>
        </p:nvSpPr>
        <p:spPr>
          <a:xfrm>
            <a:off x="185075"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300">
                <a:solidFill>
                  <a:srgbClr val="FFFFFF"/>
                </a:solidFill>
              </a:rPr>
              <a:t>This Java type is used to define an Abstract Data Type (ADT).</a:t>
            </a:r>
            <a:endParaRPr b="1" sz="4300">
              <a:solidFill>
                <a:srgbClr val="FFFFFF"/>
              </a:solidFill>
            </a:endParaRPr>
          </a:p>
        </p:txBody>
      </p:sp>
      <p:sp>
        <p:nvSpPr>
          <p:cNvPr id="1089" name="Google Shape;1089;p133"/>
          <p:cNvSpPr txBox="1"/>
          <p:nvPr/>
        </p:nvSpPr>
        <p:spPr>
          <a:xfrm>
            <a:off x="593775" y="2859096"/>
            <a:ext cx="8112300" cy="1614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i="1" lang="en" sz="4800">
                <a:solidFill>
                  <a:schemeClr val="accent1"/>
                </a:solidFill>
              </a:rPr>
              <a:t>What is an interface?</a:t>
            </a:r>
            <a:endParaRPr i="1" sz="4800">
              <a:solidFill>
                <a:schemeClr val="accent1"/>
              </a:solidFill>
            </a:endParaRPr>
          </a:p>
        </p:txBody>
      </p:sp>
      <p:pic>
        <p:nvPicPr>
          <p:cNvPr id="1090" name="Google Shape;1090;p133">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134"/>
          <p:cNvSpPr/>
          <p:nvPr/>
        </p:nvSpPr>
        <p:spPr>
          <a:xfrm>
            <a:off x="185075"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300">
                <a:solidFill>
                  <a:srgbClr val="FFFFFF"/>
                </a:solidFill>
              </a:rPr>
              <a:t>This provides a concise way to represent a single‑method class as an expression.</a:t>
            </a:r>
            <a:endParaRPr b="1" sz="4300">
              <a:solidFill>
                <a:srgbClr val="FFFFFF"/>
              </a:solidFill>
            </a:endParaRPr>
          </a:p>
        </p:txBody>
      </p:sp>
      <p:sp>
        <p:nvSpPr>
          <p:cNvPr id="1096" name="Google Shape;1096;p134"/>
          <p:cNvSpPr txBox="1"/>
          <p:nvPr/>
        </p:nvSpPr>
        <p:spPr>
          <a:xfrm>
            <a:off x="593775" y="2766564"/>
            <a:ext cx="8112300" cy="1659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i="1" lang="en" sz="4800">
                <a:solidFill>
                  <a:schemeClr val="accent1"/>
                </a:solidFill>
                <a:latin typeface="Inter"/>
                <a:ea typeface="Inter"/>
                <a:cs typeface="Inter"/>
                <a:sym typeface="Inter"/>
              </a:rPr>
              <a:t>What is a lambda?</a:t>
            </a:r>
            <a:endParaRPr i="1" sz="4800">
              <a:solidFill>
                <a:schemeClr val="accent1"/>
              </a:solidFill>
              <a:latin typeface="Inter"/>
              <a:ea typeface="Inter"/>
              <a:cs typeface="Inter"/>
              <a:sym typeface="Inter"/>
            </a:endParaRPr>
          </a:p>
        </p:txBody>
      </p:sp>
      <p:pic>
        <p:nvPicPr>
          <p:cNvPr id="1097" name="Google Shape;1097;p134">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135"/>
          <p:cNvSpPr/>
          <p:nvPr/>
        </p:nvSpPr>
        <p:spPr>
          <a:xfrm>
            <a:off x="188100"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300">
                <a:solidFill>
                  <a:srgbClr val="FFFFFF"/>
                </a:solidFill>
              </a:rPr>
              <a:t>An intermediate stream operation produces a new stream of transformed elements.</a:t>
            </a:r>
            <a:endParaRPr b="1" sz="4300">
              <a:solidFill>
                <a:srgbClr val="FFFFFF"/>
              </a:solidFill>
            </a:endParaRPr>
          </a:p>
        </p:txBody>
      </p:sp>
      <p:sp>
        <p:nvSpPr>
          <p:cNvPr id="1103" name="Google Shape;1103;p135"/>
          <p:cNvSpPr txBox="1"/>
          <p:nvPr/>
        </p:nvSpPr>
        <p:spPr>
          <a:xfrm>
            <a:off x="596800" y="2766564"/>
            <a:ext cx="8112300" cy="1659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i="1" lang="en" sz="4800">
                <a:solidFill>
                  <a:schemeClr val="accent1"/>
                </a:solidFill>
              </a:rPr>
              <a:t>What is map()?</a:t>
            </a:r>
            <a:endParaRPr i="1" sz="4800">
              <a:solidFill>
                <a:schemeClr val="accent1"/>
              </a:solidFill>
            </a:endParaRPr>
          </a:p>
        </p:txBody>
      </p:sp>
      <p:pic>
        <p:nvPicPr>
          <p:cNvPr id="1104" name="Google Shape;1104;p135">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sp>
        <p:nvSpPr>
          <p:cNvPr id="1109" name="Google Shape;1109;p136"/>
          <p:cNvSpPr/>
          <p:nvPr/>
        </p:nvSpPr>
        <p:spPr>
          <a:xfrm>
            <a:off x="188100"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800">
                <a:solidFill>
                  <a:srgbClr val="FFFFFF"/>
                </a:solidFill>
              </a:rPr>
              <a:t>CODING CHALLENGE!</a:t>
            </a:r>
            <a:endParaRPr b="1" sz="4800">
              <a:solidFill>
                <a:srgbClr val="FFFFFF"/>
              </a:solidFill>
            </a:endParaRPr>
          </a:p>
          <a:p>
            <a:pPr indent="0" lvl="0" marL="0" rtl="0" algn="l">
              <a:spcBef>
                <a:spcPts val="0"/>
              </a:spcBef>
              <a:spcAft>
                <a:spcPts val="0"/>
              </a:spcAft>
              <a:buNone/>
            </a:pPr>
            <a:r>
              <a:rPr b="1" lang="en" sz="2100">
                <a:solidFill>
                  <a:srgbClr val="FFFFFF"/>
                </a:solidFill>
              </a:rPr>
              <a:t>Create a class named </a:t>
            </a:r>
            <a:r>
              <a:rPr lang="en" sz="2100">
                <a:solidFill>
                  <a:srgbClr val="FFFFFF"/>
                </a:solidFill>
                <a:latin typeface="Courier New"/>
                <a:ea typeface="Courier New"/>
                <a:cs typeface="Courier New"/>
                <a:sym typeface="Courier New"/>
              </a:rPr>
              <a:t>Swapper</a:t>
            </a:r>
            <a:r>
              <a:rPr b="1" lang="en" sz="2100">
                <a:solidFill>
                  <a:srgbClr val="FFFFFF"/>
                </a:solidFill>
              </a:rPr>
              <a:t>. The main method should open the </a:t>
            </a:r>
            <a:r>
              <a:rPr lang="en" sz="2100">
                <a:solidFill>
                  <a:srgbClr val="FFFFFF"/>
                </a:solidFill>
                <a:latin typeface="Courier New"/>
                <a:ea typeface="Courier New"/>
                <a:cs typeface="Courier New"/>
                <a:sym typeface="Courier New"/>
              </a:rPr>
              <a:t>word_pairs.txt</a:t>
            </a:r>
            <a:r>
              <a:rPr b="1" lang="en" sz="2100">
                <a:solidFill>
                  <a:srgbClr val="FFFFFF"/>
                </a:solidFill>
              </a:rPr>
              <a:t> data file, swap the words on each line, and print the swapped word lines in alphabetical order. Your solution must use only stream methods and use at least 4 stream methods.</a:t>
            </a:r>
            <a:endParaRPr b="1" sz="2100">
              <a:solidFill>
                <a:srgbClr val="FFFFFF"/>
              </a:solidFill>
            </a:endParaRPr>
          </a:p>
        </p:txBody>
      </p:sp>
      <p:pic>
        <p:nvPicPr>
          <p:cNvPr id="1110" name="Google Shape;1110;p136">
            <a:hlinkClick action="ppaction://hlinksldjump" r:id="rId3"/>
          </p:cNvPr>
          <p:cNvPicPr preferRelativeResize="0"/>
          <p:nvPr/>
        </p:nvPicPr>
        <p:blipFill rotWithShape="1">
          <a:blip r:embed="rId4">
            <a:alphaModFix/>
          </a:blip>
          <a:srcRect b="29971" l="0" r="0" t="25035"/>
          <a:stretch/>
        </p:blipFill>
        <p:spPr>
          <a:xfrm>
            <a:off x="4158575" y="4706840"/>
            <a:ext cx="820808" cy="369300"/>
          </a:xfrm>
          <a:prstGeom prst="rect">
            <a:avLst/>
          </a:prstGeom>
          <a:noFill/>
          <a:ln>
            <a:noFill/>
          </a:ln>
        </p:spPr>
      </p:pic>
      <p:sp>
        <p:nvSpPr>
          <p:cNvPr id="1111" name="Google Shape;1111;p136"/>
          <p:cNvSpPr txBox="1"/>
          <p:nvPr/>
        </p:nvSpPr>
        <p:spPr>
          <a:xfrm>
            <a:off x="2229525" y="2541300"/>
            <a:ext cx="4565100" cy="1962600"/>
          </a:xfrm>
          <a:prstGeom prst="rect">
            <a:avLst/>
          </a:prstGeom>
          <a:solidFill>
            <a:schemeClr val="lt1"/>
          </a:solidFill>
          <a:ln cap="flat" cmpd="sng" w="19050">
            <a:solidFill>
              <a:schemeClr val="accent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050">
                <a:solidFill>
                  <a:srgbClr val="569CD6"/>
                </a:solidFill>
                <a:latin typeface="Consolas"/>
                <a:ea typeface="Consolas"/>
                <a:cs typeface="Consolas"/>
                <a:sym typeface="Consolas"/>
              </a:rPr>
              <a:t>public</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static</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void</a:t>
            </a:r>
            <a:r>
              <a:rPr lang="en" sz="1050">
                <a:solidFill>
                  <a:srgbClr val="D4D4D4"/>
                </a:solidFill>
                <a:latin typeface="Consolas"/>
                <a:ea typeface="Consolas"/>
                <a:cs typeface="Consolas"/>
                <a:sym typeface="Consolas"/>
              </a:rPr>
              <a:t> main(</a:t>
            </a:r>
            <a:r>
              <a:rPr lang="en" sz="1050">
                <a:solidFill>
                  <a:srgbClr val="569CD6"/>
                </a:solidFill>
                <a:latin typeface="Consolas"/>
                <a:ea typeface="Consolas"/>
                <a:cs typeface="Consolas"/>
                <a:sym typeface="Consolas"/>
              </a:rPr>
              <a:t>String</a:t>
            </a:r>
            <a:r>
              <a:rPr lang="en" sz="1050">
                <a:solidFill>
                  <a:srgbClr val="D4D4D4"/>
                </a:solidFill>
                <a:latin typeface="Consolas"/>
                <a:ea typeface="Consolas"/>
                <a:cs typeface="Consolas"/>
                <a:sym typeface="Consolas"/>
              </a:rPr>
              <a:t>[] args) </a:t>
            </a:r>
            <a:r>
              <a:rPr lang="en" sz="1050">
                <a:solidFill>
                  <a:srgbClr val="569CD6"/>
                </a:solidFill>
                <a:latin typeface="Consolas"/>
                <a:ea typeface="Consolas"/>
                <a:cs typeface="Consolas"/>
                <a:sym typeface="Consolas"/>
              </a:rPr>
              <a:t>throws</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IOException </a:t>
            </a: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String</a:t>
            </a:r>
            <a:r>
              <a:rPr lang="en" sz="1050">
                <a:solidFill>
                  <a:srgbClr val="D4D4D4"/>
                </a:solidFill>
                <a:latin typeface="Consolas"/>
                <a:ea typeface="Consolas"/>
                <a:cs typeface="Consolas"/>
                <a:sym typeface="Consolas"/>
              </a:rPr>
              <a:t> file = </a:t>
            </a:r>
            <a:r>
              <a:rPr lang="en" sz="1050">
                <a:solidFill>
                  <a:srgbClr val="CE9178"/>
                </a:solidFill>
                <a:latin typeface="Consolas"/>
                <a:ea typeface="Consolas"/>
                <a:cs typeface="Consolas"/>
                <a:sym typeface="Consolas"/>
              </a:rPr>
              <a:t>"data/word_pairs.txt"</a:t>
            </a: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try</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FileReader</a:t>
            </a:r>
            <a:r>
              <a:rPr lang="en" sz="1050">
                <a:solidFill>
                  <a:srgbClr val="D4D4D4"/>
                </a:solidFill>
                <a:latin typeface="Consolas"/>
                <a:ea typeface="Consolas"/>
                <a:cs typeface="Consolas"/>
                <a:sym typeface="Consolas"/>
              </a:rPr>
              <a:t> fr = </a:t>
            </a:r>
            <a:r>
              <a:rPr lang="en" sz="1050">
                <a:solidFill>
                  <a:srgbClr val="569CD6"/>
                </a:solidFill>
                <a:latin typeface="Consolas"/>
                <a:ea typeface="Consolas"/>
                <a:cs typeface="Consolas"/>
                <a:sym typeface="Consolas"/>
              </a:rPr>
              <a:t>new</a:t>
            </a:r>
            <a:r>
              <a:rPr lang="en" sz="1050">
                <a:solidFill>
                  <a:srgbClr val="D4D4D4"/>
                </a:solidFill>
                <a:latin typeface="Consolas"/>
                <a:ea typeface="Consolas"/>
                <a:cs typeface="Consolas"/>
                <a:sym typeface="Consolas"/>
              </a:rPr>
              <a:t> FileReader(file);</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BufferedReader</a:t>
            </a:r>
            <a:r>
              <a:rPr lang="en" sz="1050">
                <a:solidFill>
                  <a:srgbClr val="D4D4D4"/>
                </a:solidFill>
                <a:latin typeface="Consolas"/>
                <a:ea typeface="Consolas"/>
                <a:cs typeface="Consolas"/>
                <a:sym typeface="Consolas"/>
              </a:rPr>
              <a:t> br = </a:t>
            </a:r>
            <a:r>
              <a:rPr lang="en" sz="1050">
                <a:solidFill>
                  <a:srgbClr val="569CD6"/>
                </a:solidFill>
                <a:latin typeface="Consolas"/>
                <a:ea typeface="Consolas"/>
                <a:cs typeface="Consolas"/>
                <a:sym typeface="Consolas"/>
              </a:rPr>
              <a:t>new</a:t>
            </a:r>
            <a:r>
              <a:rPr lang="en" sz="1050">
                <a:solidFill>
                  <a:srgbClr val="D4D4D4"/>
                </a:solidFill>
                <a:latin typeface="Consolas"/>
                <a:ea typeface="Consolas"/>
                <a:cs typeface="Consolas"/>
                <a:sym typeface="Consolas"/>
              </a:rPr>
              <a:t> BufferedReader(fr))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br.lines()</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.map(line </a:t>
            </a:r>
            <a:r>
              <a:rPr lang="en" sz="1050">
                <a:solidFill>
                  <a:srgbClr val="569CD6"/>
                </a:solidFill>
                <a:latin typeface="Consolas"/>
                <a:ea typeface="Consolas"/>
                <a:cs typeface="Consolas"/>
                <a:sym typeface="Consolas"/>
              </a:rPr>
              <a:t>-&gt;</a:t>
            </a:r>
            <a:r>
              <a:rPr lang="en" sz="1050">
                <a:solidFill>
                  <a:srgbClr val="D4D4D4"/>
                </a:solidFill>
                <a:latin typeface="Consolas"/>
                <a:ea typeface="Consolas"/>
                <a:cs typeface="Consolas"/>
                <a:sym typeface="Consolas"/>
              </a:rPr>
              <a:t> line.split(</a:t>
            </a:r>
            <a:r>
              <a:rPr lang="en" sz="1050">
                <a:solidFill>
                  <a:srgbClr val="CE9178"/>
                </a:solidFill>
                <a:latin typeface="Consolas"/>
                <a:ea typeface="Consolas"/>
                <a:cs typeface="Consolas"/>
                <a:sym typeface="Consolas"/>
              </a:rPr>
              <a:t>" "</a:t>
            </a: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.map(parts </a:t>
            </a:r>
            <a:r>
              <a:rPr lang="en" sz="1050">
                <a:solidFill>
                  <a:srgbClr val="569CD6"/>
                </a:solidFill>
                <a:latin typeface="Consolas"/>
                <a:ea typeface="Consolas"/>
                <a:cs typeface="Consolas"/>
                <a:sym typeface="Consolas"/>
              </a:rPr>
              <a:t>-&gt;</a:t>
            </a:r>
            <a:r>
              <a:rPr lang="en" sz="1050">
                <a:solidFill>
                  <a:srgbClr val="D4D4D4"/>
                </a:solidFill>
                <a:latin typeface="Consolas"/>
                <a:ea typeface="Consolas"/>
                <a:cs typeface="Consolas"/>
                <a:sym typeface="Consolas"/>
              </a:rPr>
              <a:t> parts[</a:t>
            </a:r>
            <a:r>
              <a:rPr lang="en" sz="1050">
                <a:solidFill>
                  <a:srgbClr val="B5CEA8"/>
                </a:solidFill>
                <a:latin typeface="Consolas"/>
                <a:ea typeface="Consolas"/>
                <a:cs typeface="Consolas"/>
                <a:sym typeface="Consolas"/>
              </a:rPr>
              <a:t>0</a:t>
            </a:r>
            <a:r>
              <a:rPr lang="en" sz="1050">
                <a:solidFill>
                  <a:srgbClr val="D4D4D4"/>
                </a:solidFill>
                <a:latin typeface="Consolas"/>
                <a:ea typeface="Consolas"/>
                <a:cs typeface="Consolas"/>
                <a:sym typeface="Consolas"/>
              </a:rPr>
              <a:t>] + </a:t>
            </a:r>
            <a:r>
              <a:rPr lang="en" sz="1050">
                <a:solidFill>
                  <a:srgbClr val="CE9178"/>
                </a:solidFill>
                <a:latin typeface="Consolas"/>
                <a:ea typeface="Consolas"/>
                <a:cs typeface="Consolas"/>
                <a:sym typeface="Consolas"/>
              </a:rPr>
              <a:t>" "</a:t>
            </a:r>
            <a:r>
              <a:rPr lang="en" sz="1050">
                <a:solidFill>
                  <a:srgbClr val="D4D4D4"/>
                </a:solidFill>
                <a:latin typeface="Consolas"/>
                <a:ea typeface="Consolas"/>
                <a:cs typeface="Consolas"/>
                <a:sym typeface="Consolas"/>
              </a:rPr>
              <a:t> + parts[</a:t>
            </a:r>
            <a:r>
              <a:rPr lang="en" sz="1050">
                <a:solidFill>
                  <a:srgbClr val="B5CEA8"/>
                </a:solidFill>
                <a:latin typeface="Consolas"/>
                <a:ea typeface="Consolas"/>
                <a:cs typeface="Consolas"/>
                <a:sym typeface="Consolas"/>
              </a:rPr>
              <a:t>1</a:t>
            </a: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.sorted()</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.forEach(System.out</a:t>
            </a:r>
            <a:r>
              <a:rPr lang="en" sz="1050">
                <a:solidFill>
                  <a:srgbClr val="569CD6"/>
                </a:solidFill>
                <a:latin typeface="Consolas"/>
                <a:ea typeface="Consolas"/>
                <a:cs typeface="Consolas"/>
                <a:sym typeface="Consolas"/>
              </a:rPr>
              <a:t>::</a:t>
            </a:r>
            <a:r>
              <a:rPr lang="en" sz="1050">
                <a:solidFill>
                  <a:srgbClr val="D4D4D4"/>
                </a:solidFill>
                <a:latin typeface="Consolas"/>
                <a:ea typeface="Consolas"/>
                <a:cs typeface="Consolas"/>
                <a:sym typeface="Consolas"/>
              </a:rPr>
              <a:t>println);</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5" name="Shape 1115"/>
        <p:cNvGrpSpPr/>
        <p:nvPr/>
      </p:nvGrpSpPr>
      <p:grpSpPr>
        <a:xfrm>
          <a:off x="0" y="0"/>
          <a:ext cx="0" cy="0"/>
          <a:chOff x="0" y="0"/>
          <a:chExt cx="0" cy="0"/>
        </a:xfrm>
      </p:grpSpPr>
      <p:sp>
        <p:nvSpPr>
          <p:cNvPr id="1116" name="Google Shape;1116;p137"/>
          <p:cNvSpPr/>
          <p:nvPr/>
        </p:nvSpPr>
        <p:spPr>
          <a:xfrm>
            <a:off x="188100" y="93457"/>
            <a:ext cx="8767800" cy="4552500"/>
          </a:xfrm>
          <a:prstGeom prst="rect">
            <a:avLst/>
          </a:prstGeom>
          <a:solidFill>
            <a:srgbClr val="4A86E8"/>
          </a:solidFill>
          <a:ln cap="flat" cmpd="sng" w="76200">
            <a:solidFill>
              <a:srgbClr val="073763"/>
            </a:solidFill>
            <a:prstDash val="solid"/>
            <a:round/>
            <a:headEnd len="sm" w="sm" type="none"/>
            <a:tailEnd len="sm" w="sm" type="none"/>
          </a:ln>
        </p:spPr>
        <p:txBody>
          <a:bodyPr anchorCtr="0" anchor="t" bIns="91425" lIns="91425" spcFirstLastPara="1" rIns="91425" wrap="square" tIns="228600">
            <a:noAutofit/>
          </a:bodyPr>
          <a:lstStyle/>
          <a:p>
            <a:pPr indent="0" lvl="0" marL="0" rtl="0" algn="ctr">
              <a:spcBef>
                <a:spcPts val="0"/>
              </a:spcBef>
              <a:spcAft>
                <a:spcPts val="0"/>
              </a:spcAft>
              <a:buNone/>
            </a:pPr>
            <a:r>
              <a:rPr b="1" lang="en" sz="4800">
                <a:solidFill>
                  <a:srgbClr val="FFFFFF"/>
                </a:solidFill>
              </a:rPr>
              <a:t>CODING CHALLENGE!</a:t>
            </a:r>
            <a:endParaRPr b="1" sz="4800">
              <a:solidFill>
                <a:srgbClr val="FFFFFF"/>
              </a:solidFill>
            </a:endParaRPr>
          </a:p>
          <a:p>
            <a:pPr indent="-368300" lvl="0" marL="457200" rtl="0" algn="l">
              <a:spcBef>
                <a:spcPts val="0"/>
              </a:spcBef>
              <a:spcAft>
                <a:spcPts val="0"/>
              </a:spcAft>
              <a:buClr>
                <a:srgbClr val="FFFFFF"/>
              </a:buClr>
              <a:buSzPts val="2200"/>
              <a:buAutoNum type="arabicPeriod"/>
            </a:pPr>
            <a:r>
              <a:rPr b="1" lang="en" sz="2200">
                <a:solidFill>
                  <a:srgbClr val="FFFFFF"/>
                </a:solidFill>
              </a:rPr>
              <a:t>Download </a:t>
            </a:r>
            <a:r>
              <a:rPr lang="en" sz="2200">
                <a:solidFill>
                  <a:srgbClr val="FFFFFF"/>
                </a:solidFill>
                <a:latin typeface="Courier New"/>
                <a:ea typeface="Courier New"/>
                <a:cs typeface="Courier New"/>
                <a:sym typeface="Courier New"/>
              </a:rPr>
              <a:t>http://holly.cs.rit.edu:2001/brickle.zip</a:t>
            </a:r>
            <a:endParaRPr sz="2200">
              <a:solidFill>
                <a:srgbClr val="FFFFFF"/>
              </a:solidFill>
              <a:latin typeface="Courier New"/>
              <a:ea typeface="Courier New"/>
              <a:cs typeface="Courier New"/>
              <a:sym typeface="Courier New"/>
            </a:endParaRPr>
          </a:p>
          <a:p>
            <a:pPr indent="-374650" lvl="0" marL="457200" rtl="0" algn="l">
              <a:spcBef>
                <a:spcPts val="0"/>
              </a:spcBef>
              <a:spcAft>
                <a:spcPts val="0"/>
              </a:spcAft>
              <a:buClr>
                <a:srgbClr val="FFFFFF"/>
              </a:buClr>
              <a:buSzPts val="2300"/>
              <a:buAutoNum type="arabicPeriod"/>
            </a:pPr>
            <a:r>
              <a:rPr b="1" lang="en" sz="2200">
                <a:solidFill>
                  <a:srgbClr val="FFFFFF"/>
                </a:solidFill>
              </a:rPr>
              <a:t>Implement </a:t>
            </a:r>
            <a:r>
              <a:rPr lang="en" sz="2200">
                <a:solidFill>
                  <a:srgbClr val="FFFFFF"/>
                </a:solidFill>
                <a:latin typeface="Courier New"/>
                <a:ea typeface="Courier New"/>
                <a:cs typeface="Courier New"/>
                <a:sym typeface="Courier New"/>
              </a:rPr>
              <a:t>BrickleHandler</a:t>
            </a:r>
            <a:r>
              <a:rPr b="1" lang="en" sz="2200">
                <a:solidFill>
                  <a:srgbClr val="FFFFFF"/>
                </a:solidFill>
              </a:rPr>
              <a:t> to play a game of Brickle</a:t>
            </a:r>
            <a:r>
              <a:rPr b="1" baseline="30000" lang="en" sz="2300">
                <a:solidFill>
                  <a:srgbClr val="FFFFFF"/>
                </a:solidFill>
              </a:rPr>
              <a:t>1</a:t>
            </a:r>
            <a:endParaRPr b="1" baseline="30000" sz="2300">
              <a:solidFill>
                <a:srgbClr val="FFFFFF"/>
              </a:solidFill>
            </a:endParaRPr>
          </a:p>
          <a:p>
            <a:pPr indent="0" lvl="0" marL="0" rtl="0" algn="l">
              <a:spcBef>
                <a:spcPts val="0"/>
              </a:spcBef>
              <a:spcAft>
                <a:spcPts val="0"/>
              </a:spcAft>
              <a:buNone/>
            </a:pPr>
            <a:r>
              <a:t/>
            </a:r>
            <a:endParaRPr b="1" sz="2300">
              <a:solidFill>
                <a:srgbClr val="FFFFFF"/>
              </a:solidFill>
            </a:endParaRPr>
          </a:p>
          <a:p>
            <a:pPr indent="0" lvl="0" marL="457200" rtl="0" algn="l">
              <a:spcBef>
                <a:spcPts val="0"/>
              </a:spcBef>
              <a:spcAft>
                <a:spcPts val="0"/>
              </a:spcAft>
              <a:buNone/>
            </a:pPr>
            <a:r>
              <a:t/>
            </a:r>
            <a:endParaRPr b="1" sz="2300">
              <a:solidFill>
                <a:srgbClr val="FFFFFF"/>
              </a:solidFill>
            </a:endParaRPr>
          </a:p>
          <a:p>
            <a:pPr indent="0" lvl="0" marL="457200" rtl="0" algn="l">
              <a:spcBef>
                <a:spcPts val="0"/>
              </a:spcBef>
              <a:spcAft>
                <a:spcPts val="0"/>
              </a:spcAft>
              <a:buNone/>
            </a:pPr>
            <a:r>
              <a:t/>
            </a:r>
            <a:endParaRPr b="1" sz="2300">
              <a:solidFill>
                <a:srgbClr val="FFFFFF"/>
              </a:solidFill>
            </a:endParaRPr>
          </a:p>
          <a:p>
            <a:pPr indent="0" lvl="0" marL="457200" rtl="0" algn="l">
              <a:spcBef>
                <a:spcPts val="0"/>
              </a:spcBef>
              <a:spcAft>
                <a:spcPts val="0"/>
              </a:spcAft>
              <a:buNone/>
            </a:pPr>
            <a:r>
              <a:t/>
            </a:r>
            <a:endParaRPr b="1" sz="2300">
              <a:solidFill>
                <a:srgbClr val="FFFFFF"/>
              </a:solidFill>
            </a:endParaRPr>
          </a:p>
          <a:p>
            <a:pPr indent="0" lvl="0" marL="457200" rtl="0" algn="l">
              <a:spcBef>
                <a:spcPts val="0"/>
              </a:spcBef>
              <a:spcAft>
                <a:spcPts val="0"/>
              </a:spcAft>
              <a:buNone/>
            </a:pPr>
            <a:r>
              <a:t/>
            </a:r>
            <a:endParaRPr b="1" sz="2300">
              <a:solidFill>
                <a:srgbClr val="FFFFFF"/>
              </a:solidFill>
            </a:endParaRPr>
          </a:p>
          <a:p>
            <a:pPr indent="0" lvl="0" marL="457200" rtl="0" algn="l">
              <a:spcBef>
                <a:spcPts val="0"/>
              </a:spcBef>
              <a:spcAft>
                <a:spcPts val="0"/>
              </a:spcAft>
              <a:buNone/>
            </a:pPr>
            <a:r>
              <a:t/>
            </a:r>
            <a:endParaRPr b="1" sz="2300">
              <a:solidFill>
                <a:srgbClr val="FFFFFF"/>
              </a:solidFill>
            </a:endParaRPr>
          </a:p>
          <a:p>
            <a:pPr indent="-368300" lvl="0" marL="457200" rtl="0" algn="l">
              <a:spcBef>
                <a:spcPts val="0"/>
              </a:spcBef>
              <a:spcAft>
                <a:spcPts val="0"/>
              </a:spcAft>
              <a:buClr>
                <a:srgbClr val="FFFFFF"/>
              </a:buClr>
              <a:buSzPts val="2200"/>
              <a:buAutoNum type="arabicPeriod"/>
            </a:pPr>
            <a:r>
              <a:rPr b="1" lang="en" sz="2200">
                <a:solidFill>
                  <a:srgbClr val="FFFFFF"/>
                </a:solidFill>
              </a:rPr>
              <a:t>Test with </a:t>
            </a:r>
            <a:r>
              <a:rPr lang="en" sz="2200">
                <a:solidFill>
                  <a:srgbClr val="FFFFFF"/>
                </a:solidFill>
                <a:latin typeface="Courier New"/>
                <a:ea typeface="Courier New"/>
                <a:cs typeface="Courier New"/>
                <a:sym typeface="Courier New"/>
              </a:rPr>
              <a:t>brickle.html</a:t>
            </a:r>
            <a:endParaRPr sz="2200">
              <a:solidFill>
                <a:srgbClr val="FFFFFF"/>
              </a:solidFill>
              <a:latin typeface="Courier New"/>
              <a:ea typeface="Courier New"/>
              <a:cs typeface="Courier New"/>
              <a:sym typeface="Courier New"/>
            </a:endParaRPr>
          </a:p>
          <a:p>
            <a:pPr indent="0" lvl="0" marL="457200" rtl="0" algn="l">
              <a:spcBef>
                <a:spcPts val="0"/>
              </a:spcBef>
              <a:spcAft>
                <a:spcPts val="0"/>
              </a:spcAft>
              <a:buNone/>
            </a:pPr>
            <a:r>
              <a:t/>
            </a:r>
            <a:endParaRPr b="1" sz="2300">
              <a:solidFill>
                <a:srgbClr val="FFFFFF"/>
              </a:solidFill>
            </a:endParaRPr>
          </a:p>
          <a:p>
            <a:pPr indent="0" lvl="0" marL="457200" rtl="0" algn="l">
              <a:spcBef>
                <a:spcPts val="0"/>
              </a:spcBef>
              <a:spcAft>
                <a:spcPts val="0"/>
              </a:spcAft>
              <a:buNone/>
            </a:pPr>
            <a:r>
              <a:t/>
            </a:r>
            <a:endParaRPr b="1" sz="1500">
              <a:solidFill>
                <a:srgbClr val="FFFFFF"/>
              </a:solidFill>
            </a:endParaRPr>
          </a:p>
          <a:p>
            <a:pPr indent="0" lvl="0" marL="0" rtl="0" algn="ctr">
              <a:spcBef>
                <a:spcPts val="0"/>
              </a:spcBef>
              <a:spcAft>
                <a:spcPts val="0"/>
              </a:spcAft>
              <a:buNone/>
            </a:pPr>
            <a:r>
              <a:t/>
            </a:r>
            <a:endParaRPr b="1" sz="2400">
              <a:solidFill>
                <a:srgbClr val="FFFFFF"/>
              </a:solidFill>
            </a:endParaRPr>
          </a:p>
        </p:txBody>
      </p:sp>
      <p:graphicFrame>
        <p:nvGraphicFramePr>
          <p:cNvPr id="1117" name="Google Shape;1117;p137"/>
          <p:cNvGraphicFramePr/>
          <p:nvPr/>
        </p:nvGraphicFramePr>
        <p:xfrm>
          <a:off x="822960" y="1809750"/>
          <a:ext cx="3000000" cy="3000000"/>
        </p:xfrm>
        <a:graphic>
          <a:graphicData uri="http://schemas.openxmlformats.org/drawingml/2006/table">
            <a:tbl>
              <a:tblPr>
                <a:noFill/>
                <a:tableStyleId>{B317DAE7-6F48-4459-89BA-82DB4F46E07A}</a:tableStyleId>
              </a:tblPr>
              <a:tblGrid>
                <a:gridCol w="2387750"/>
                <a:gridCol w="1418175"/>
                <a:gridCol w="1545975"/>
              </a:tblGrid>
              <a:tr h="381000">
                <a:tc>
                  <a:txBody>
                    <a:bodyPr/>
                    <a:lstStyle/>
                    <a:p>
                      <a:pPr indent="0" lvl="0" marL="0" rtl="0" algn="l">
                        <a:spcBef>
                          <a:spcPts val="0"/>
                        </a:spcBef>
                        <a:spcAft>
                          <a:spcPts val="0"/>
                        </a:spcAft>
                        <a:buNone/>
                      </a:pPr>
                      <a:r>
                        <a:rPr b="1" lang="en">
                          <a:solidFill>
                            <a:srgbClr val="4A86E8"/>
                          </a:solidFill>
                        </a:rPr>
                        <a:t>Request Method and URI</a:t>
                      </a:r>
                      <a:endParaRPr b="1">
                        <a:solidFill>
                          <a:srgbClr val="4A86E8"/>
                        </a:solidFill>
                      </a:endParaRPr>
                    </a:p>
                  </a:txBody>
                  <a:tcPr marT="91425" marB="91425" marR="91425" marL="91425">
                    <a:solidFill>
                      <a:schemeClr val="accent1"/>
                    </a:solidFill>
                  </a:tcPr>
                </a:tc>
                <a:tc>
                  <a:txBody>
                    <a:bodyPr/>
                    <a:lstStyle/>
                    <a:p>
                      <a:pPr indent="0" lvl="0" marL="0" rtl="0" algn="l">
                        <a:spcBef>
                          <a:spcPts val="0"/>
                        </a:spcBef>
                        <a:spcAft>
                          <a:spcPts val="0"/>
                        </a:spcAft>
                        <a:buNone/>
                      </a:pPr>
                      <a:r>
                        <a:rPr b="1" lang="en">
                          <a:solidFill>
                            <a:srgbClr val="4A86E8"/>
                          </a:solidFill>
                        </a:rPr>
                        <a:t>Request Body</a:t>
                      </a:r>
                      <a:endParaRPr b="1">
                        <a:solidFill>
                          <a:srgbClr val="4A86E8"/>
                        </a:solidFill>
                      </a:endParaRPr>
                    </a:p>
                  </a:txBody>
                  <a:tcPr marT="91425" marB="91425" marR="91425" marL="91425">
                    <a:solidFill>
                      <a:schemeClr val="accent1"/>
                    </a:solidFill>
                  </a:tcPr>
                </a:tc>
                <a:tc>
                  <a:txBody>
                    <a:bodyPr/>
                    <a:lstStyle/>
                    <a:p>
                      <a:pPr indent="0" lvl="0" marL="0" rtl="0" algn="l">
                        <a:spcBef>
                          <a:spcPts val="0"/>
                        </a:spcBef>
                        <a:spcAft>
                          <a:spcPts val="0"/>
                        </a:spcAft>
                        <a:buNone/>
                      </a:pPr>
                      <a:r>
                        <a:rPr b="1" lang="en">
                          <a:solidFill>
                            <a:srgbClr val="4A86E8"/>
                          </a:solidFill>
                        </a:rPr>
                        <a:t>Response Body</a:t>
                      </a:r>
                      <a:endParaRPr b="1">
                        <a:solidFill>
                          <a:srgbClr val="4A86E8"/>
                        </a:solidFill>
                      </a:endParaRPr>
                    </a:p>
                  </a:txBody>
                  <a:tcPr marT="91425" marB="91425" marR="91425" marL="91425">
                    <a:lnB cap="flat" cmpd="sng" w="19050">
                      <a:solidFill>
                        <a:srgbClr val="9E9E9E"/>
                      </a:solidFill>
                      <a:prstDash val="solid"/>
                      <a:round/>
                      <a:headEnd len="sm" w="sm" type="none"/>
                      <a:tailEnd len="sm" w="sm" type="none"/>
                    </a:lnB>
                    <a:solidFill>
                      <a:schemeClr val="accent1"/>
                    </a:solidFill>
                  </a:tcPr>
                </a:tc>
              </a:tr>
              <a:tr h="381000">
                <a:tc>
                  <a:txBody>
                    <a:bodyPr/>
                    <a:lstStyle/>
                    <a:p>
                      <a:pPr indent="0" lvl="0" marL="0" rtl="0" algn="l">
                        <a:spcBef>
                          <a:spcPts val="0"/>
                        </a:spcBef>
                        <a:spcAft>
                          <a:spcPts val="0"/>
                        </a:spcAft>
                        <a:buNone/>
                      </a:pPr>
                      <a:r>
                        <a:rPr lang="en">
                          <a:solidFill>
                            <a:schemeClr val="accent1"/>
                          </a:solidFill>
                        </a:rPr>
                        <a:t>GET /gamestate</a:t>
                      </a:r>
                      <a:endParaRPr>
                        <a:solidFill>
                          <a:schemeClr val="accent1"/>
                        </a:solidFill>
                      </a:endParaRPr>
                    </a:p>
                  </a:txBody>
                  <a:tcPr marT="91425" marB="91425" marR="91425" marL="91425">
                    <a:solidFill>
                      <a:srgbClr val="4A86E8"/>
                    </a:solidFill>
                  </a:tcPr>
                </a:tc>
                <a:tc>
                  <a:txBody>
                    <a:bodyPr/>
                    <a:lstStyle/>
                    <a:p>
                      <a:pPr indent="0" lvl="0" marL="0" rtl="0" algn="l">
                        <a:spcBef>
                          <a:spcPts val="0"/>
                        </a:spcBef>
                        <a:spcAft>
                          <a:spcPts val="0"/>
                        </a:spcAft>
                        <a:buNone/>
                      </a:pPr>
                      <a:r>
                        <a:rPr lang="en">
                          <a:solidFill>
                            <a:schemeClr val="accent1"/>
                          </a:solidFill>
                        </a:rPr>
                        <a:t>N/A</a:t>
                      </a:r>
                      <a:endParaRPr>
                        <a:solidFill>
                          <a:schemeClr val="accent1"/>
                        </a:solidFill>
                      </a:endParaRPr>
                    </a:p>
                  </a:txBody>
                  <a:tcPr marT="91425" marB="91425" marR="91425" marL="91425">
                    <a:lnR cap="flat" cmpd="sng" w="19050">
                      <a:solidFill>
                        <a:srgbClr val="9E9E9E"/>
                      </a:solidFill>
                      <a:prstDash val="solid"/>
                      <a:round/>
                      <a:headEnd len="sm" w="sm" type="none"/>
                      <a:tailEnd len="sm" w="sm" type="none"/>
                    </a:lnR>
                    <a:solidFill>
                      <a:srgbClr val="4A86E8"/>
                    </a:solidFill>
                  </a:tcPr>
                </a:tc>
                <a:tc>
                  <a:txBody>
                    <a:bodyPr/>
                    <a:lstStyle/>
                    <a:p>
                      <a:pPr indent="0" lvl="0" marL="0" rtl="0" algn="l">
                        <a:spcBef>
                          <a:spcPts val="0"/>
                        </a:spcBef>
                        <a:spcAft>
                          <a:spcPts val="0"/>
                        </a:spcAft>
                        <a:buNone/>
                      </a:pPr>
                      <a:r>
                        <a:rPr lang="en">
                          <a:solidFill>
                            <a:schemeClr val="accent1"/>
                          </a:solidFill>
                        </a:rPr>
                        <a:t>IN_PROGRESS</a:t>
                      </a:r>
                      <a:endParaRPr>
                        <a:solidFill>
                          <a:schemeClr val="accent1"/>
                        </a:solidFill>
                      </a:endParaRPr>
                    </a:p>
                    <a:p>
                      <a:pPr indent="0" lvl="0" marL="0" rtl="0" algn="l">
                        <a:spcBef>
                          <a:spcPts val="0"/>
                        </a:spcBef>
                        <a:spcAft>
                          <a:spcPts val="0"/>
                        </a:spcAft>
                        <a:buNone/>
                      </a:pPr>
                      <a:r>
                        <a:rPr lang="en">
                          <a:solidFill>
                            <a:schemeClr val="accent1"/>
                          </a:solidFill>
                        </a:rPr>
                        <a:t>WON</a:t>
                      </a:r>
                      <a:endParaRPr>
                        <a:solidFill>
                          <a:schemeClr val="accent1"/>
                        </a:solidFill>
                      </a:endParaRPr>
                    </a:p>
                    <a:p>
                      <a:pPr indent="0" lvl="0" marL="0" rtl="0" algn="l">
                        <a:spcBef>
                          <a:spcPts val="0"/>
                        </a:spcBef>
                        <a:spcAft>
                          <a:spcPts val="0"/>
                        </a:spcAft>
                        <a:buNone/>
                      </a:pPr>
                      <a:r>
                        <a:rPr lang="en">
                          <a:solidFill>
                            <a:schemeClr val="accent1"/>
                          </a:solidFill>
                        </a:rPr>
                        <a:t>LOST</a:t>
                      </a:r>
                      <a:endParaRPr>
                        <a:solidFill>
                          <a:schemeClr val="accent1"/>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4A86E8"/>
                    </a:solidFill>
                  </a:tcPr>
                </a:tc>
              </a:tr>
              <a:tr h="381000">
                <a:tc>
                  <a:txBody>
                    <a:bodyPr/>
                    <a:lstStyle/>
                    <a:p>
                      <a:pPr indent="0" lvl="0" marL="0" rtl="0" algn="l">
                        <a:spcBef>
                          <a:spcPts val="0"/>
                        </a:spcBef>
                        <a:spcAft>
                          <a:spcPts val="0"/>
                        </a:spcAft>
                        <a:buNone/>
                      </a:pPr>
                      <a:r>
                        <a:rPr lang="en">
                          <a:solidFill>
                            <a:schemeClr val="accent1"/>
                          </a:solidFill>
                        </a:rPr>
                        <a:t>GET /guessesleft</a:t>
                      </a:r>
                      <a:endParaRPr>
                        <a:solidFill>
                          <a:schemeClr val="accent1"/>
                        </a:solidFill>
                      </a:endParaRPr>
                    </a:p>
                  </a:txBody>
                  <a:tcPr marT="91425" marB="91425" marR="91425" marL="91425">
                    <a:solidFill>
                      <a:srgbClr val="4A86E8"/>
                    </a:solidFill>
                  </a:tcPr>
                </a:tc>
                <a:tc>
                  <a:txBody>
                    <a:bodyPr/>
                    <a:lstStyle/>
                    <a:p>
                      <a:pPr indent="0" lvl="0" marL="0" rtl="0" algn="l">
                        <a:spcBef>
                          <a:spcPts val="0"/>
                        </a:spcBef>
                        <a:spcAft>
                          <a:spcPts val="0"/>
                        </a:spcAft>
                        <a:buNone/>
                      </a:pPr>
                      <a:r>
                        <a:rPr lang="en">
                          <a:solidFill>
                            <a:schemeClr val="accent1"/>
                          </a:solidFill>
                        </a:rPr>
                        <a:t>N/A</a:t>
                      </a:r>
                      <a:endParaRPr>
                        <a:solidFill>
                          <a:schemeClr val="accent1"/>
                        </a:solidFill>
                      </a:endParaRPr>
                    </a:p>
                  </a:txBody>
                  <a:tcPr marT="91425" marB="91425" marR="91425" marL="91425">
                    <a:solidFill>
                      <a:srgbClr val="4A86E8"/>
                    </a:solidFill>
                  </a:tcPr>
                </a:tc>
                <a:tc>
                  <a:txBody>
                    <a:bodyPr/>
                    <a:lstStyle/>
                    <a:p>
                      <a:pPr indent="0" lvl="0" marL="0" rtl="0" algn="l">
                        <a:spcBef>
                          <a:spcPts val="0"/>
                        </a:spcBef>
                        <a:spcAft>
                          <a:spcPts val="0"/>
                        </a:spcAft>
                        <a:buNone/>
                      </a:pPr>
                      <a:r>
                        <a:rPr lang="en">
                          <a:solidFill>
                            <a:schemeClr val="accent1"/>
                          </a:solidFill>
                        </a:rPr>
                        <a:t>&lt;guesses left&gt;</a:t>
                      </a:r>
                      <a:endParaRPr>
                        <a:solidFill>
                          <a:schemeClr val="accent1"/>
                        </a:solidFill>
                      </a:endParaRPr>
                    </a:p>
                  </a:txBody>
                  <a:tcPr marT="91425" marB="91425" marR="91425" marL="91425">
                    <a:lnT cap="flat" cmpd="sng" w="19050">
                      <a:solidFill>
                        <a:srgbClr val="9E9E9E"/>
                      </a:solidFill>
                      <a:prstDash val="solid"/>
                      <a:round/>
                      <a:headEnd len="sm" w="sm" type="none"/>
                      <a:tailEnd len="sm" w="sm" type="none"/>
                    </a:lnT>
                    <a:solidFill>
                      <a:srgbClr val="4A86E8"/>
                    </a:solidFill>
                  </a:tcPr>
                </a:tc>
              </a:tr>
              <a:tr h="381000">
                <a:tc>
                  <a:txBody>
                    <a:bodyPr/>
                    <a:lstStyle/>
                    <a:p>
                      <a:pPr indent="0" lvl="0" marL="0" rtl="0" algn="l">
                        <a:spcBef>
                          <a:spcPts val="0"/>
                        </a:spcBef>
                        <a:spcAft>
                          <a:spcPts val="0"/>
                        </a:spcAft>
                        <a:buNone/>
                      </a:pPr>
                      <a:r>
                        <a:rPr lang="en">
                          <a:solidFill>
                            <a:schemeClr val="accent1"/>
                          </a:solidFill>
                        </a:rPr>
                        <a:t>POST /guess</a:t>
                      </a:r>
                      <a:endParaRPr>
                        <a:solidFill>
                          <a:schemeClr val="accent1"/>
                        </a:solidFill>
                      </a:endParaRPr>
                    </a:p>
                  </a:txBody>
                  <a:tcPr marT="91425" marB="91425" marR="91425" marL="91425">
                    <a:solidFill>
                      <a:srgbClr val="4A86E8"/>
                    </a:solidFill>
                  </a:tcPr>
                </a:tc>
                <a:tc>
                  <a:txBody>
                    <a:bodyPr/>
                    <a:lstStyle/>
                    <a:p>
                      <a:pPr indent="0" lvl="0" marL="0" rtl="0" algn="l">
                        <a:spcBef>
                          <a:spcPts val="0"/>
                        </a:spcBef>
                        <a:spcAft>
                          <a:spcPts val="0"/>
                        </a:spcAft>
                        <a:buNone/>
                      </a:pPr>
                      <a:r>
                        <a:rPr lang="en">
                          <a:solidFill>
                            <a:schemeClr val="accent1"/>
                          </a:solidFill>
                        </a:rPr>
                        <a:t>&lt;guess&gt;</a:t>
                      </a:r>
                      <a:endParaRPr>
                        <a:solidFill>
                          <a:schemeClr val="accent1"/>
                        </a:solidFill>
                      </a:endParaRPr>
                    </a:p>
                  </a:txBody>
                  <a:tcPr marT="91425" marB="91425" marR="91425" marL="91425">
                    <a:solidFill>
                      <a:srgbClr val="4A86E8"/>
                    </a:solidFill>
                  </a:tcPr>
                </a:tc>
                <a:tc>
                  <a:txBody>
                    <a:bodyPr/>
                    <a:lstStyle/>
                    <a:p>
                      <a:pPr indent="0" lvl="0" marL="0" rtl="0" algn="l">
                        <a:spcBef>
                          <a:spcPts val="0"/>
                        </a:spcBef>
                        <a:spcAft>
                          <a:spcPts val="0"/>
                        </a:spcAft>
                        <a:buNone/>
                      </a:pPr>
                      <a:r>
                        <a:rPr lang="en">
                          <a:solidFill>
                            <a:schemeClr val="accent1"/>
                          </a:solidFill>
                        </a:rPr>
                        <a:t>&lt;feedback&gt;</a:t>
                      </a:r>
                      <a:endParaRPr>
                        <a:solidFill>
                          <a:schemeClr val="accent1"/>
                        </a:solidFill>
                      </a:endParaRPr>
                    </a:p>
                  </a:txBody>
                  <a:tcPr marT="91425" marB="91425" marR="91425" marL="91425">
                    <a:solidFill>
                      <a:srgbClr val="4A86E8"/>
                    </a:solidFill>
                  </a:tcPr>
                </a:tc>
              </a:tr>
            </a:tbl>
          </a:graphicData>
        </a:graphic>
      </p:graphicFrame>
      <p:sp>
        <p:nvSpPr>
          <p:cNvPr id="1118" name="Google Shape;1118;p137"/>
          <p:cNvSpPr txBox="1"/>
          <p:nvPr/>
        </p:nvSpPr>
        <p:spPr>
          <a:xfrm>
            <a:off x="4758425" y="4648350"/>
            <a:ext cx="4197600" cy="486300"/>
          </a:xfrm>
          <a:prstGeom prst="rect">
            <a:avLst/>
          </a:prstGeom>
          <a:noFill/>
          <a:ln>
            <a:noFill/>
          </a:ln>
        </p:spPr>
        <p:txBody>
          <a:bodyPr anchorCtr="0" anchor="t" bIns="91425" lIns="91425" spcFirstLastPara="1" rIns="91425" wrap="square" tIns="91425">
            <a:noAutofit/>
          </a:bodyPr>
          <a:lstStyle/>
          <a:p>
            <a:pPr indent="0" lvl="0" marL="457200" rtl="0" algn="r">
              <a:spcBef>
                <a:spcPts val="0"/>
              </a:spcBef>
              <a:spcAft>
                <a:spcPts val="0"/>
              </a:spcAft>
              <a:buClr>
                <a:schemeClr val="lt1"/>
              </a:buClr>
              <a:buSzPts val="1100"/>
              <a:buFont typeface="Arial"/>
              <a:buNone/>
            </a:pPr>
            <a:r>
              <a:rPr b="1" baseline="30000" lang="en" sz="1500">
                <a:solidFill>
                  <a:srgbClr val="4A86E8"/>
                </a:solidFill>
              </a:rPr>
              <a:t>1</a:t>
            </a:r>
            <a:r>
              <a:rPr b="1" lang="en" sz="1200">
                <a:solidFill>
                  <a:srgbClr val="4A86E8"/>
                </a:solidFill>
              </a:rPr>
              <a:t>Totally not a rip-off of an online word game</a:t>
            </a:r>
            <a:endParaRPr sz="900">
              <a:solidFill>
                <a:srgbClr val="4A86E8"/>
              </a:solidFill>
              <a:latin typeface="Inter"/>
              <a:ea typeface="Inter"/>
              <a:cs typeface="Inter"/>
              <a:sym typeface="Inter"/>
            </a:endParaRPr>
          </a:p>
        </p:txBody>
      </p:sp>
      <p:pic>
        <p:nvPicPr>
          <p:cNvPr id="1119" name="Google Shape;1119;p137"/>
          <p:cNvPicPr preferRelativeResize="0"/>
          <p:nvPr/>
        </p:nvPicPr>
        <p:blipFill>
          <a:blip r:embed="rId3">
            <a:alphaModFix/>
          </a:blip>
          <a:stretch>
            <a:fillRect/>
          </a:stretch>
        </p:blipFill>
        <p:spPr>
          <a:xfrm>
            <a:off x="6872825" y="1986150"/>
            <a:ext cx="1586369" cy="2477776"/>
          </a:xfrm>
          <a:prstGeom prst="rect">
            <a:avLst/>
          </a:prstGeom>
          <a:solidFill>
            <a:srgbClr val="4A86E8"/>
          </a:solidFill>
          <a:ln cap="flat" cmpd="sng" w="76200">
            <a:solidFill>
              <a:srgbClr val="073763"/>
            </a:solidFill>
            <a:prstDash val="solid"/>
            <a:round/>
            <a:headEnd len="sm" w="sm" type="none"/>
            <a:tailEnd len="sm" w="sm" type="none"/>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138"/>
          <p:cNvSpPr txBox="1"/>
          <p:nvPr/>
        </p:nvSpPr>
        <p:spPr>
          <a:xfrm>
            <a:off x="1229550" y="135900"/>
            <a:ext cx="6684900" cy="487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050">
                <a:solidFill>
                  <a:srgbClr val="569CD6"/>
                </a:solidFill>
                <a:latin typeface="Consolas"/>
                <a:ea typeface="Consolas"/>
                <a:cs typeface="Consolas"/>
                <a:sym typeface="Consolas"/>
              </a:rPr>
              <a:t>public</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class</a:t>
            </a:r>
            <a:r>
              <a:rPr lang="en" sz="1050">
                <a:solidFill>
                  <a:srgbClr val="D4D4D4"/>
                </a:solidFill>
                <a:latin typeface="Consolas"/>
                <a:ea typeface="Consolas"/>
                <a:cs typeface="Consolas"/>
                <a:sym typeface="Consolas"/>
              </a:rPr>
              <a:t> BrickleHandler </a:t>
            </a:r>
            <a:r>
              <a:rPr lang="en" sz="1050">
                <a:solidFill>
                  <a:srgbClr val="569CD6"/>
                </a:solidFill>
                <a:latin typeface="Consolas"/>
                <a:ea typeface="Consolas"/>
                <a:cs typeface="Consolas"/>
                <a:sym typeface="Consolas"/>
              </a:rPr>
              <a:t>implements</a:t>
            </a:r>
            <a:r>
              <a:rPr lang="en" sz="1050">
                <a:solidFill>
                  <a:srgbClr val="D4D4D4"/>
                </a:solidFill>
                <a:latin typeface="Consolas"/>
                <a:ea typeface="Consolas"/>
                <a:cs typeface="Consolas"/>
                <a:sym typeface="Consolas"/>
              </a:rPr>
              <a:t> RequestHandler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private</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Brickle</a:t>
            </a:r>
            <a:r>
              <a:rPr lang="en" sz="1050">
                <a:solidFill>
                  <a:srgbClr val="D4D4D4"/>
                </a:solidFill>
                <a:latin typeface="Consolas"/>
                <a:ea typeface="Consolas"/>
                <a:cs typeface="Consolas"/>
                <a:sym typeface="Consolas"/>
              </a:rPr>
              <a:t> game;</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public</a:t>
            </a:r>
            <a:r>
              <a:rPr lang="en" sz="1050">
                <a:solidFill>
                  <a:srgbClr val="D4D4D4"/>
                </a:solidFill>
                <a:latin typeface="Consolas"/>
                <a:ea typeface="Consolas"/>
                <a:cs typeface="Consolas"/>
                <a:sym typeface="Consolas"/>
              </a:rPr>
              <a:t> BrickleHandler()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this</a:t>
            </a:r>
            <a:r>
              <a:rPr lang="en" sz="1050">
                <a:solidFill>
                  <a:srgbClr val="D4D4D4"/>
                </a:solidFill>
                <a:latin typeface="Consolas"/>
                <a:ea typeface="Consolas"/>
                <a:cs typeface="Consolas"/>
                <a:sym typeface="Consolas"/>
              </a:rPr>
              <a:t>.game = </a:t>
            </a:r>
            <a:r>
              <a:rPr lang="en" sz="1050">
                <a:solidFill>
                  <a:srgbClr val="569CD6"/>
                </a:solidFill>
                <a:latin typeface="Consolas"/>
                <a:ea typeface="Consolas"/>
                <a:cs typeface="Consolas"/>
                <a:sym typeface="Consolas"/>
              </a:rPr>
              <a:t>new</a:t>
            </a:r>
            <a:r>
              <a:rPr lang="en" sz="1050">
                <a:solidFill>
                  <a:srgbClr val="D4D4D4"/>
                </a:solidFill>
                <a:latin typeface="Consolas"/>
                <a:ea typeface="Consolas"/>
                <a:cs typeface="Consolas"/>
                <a:sym typeface="Consolas"/>
              </a:rPr>
              <a:t> Brickle(</a:t>
            </a:r>
            <a:r>
              <a:rPr lang="en" sz="1050">
                <a:solidFill>
                  <a:srgbClr val="CE9178"/>
                </a:solidFill>
                <a:latin typeface="Consolas"/>
                <a:ea typeface="Consolas"/>
                <a:cs typeface="Consolas"/>
                <a:sym typeface="Consolas"/>
              </a:rPr>
              <a:t>"TIGER"</a:t>
            </a: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private</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boolean</a:t>
            </a:r>
            <a:r>
              <a:rPr lang="en" sz="1050">
                <a:solidFill>
                  <a:srgbClr val="D4D4D4"/>
                </a:solidFill>
                <a:latin typeface="Consolas"/>
                <a:ea typeface="Consolas"/>
                <a:cs typeface="Consolas"/>
                <a:sym typeface="Consolas"/>
              </a:rPr>
              <a:t> isRoute(</a:t>
            </a:r>
            <a:r>
              <a:rPr lang="en" sz="1050">
                <a:solidFill>
                  <a:srgbClr val="569CD6"/>
                </a:solidFill>
                <a:latin typeface="Consolas"/>
                <a:ea typeface="Consolas"/>
                <a:cs typeface="Consolas"/>
                <a:sym typeface="Consolas"/>
              </a:rPr>
              <a:t>HttpRequest</a:t>
            </a:r>
            <a:r>
              <a:rPr lang="en" sz="1050">
                <a:solidFill>
                  <a:srgbClr val="D4D4D4"/>
                </a:solidFill>
                <a:latin typeface="Consolas"/>
                <a:ea typeface="Consolas"/>
                <a:cs typeface="Consolas"/>
                <a:sym typeface="Consolas"/>
              </a:rPr>
              <a:t> request,</a:t>
            </a:r>
            <a:r>
              <a:rPr lang="en" sz="1050">
                <a:solidFill>
                  <a:srgbClr val="569CD6"/>
                </a:solidFill>
                <a:latin typeface="Consolas"/>
                <a:ea typeface="Consolas"/>
                <a:cs typeface="Consolas"/>
                <a:sym typeface="Consolas"/>
              </a:rPr>
              <a:t>HttpRequest</a:t>
            </a:r>
            <a:r>
              <a:rPr lang="en" sz="1050">
                <a:solidFill>
                  <a:srgbClr val="D4D4D4"/>
                </a:solidFill>
                <a:latin typeface="Consolas"/>
                <a:ea typeface="Consolas"/>
                <a:cs typeface="Consolas"/>
                <a:sym typeface="Consolas"/>
              </a:rPr>
              <a:t>.</a:t>
            </a:r>
            <a:r>
              <a:rPr lang="en" sz="1050">
                <a:solidFill>
                  <a:srgbClr val="569CD6"/>
                </a:solidFill>
                <a:latin typeface="Consolas"/>
                <a:ea typeface="Consolas"/>
                <a:cs typeface="Consolas"/>
                <a:sym typeface="Consolas"/>
              </a:rPr>
              <a:t>Method</a:t>
            </a:r>
            <a:r>
              <a:rPr lang="en" sz="1050">
                <a:solidFill>
                  <a:srgbClr val="D4D4D4"/>
                </a:solidFill>
                <a:latin typeface="Consolas"/>
                <a:ea typeface="Consolas"/>
                <a:cs typeface="Consolas"/>
                <a:sym typeface="Consolas"/>
              </a:rPr>
              <a:t> method,</a:t>
            </a:r>
            <a:r>
              <a:rPr lang="en" sz="1050">
                <a:solidFill>
                  <a:srgbClr val="569CD6"/>
                </a:solidFill>
                <a:latin typeface="Consolas"/>
                <a:ea typeface="Consolas"/>
                <a:cs typeface="Consolas"/>
                <a:sym typeface="Consolas"/>
              </a:rPr>
              <a:t>String</a:t>
            </a:r>
            <a:r>
              <a:rPr lang="en" sz="1050">
                <a:solidFill>
                  <a:srgbClr val="D4D4D4"/>
                </a:solidFill>
                <a:latin typeface="Consolas"/>
                <a:ea typeface="Consolas"/>
                <a:cs typeface="Consolas"/>
                <a:sym typeface="Consolas"/>
              </a:rPr>
              <a:t> uri)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return</a:t>
            </a:r>
            <a:r>
              <a:rPr lang="en" sz="1050">
                <a:solidFill>
                  <a:srgbClr val="D4D4D4"/>
                </a:solidFill>
                <a:latin typeface="Consolas"/>
                <a:ea typeface="Consolas"/>
                <a:cs typeface="Consolas"/>
                <a:sym typeface="Consolas"/>
              </a:rPr>
              <a:t> request.getMethod() == method &amp;&amp; request.getUri().equals(uri);</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Override</a:t>
            </a:r>
            <a:endParaRPr sz="1050">
              <a:solidFill>
                <a:srgbClr val="569CD6"/>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public</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String</a:t>
            </a:r>
            <a:r>
              <a:rPr lang="en" sz="1050">
                <a:solidFill>
                  <a:srgbClr val="D4D4D4"/>
                </a:solidFill>
                <a:latin typeface="Consolas"/>
                <a:ea typeface="Consolas"/>
                <a:cs typeface="Consolas"/>
                <a:sym typeface="Consolas"/>
              </a:rPr>
              <a:t> handleRequest(</a:t>
            </a:r>
            <a:r>
              <a:rPr lang="en" sz="1050">
                <a:solidFill>
                  <a:srgbClr val="569CD6"/>
                </a:solidFill>
                <a:latin typeface="Consolas"/>
                <a:ea typeface="Consolas"/>
                <a:cs typeface="Consolas"/>
                <a:sym typeface="Consolas"/>
              </a:rPr>
              <a:t>HttpRequest</a:t>
            </a:r>
            <a:r>
              <a:rPr lang="en" sz="1050">
                <a:solidFill>
                  <a:srgbClr val="D4D4D4"/>
                </a:solidFill>
                <a:latin typeface="Consolas"/>
                <a:ea typeface="Consolas"/>
                <a:cs typeface="Consolas"/>
                <a:sym typeface="Consolas"/>
              </a:rPr>
              <a:t> request)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if</a:t>
            </a:r>
            <a:r>
              <a:rPr lang="en" sz="1050">
                <a:solidFill>
                  <a:srgbClr val="D4D4D4"/>
                </a:solidFill>
                <a:latin typeface="Consolas"/>
                <a:ea typeface="Consolas"/>
                <a:cs typeface="Consolas"/>
                <a:sym typeface="Consolas"/>
              </a:rPr>
              <a:t> (isRoute(request,HttpRequest.Method.</a:t>
            </a:r>
            <a:r>
              <a:rPr lang="en" sz="1050">
                <a:solidFill>
                  <a:srgbClr val="B5CEA8"/>
                </a:solidFill>
                <a:latin typeface="Consolas"/>
                <a:ea typeface="Consolas"/>
                <a:cs typeface="Consolas"/>
                <a:sym typeface="Consolas"/>
              </a:rPr>
              <a:t>GET</a:t>
            </a:r>
            <a:r>
              <a:rPr lang="en" sz="1050">
                <a:solidFill>
                  <a:srgbClr val="D4D4D4"/>
                </a:solidFill>
                <a:latin typeface="Consolas"/>
                <a:ea typeface="Consolas"/>
                <a:cs typeface="Consolas"/>
                <a:sym typeface="Consolas"/>
              </a:rPr>
              <a:t>,</a:t>
            </a:r>
            <a:r>
              <a:rPr lang="en" sz="1050">
                <a:solidFill>
                  <a:srgbClr val="CE9178"/>
                </a:solidFill>
                <a:latin typeface="Consolas"/>
                <a:ea typeface="Consolas"/>
                <a:cs typeface="Consolas"/>
                <a:sym typeface="Consolas"/>
              </a:rPr>
              <a:t>"/gamestate"</a:t>
            </a: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return</a:t>
            </a:r>
            <a:r>
              <a:rPr lang="en" sz="1050">
                <a:solidFill>
                  <a:srgbClr val="D4D4D4"/>
                </a:solidFill>
                <a:latin typeface="Consolas"/>
                <a:ea typeface="Consolas"/>
                <a:cs typeface="Consolas"/>
                <a:sym typeface="Consolas"/>
              </a:rPr>
              <a:t> game.getGameState().toString();</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else</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if</a:t>
            </a:r>
            <a:r>
              <a:rPr lang="en" sz="1050">
                <a:solidFill>
                  <a:srgbClr val="D4D4D4"/>
                </a:solidFill>
                <a:latin typeface="Consolas"/>
                <a:ea typeface="Consolas"/>
                <a:cs typeface="Consolas"/>
                <a:sym typeface="Consolas"/>
              </a:rPr>
              <a:t> (isRoute(request,HttpRequest.Method.</a:t>
            </a:r>
            <a:r>
              <a:rPr lang="en" sz="1050">
                <a:solidFill>
                  <a:srgbClr val="B5CEA8"/>
                </a:solidFill>
                <a:latin typeface="Consolas"/>
                <a:ea typeface="Consolas"/>
                <a:cs typeface="Consolas"/>
                <a:sym typeface="Consolas"/>
              </a:rPr>
              <a:t>GET</a:t>
            </a:r>
            <a:r>
              <a:rPr lang="en" sz="1050">
                <a:solidFill>
                  <a:srgbClr val="D4D4D4"/>
                </a:solidFill>
                <a:latin typeface="Consolas"/>
                <a:ea typeface="Consolas"/>
                <a:cs typeface="Consolas"/>
                <a:sym typeface="Consolas"/>
              </a:rPr>
              <a:t>,</a:t>
            </a:r>
            <a:r>
              <a:rPr lang="en" sz="1050">
                <a:solidFill>
                  <a:srgbClr val="CE9178"/>
                </a:solidFill>
                <a:latin typeface="Consolas"/>
                <a:ea typeface="Consolas"/>
                <a:cs typeface="Consolas"/>
                <a:sym typeface="Consolas"/>
              </a:rPr>
              <a:t>"/guessesleft"</a:t>
            </a: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return</a:t>
            </a:r>
            <a:r>
              <a:rPr lang="en" sz="1050">
                <a:solidFill>
                  <a:srgbClr val="D4D4D4"/>
                </a:solidFill>
                <a:latin typeface="Consolas"/>
                <a:ea typeface="Consolas"/>
                <a:cs typeface="Consolas"/>
                <a:sym typeface="Consolas"/>
              </a:rPr>
              <a:t> Integer.toString(game.getGuessesLeft());</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else</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if</a:t>
            </a:r>
            <a:r>
              <a:rPr lang="en" sz="1050">
                <a:solidFill>
                  <a:srgbClr val="D4D4D4"/>
                </a:solidFill>
                <a:latin typeface="Consolas"/>
                <a:ea typeface="Consolas"/>
                <a:cs typeface="Consolas"/>
                <a:sym typeface="Consolas"/>
              </a:rPr>
              <a:t> (isRoute(request,HttpRequest.Method.</a:t>
            </a:r>
            <a:r>
              <a:rPr lang="en" sz="1050">
                <a:solidFill>
                  <a:srgbClr val="B5CEA8"/>
                </a:solidFill>
                <a:latin typeface="Consolas"/>
                <a:ea typeface="Consolas"/>
                <a:cs typeface="Consolas"/>
                <a:sym typeface="Consolas"/>
              </a:rPr>
              <a:t>POST</a:t>
            </a:r>
            <a:r>
              <a:rPr lang="en" sz="1050">
                <a:solidFill>
                  <a:srgbClr val="D4D4D4"/>
                </a:solidFill>
                <a:latin typeface="Consolas"/>
                <a:ea typeface="Consolas"/>
                <a:cs typeface="Consolas"/>
                <a:sym typeface="Consolas"/>
              </a:rPr>
              <a:t>,</a:t>
            </a:r>
            <a:r>
              <a:rPr lang="en" sz="1050">
                <a:solidFill>
                  <a:srgbClr val="CE9178"/>
                </a:solidFill>
                <a:latin typeface="Consolas"/>
                <a:ea typeface="Consolas"/>
                <a:cs typeface="Consolas"/>
                <a:sym typeface="Consolas"/>
              </a:rPr>
              <a:t>"/guess"</a:t>
            </a: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String</a:t>
            </a:r>
            <a:r>
              <a:rPr lang="en" sz="1050">
                <a:solidFill>
                  <a:srgbClr val="D4D4D4"/>
                </a:solidFill>
                <a:latin typeface="Consolas"/>
                <a:ea typeface="Consolas"/>
                <a:cs typeface="Consolas"/>
                <a:sym typeface="Consolas"/>
              </a:rPr>
              <a:t> guess = request.getBody();</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try</a:t>
            </a: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return</a:t>
            </a:r>
            <a:r>
              <a:rPr lang="en" sz="1050">
                <a:solidFill>
                  <a:srgbClr val="D4D4D4"/>
                </a:solidFill>
                <a:latin typeface="Consolas"/>
                <a:ea typeface="Consolas"/>
                <a:cs typeface="Consolas"/>
                <a:sym typeface="Consolas"/>
              </a:rPr>
              <a:t> game.guess(guess);</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 </a:t>
            </a:r>
            <a:r>
              <a:rPr lang="en" sz="1050">
                <a:solidFill>
                  <a:srgbClr val="569CD6"/>
                </a:solidFill>
                <a:latin typeface="Consolas"/>
                <a:ea typeface="Consolas"/>
                <a:cs typeface="Consolas"/>
                <a:sym typeface="Consolas"/>
              </a:rPr>
              <a:t>catch</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IllegalStateException</a:t>
            </a:r>
            <a:r>
              <a:rPr lang="en" sz="1050">
                <a:solidFill>
                  <a:srgbClr val="D4D4D4"/>
                </a:solidFill>
                <a:latin typeface="Consolas"/>
                <a:ea typeface="Consolas"/>
                <a:cs typeface="Consolas"/>
                <a:sym typeface="Consolas"/>
              </a:rPr>
              <a:t> | </a:t>
            </a:r>
            <a:r>
              <a:rPr lang="en" sz="1050">
                <a:solidFill>
                  <a:srgbClr val="569CD6"/>
                </a:solidFill>
                <a:latin typeface="Consolas"/>
                <a:ea typeface="Consolas"/>
                <a:cs typeface="Consolas"/>
                <a:sym typeface="Consolas"/>
              </a:rPr>
              <a:t>IllegalArgumentException</a:t>
            </a:r>
            <a:r>
              <a:rPr lang="en" sz="1050">
                <a:solidFill>
                  <a:srgbClr val="D4D4D4"/>
                </a:solidFill>
                <a:latin typeface="Consolas"/>
                <a:ea typeface="Consolas"/>
                <a:cs typeface="Consolas"/>
                <a:sym typeface="Consolas"/>
              </a:rPr>
              <a:t> e)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return</a:t>
            </a:r>
            <a:r>
              <a:rPr lang="en" sz="1050">
                <a:solidFill>
                  <a:srgbClr val="D4D4D4"/>
                </a:solidFill>
                <a:latin typeface="Consolas"/>
                <a:ea typeface="Consolas"/>
                <a:cs typeface="Consolas"/>
                <a:sym typeface="Consolas"/>
              </a:rPr>
              <a:t> </a:t>
            </a:r>
            <a:r>
              <a:rPr lang="en" sz="1050">
                <a:solidFill>
                  <a:srgbClr val="CE9178"/>
                </a:solidFill>
                <a:latin typeface="Consolas"/>
                <a:ea typeface="Consolas"/>
                <a:cs typeface="Consolas"/>
                <a:sym typeface="Consolas"/>
              </a:rPr>
              <a:t>"ERROR: "</a:t>
            </a:r>
            <a:r>
              <a:rPr lang="en" sz="1050">
                <a:solidFill>
                  <a:srgbClr val="D4D4D4"/>
                </a:solidFill>
                <a:latin typeface="Consolas"/>
                <a:ea typeface="Consolas"/>
                <a:cs typeface="Consolas"/>
                <a:sym typeface="Consolas"/>
              </a:rPr>
              <a:t> + e.getMessage();</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return</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null</a:t>
            </a: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p:txBody>
      </p:sp>
      <p:pic>
        <p:nvPicPr>
          <p:cNvPr id="1125" name="Google Shape;1125;p138">
            <a:hlinkClick action="ppaction://hlinksldjump" r:id="rId3"/>
          </p:cNvPr>
          <p:cNvPicPr preferRelativeResize="0"/>
          <p:nvPr/>
        </p:nvPicPr>
        <p:blipFill rotWithShape="1">
          <a:blip r:embed="rId4">
            <a:alphaModFix/>
          </a:blip>
          <a:srcRect b="29971" l="0" r="0" t="25035"/>
          <a:stretch/>
        </p:blipFill>
        <p:spPr>
          <a:xfrm>
            <a:off x="8246384" y="4723224"/>
            <a:ext cx="820808" cy="3693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Project timeline/workflow presentation | Style 2 | Subway">
  <a:themeElements>
    <a:clrScheme name="Simple Light">
      <a:dk1>
        <a:srgbClr val="FAFAFA"/>
      </a:dk1>
      <a:lt1>
        <a:srgbClr val="000000"/>
      </a:lt1>
      <a:dk2>
        <a:srgbClr val="F0EEE2"/>
      </a:dk2>
      <a:lt2>
        <a:srgbClr val="B7B7B7"/>
      </a:lt2>
      <a:accent1>
        <a:srgbClr val="FFDD04"/>
      </a:accent1>
      <a:accent2>
        <a:srgbClr val="FFEE9B"/>
      </a:accent2>
      <a:accent3>
        <a:srgbClr val="2443FF"/>
      </a:accent3>
      <a:accent4>
        <a:srgbClr val="92A1FF"/>
      </a:accent4>
      <a:accent5>
        <a:srgbClr val="F8992B"/>
      </a:accent5>
      <a:accent6>
        <a:srgbClr val="FDCC9C"/>
      </a:accent6>
      <a:hlink>
        <a:srgbClr val="FFDD0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