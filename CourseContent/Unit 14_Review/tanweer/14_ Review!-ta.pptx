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0" r:id="rId1"/>
    <p:sldMasterId id="2147483721" r:id="rId2"/>
    <p:sldMasterId id="2147483722" r:id="rId3"/>
  </p:sldMasterIdLst>
  <p:notesMasterIdLst>
    <p:notesMasterId r:id="rId6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Lst>
  <p:sldSz cx="9144000" cy="5143500" type="screen16x9"/>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17DAE7-6F48-4459-89BA-82DB4F46E07A}">
  <a:tblStyle styleId="{B317DAE7-6F48-4459-89BA-82DB4F46E07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045" autoAdjust="0"/>
  </p:normalViewPr>
  <p:slideViewPr>
    <p:cSldViewPr snapToGrid="0">
      <p:cViewPr varScale="1">
        <p:scale>
          <a:sx n="130" d="100"/>
          <a:sy n="130" d="100"/>
        </p:scale>
        <p:origin x="162" y="1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3d8a09b4757_2_152: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3d8a09b4757_2_152: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d8a09b4757_2_16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g3d8a09b4757_2_16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g3d8a09b4757_2_168: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2" name="Google Shape;512;g3d8a09b4757_2_168: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d8a09b4757_2_177: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d8a09b4757_2_177: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3ab6e66fde9_0_58: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3ab6e66fde9_0_58: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ab6e66fde9_0_127: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3ab6e66fde9_0_127: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3ab729fcb7b_1_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3ab729fcb7b_1_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ab92334585_1_4: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3ab92334585_1_4: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r>
              <a:rPr lang="en"/>
              <a:t>Have teams place wagers at this point.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397644bca23_0_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397644bca23_0_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g3ab6e66fde9_0_1222: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1" name="Google Shape;561;g3ab6e66fde9_0_1222: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3ab6e66fde9_0_1238: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8" name="Google Shape;568;g3ab6e66fde9_0_1238: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3ab6e66fde9_0_1245: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3ab6e66fde9_0_124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3ab6e66fde9_0_1252: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2" name="Google Shape;582;g3ab6e66fde9_0_1252: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3ab6e66fde9_0_1259: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9" name="Google Shape;589;g3ab6e66fde9_0_1259: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3974e444114_0_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3974e444114_0_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3ab6e66fde9_0_1267: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3ab6e66fde9_0_1267: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3ab6e66fde9_0_1274: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3ab6e66fde9_0_1274: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g3ab6e66fde9_0_1281: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5" name="Google Shape;615;g3ab6e66fde9_0_1281: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3ab6e66fde9_0_1288: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2" name="Google Shape;622;g3ab6e66fde9_0_1288: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3ab6e66fde9_0_129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3ab6e66fde9_0_129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3ab6e66fde9_0_1303: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9" name="Google Shape;669;g3ab6e66fde9_0_1303: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g3ab6e66fde9_0_131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6" name="Google Shape;676;g3ab6e66fde9_0_131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g3ab6e66fde9_0_1317: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3" name="Google Shape;683;g3ab6e66fde9_0_1317: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3ab6e66fde9_0_1324: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3ab6e66fde9_0_1324: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3ab6e66fde9_0_133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3ab6e66fde9_0_1331: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r>
              <a:rPr lang="en-US" dirty="0"/>
              <a:t>The slide highlights the optimal strategy:</a:t>
            </a:r>
          </a:p>
          <a:p>
            <a:r>
              <a:rPr lang="en-US" b="1" dirty="0"/>
              <a:t>Always pick the activity that finishes the earliest</a:t>
            </a:r>
            <a:endParaRPr lang="en-US" dirty="0"/>
          </a:p>
          <a:p>
            <a:r>
              <a:rPr lang="en-US" dirty="0"/>
              <a:t>Why this works:</a:t>
            </a:r>
          </a:p>
          <a:p>
            <a:r>
              <a:rPr lang="en-US" dirty="0"/>
              <a:t>Finishing early leaves </a:t>
            </a:r>
            <a:r>
              <a:rPr lang="en-US" b="1" dirty="0"/>
              <a:t>more room for future activities</a:t>
            </a:r>
            <a:r>
              <a:rPr lang="en-US" dirty="0"/>
              <a:t> </a:t>
            </a:r>
          </a:p>
          <a:p>
            <a:r>
              <a:rPr lang="en-US" dirty="0"/>
              <a:t>This locally optimal choice leads to a </a:t>
            </a:r>
            <a:r>
              <a:rPr lang="en-US" b="1" dirty="0"/>
              <a:t>globally optimal solution</a:t>
            </a:r>
            <a:r>
              <a:rPr lang="en-US" dirty="0"/>
              <a:t> </a:t>
            </a:r>
          </a:p>
          <a:p>
            <a:br>
              <a:rPr lang="en-US" dirty="0"/>
            </a:br>
            <a:endParaRPr lang="en-US" dirty="0"/>
          </a:p>
          <a:p>
            <a:r>
              <a:rPr lang="en-US" b="1" dirty="0"/>
              <a:t>🔹 Step-by-Step Strategy</a:t>
            </a:r>
          </a:p>
          <a:p>
            <a:r>
              <a:rPr lang="en-US" b="1" dirty="0"/>
              <a:t>Sort activities by end time (ascending)</a:t>
            </a:r>
            <a:r>
              <a:rPr lang="en-US" dirty="0"/>
              <a:t> </a:t>
            </a:r>
          </a:p>
          <a:p>
            <a:r>
              <a:rPr lang="en-US" dirty="0"/>
              <a:t>Pick the first activity (earliest finish) </a:t>
            </a:r>
          </a:p>
          <a:p>
            <a:r>
              <a:rPr lang="en-US" dirty="0"/>
              <a:t>For the remaining: </a:t>
            </a:r>
          </a:p>
          <a:p>
            <a:pPr lvl="1"/>
            <a:r>
              <a:rPr lang="en-US" dirty="0"/>
              <a:t>Choose the next activity whose </a:t>
            </a:r>
            <a:r>
              <a:rPr lang="en-US" b="1" dirty="0"/>
              <a:t>start time ≥ last selected activity’s end time</a:t>
            </a:r>
            <a:r>
              <a:rPr lang="en-US" dirty="0"/>
              <a:t> </a:t>
            </a:r>
          </a:p>
          <a:p>
            <a:r>
              <a:rPr lang="en-US" dirty="0"/>
              <a:t>Repeat until no more activities can be added </a:t>
            </a:r>
          </a:p>
          <a:p>
            <a:pPr marL="0" indent="0">
              <a:buNone/>
            </a:pPr>
            <a:endParaRPr lang="en-US" dirty="0"/>
          </a:p>
          <a:p>
            <a:r>
              <a:rPr lang="en-US" b="1" dirty="0"/>
              <a:t>Selection Process:</a:t>
            </a:r>
          </a:p>
          <a:p>
            <a:r>
              <a:rPr lang="en-US" dirty="0"/>
              <a:t>✅ </a:t>
            </a:r>
            <a:r>
              <a:rPr lang="en-US" b="1" dirty="0"/>
              <a:t>Morning Run (7–8)</a:t>
            </a:r>
            <a:r>
              <a:rPr lang="en-US" dirty="0"/>
              <a:t> → ends earliest </a:t>
            </a:r>
          </a:p>
          <a:p>
            <a:r>
              <a:rPr lang="en-US" dirty="0"/>
              <a:t>✅ </a:t>
            </a:r>
            <a:r>
              <a:rPr lang="en-US" b="1" dirty="0"/>
              <a:t>Coffee w/ Friend (9–10)</a:t>
            </a:r>
            <a:r>
              <a:rPr lang="en-US" dirty="0"/>
              <a:t> → next compatible </a:t>
            </a:r>
          </a:p>
          <a:p>
            <a:r>
              <a:rPr lang="en-US" dirty="0"/>
              <a:t>✅ </a:t>
            </a:r>
            <a:r>
              <a:rPr lang="en-US" b="1" dirty="0"/>
              <a:t>Lunch (11–12)</a:t>
            </a:r>
            <a:r>
              <a:rPr lang="en-US" dirty="0"/>
              <a:t> </a:t>
            </a:r>
          </a:p>
          <a:p>
            <a:r>
              <a:rPr lang="en-US" dirty="0"/>
              <a:t>✅ </a:t>
            </a:r>
            <a:r>
              <a:rPr lang="en-US" b="1" dirty="0"/>
              <a:t>Movie (12–15)</a:t>
            </a:r>
            <a:r>
              <a:rPr lang="en-US" dirty="0"/>
              <a:t> </a:t>
            </a:r>
          </a:p>
          <a:p>
            <a:r>
              <a:rPr lang="en-US" dirty="0"/>
              <a:t>✅ </a:t>
            </a:r>
            <a:r>
              <a:rPr lang="en-US" b="1" dirty="0"/>
              <a:t>Dinner (15–16)</a:t>
            </a:r>
            <a:endParaRPr lang="en-US" dirty="0"/>
          </a:p>
          <a:p>
            <a:pPr marL="0" indent="0">
              <a:buNone/>
            </a:pPr>
            <a:endParaRPr lang="en-US" dirty="0"/>
          </a:p>
          <a:p>
            <a:pPr marL="0" indent="0">
              <a:buNone/>
            </a:pPr>
            <a:r>
              <a:rPr lang="en-US" dirty="0"/>
              <a:t>Why not Gym over Movie</a:t>
            </a:r>
          </a:p>
          <a:p>
            <a:r>
              <a:rPr lang="en-US" b="1" dirty="0"/>
              <a:t>🔹 Key Greedy Rule</a:t>
            </a:r>
          </a:p>
          <a:p>
            <a:r>
              <a:rPr lang="en-US" b="1" dirty="0"/>
              <a:t>Pick the activity that finishes the earliest</a:t>
            </a:r>
            <a:endParaRPr lang="en-US" dirty="0"/>
          </a:p>
          <a:p>
            <a:r>
              <a:rPr lang="en-US" dirty="0"/>
              <a:t>Both </a:t>
            </a:r>
            <a:r>
              <a:rPr lang="en-US" b="1" dirty="0"/>
              <a:t>Movie</a:t>
            </a:r>
            <a:r>
              <a:rPr lang="en-US" dirty="0"/>
              <a:t> and </a:t>
            </a:r>
            <a:r>
              <a:rPr lang="en-US" b="1" dirty="0"/>
              <a:t>Gym</a:t>
            </a:r>
            <a:r>
              <a:rPr lang="en-US" dirty="0"/>
              <a:t>:</a:t>
            </a:r>
          </a:p>
          <a:p>
            <a:r>
              <a:rPr lang="en-US" dirty="0"/>
              <a:t>End at </a:t>
            </a:r>
            <a:r>
              <a:rPr lang="en-US" b="1" dirty="0"/>
              <a:t>15</a:t>
            </a:r>
            <a:r>
              <a:rPr lang="en-US" dirty="0"/>
              <a:t> </a:t>
            </a:r>
          </a:p>
          <a:p>
            <a:r>
              <a:rPr lang="en-US" dirty="0"/>
              <a:t>So at first glance, they seem equally good </a:t>
            </a:r>
          </a:p>
          <a:p>
            <a:br>
              <a:rPr lang="en-US" dirty="0"/>
            </a:br>
            <a:endParaRPr lang="en-US" dirty="0"/>
          </a:p>
          <a:p>
            <a:r>
              <a:rPr lang="en-US" b="1" dirty="0"/>
              <a:t>🔹 So why choose </a:t>
            </a:r>
            <a:r>
              <a:rPr lang="en-US" b="1" i="1" dirty="0"/>
              <a:t>Movie</a:t>
            </a:r>
            <a:r>
              <a:rPr lang="en-US" b="1" dirty="0"/>
              <a:t>?</a:t>
            </a:r>
          </a:p>
          <a:p>
            <a:r>
              <a:rPr lang="en-US" b="1" dirty="0"/>
              <a:t>✅ Reason 1: Movie starts earlier (12 vs 13)</a:t>
            </a:r>
          </a:p>
          <a:p>
            <a:r>
              <a:rPr lang="en-US" dirty="0"/>
              <a:t>Movie uses time </a:t>
            </a:r>
            <a:r>
              <a:rPr lang="en-US" b="1" dirty="0"/>
              <a:t>12–13</a:t>
            </a:r>
            <a:r>
              <a:rPr lang="en-US" dirty="0"/>
              <a:t>, which would otherwise be </a:t>
            </a:r>
            <a:r>
              <a:rPr lang="en-US" b="1" dirty="0"/>
              <a:t>wasted</a:t>
            </a:r>
            <a:r>
              <a:rPr lang="en-US" dirty="0"/>
              <a:t> </a:t>
            </a:r>
          </a:p>
          <a:p>
            <a:r>
              <a:rPr lang="en-US" dirty="0"/>
              <a:t>Gym leaves a </a:t>
            </a:r>
            <a:r>
              <a:rPr lang="en-US" b="1" dirty="0"/>
              <a:t>gap (12–13)</a:t>
            </a:r>
            <a:r>
              <a:rPr lang="en-US" dirty="0"/>
              <a:t> unused </a:t>
            </a:r>
          </a:p>
          <a:p>
            <a:r>
              <a:rPr lang="en-US" dirty="0"/>
              <a:t>👉 Greedy prefers:</a:t>
            </a:r>
          </a:p>
          <a:p>
            <a:r>
              <a:rPr lang="en-US" b="1" dirty="0"/>
              <a:t>Earliest finish → AND earliest start if tie</a:t>
            </a:r>
            <a:endParaRPr lang="en-US" dirty="0"/>
          </a:p>
          <a:p>
            <a:br>
              <a:rPr lang="en-US" dirty="0"/>
            </a:br>
            <a:endParaRPr lang="en-US" dirty="0"/>
          </a:p>
          <a:p>
            <a:r>
              <a:rPr lang="en-US" b="1" dirty="0"/>
              <a:t>✅ Reason 2: Maximizing utilization</a:t>
            </a:r>
          </a:p>
          <a:p>
            <a:r>
              <a:rPr lang="en-US" dirty="0"/>
              <a:t>Movie fills the schedule more tightly </a:t>
            </a:r>
          </a:p>
          <a:p>
            <a:r>
              <a:rPr lang="en-US" dirty="0"/>
              <a:t>Gym introduces idle time</a:t>
            </a:r>
          </a:p>
          <a:p>
            <a:pPr marL="0" indent="0">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3ab6e66fde9_0_1338: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3ab6e66fde9_0_1338: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g3ab6e66fde9_0_1345: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3" name="Google Shape;713;g3ab6e66fde9_0_134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3ab6e66fde9_0_1352: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0" name="Google Shape;720;g3ab6e66fde9_0_1352: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3ab6e66fde9_0_135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mc:AlternateContent xmlns:mc="http://schemas.openxmlformats.org/markup-compatibility/2006">
        <mc:Choice xmlns:a14="http://schemas.microsoft.com/office/drawing/2010/main" Requires="a14">
          <p:sp>
            <p:nvSpPr>
              <p:cNvPr id="727" name="Google Shape;727;g3ab6e66fde9_0_1359: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r>
                  <a:rPr lang="en-US" b="1" dirty="0"/>
                  <a:t>Concept</a:t>
                </a:r>
              </a:p>
              <a:p>
                <a:r>
                  <a:rPr lang="en-US" dirty="0"/>
                  <a:t>You have a </a:t>
                </a:r>
                <a:r>
                  <a:rPr lang="en-US" b="1" dirty="0"/>
                  <a:t>3 × 7 container</a:t>
                </a:r>
                <a:r>
                  <a:rPr lang="en-US" dirty="0"/>
                  <a:t>, so the total space is:</a:t>
                </a:r>
              </a:p>
              <a:p>
                <a14:m>
                  <m:oMath xmlns:m="http://schemas.openxmlformats.org/officeDocument/2006/math">
                    <m:r>
                      <a:rPr lang="en-US"/>
                      <m:t>3×7=21</m:t>
                    </m:r>
                  </m:oMath>
                </a14:m>
                <a:r>
                  <a:rPr lang="en-US" dirty="0"/>
                  <a:t>squares </a:t>
                </a:r>
              </a:p>
              <a:p>
                <a:r>
                  <a:rPr lang="en-US" dirty="0"/>
                  <a:t>You must fill it using:</a:t>
                </a:r>
              </a:p>
              <a:p>
                <a:r>
                  <a:rPr lang="en-US" b="1" dirty="0"/>
                  <a:t>2 large boxes</a:t>
                </a:r>
                <a:r>
                  <a:rPr lang="en-US" dirty="0"/>
                  <a:t> of size </a:t>
                </a:r>
                <a:r>
                  <a:rPr lang="en-US" b="1" dirty="0"/>
                  <a:t>2 × 3</a:t>
                </a:r>
                <a:r>
                  <a:rPr lang="en-US" dirty="0"/>
                  <a:t> → area </a:t>
                </a:r>
                <a14:m>
                  <m:oMath xmlns:m="http://schemas.openxmlformats.org/officeDocument/2006/math">
                    <m:r>
                      <a:rPr lang="en-US"/>
                      <m:t>2×3=6</m:t>
                    </m:r>
                  </m:oMath>
                </a14:m>
                <a:r>
                  <a:rPr lang="en-US" dirty="0"/>
                  <a:t>each, so total </a:t>
                </a:r>
                <a:r>
                  <a:rPr lang="en-US" b="1" dirty="0"/>
                  <a:t>12</a:t>
                </a:r>
                <a:r>
                  <a:rPr lang="en-US" dirty="0"/>
                  <a:t> </a:t>
                </a:r>
              </a:p>
              <a:p>
                <a:r>
                  <a:rPr lang="en-US" b="1" dirty="0"/>
                  <a:t>4 medium boxes</a:t>
                </a:r>
                <a:r>
                  <a:rPr lang="en-US" dirty="0"/>
                  <a:t> of size </a:t>
                </a:r>
                <a:r>
                  <a:rPr lang="en-US" b="1" dirty="0"/>
                  <a:t>1 × 2</a:t>
                </a:r>
                <a:r>
                  <a:rPr lang="en-US" dirty="0"/>
                  <a:t> → area </a:t>
                </a:r>
                <a14:m>
                  <m:oMath xmlns:m="http://schemas.openxmlformats.org/officeDocument/2006/math">
                    <m:r>
                      <a:rPr lang="en-US"/>
                      <m:t>2</m:t>
                    </m:r>
                  </m:oMath>
                </a14:m>
                <a:r>
                  <a:rPr lang="en-US" dirty="0"/>
                  <a:t>each, so total </a:t>
                </a:r>
                <a:r>
                  <a:rPr lang="en-US" b="1" dirty="0"/>
                  <a:t>8</a:t>
                </a:r>
                <a:r>
                  <a:rPr lang="en-US" dirty="0"/>
                  <a:t> </a:t>
                </a:r>
              </a:p>
              <a:p>
                <a:r>
                  <a:rPr lang="en-US" b="1" dirty="0"/>
                  <a:t>1 small box</a:t>
                </a:r>
                <a:r>
                  <a:rPr lang="en-US" dirty="0"/>
                  <a:t> of size </a:t>
                </a:r>
                <a:r>
                  <a:rPr lang="en-US" b="1" dirty="0"/>
                  <a:t>1 × 1</a:t>
                </a:r>
                <a:r>
                  <a:rPr lang="en-US" dirty="0"/>
                  <a:t> → area </a:t>
                </a:r>
                <a:r>
                  <a:rPr lang="en-US" b="1" dirty="0"/>
                  <a:t>1</a:t>
                </a:r>
                <a:r>
                  <a:rPr lang="en-US" dirty="0"/>
                  <a:t> </a:t>
                </a:r>
              </a:p>
              <a:p>
                <a:r>
                  <a:rPr lang="en-US" dirty="0"/>
                  <a:t>Total box area:</a:t>
                </a:r>
              </a:p>
              <a:p>
                <a14:m>
                  <m:oMath xmlns:m="http://schemas.openxmlformats.org/officeDocument/2006/math">
                    <m:r>
                      <a:rPr lang="en-US"/>
                      <m:t>12+8+1=21</m:t>
                    </m:r>
                  </m:oMath>
                </a14:m>
                <a:endParaRPr lang="en-US" dirty="0"/>
              </a:p>
              <a:p>
                <a:endParaRPr lang="en-US" dirty="0"/>
              </a:p>
              <a:p>
                <a:r>
                  <a:rPr lang="en-US" dirty="0"/>
                  <a:t>So the pieces fit </a:t>
                </a:r>
                <a:r>
                  <a:rPr lang="en-US" b="1" dirty="0"/>
                  <a:t>exactly</a:t>
                </a:r>
                <a:r>
                  <a:rPr lang="en-US" dirty="0"/>
                  <a:t> into the container with no extra space.</a:t>
                </a:r>
              </a:p>
              <a:p>
                <a:r>
                  <a:rPr lang="en-US" b="1" dirty="0"/>
                  <a:t>Purpose of the slide</a:t>
                </a:r>
              </a:p>
              <a:p>
                <a:r>
                  <a:rPr lang="en-US" dirty="0"/>
                  <a:t>The purpose is to make students think about:</a:t>
                </a:r>
              </a:p>
              <a:p>
                <a:r>
                  <a:rPr lang="en-US" b="1" dirty="0"/>
                  <a:t>Constraint-based problem solving</a:t>
                </a:r>
                <a:r>
                  <a:rPr lang="en-US" dirty="0"/>
                  <a:t> </a:t>
                </a:r>
              </a:p>
              <a:p>
                <a:r>
                  <a:rPr lang="en-US" b="1" dirty="0"/>
                  <a:t>Spatial reasoning</a:t>
                </a:r>
                <a:r>
                  <a:rPr lang="en-US" dirty="0"/>
                  <a:t> </a:t>
                </a:r>
              </a:p>
              <a:p>
                <a:r>
                  <a:rPr lang="en-US" b="1" dirty="0"/>
                  <a:t>Greedy strategy</a:t>
                </a:r>
                <a:r>
                  <a:rPr lang="en-US" dirty="0"/>
                  <a:t> </a:t>
                </a:r>
              </a:p>
              <a:p>
                <a:endParaRPr lang="en-US" dirty="0"/>
              </a:p>
              <a:p>
                <a:r>
                  <a:rPr lang="en-US" dirty="0"/>
                  <a:t>Why a strategy like </a:t>
                </a:r>
                <a:r>
                  <a:rPr lang="en-US" b="1" dirty="0"/>
                  <a:t>place the largest pieces first</a:t>
                </a:r>
                <a:r>
                  <a:rPr lang="en-US" dirty="0"/>
                  <a:t> can be useful </a:t>
                </a:r>
              </a:p>
              <a:p>
                <a:r>
                  <a:rPr lang="en-US" dirty="0"/>
                  <a:t>The difference between a </a:t>
                </a:r>
                <a:r>
                  <a:rPr lang="en-US" b="1" dirty="0"/>
                  <a:t>heuristic</a:t>
                </a:r>
                <a:r>
                  <a:rPr lang="en-US" dirty="0"/>
                  <a:t> and a guaranteed optimal algorithm </a:t>
                </a:r>
              </a:p>
              <a:p>
                <a:r>
                  <a:rPr lang="en-US" dirty="0"/>
                  <a:t>It is also a nice bridge into topics like:</a:t>
                </a:r>
              </a:p>
              <a:p>
                <a:r>
                  <a:rPr lang="en-US" dirty="0"/>
                  <a:t>greedy algorithms </a:t>
                </a:r>
              </a:p>
              <a:p>
                <a:r>
                  <a:rPr lang="en-US" dirty="0"/>
                  <a:t>bin packing </a:t>
                </a:r>
              </a:p>
              <a:p>
                <a:r>
                  <a:rPr lang="en-US" dirty="0"/>
                  <a:t>tiling problems </a:t>
                </a:r>
              </a:p>
              <a:p>
                <a:r>
                  <a:rPr lang="en-US" dirty="0"/>
                  <a:t>backtracking </a:t>
                </a:r>
              </a:p>
              <a:p>
                <a:r>
                  <a:rPr lang="en-US" b="1" dirty="0"/>
                  <a:t>Main idea being taught</a:t>
                </a:r>
              </a:p>
              <a:p>
                <a:r>
                  <a:rPr lang="en-US" dirty="0"/>
                  <a:t>A reasonable strategy is:</a:t>
                </a:r>
              </a:p>
              <a:p>
                <a:r>
                  <a:rPr lang="en-US" b="1" dirty="0"/>
                  <a:t>Place the largest boxes first</a:t>
                </a:r>
                <a:r>
                  <a:rPr lang="en-US" dirty="0"/>
                  <a:t> </a:t>
                </a:r>
              </a:p>
              <a:p>
                <a:r>
                  <a:rPr lang="en-US" dirty="0"/>
                  <a:t>Then place the medium boxes </a:t>
                </a:r>
              </a:p>
              <a:p>
                <a:r>
                  <a:rPr lang="en-US" dirty="0"/>
                  <a:t>Use the small box to fill the final leftover gap</a:t>
                </a:r>
              </a:p>
              <a:p>
                <a:pPr marL="0" indent="0">
                  <a:buNone/>
                </a:pPr>
                <a:endParaRPr dirty="0"/>
              </a:p>
            </p:txBody>
          </p:sp>
        </mc:Choice>
        <mc:Fallback>
          <p:sp>
            <p:nvSpPr>
              <p:cNvPr id="727" name="Google Shape;727;g3ab6e66fde9_0_1359: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r>
                  <a:rPr lang="en-US" b="1" dirty="0"/>
                  <a:t>Concept</a:t>
                </a:r>
              </a:p>
              <a:p>
                <a:r>
                  <a:rPr lang="en-US" dirty="0"/>
                  <a:t>You have a </a:t>
                </a:r>
                <a:r>
                  <a:rPr lang="en-US" b="1" dirty="0"/>
                  <a:t>3 × 7 container</a:t>
                </a:r>
                <a:r>
                  <a:rPr lang="en-US" dirty="0"/>
                  <a:t>, so the total space is:</a:t>
                </a:r>
              </a:p>
              <a:p>
                <a:r>
                  <a:rPr lang="en-US" i="0"/>
                  <a:t>3×7=21</a:t>
                </a:r>
                <a:r>
                  <a:rPr lang="en-US" dirty="0"/>
                  <a:t>squares </a:t>
                </a:r>
              </a:p>
              <a:p>
                <a:r>
                  <a:rPr lang="en-US" dirty="0"/>
                  <a:t>You must fill it using:</a:t>
                </a:r>
              </a:p>
              <a:p>
                <a:r>
                  <a:rPr lang="en-US" b="1" dirty="0"/>
                  <a:t>2 large boxes</a:t>
                </a:r>
                <a:r>
                  <a:rPr lang="en-US" dirty="0"/>
                  <a:t> of size </a:t>
                </a:r>
                <a:r>
                  <a:rPr lang="en-US" b="1" dirty="0"/>
                  <a:t>2 × 3</a:t>
                </a:r>
                <a:r>
                  <a:rPr lang="en-US" dirty="0"/>
                  <a:t> → area </a:t>
                </a:r>
                <a:r>
                  <a:rPr lang="en-US" i="0"/>
                  <a:t>2×3=6</a:t>
                </a:r>
                <a:r>
                  <a:rPr lang="en-US" dirty="0"/>
                  <a:t>each, so total </a:t>
                </a:r>
                <a:r>
                  <a:rPr lang="en-US" b="1" dirty="0"/>
                  <a:t>12</a:t>
                </a:r>
                <a:r>
                  <a:rPr lang="en-US" dirty="0"/>
                  <a:t> </a:t>
                </a:r>
              </a:p>
              <a:p>
                <a:r>
                  <a:rPr lang="en-US" b="1" dirty="0"/>
                  <a:t>4 medium boxes</a:t>
                </a:r>
                <a:r>
                  <a:rPr lang="en-US" dirty="0"/>
                  <a:t> of size </a:t>
                </a:r>
                <a:r>
                  <a:rPr lang="en-US" b="1" dirty="0"/>
                  <a:t>1 × 2</a:t>
                </a:r>
                <a:r>
                  <a:rPr lang="en-US" dirty="0"/>
                  <a:t> → area </a:t>
                </a:r>
                <a:r>
                  <a:rPr lang="en-US" i="0"/>
                  <a:t>2</a:t>
                </a:r>
                <a:r>
                  <a:rPr lang="en-US" dirty="0"/>
                  <a:t>each, so total </a:t>
                </a:r>
                <a:r>
                  <a:rPr lang="en-US" b="1" dirty="0"/>
                  <a:t>8</a:t>
                </a:r>
                <a:r>
                  <a:rPr lang="en-US" dirty="0"/>
                  <a:t> </a:t>
                </a:r>
              </a:p>
              <a:p>
                <a:r>
                  <a:rPr lang="en-US" b="1" dirty="0"/>
                  <a:t>1 small box</a:t>
                </a:r>
                <a:r>
                  <a:rPr lang="en-US" dirty="0"/>
                  <a:t> of size </a:t>
                </a:r>
                <a:r>
                  <a:rPr lang="en-US" b="1" dirty="0"/>
                  <a:t>1 × 1</a:t>
                </a:r>
                <a:r>
                  <a:rPr lang="en-US" dirty="0"/>
                  <a:t> → area </a:t>
                </a:r>
                <a:r>
                  <a:rPr lang="en-US" b="1" dirty="0"/>
                  <a:t>1</a:t>
                </a:r>
                <a:r>
                  <a:rPr lang="en-US" dirty="0"/>
                  <a:t> </a:t>
                </a:r>
              </a:p>
              <a:p>
                <a:r>
                  <a:rPr lang="en-US" dirty="0"/>
                  <a:t>Total box area:</a:t>
                </a:r>
              </a:p>
              <a:p>
                <a:r>
                  <a:rPr lang="en-US" i="0"/>
                  <a:t>12+8+1=21</a:t>
                </a:r>
                <a:endParaRPr lang="en-US" dirty="0"/>
              </a:p>
              <a:p>
                <a:endParaRPr lang="en-US" dirty="0"/>
              </a:p>
              <a:p>
                <a:r>
                  <a:rPr lang="en-US" dirty="0"/>
                  <a:t>So the pieces fit </a:t>
                </a:r>
                <a:r>
                  <a:rPr lang="en-US" b="1" dirty="0"/>
                  <a:t>exactly</a:t>
                </a:r>
                <a:r>
                  <a:rPr lang="en-US" dirty="0"/>
                  <a:t> into the container with no extra space.</a:t>
                </a:r>
              </a:p>
              <a:p>
                <a:r>
                  <a:rPr lang="en-US" b="1" dirty="0"/>
                  <a:t>Purpose of the slide</a:t>
                </a:r>
              </a:p>
              <a:p>
                <a:r>
                  <a:rPr lang="en-US" dirty="0"/>
                  <a:t>The purpose is to make students think about:</a:t>
                </a:r>
              </a:p>
              <a:p>
                <a:r>
                  <a:rPr lang="en-US" b="1" dirty="0"/>
                  <a:t>Constraint-based problem solving</a:t>
                </a:r>
                <a:r>
                  <a:rPr lang="en-US" dirty="0"/>
                  <a:t> </a:t>
                </a:r>
              </a:p>
              <a:p>
                <a:r>
                  <a:rPr lang="en-US" b="1" dirty="0"/>
                  <a:t>Spatial reasoning</a:t>
                </a:r>
                <a:r>
                  <a:rPr lang="en-US" dirty="0"/>
                  <a:t> </a:t>
                </a:r>
              </a:p>
              <a:p>
                <a:r>
                  <a:rPr lang="en-US" b="1" dirty="0"/>
                  <a:t>Greedy strategy</a:t>
                </a:r>
                <a:r>
                  <a:rPr lang="en-US" dirty="0"/>
                  <a:t> </a:t>
                </a:r>
              </a:p>
              <a:p>
                <a:endParaRPr lang="en-US" dirty="0"/>
              </a:p>
              <a:p>
                <a:r>
                  <a:rPr lang="en-US" dirty="0"/>
                  <a:t>Why a strategy like </a:t>
                </a:r>
                <a:r>
                  <a:rPr lang="en-US" b="1" dirty="0"/>
                  <a:t>place the largest pieces first</a:t>
                </a:r>
                <a:r>
                  <a:rPr lang="en-US" dirty="0"/>
                  <a:t> can be useful </a:t>
                </a:r>
              </a:p>
              <a:p>
                <a:r>
                  <a:rPr lang="en-US" dirty="0"/>
                  <a:t>The difference between a </a:t>
                </a:r>
                <a:r>
                  <a:rPr lang="en-US" b="1" dirty="0"/>
                  <a:t>heuristic</a:t>
                </a:r>
                <a:r>
                  <a:rPr lang="en-US" dirty="0"/>
                  <a:t> and a guaranteed optimal algorithm </a:t>
                </a:r>
              </a:p>
              <a:p>
                <a:r>
                  <a:rPr lang="en-US" dirty="0"/>
                  <a:t>It is also a nice bridge into topics like:</a:t>
                </a:r>
              </a:p>
              <a:p>
                <a:r>
                  <a:rPr lang="en-US" dirty="0"/>
                  <a:t>greedy algorithms </a:t>
                </a:r>
              </a:p>
              <a:p>
                <a:r>
                  <a:rPr lang="en-US" dirty="0"/>
                  <a:t>bin packing </a:t>
                </a:r>
              </a:p>
              <a:p>
                <a:r>
                  <a:rPr lang="en-US" dirty="0"/>
                  <a:t>tiling problems </a:t>
                </a:r>
              </a:p>
              <a:p>
                <a:r>
                  <a:rPr lang="en-US" dirty="0"/>
                  <a:t>backtracking </a:t>
                </a:r>
              </a:p>
              <a:p>
                <a:r>
                  <a:rPr lang="en-US" b="1" dirty="0"/>
                  <a:t>Main idea being taught</a:t>
                </a:r>
              </a:p>
              <a:p>
                <a:r>
                  <a:rPr lang="en-US" dirty="0"/>
                  <a:t>A reasonable strategy is:</a:t>
                </a:r>
              </a:p>
              <a:p>
                <a:r>
                  <a:rPr lang="en-US" b="1" dirty="0"/>
                  <a:t>Place the largest boxes first</a:t>
                </a:r>
                <a:r>
                  <a:rPr lang="en-US" dirty="0"/>
                  <a:t> </a:t>
                </a:r>
              </a:p>
              <a:p>
                <a:r>
                  <a:rPr lang="en-US" dirty="0"/>
                  <a:t>Then place the medium boxes </a:t>
                </a:r>
              </a:p>
              <a:p>
                <a:r>
                  <a:rPr lang="en-US" dirty="0"/>
                  <a:t>Use the small box to fill the final leftover gap</a:t>
                </a:r>
              </a:p>
              <a:p>
                <a:pPr marL="0" indent="0">
                  <a:buNone/>
                </a:pPr>
                <a:endParaRPr dirty="0"/>
              </a:p>
            </p:txBody>
          </p:sp>
        </mc:Fallback>
      </mc:AlternateContent>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3ab6e66fde9_0_136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3ab6e66fde9_0_1366: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3ab6e66fde9_0_1373: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0" name="Google Shape;750;g3ab6e66fde9_0_1373: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3ab6e66fde9_0_138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3ab6e66fde9_0_138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3ab6e66fde9_0_1387: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3ab6e66fde9_0_1387: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3ab6e66fde9_0_1394: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1" name="Google Shape;771;g3ab6e66fde9_0_1394: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3ab6e66fde9_0_1401: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8" name="Google Shape;778;g3ab6e66fde9_0_1401: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3ab92334585_0_1: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6" name="Google Shape;786;g3ab92334585_0_1: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3ab92334585_0_8: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3" name="Google Shape;793;g3ab92334585_0_8: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3ab92334585_0_15: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0" name="Google Shape;800;g3ab92334585_0_1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3ab92334585_0_22: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3ab92334585_0_22: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397644bca23_0_1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2" name="Google Shape;812;g397644bca23_0_1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7"/>
        <p:cNvGrpSpPr/>
        <p:nvPr/>
      </p:nvGrpSpPr>
      <p:grpSpPr>
        <a:xfrm>
          <a:off x="0" y="0"/>
          <a:ext cx="0" cy="0"/>
          <a:chOff x="0" y="0"/>
          <a:chExt cx="0" cy="0"/>
        </a:xfrm>
      </p:grpSpPr>
      <p:sp>
        <p:nvSpPr>
          <p:cNvPr id="818" name="Google Shape;818;g3ab92334585_0_29: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9" name="Google Shape;819;g3ab92334585_0_29: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39769e3d0c0_0_3: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4" name="Google Shape;824;g39769e3d0c0_0_3: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g3ab92334585_0_178: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2" name="Google Shape;832;g3ab92334585_0_178: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7"/>
        <p:cNvGrpSpPr/>
        <p:nvPr/>
      </p:nvGrpSpPr>
      <p:grpSpPr>
        <a:xfrm>
          <a:off x="0" y="0"/>
          <a:ext cx="0" cy="0"/>
          <a:chOff x="0" y="0"/>
          <a:chExt cx="0" cy="0"/>
        </a:xfrm>
      </p:grpSpPr>
      <p:sp>
        <p:nvSpPr>
          <p:cNvPr id="838" name="Google Shape;838;g3ab92334585_0_185: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9" name="Google Shape;839;g3ab92334585_0_18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3ab92334585_0_192: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6" name="Google Shape;846;g3ab92334585_0_192: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3ab92334585_0_19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3" name="Google Shape;853;g3ab92334585_0_199: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3ab92334585_0_20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3ab92334585_0_206: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3ab92334585_0_213: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3ab92334585_0_213: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g3ab92334585_0_22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8" name="Google Shape;958;g3ab92334585_0_22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3ab92334585_0_227: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3ab92334585_0_227: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3ab92334585_0_234: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2" name="Google Shape;972;g3ab92334585_0_234: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3"/>
        <p:cNvGrpSpPr/>
        <p:nvPr/>
      </p:nvGrpSpPr>
      <p:grpSpPr>
        <a:xfrm>
          <a:off x="0" y="0"/>
          <a:ext cx="0" cy="0"/>
          <a:chOff x="0" y="0"/>
          <a:chExt cx="0" cy="0"/>
        </a:xfrm>
      </p:grpSpPr>
      <p:sp>
        <p:nvSpPr>
          <p:cNvPr id="994" name="Google Shape;994;g3ab92334585_0_24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5" name="Google Shape;995;g3ab92334585_0_241: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g3ab92334585_0_248: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0" name="Google Shape;1040;g3ab92334585_0_248: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5"/>
        <p:cNvGrpSpPr/>
        <p:nvPr/>
      </p:nvGrpSpPr>
      <p:grpSpPr>
        <a:xfrm>
          <a:off x="0" y="0"/>
          <a:ext cx="0" cy="0"/>
          <a:chOff x="0" y="0"/>
          <a:chExt cx="0" cy="0"/>
        </a:xfrm>
      </p:grpSpPr>
      <p:sp>
        <p:nvSpPr>
          <p:cNvPr id="1046" name="Google Shape;1046;g3ab92334585_0_255: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7" name="Google Shape;1047;g3ab92334585_0_25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3ab92334585_0_262: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3ab92334585_0_262: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3ab92334585_0_269: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1" name="Google Shape;1061;g3ab92334585_0_269: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r>
              <a:rPr lang="en-US" dirty="0"/>
              <a:t>Here is a clean </a:t>
            </a:r>
            <a:r>
              <a:rPr lang="en-US" b="1" dirty="0"/>
              <a:t>backtracking solution</a:t>
            </a:r>
            <a:r>
              <a:rPr lang="en-US" dirty="0"/>
              <a:t> for the maze problem.</a:t>
            </a:r>
          </a:p>
          <a:p>
            <a:r>
              <a:rPr lang="en-US" b="1" dirty="0"/>
              <a:t>Idea</a:t>
            </a:r>
          </a:p>
          <a:p>
            <a:r>
              <a:rPr lang="en-US" dirty="0"/>
              <a:t>Treat each position in the maze as a </a:t>
            </a:r>
            <a:r>
              <a:rPr lang="en-US" b="1" dirty="0"/>
              <a:t>configuration</a:t>
            </a:r>
            <a:r>
              <a:rPr lang="en-US" dirty="0"/>
              <a:t>:</a:t>
            </a:r>
          </a:p>
          <a:p>
            <a:r>
              <a:rPr lang="en-US" dirty="0"/>
              <a:t>the maze grid </a:t>
            </a:r>
          </a:p>
          <a:p>
            <a:r>
              <a:rPr lang="en-US" dirty="0"/>
              <a:t>the current row </a:t>
            </a:r>
          </a:p>
          <a:p>
            <a:r>
              <a:rPr lang="en-US" dirty="0"/>
              <a:t>the current column </a:t>
            </a:r>
          </a:p>
          <a:p>
            <a:r>
              <a:rPr lang="en-US" dirty="0"/>
              <a:t>From each position, try moving:</a:t>
            </a:r>
          </a:p>
          <a:p>
            <a:pPr lvl="1"/>
            <a:r>
              <a:rPr lang="en-US" dirty="0"/>
              <a:t>up </a:t>
            </a:r>
          </a:p>
          <a:p>
            <a:pPr lvl="1"/>
            <a:r>
              <a:rPr lang="en-US" dirty="0"/>
              <a:t>down </a:t>
            </a:r>
          </a:p>
          <a:p>
            <a:pPr lvl="1"/>
            <a:r>
              <a:rPr lang="en-US" dirty="0"/>
              <a:t>left </a:t>
            </a:r>
          </a:p>
          <a:p>
            <a:pPr lvl="1"/>
            <a:r>
              <a:rPr lang="en-US" dirty="0"/>
              <a:t>right </a:t>
            </a:r>
          </a:p>
          <a:p>
            <a:pPr lvl="1"/>
            <a:r>
              <a:rPr lang="en-US" dirty="0"/>
              <a:t>If a move is invalid, prune it.</a:t>
            </a:r>
            <a:br>
              <a:rPr lang="en-US" dirty="0"/>
            </a:br>
            <a:r>
              <a:rPr lang="en-US" dirty="0"/>
              <a:t>If a move reaches E, you found the solution.</a:t>
            </a:r>
            <a:br>
              <a:rPr lang="en-US" dirty="0"/>
            </a:br>
            <a:r>
              <a:rPr lang="en-US" dirty="0"/>
              <a:t>To avoid cycles, mark visited cells.</a:t>
            </a:r>
          </a:p>
          <a:p>
            <a:br>
              <a:rPr lang="en-US" dirty="0"/>
            </a:br>
            <a:endParaRPr lang="en-US" dirty="0"/>
          </a:p>
          <a:p>
            <a:r>
              <a:rPr lang="en-US" b="1" dirty="0"/>
              <a:t>Configuration state</a:t>
            </a:r>
          </a:p>
          <a:p>
            <a:r>
              <a:rPr lang="en-US" dirty="0"/>
              <a:t>A configuration should store:</a:t>
            </a:r>
          </a:p>
          <a:p>
            <a:pPr lvl="1"/>
            <a:r>
              <a:rPr lang="en-US" dirty="0"/>
              <a:t>char[][] maze </a:t>
            </a:r>
          </a:p>
          <a:p>
            <a:pPr lvl="1"/>
            <a:r>
              <a:rPr lang="en-US" dirty="0"/>
              <a:t>int row </a:t>
            </a:r>
          </a:p>
          <a:p>
            <a:pPr lvl="1"/>
            <a:r>
              <a:rPr lang="en-US" dirty="0"/>
              <a:t>int col </a:t>
            </a:r>
          </a:p>
          <a:p>
            <a:pPr lvl="1"/>
            <a:r>
              <a:rPr lang="en-US" dirty="0"/>
              <a:t>Optionally:</a:t>
            </a:r>
          </a:p>
          <a:p>
            <a:pPr lvl="1"/>
            <a:r>
              <a:rPr lang="en-US" dirty="0"/>
              <a:t>a reference to the parent configuration if you want to reconstruct the path </a:t>
            </a:r>
          </a:p>
          <a:p>
            <a:br>
              <a:rPr lang="en-US" dirty="0"/>
            </a:br>
            <a:endParaRPr lang="en-US" dirty="0"/>
          </a:p>
          <a:p>
            <a:r>
              <a:rPr lang="en-US" b="1" dirty="0"/>
              <a:t>Successor generation</a:t>
            </a:r>
          </a:p>
          <a:p>
            <a:r>
              <a:rPr lang="en-US" dirty="0"/>
              <a:t>From (row, col) create up to 4 successors:</a:t>
            </a:r>
          </a:p>
          <a:p>
            <a:pPr lvl="1"/>
            <a:r>
              <a:rPr lang="en-US" dirty="0"/>
              <a:t>(row - 1, col) → up </a:t>
            </a:r>
          </a:p>
          <a:p>
            <a:pPr lvl="1"/>
            <a:r>
              <a:rPr lang="en-US" dirty="0"/>
              <a:t>(row + 1, col) → down </a:t>
            </a:r>
          </a:p>
          <a:p>
            <a:pPr lvl="1"/>
            <a:r>
              <a:rPr lang="en-US" dirty="0"/>
              <a:t>(row, col - 1) → left </a:t>
            </a:r>
          </a:p>
          <a:p>
            <a:pPr lvl="1"/>
            <a:r>
              <a:rPr lang="en-US" dirty="0"/>
              <a:t>(row, col + 1) → right </a:t>
            </a:r>
          </a:p>
          <a:p>
            <a:r>
              <a:rPr lang="en-US" dirty="0"/>
              <a:t>For each successor:</a:t>
            </a:r>
          </a:p>
          <a:p>
            <a:pPr lvl="1"/>
            <a:r>
              <a:rPr lang="en-US" dirty="0"/>
              <a:t>make a copy of the maze </a:t>
            </a:r>
          </a:p>
          <a:p>
            <a:pPr lvl="1"/>
            <a:r>
              <a:rPr lang="en-US" dirty="0"/>
              <a:t>mark the current position as visited, often by changing it to # or . </a:t>
            </a:r>
          </a:p>
          <a:p>
            <a:br>
              <a:rPr lang="en-US" dirty="0"/>
            </a:br>
            <a:endParaRPr lang="en-US" dirty="0"/>
          </a:p>
          <a:p>
            <a:r>
              <a:rPr lang="en-US" b="1" dirty="0"/>
              <a:t>Pruning strategy</a:t>
            </a:r>
          </a:p>
          <a:p>
            <a:r>
              <a:rPr lang="en-US" dirty="0"/>
              <a:t>Reject a successor if:</a:t>
            </a:r>
          </a:p>
          <a:p>
            <a:pPr lvl="1"/>
            <a:r>
              <a:rPr lang="en-US" dirty="0"/>
              <a:t>row or column is out of bounds </a:t>
            </a:r>
          </a:p>
          <a:p>
            <a:pPr lvl="1"/>
            <a:r>
              <a:rPr lang="en-US" dirty="0"/>
              <a:t>the cell is a wall # </a:t>
            </a:r>
          </a:p>
          <a:p>
            <a:pPr lvl="1"/>
            <a:r>
              <a:rPr lang="en-US" dirty="0"/>
              <a:t>the cell was already visited </a:t>
            </a:r>
          </a:p>
          <a:p>
            <a:pPr lvl="1"/>
            <a:r>
              <a:rPr lang="en-US" dirty="0"/>
              <a:t>This prevents infinite loops and useless exploration.</a:t>
            </a:r>
          </a:p>
          <a:p>
            <a:br>
              <a:rPr lang="en-US" dirty="0"/>
            </a:br>
            <a:endParaRPr lang="en-US" dirty="0"/>
          </a:p>
          <a:p>
            <a:r>
              <a:rPr lang="en-US" b="1" dirty="0"/>
              <a:t>Goal test</a:t>
            </a:r>
          </a:p>
          <a:p>
            <a:r>
              <a:rPr lang="en-US" dirty="0"/>
              <a:t>A configuration is the goal if:</a:t>
            </a:r>
          </a:p>
          <a:p>
            <a:pPr lvl="1"/>
            <a:r>
              <a:rPr lang="en-US" dirty="0"/>
              <a:t>maze[row][col] == 'E'</a:t>
            </a:r>
          </a:p>
          <a:p>
            <a:pPr marL="0" indent="0">
              <a:buNone/>
            </a:pPr>
            <a:endParaRPr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1"/>
        <p:cNvGrpSpPr/>
        <p:nvPr/>
      </p:nvGrpSpPr>
      <p:grpSpPr>
        <a:xfrm>
          <a:off x="0" y="0"/>
          <a:ext cx="0" cy="0"/>
          <a:chOff x="0" y="0"/>
          <a:chExt cx="0" cy="0"/>
        </a:xfrm>
      </p:grpSpPr>
      <p:sp>
        <p:nvSpPr>
          <p:cNvPr id="1072" name="Google Shape;1072;g3ab92334585_0_276: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3" name="Google Shape;1073;g3ab92334585_0_276: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r>
              <a:rPr lang="en-US" dirty="0"/>
              <a:t>A valid solution is:</a:t>
            </a:r>
          </a:p>
          <a:p>
            <a:r>
              <a:rPr lang="en-US" b="1" dirty="0"/>
              <a:t>Take the hen across</a:t>
            </a:r>
            <a:r>
              <a:rPr lang="en-US" dirty="0"/>
              <a:t> </a:t>
            </a:r>
          </a:p>
          <a:p>
            <a:r>
              <a:rPr lang="en-US" b="1" dirty="0"/>
              <a:t>Farmer comes back alone</a:t>
            </a:r>
            <a:r>
              <a:rPr lang="en-US" dirty="0"/>
              <a:t> </a:t>
            </a:r>
          </a:p>
          <a:p>
            <a:r>
              <a:rPr lang="en-US" b="1" dirty="0"/>
              <a:t>Take the fox across</a:t>
            </a:r>
            <a:r>
              <a:rPr lang="en-US" dirty="0"/>
              <a:t> </a:t>
            </a:r>
          </a:p>
          <a:p>
            <a:r>
              <a:rPr lang="en-US" b="1" dirty="0"/>
              <a:t>Bring the hen back</a:t>
            </a:r>
            <a:r>
              <a:rPr lang="en-US" dirty="0"/>
              <a:t> </a:t>
            </a:r>
          </a:p>
          <a:p>
            <a:r>
              <a:rPr lang="en-US" b="1" dirty="0"/>
              <a:t>Take the seed across</a:t>
            </a:r>
            <a:r>
              <a:rPr lang="en-US" dirty="0"/>
              <a:t> </a:t>
            </a:r>
          </a:p>
          <a:p>
            <a:r>
              <a:rPr lang="en-US" b="1" dirty="0"/>
              <a:t>Farmer comes back alone</a:t>
            </a:r>
            <a:r>
              <a:rPr lang="en-US" dirty="0"/>
              <a:t> </a:t>
            </a:r>
          </a:p>
          <a:p>
            <a:r>
              <a:rPr lang="en-US" b="1" dirty="0"/>
              <a:t>Take the hen across</a:t>
            </a:r>
            <a:endParaRPr lang="en-US" dirty="0"/>
          </a:p>
          <a:p>
            <a:pPr marL="0" indent="0">
              <a:buNone/>
            </a:pPr>
            <a:endParaRPr lang="en-US" dirty="0"/>
          </a:p>
          <a:p>
            <a:r>
              <a:rPr lang="en-US" b="1" dirty="0"/>
              <a:t>State sequence</a:t>
            </a:r>
          </a:p>
          <a:p>
            <a:r>
              <a:rPr lang="en-US" dirty="0"/>
              <a:t>Using:</a:t>
            </a:r>
          </a:p>
          <a:p>
            <a:r>
              <a:rPr lang="en-US" b="1" dirty="0"/>
              <a:t>L</a:t>
            </a:r>
            <a:r>
              <a:rPr lang="en-US" dirty="0"/>
              <a:t> = left shore </a:t>
            </a:r>
          </a:p>
          <a:p>
            <a:r>
              <a:rPr lang="en-US" b="1" dirty="0"/>
              <a:t>R</a:t>
            </a:r>
            <a:r>
              <a:rPr lang="en-US" dirty="0"/>
              <a:t> = right shore </a:t>
            </a:r>
          </a:p>
          <a:p>
            <a:r>
              <a:rPr lang="en-US" dirty="0"/>
              <a:t>Format: </a:t>
            </a:r>
            <a:r>
              <a:rPr lang="en-US" b="1" dirty="0"/>
              <a:t>(Farmer, Fox, Hen, Seed)</a:t>
            </a:r>
            <a:endParaRPr lang="en-US" dirty="0"/>
          </a:p>
          <a:p>
            <a:r>
              <a:rPr lang="en-US" dirty="0"/>
              <a:t>Start:</a:t>
            </a:r>
          </a:p>
          <a:p>
            <a:r>
              <a:rPr lang="en-US" b="1" dirty="0"/>
              <a:t>(L, L, L, L)</a:t>
            </a:r>
            <a:r>
              <a:rPr lang="en-US" dirty="0"/>
              <a:t> </a:t>
            </a:r>
          </a:p>
          <a:p>
            <a:r>
              <a:rPr lang="en-US" dirty="0"/>
              <a:t>After hen across:</a:t>
            </a:r>
          </a:p>
          <a:p>
            <a:r>
              <a:rPr lang="en-US" b="1" dirty="0"/>
              <a:t>(R, L, R, L)</a:t>
            </a:r>
            <a:r>
              <a:rPr lang="en-US" dirty="0"/>
              <a:t> </a:t>
            </a:r>
          </a:p>
          <a:p>
            <a:r>
              <a:rPr lang="en-US" dirty="0"/>
              <a:t>Farmer back alone:</a:t>
            </a:r>
          </a:p>
          <a:p>
            <a:r>
              <a:rPr lang="en-US" b="1" dirty="0"/>
              <a:t>(L, L, R, L)</a:t>
            </a:r>
            <a:r>
              <a:rPr lang="en-US" dirty="0"/>
              <a:t> </a:t>
            </a:r>
          </a:p>
          <a:p>
            <a:r>
              <a:rPr lang="en-US" dirty="0"/>
              <a:t>Fox across:</a:t>
            </a:r>
          </a:p>
          <a:p>
            <a:r>
              <a:rPr lang="en-US" b="1" dirty="0"/>
              <a:t>(R, R, R, L)</a:t>
            </a:r>
            <a:r>
              <a:rPr lang="en-US" dirty="0"/>
              <a:t> </a:t>
            </a:r>
          </a:p>
          <a:p>
            <a:r>
              <a:rPr lang="en-US" dirty="0"/>
              <a:t>Hen back:</a:t>
            </a:r>
          </a:p>
          <a:p>
            <a:r>
              <a:rPr lang="en-US" b="1" dirty="0"/>
              <a:t>(L, R, L, L)</a:t>
            </a:r>
            <a:r>
              <a:rPr lang="en-US" dirty="0"/>
              <a:t> </a:t>
            </a:r>
          </a:p>
          <a:p>
            <a:r>
              <a:rPr lang="en-US" dirty="0"/>
              <a:t>Seed across:</a:t>
            </a:r>
          </a:p>
          <a:p>
            <a:r>
              <a:rPr lang="en-US" b="1" dirty="0"/>
              <a:t>(R, R, L, R)</a:t>
            </a:r>
            <a:r>
              <a:rPr lang="en-US" dirty="0"/>
              <a:t> </a:t>
            </a:r>
          </a:p>
          <a:p>
            <a:r>
              <a:rPr lang="en-US" dirty="0"/>
              <a:t>Farmer back alone:</a:t>
            </a:r>
          </a:p>
          <a:p>
            <a:r>
              <a:rPr lang="en-US" b="1" dirty="0"/>
              <a:t>(L, R, L, R)</a:t>
            </a:r>
            <a:r>
              <a:rPr lang="en-US" dirty="0"/>
              <a:t> </a:t>
            </a:r>
          </a:p>
          <a:p>
            <a:r>
              <a:rPr lang="en-US" dirty="0"/>
              <a:t>Hen across:</a:t>
            </a:r>
          </a:p>
          <a:p>
            <a:r>
              <a:rPr lang="en-US" b="1" dirty="0"/>
              <a:t>(R, R, R, R)</a:t>
            </a:r>
            <a:r>
              <a:rPr lang="en-US" dirty="0"/>
              <a:t> </a:t>
            </a:r>
          </a:p>
          <a:p>
            <a:r>
              <a:rPr lang="en-US" b="1" dirty="0"/>
              <a:t>Goal</a:t>
            </a:r>
          </a:p>
          <a:p>
            <a:r>
              <a:rPr lang="en-US" dirty="0"/>
              <a:t>Reached when:</a:t>
            </a:r>
          </a:p>
          <a:p>
            <a:r>
              <a:rPr lang="en-US" b="1" dirty="0"/>
              <a:t>Farmer, fox, hen, and seed are all on the destination shore</a:t>
            </a:r>
            <a:r>
              <a:rPr lang="en-US" dirty="0"/>
              <a:t> </a:t>
            </a:r>
          </a:p>
          <a:p>
            <a:r>
              <a:rPr lang="en-US" b="1" dirty="0"/>
              <a:t>Backtracking view</a:t>
            </a:r>
          </a:p>
          <a:p>
            <a:r>
              <a:rPr lang="en-US" dirty="0"/>
              <a:t>This is a backtracking problem because:</a:t>
            </a:r>
          </a:p>
          <a:p>
            <a:r>
              <a:rPr lang="en-US" dirty="0"/>
              <a:t>At each state, you try a legal move </a:t>
            </a:r>
          </a:p>
          <a:p>
            <a:r>
              <a:rPr lang="en-US" dirty="0"/>
              <a:t>You reject states where: </a:t>
            </a:r>
          </a:p>
          <a:p>
            <a:pPr lvl="1"/>
            <a:r>
              <a:rPr lang="en-US" dirty="0"/>
              <a:t>fox and hen are left alone </a:t>
            </a:r>
          </a:p>
          <a:p>
            <a:pPr lvl="1"/>
            <a:r>
              <a:rPr lang="en-US" dirty="0"/>
              <a:t>hen and seed are left alone </a:t>
            </a:r>
          </a:p>
          <a:p>
            <a:pPr lvl="1"/>
            <a:r>
              <a:rPr lang="en-US" dirty="0"/>
              <a:t>or the state was already seen </a:t>
            </a:r>
          </a:p>
          <a:p>
            <a:r>
              <a:rPr lang="en-US" dirty="0"/>
              <a:t>So the successful path is:</a:t>
            </a:r>
          </a:p>
          <a:p>
            <a:r>
              <a:rPr lang="en-US" b="1" dirty="0"/>
              <a:t>Hen → Back alone → Fox → Hen back → Seed → Back alone → Hen</a:t>
            </a:r>
            <a:endParaRPr lang="en-US" dirty="0"/>
          </a:p>
          <a:p>
            <a:r>
              <a:rPr lang="en-US" dirty="0"/>
              <a:t>I can also format this as a classroom-ready table or pseudocode.</a:t>
            </a:r>
          </a:p>
          <a:p>
            <a:pPr marL="0" indent="0">
              <a:buNone/>
            </a:pPr>
            <a:endParaRPr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g3ab92334585_0_283: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6" name="Google Shape;1086;g3ab92334585_0_283: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3ab92334585_0_29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3ab92334585_0_29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3ab92334585_0_297: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0" name="Google Shape;1100;g3ab92334585_0_297: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5"/>
        <p:cNvGrpSpPr/>
        <p:nvPr/>
      </p:nvGrpSpPr>
      <p:grpSpPr>
        <a:xfrm>
          <a:off x="0" y="0"/>
          <a:ext cx="0" cy="0"/>
          <a:chOff x="0" y="0"/>
          <a:chExt cx="0" cy="0"/>
        </a:xfrm>
      </p:grpSpPr>
      <p:sp>
        <p:nvSpPr>
          <p:cNvPr id="1106" name="Google Shape;1106;g3ab92334585_0_304: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7" name="Google Shape;1107;g3ab92334585_0_304: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2"/>
        <p:cNvGrpSpPr/>
        <p:nvPr/>
      </p:nvGrpSpPr>
      <p:grpSpPr>
        <a:xfrm>
          <a:off x="0" y="0"/>
          <a:ext cx="0" cy="0"/>
          <a:chOff x="0" y="0"/>
          <a:chExt cx="0" cy="0"/>
        </a:xfrm>
      </p:grpSpPr>
      <p:sp>
        <p:nvSpPr>
          <p:cNvPr id="1113" name="Google Shape;1113;g3ab92334585_0_311: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4" name="Google Shape;1114;g3ab92334585_0_311: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g39769e3d0c0_0_41: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2" name="Google Shape;1122;g39769e3d0c0_0_41: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sp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sp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sp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sp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sp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sp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sp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 Alt 1">
  <p:cSld name="BLANK_1_1">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84850" y="474875"/>
            <a:ext cx="4227300" cy="1154700"/>
          </a:xfrm>
          <a:prstGeom prst="rect">
            <a:avLst/>
          </a:prstGeom>
        </p:spPr>
        <p:txBody>
          <a:bodyPr spcFirstLastPara="1" wrap="square" lIns="0" tIns="0" rIns="0" bIns="0" anchor="t" anchorCtr="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60" name="Google Shape;60;p14"/>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4"/>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4"/>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4"/>
          <p:cNvSpPr txBox="1">
            <a:spLocks noGrp="1"/>
          </p:cNvSpPr>
          <p:nvPr>
            <p:ph type="body" idx="1"/>
          </p:nvPr>
        </p:nvSpPr>
        <p:spPr>
          <a:xfrm>
            <a:off x="4629550" y="3479875"/>
            <a:ext cx="4227300" cy="923400"/>
          </a:xfrm>
          <a:prstGeom prst="rect">
            <a:avLst/>
          </a:prstGeom>
        </p:spPr>
        <p:txBody>
          <a:bodyPr spcFirstLastPara="1" wrap="square" lIns="182875" tIns="91425" rIns="182875" bIns="91425" anchor="t" anchorCtr="0">
            <a:noAutofit/>
          </a:bodyPr>
          <a:lstStyle>
            <a:lvl1pPr marL="457200" lvl="0" indent="-304800">
              <a:lnSpc>
                <a:spcPct val="100000"/>
              </a:lnSpc>
              <a:spcBef>
                <a:spcPts val="0"/>
              </a:spcBef>
              <a:spcAft>
                <a:spcPts val="0"/>
              </a:spcAft>
              <a:buSzPts val="1200"/>
              <a:buChar char="●"/>
              <a:defRPr/>
            </a:lvl1pPr>
            <a:lvl2pPr marL="914400" lvl="1" indent="-304800">
              <a:lnSpc>
                <a:spcPct val="100000"/>
              </a:lnSpc>
              <a:spcBef>
                <a:spcPts val="0"/>
              </a:spcBef>
              <a:spcAft>
                <a:spcPts val="0"/>
              </a:spcAft>
              <a:buSzPts val="1200"/>
              <a:buChar char="○"/>
              <a:defRPr/>
            </a:lvl2pPr>
            <a:lvl3pPr marL="1371600" lvl="2" indent="-304800">
              <a:lnSpc>
                <a:spcPct val="100000"/>
              </a:lnSpc>
              <a:spcBef>
                <a:spcPts val="0"/>
              </a:spcBef>
              <a:spcAft>
                <a:spcPts val="0"/>
              </a:spcAft>
              <a:buSzPts val="1200"/>
              <a:buChar char="■"/>
              <a:defRPr/>
            </a:lvl3pPr>
            <a:lvl4pPr marL="1828800" lvl="3" indent="-304800">
              <a:lnSpc>
                <a:spcPct val="100000"/>
              </a:lnSpc>
              <a:spcBef>
                <a:spcPts val="0"/>
              </a:spcBef>
              <a:spcAft>
                <a:spcPts val="0"/>
              </a:spcAft>
              <a:buSzPts val="1200"/>
              <a:buChar char="●"/>
              <a:defRPr/>
            </a:lvl4pPr>
            <a:lvl5pPr marL="2286000" lvl="4" indent="-304800">
              <a:lnSpc>
                <a:spcPct val="100000"/>
              </a:lnSpc>
              <a:spcBef>
                <a:spcPts val="0"/>
              </a:spcBef>
              <a:spcAft>
                <a:spcPts val="0"/>
              </a:spcAft>
              <a:buSzPts val="1200"/>
              <a:buChar char="○"/>
              <a:defRPr/>
            </a:lvl5pPr>
            <a:lvl6pPr marL="2743200" lvl="5" indent="-304800">
              <a:lnSpc>
                <a:spcPct val="100000"/>
              </a:lnSpc>
              <a:spcBef>
                <a:spcPts val="0"/>
              </a:spcBef>
              <a:spcAft>
                <a:spcPts val="0"/>
              </a:spcAft>
              <a:buSzPts val="1200"/>
              <a:buChar char="■"/>
              <a:defRPr/>
            </a:lvl6pPr>
            <a:lvl7pPr marL="3200400" lvl="6" indent="-304800">
              <a:lnSpc>
                <a:spcPct val="100000"/>
              </a:lnSpc>
              <a:spcBef>
                <a:spcPts val="0"/>
              </a:spcBef>
              <a:spcAft>
                <a:spcPts val="0"/>
              </a:spcAft>
              <a:buSzPts val="1200"/>
              <a:buChar char="●"/>
              <a:defRPr/>
            </a:lvl7pPr>
            <a:lvl8pPr marL="3657600" lvl="7" indent="-304800">
              <a:lnSpc>
                <a:spcPct val="100000"/>
              </a:lnSpc>
              <a:spcBef>
                <a:spcPts val="0"/>
              </a:spcBef>
              <a:spcAft>
                <a:spcPts val="0"/>
              </a:spcAft>
              <a:buSzPts val="1200"/>
              <a:buChar char="○"/>
              <a:defRPr/>
            </a:lvl8pPr>
            <a:lvl9pPr marL="4114800" lvl="8" indent="-304800">
              <a:lnSpc>
                <a:spcPct val="100000"/>
              </a:lnSpc>
              <a:spcBef>
                <a:spcPts val="0"/>
              </a:spcBef>
              <a:spcAft>
                <a:spcPts val="0"/>
              </a:spcAft>
              <a:buSzPts val="12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 Alt 2">
  <p:cSld name="BLANK_1_1_1_1_2">
    <p:bg>
      <p:bgPr>
        <a:solidFill>
          <a:schemeClr val="accent1"/>
        </a:solidFill>
        <a:effectLst/>
      </p:bgPr>
    </p:bg>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66" name="Google Shape;66;p15"/>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marL="0" lvl="0" indent="0" algn="r" rtl="0">
              <a:spcBef>
                <a:spcPts val="0"/>
              </a:spcBef>
              <a:spcAft>
                <a:spcPts val="0"/>
              </a:spcAft>
              <a:buNone/>
            </a:pPr>
            <a:fld id="{00000000-1234-1234-1234-123412341234}" type="slidenum">
              <a:rPr lang="en"/>
              <a:t>‹#›</a:t>
            </a:fld>
            <a:endParaRPr/>
          </a:p>
        </p:txBody>
      </p:sp>
      <p:sp>
        <p:nvSpPr>
          <p:cNvPr id="67" name="Google Shape;67;p15"/>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5"/>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 Alt 2 1">
  <p:cSld name="BLANK_1_1_1_1_2_2">
    <p:bg>
      <p:bgPr>
        <a:solidFill>
          <a:srgbClr val="002280"/>
        </a:solidFill>
        <a:effectLst/>
      </p:bgPr>
    </p:bg>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71" name="Google Shape;71;p16"/>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marL="0" lvl="0" indent="0" algn="r" rtl="0">
              <a:spcBef>
                <a:spcPts val="0"/>
              </a:spcBef>
              <a:spcAft>
                <a:spcPts val="0"/>
              </a:spcAft>
              <a:buNone/>
            </a:pPr>
            <a:fld id="{00000000-1234-1234-1234-123412341234}" type="slidenum">
              <a:rPr lang="en"/>
              <a:t>‹#›</a:t>
            </a:fld>
            <a:endParaRPr/>
          </a:p>
        </p:txBody>
      </p:sp>
      <p:sp>
        <p:nvSpPr>
          <p:cNvPr id="72" name="Google Shape;72;p16"/>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6"/>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 Alt 3">
  <p:cSld name="BLANK_1_1_1_1_2_1">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76" name="Google Shape;76;p17"/>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marL="0" lvl="0" indent="0" algn="r" rtl="0">
              <a:spcBef>
                <a:spcPts val="0"/>
              </a:spcBef>
              <a:spcAft>
                <a:spcPts val="0"/>
              </a:spcAft>
              <a:buNone/>
            </a:pPr>
            <a:fld id="{00000000-1234-1234-1234-123412341234}" type="slidenum">
              <a:rPr lang="en"/>
              <a:t>‹#›</a:t>
            </a:fld>
            <a:endParaRPr/>
          </a:p>
        </p:txBody>
      </p:sp>
      <p:sp>
        <p:nvSpPr>
          <p:cNvPr id="77" name="Google Shape;77;p17"/>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7"/>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 Alt 4">
  <p:cSld name="BLANK_1_1_1_1_2_1_1">
    <p:bg>
      <p:bgPr>
        <a:solidFill>
          <a:schemeClr val="lt1"/>
        </a:solidFill>
        <a:effectLst/>
      </p:bgPr>
    </p:bg>
    <p:spTree>
      <p:nvGrpSpPr>
        <p:cNvPr id="1" name="Shape 79"/>
        <p:cNvGrpSpPr/>
        <p:nvPr/>
      </p:nvGrpSpPr>
      <p:grpSpPr>
        <a:xfrm>
          <a:off x="0" y="0"/>
          <a:ext cx="0" cy="0"/>
          <a:chOff x="0" y="0"/>
          <a:chExt cx="0" cy="0"/>
        </a:xfrm>
      </p:grpSpPr>
      <p:sp>
        <p:nvSpPr>
          <p:cNvPr id="80" name="Google Shape;80;p18"/>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cxnSp>
        <p:nvCxnSpPr>
          <p:cNvPr id="81" name="Google Shape;81;p18"/>
          <p:cNvCxnSpPr/>
          <p:nvPr/>
        </p:nvCxnSpPr>
        <p:spPr>
          <a:xfrm>
            <a:off x="283850" y="4683734"/>
            <a:ext cx="8573100" cy="0"/>
          </a:xfrm>
          <a:prstGeom prst="straightConnector1">
            <a:avLst/>
          </a:prstGeom>
          <a:noFill/>
          <a:ln w="9525" cap="flat" cmpd="sng">
            <a:solidFill>
              <a:schemeClr val="dk1"/>
            </a:solidFill>
            <a:prstDash val="solid"/>
            <a:round/>
            <a:headEnd type="none" w="med" len="med"/>
            <a:tailEnd type="none" w="med" len="med"/>
          </a:ln>
        </p:spPr>
      </p:cxnSp>
      <p:sp>
        <p:nvSpPr>
          <p:cNvPr id="82" name="Google Shape;82;p18"/>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83" name="Google Shape;83;p18"/>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84" name="Google Shape;84;p18"/>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 Alt 1">
  <p:cSld name="BLANK_1_1_1_1_1_1_1">
    <p:bg>
      <p:bgPr>
        <a:solidFill>
          <a:schemeClr val="lt1"/>
        </a:solidFill>
        <a:effectLst/>
      </p:bgPr>
    </p:bg>
    <p:spTree>
      <p:nvGrpSpPr>
        <p:cNvPr id="1" name="Shape 85"/>
        <p:cNvGrpSpPr/>
        <p:nvPr/>
      </p:nvGrpSpPr>
      <p:grpSpPr>
        <a:xfrm>
          <a:off x="0" y="0"/>
          <a:ext cx="0" cy="0"/>
          <a:chOff x="0" y="0"/>
          <a:chExt cx="0" cy="0"/>
        </a:xfrm>
      </p:grpSpPr>
      <p:cxnSp>
        <p:nvCxnSpPr>
          <p:cNvPr id="86" name="Google Shape;86;p19"/>
          <p:cNvCxnSpPr/>
          <p:nvPr/>
        </p:nvCxnSpPr>
        <p:spPr>
          <a:xfrm>
            <a:off x="283850" y="4683725"/>
            <a:ext cx="8573100" cy="0"/>
          </a:xfrm>
          <a:prstGeom prst="straightConnector1">
            <a:avLst/>
          </a:prstGeom>
          <a:noFill/>
          <a:ln w="9525" cap="flat" cmpd="sng">
            <a:solidFill>
              <a:schemeClr val="dk1"/>
            </a:solidFill>
            <a:prstDash val="solid"/>
            <a:round/>
            <a:headEnd type="none" w="med" len="med"/>
            <a:tailEnd type="none" w="med" len="med"/>
          </a:ln>
        </p:spPr>
      </p:cxnSp>
      <p:sp>
        <p:nvSpPr>
          <p:cNvPr id="87" name="Google Shape;87;p19"/>
          <p:cNvSpPr txBox="1">
            <a:spLocks noGrp="1"/>
          </p:cNvSpPr>
          <p:nvPr>
            <p:ph type="title"/>
          </p:nvPr>
        </p:nvSpPr>
        <p:spPr>
          <a:xfrm>
            <a:off x="283850" y="230676"/>
            <a:ext cx="6683700" cy="1236900"/>
          </a:xfrm>
          <a:prstGeom prst="rect">
            <a:avLst/>
          </a:prstGeom>
        </p:spPr>
        <p:txBody>
          <a:bodyPr spcFirstLastPara="1" wrap="square" lIns="0" tIns="91425" rIns="91425" bIns="91425" anchor="t" anchorCtr="0">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a:endParaRPr/>
          </a:p>
        </p:txBody>
      </p:sp>
      <p:sp>
        <p:nvSpPr>
          <p:cNvPr id="88" name="Google Shape;88;p19"/>
          <p:cNvSpPr txBox="1">
            <a:spLocks noGrp="1"/>
          </p:cNvSpPr>
          <p:nvPr>
            <p:ph type="subTitle" idx="1"/>
          </p:nvPr>
        </p:nvSpPr>
        <p:spPr>
          <a:xfrm>
            <a:off x="6214200" y="3602000"/>
            <a:ext cx="2386500" cy="804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a:endParaRPr/>
          </a:p>
        </p:txBody>
      </p:sp>
      <p:sp>
        <p:nvSpPr>
          <p:cNvPr id="89" name="Google Shape;89;p19"/>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90" name="Google Shape;90;p19"/>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91" name="Google Shape;91;p19"/>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92" name="Google Shape;92;p19"/>
          <p:cNvSpPr>
            <a:spLocks noGrp="1"/>
          </p:cNvSpPr>
          <p:nvPr>
            <p:ph type="pic" idx="4"/>
          </p:nvPr>
        </p:nvSpPr>
        <p:spPr>
          <a:xfrm>
            <a:off x="4629750" y="3386700"/>
            <a:ext cx="1328400" cy="1290900"/>
          </a:xfrm>
          <a:prstGeom prst="rect">
            <a:avLst/>
          </a:prstGeom>
          <a:noFill/>
          <a:ln>
            <a:no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 Alt 3">
  <p:cSld name="BLANK_3_1">
    <p:bg>
      <p:bgPr>
        <a:solidFill>
          <a:schemeClr val="accent3"/>
        </a:solidFill>
        <a:effectLst/>
      </p:bgPr>
    </p:bg>
    <p:spTree>
      <p:nvGrpSpPr>
        <p:cNvPr id="1" name="Shape 93"/>
        <p:cNvGrpSpPr/>
        <p:nvPr/>
      </p:nvGrpSpPr>
      <p:grpSpPr>
        <a:xfrm>
          <a:off x="0" y="0"/>
          <a:ext cx="0" cy="0"/>
          <a:chOff x="0" y="0"/>
          <a:chExt cx="0" cy="0"/>
        </a:xfrm>
      </p:grpSpPr>
      <p:sp>
        <p:nvSpPr>
          <p:cNvPr id="94" name="Google Shape;94;p20"/>
          <p:cNvSpPr/>
          <p:nvPr/>
        </p:nvSpPr>
        <p:spPr>
          <a:xfrm>
            <a:off x="3186050" y="288625"/>
            <a:ext cx="5670900" cy="292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ter"/>
              <a:ea typeface="Inter"/>
              <a:cs typeface="Inter"/>
              <a:sym typeface="Inter"/>
            </a:endParaRPr>
          </a:p>
        </p:txBody>
      </p:sp>
      <p:sp>
        <p:nvSpPr>
          <p:cNvPr id="95" name="Google Shape;95;p20"/>
          <p:cNvSpPr/>
          <p:nvPr/>
        </p:nvSpPr>
        <p:spPr>
          <a:xfrm>
            <a:off x="3499026" y="558338"/>
            <a:ext cx="5044948" cy="2389773"/>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96" name="Google Shape;96;p20"/>
          <p:cNvSpPr txBox="1">
            <a:spLocks noGrp="1"/>
          </p:cNvSpPr>
          <p:nvPr>
            <p:ph type="title"/>
          </p:nvPr>
        </p:nvSpPr>
        <p:spPr>
          <a:xfrm>
            <a:off x="283850" y="474875"/>
            <a:ext cx="2773200" cy="1585200"/>
          </a:xfrm>
          <a:prstGeom prst="rect">
            <a:avLst/>
          </a:prstGeom>
        </p:spPr>
        <p:txBody>
          <a:bodyPr spcFirstLastPara="1" wrap="square" lIns="0" tIns="91425" rIns="0" bIns="0" anchor="t" anchorCtr="0">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a:endParaRPr/>
          </a:p>
        </p:txBody>
      </p:sp>
      <p:sp>
        <p:nvSpPr>
          <p:cNvPr id="97" name="Google Shape;97;p20"/>
          <p:cNvSpPr txBox="1">
            <a:spLocks noGrp="1"/>
          </p:cNvSpPr>
          <p:nvPr>
            <p:ph type="subTitle" idx="1"/>
          </p:nvPr>
        </p:nvSpPr>
        <p:spPr>
          <a:xfrm>
            <a:off x="284850" y="3602000"/>
            <a:ext cx="2773200" cy="804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98" name="Google Shape;98;p20"/>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99" name="Google Shape;99;p20"/>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100" name="Google Shape;100;p20"/>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 Alt 4">
  <p:cSld name="BLANK_3_1_1">
    <p:bg>
      <p:bgPr>
        <a:solidFill>
          <a:schemeClr val="accent1"/>
        </a:solidFill>
        <a:effectLst/>
      </p:bgPr>
    </p:bg>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283850" y="474875"/>
            <a:ext cx="2773200" cy="1585200"/>
          </a:xfrm>
          <a:prstGeom prst="rect">
            <a:avLst/>
          </a:prstGeom>
        </p:spPr>
        <p:txBody>
          <a:bodyPr spcFirstLastPara="1" wrap="square" lIns="0" tIns="91425" rIns="0" bIns="0" anchor="t" anchorCtr="0">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103" name="Google Shape;103;p21"/>
          <p:cNvSpPr txBox="1">
            <a:spLocks noGrp="1"/>
          </p:cNvSpPr>
          <p:nvPr>
            <p:ph type="subTitle" idx="1"/>
          </p:nvPr>
        </p:nvSpPr>
        <p:spPr>
          <a:xfrm>
            <a:off x="284850" y="3602000"/>
            <a:ext cx="2773200" cy="804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a:endParaRPr/>
          </a:p>
        </p:txBody>
      </p:sp>
      <p:sp>
        <p:nvSpPr>
          <p:cNvPr id="104" name="Google Shape;104;p21"/>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21"/>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21"/>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21"/>
          <p:cNvSpPr>
            <a:spLocks noGrp="1"/>
          </p:cNvSpPr>
          <p:nvPr>
            <p:ph type="pic" idx="4"/>
          </p:nvPr>
        </p:nvSpPr>
        <p:spPr>
          <a:xfrm>
            <a:off x="3185700" y="291263"/>
            <a:ext cx="5671200" cy="4387800"/>
          </a:xfrm>
          <a:prstGeom prst="rect">
            <a:avLst/>
          </a:prstGeom>
          <a:noFill/>
          <a:ln>
            <a:no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 Alt 2">
  <p:cSld name="BLANK_1_1_1_1_1_1_1_1_1_1_2">
    <p:bg>
      <p:bgPr>
        <a:solidFill>
          <a:schemeClr val="lt1"/>
        </a:solidFill>
        <a:effectLst/>
      </p:bgPr>
    </p:bg>
    <p:spTree>
      <p:nvGrpSpPr>
        <p:cNvPr id="1" name="Shape 108"/>
        <p:cNvGrpSpPr/>
        <p:nvPr/>
      </p:nvGrpSpPr>
      <p:grpSpPr>
        <a:xfrm>
          <a:off x="0" y="0"/>
          <a:ext cx="0" cy="0"/>
          <a:chOff x="0" y="0"/>
          <a:chExt cx="0" cy="0"/>
        </a:xfrm>
      </p:grpSpPr>
      <p:sp>
        <p:nvSpPr>
          <p:cNvPr id="109" name="Google Shape;109;p22"/>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10" name="Google Shape;110;p22"/>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111" name="Google Shape;111;p22"/>
          <p:cNvSpPr txBox="1">
            <a:spLocks noGrp="1"/>
          </p:cNvSpPr>
          <p:nvPr>
            <p:ph type="title" idx="2"/>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Agenda - Alt 5">
  <p:cSld name="BLANK_1_1_1_1_1_1_1_1_1_1_1_2_1">
    <p:bg>
      <p:bgPr>
        <a:solidFill>
          <a:schemeClr val="lt1"/>
        </a:solidFill>
        <a:effectLst/>
      </p:bgPr>
    </p:bg>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283850" y="285900"/>
            <a:ext cx="4227600" cy="309300"/>
          </a:xfrm>
          <a:prstGeom prst="rect">
            <a:avLst/>
          </a:prstGeom>
        </p:spPr>
        <p:txBody>
          <a:bodyPr spcFirstLastPara="1" wrap="square" lIns="0" tIns="0" rIns="0" bIns="0" anchor="t" anchorCtr="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a:endParaRPr/>
          </a:p>
        </p:txBody>
      </p:sp>
      <p:sp>
        <p:nvSpPr>
          <p:cNvPr id="114" name="Google Shape;114;p23"/>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15" name="Google Shape;115;p23"/>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16" name="Google Shape;116;p23"/>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17" name="Google Shape;117;p23"/>
          <p:cNvSpPr txBox="1">
            <a:spLocks noGrp="1"/>
          </p:cNvSpPr>
          <p:nvPr>
            <p:ph type="subTitle" idx="1"/>
          </p:nvPr>
        </p:nvSpPr>
        <p:spPr>
          <a:xfrm>
            <a:off x="1125100" y="2345400"/>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18" name="Google Shape;118;p23"/>
          <p:cNvSpPr txBox="1">
            <a:spLocks noGrp="1"/>
          </p:cNvSpPr>
          <p:nvPr>
            <p:ph type="subTitle" idx="4"/>
          </p:nvPr>
        </p:nvSpPr>
        <p:spPr>
          <a:xfrm flipH="1">
            <a:off x="6801950" y="2345400"/>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9" name="Google Shape;119;p23"/>
          <p:cNvSpPr txBox="1">
            <a:spLocks noGrp="1"/>
          </p:cNvSpPr>
          <p:nvPr>
            <p:ph type="subTitle" idx="5"/>
          </p:nvPr>
        </p:nvSpPr>
        <p:spPr>
          <a:xfrm>
            <a:off x="1125100" y="1555600"/>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20" name="Google Shape;120;p23"/>
          <p:cNvSpPr txBox="1">
            <a:spLocks noGrp="1"/>
          </p:cNvSpPr>
          <p:nvPr>
            <p:ph type="subTitle" idx="6"/>
          </p:nvPr>
        </p:nvSpPr>
        <p:spPr>
          <a:xfrm flipH="1">
            <a:off x="6801950" y="1555600"/>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21" name="Google Shape;121;p23"/>
          <p:cNvSpPr txBox="1">
            <a:spLocks noGrp="1"/>
          </p:cNvSpPr>
          <p:nvPr>
            <p:ph type="subTitle" idx="7"/>
          </p:nvPr>
        </p:nvSpPr>
        <p:spPr>
          <a:xfrm>
            <a:off x="1125100" y="3123163"/>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22" name="Google Shape;122;p23"/>
          <p:cNvSpPr txBox="1">
            <a:spLocks noGrp="1"/>
          </p:cNvSpPr>
          <p:nvPr>
            <p:ph type="subTitle" idx="8"/>
          </p:nvPr>
        </p:nvSpPr>
        <p:spPr>
          <a:xfrm flipH="1">
            <a:off x="6801950" y="3123163"/>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23" name="Google Shape;123;p23"/>
          <p:cNvSpPr txBox="1">
            <a:spLocks noGrp="1"/>
          </p:cNvSpPr>
          <p:nvPr>
            <p:ph type="subTitle" idx="9"/>
          </p:nvPr>
        </p:nvSpPr>
        <p:spPr>
          <a:xfrm>
            <a:off x="1125100" y="3902913"/>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24" name="Google Shape;124;p23"/>
          <p:cNvSpPr txBox="1">
            <a:spLocks noGrp="1"/>
          </p:cNvSpPr>
          <p:nvPr>
            <p:ph type="subTitle" idx="13"/>
          </p:nvPr>
        </p:nvSpPr>
        <p:spPr>
          <a:xfrm flipH="1">
            <a:off x="6801950" y="3902913"/>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body and image - Alt 3">
  <p:cSld name="CUSTOM_1">
    <p:bg>
      <p:bgPr>
        <a:solidFill>
          <a:schemeClr val="lt1"/>
        </a:solidFill>
        <a:effectLst/>
      </p:bgPr>
    </p:bg>
    <p:spTree>
      <p:nvGrpSpPr>
        <p:cNvPr id="1" name="Shape 125"/>
        <p:cNvGrpSpPr/>
        <p:nvPr/>
      </p:nvGrpSpPr>
      <p:grpSpPr>
        <a:xfrm>
          <a:off x="0" y="0"/>
          <a:ext cx="0" cy="0"/>
          <a:chOff x="0" y="0"/>
          <a:chExt cx="0" cy="0"/>
        </a:xfrm>
      </p:grpSpPr>
      <p:sp>
        <p:nvSpPr>
          <p:cNvPr id="126" name="Google Shape;126;p24"/>
          <p:cNvSpPr>
            <a:spLocks noGrp="1"/>
          </p:cNvSpPr>
          <p:nvPr>
            <p:ph type="pic" idx="2"/>
          </p:nvPr>
        </p:nvSpPr>
        <p:spPr>
          <a:xfrm>
            <a:off x="283850" y="2178075"/>
            <a:ext cx="4227600" cy="2505600"/>
          </a:xfrm>
          <a:prstGeom prst="rect">
            <a:avLst/>
          </a:prstGeom>
          <a:noFill/>
          <a:ln>
            <a:noFill/>
          </a:ln>
        </p:spPr>
      </p:sp>
      <p:sp>
        <p:nvSpPr>
          <p:cNvPr id="127" name="Google Shape;127;p24"/>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28" name="Google Shape;128;p24"/>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29" name="Google Shape;129;p24"/>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30" name="Google Shape;130;p24"/>
          <p:cNvSpPr txBox="1">
            <a:spLocks noGrp="1"/>
          </p:cNvSpPr>
          <p:nvPr>
            <p:ph type="title" idx="4"/>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31" name="Google Shape;131;p24"/>
          <p:cNvSpPr txBox="1">
            <a:spLocks noGrp="1"/>
          </p:cNvSpPr>
          <p:nvPr>
            <p:ph type="body" idx="1"/>
          </p:nvPr>
        </p:nvSpPr>
        <p:spPr>
          <a:xfrm>
            <a:off x="4629300" y="2636275"/>
            <a:ext cx="4227600" cy="204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32" name="Google Shape;132;p24"/>
          <p:cNvSpPr/>
          <p:nvPr/>
        </p:nvSpPr>
        <p:spPr>
          <a:xfrm rot="10800000">
            <a:off x="8020323" y="286810"/>
            <a:ext cx="836528" cy="836365"/>
          </a:xfrm>
          <a:custGeom>
            <a:avLst/>
            <a:gdLst/>
            <a:ahLst/>
            <a:cxnLst/>
            <a:rect l="l" t="t" r="r" b="b"/>
            <a:pathLst>
              <a:path w="32645" h="32645" extrusionOk="0">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body and image - Alt 4">
  <p:cSld name="BLANK_1_1_1_1_1_1_1_1_1_1_1_1_3">
    <p:bg>
      <p:bgPr>
        <a:solidFill>
          <a:schemeClr val="lt1"/>
        </a:solidFill>
        <a:effectLst/>
      </p:bgPr>
    </p:bg>
    <p:spTree>
      <p:nvGrpSpPr>
        <p:cNvPr id="1" name="Shape 133"/>
        <p:cNvGrpSpPr/>
        <p:nvPr/>
      </p:nvGrpSpPr>
      <p:grpSpPr>
        <a:xfrm>
          <a:off x="0" y="0"/>
          <a:ext cx="0" cy="0"/>
          <a:chOff x="0" y="0"/>
          <a:chExt cx="0" cy="0"/>
        </a:xfrm>
      </p:grpSpPr>
      <p:sp>
        <p:nvSpPr>
          <p:cNvPr id="134" name="Google Shape;134;p25"/>
          <p:cNvSpPr>
            <a:spLocks noGrp="1"/>
          </p:cNvSpPr>
          <p:nvPr>
            <p:ph type="pic" idx="2"/>
          </p:nvPr>
        </p:nvSpPr>
        <p:spPr>
          <a:xfrm>
            <a:off x="4629750" y="0"/>
            <a:ext cx="4227000" cy="4683600"/>
          </a:xfrm>
          <a:prstGeom prst="roundRect">
            <a:avLst>
              <a:gd name="adj" fmla="val 0"/>
            </a:avLst>
          </a:prstGeom>
          <a:noFill/>
          <a:ln>
            <a:noFill/>
          </a:ln>
        </p:spPr>
      </p:sp>
      <p:sp>
        <p:nvSpPr>
          <p:cNvPr id="135" name="Google Shape;135;p25"/>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36" name="Google Shape;136;p25"/>
          <p:cNvSpPr txBox="1">
            <a:spLocks noGrp="1"/>
          </p:cNvSpPr>
          <p:nvPr>
            <p:ph type="title"/>
          </p:nvPr>
        </p:nvSpPr>
        <p:spPr>
          <a:xfrm>
            <a:off x="283850" y="285900"/>
            <a:ext cx="42276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37" name="Google Shape;137;p25"/>
          <p:cNvSpPr txBox="1">
            <a:spLocks noGrp="1"/>
          </p:cNvSpPr>
          <p:nvPr>
            <p:ph type="body" idx="1"/>
          </p:nvPr>
        </p:nvSpPr>
        <p:spPr>
          <a:xfrm>
            <a:off x="763175" y="2599225"/>
            <a:ext cx="3748800" cy="20844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138" name="Google Shape;138;p25"/>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39" name="Google Shape;139;p25"/>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body and image - Alt 5">
  <p:cSld name="BLANK_1_1_1_1_1_1_1_1_1_1_1_1_3_1_1">
    <p:bg>
      <p:bgPr>
        <a:solidFill>
          <a:schemeClr val="lt1"/>
        </a:solidFill>
        <a:effectLst/>
      </p:bgPr>
    </p:bg>
    <p:spTree>
      <p:nvGrpSpPr>
        <p:cNvPr id="1" name="Shape 140"/>
        <p:cNvGrpSpPr/>
        <p:nvPr/>
      </p:nvGrpSpPr>
      <p:grpSpPr>
        <a:xfrm>
          <a:off x="0" y="0"/>
          <a:ext cx="0" cy="0"/>
          <a:chOff x="0" y="0"/>
          <a:chExt cx="0" cy="0"/>
        </a:xfrm>
      </p:grpSpPr>
      <p:sp>
        <p:nvSpPr>
          <p:cNvPr id="141" name="Google Shape;141;p26"/>
          <p:cNvSpPr>
            <a:spLocks noGrp="1"/>
          </p:cNvSpPr>
          <p:nvPr>
            <p:ph type="pic" idx="2"/>
          </p:nvPr>
        </p:nvSpPr>
        <p:spPr>
          <a:xfrm>
            <a:off x="270275" y="3132475"/>
            <a:ext cx="2770500" cy="1551000"/>
          </a:xfrm>
          <a:prstGeom prst="roundRect">
            <a:avLst>
              <a:gd name="adj" fmla="val 0"/>
            </a:avLst>
          </a:prstGeom>
          <a:noFill/>
          <a:ln>
            <a:noFill/>
          </a:ln>
        </p:spPr>
      </p:sp>
      <p:sp>
        <p:nvSpPr>
          <p:cNvPr id="142" name="Google Shape;142;p26"/>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43" name="Google Shape;143;p26"/>
          <p:cNvSpPr txBox="1">
            <a:spLocks noGrp="1"/>
          </p:cNvSpPr>
          <p:nvPr>
            <p:ph type="title"/>
          </p:nvPr>
        </p:nvSpPr>
        <p:spPr>
          <a:xfrm>
            <a:off x="283850" y="285900"/>
            <a:ext cx="64008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44" name="Google Shape;144;p26"/>
          <p:cNvSpPr txBox="1">
            <a:spLocks noGrp="1"/>
          </p:cNvSpPr>
          <p:nvPr>
            <p:ph type="body" idx="1"/>
          </p:nvPr>
        </p:nvSpPr>
        <p:spPr>
          <a:xfrm>
            <a:off x="6086325" y="2599225"/>
            <a:ext cx="2770500" cy="20844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145" name="Google Shape;145;p26"/>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46" name="Google Shape;146;p26"/>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47" name="Google Shape;147;p26"/>
          <p:cNvSpPr txBox="1">
            <a:spLocks noGrp="1"/>
          </p:cNvSpPr>
          <p:nvPr>
            <p:ph type="body" idx="5"/>
          </p:nvPr>
        </p:nvSpPr>
        <p:spPr>
          <a:xfrm>
            <a:off x="3185700" y="2599225"/>
            <a:ext cx="2770500" cy="2084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body and image - Alt 7">
  <p:cSld name="BLANK_1_1_1_1_1_1_1_1_1_1_1_1_2_1">
    <p:bg>
      <p:bgPr>
        <a:solidFill>
          <a:schemeClr val="lt1"/>
        </a:solidFill>
        <a:effectLst/>
      </p:bgPr>
    </p:bg>
    <p:spTree>
      <p:nvGrpSpPr>
        <p:cNvPr id="1" name="Shape 148"/>
        <p:cNvGrpSpPr/>
        <p:nvPr/>
      </p:nvGrpSpPr>
      <p:grpSpPr>
        <a:xfrm>
          <a:off x="0" y="0"/>
          <a:ext cx="0" cy="0"/>
          <a:chOff x="0" y="0"/>
          <a:chExt cx="0" cy="0"/>
        </a:xfrm>
      </p:grpSpPr>
      <p:sp>
        <p:nvSpPr>
          <p:cNvPr id="149" name="Google Shape;149;p27"/>
          <p:cNvSpPr txBox="1">
            <a:spLocks noGrp="1"/>
          </p:cNvSpPr>
          <p:nvPr>
            <p:ph type="title"/>
          </p:nvPr>
        </p:nvSpPr>
        <p:spPr>
          <a:xfrm>
            <a:off x="4782150" y="285900"/>
            <a:ext cx="40749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50" name="Google Shape;150;p27"/>
          <p:cNvSpPr txBox="1">
            <a:spLocks noGrp="1"/>
          </p:cNvSpPr>
          <p:nvPr>
            <p:ph type="body" idx="1"/>
          </p:nvPr>
        </p:nvSpPr>
        <p:spPr>
          <a:xfrm>
            <a:off x="6086325" y="2636275"/>
            <a:ext cx="2770800" cy="20472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151" name="Google Shape;151;p27"/>
          <p:cNvSpPr txBox="1">
            <a:spLocks noGrp="1"/>
          </p:cNvSpPr>
          <p:nvPr>
            <p:ph type="body" idx="2"/>
          </p:nvPr>
        </p:nvSpPr>
        <p:spPr>
          <a:xfrm>
            <a:off x="4782375" y="2636275"/>
            <a:ext cx="1175700" cy="204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52" name="Google Shape;152;p27"/>
          <p:cNvSpPr>
            <a:spLocks noGrp="1"/>
          </p:cNvSpPr>
          <p:nvPr>
            <p:ph type="pic" idx="3"/>
          </p:nvPr>
        </p:nvSpPr>
        <p:spPr>
          <a:xfrm>
            <a:off x="283850" y="0"/>
            <a:ext cx="4227000" cy="4683600"/>
          </a:xfrm>
          <a:prstGeom prst="roundRect">
            <a:avLst>
              <a:gd name="adj" fmla="val 0"/>
            </a:avLst>
          </a:prstGeom>
          <a:noFill/>
          <a:ln>
            <a:noFill/>
          </a:ln>
        </p:spPr>
      </p:sp>
      <p:sp>
        <p:nvSpPr>
          <p:cNvPr id="153" name="Google Shape;153;p27"/>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54" name="Google Shape;154;p27"/>
          <p:cNvSpPr txBox="1">
            <a:spLocks noGrp="1"/>
          </p:cNvSpPr>
          <p:nvPr>
            <p:ph type="title" idx="4"/>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55" name="Google Shape;155;p27"/>
          <p:cNvSpPr txBox="1">
            <a:spLocks noGrp="1"/>
          </p:cNvSpPr>
          <p:nvPr>
            <p:ph type="title" idx="5"/>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Four big ideas - Alt 2">
  <p:cSld name="BLANK_1_1_1_1_1_1_1_1_1_1_1_1_3_1_2">
    <p:bg>
      <p:bgPr>
        <a:solidFill>
          <a:schemeClr val="lt1"/>
        </a:solidFill>
        <a:effectLst/>
      </p:bgPr>
    </p:bg>
    <p:spTree>
      <p:nvGrpSpPr>
        <p:cNvPr id="1" name="Shape 156"/>
        <p:cNvGrpSpPr/>
        <p:nvPr/>
      </p:nvGrpSpPr>
      <p:grpSpPr>
        <a:xfrm>
          <a:off x="0" y="0"/>
          <a:ext cx="0" cy="0"/>
          <a:chOff x="0" y="0"/>
          <a:chExt cx="0" cy="0"/>
        </a:xfrm>
      </p:grpSpPr>
      <p:sp>
        <p:nvSpPr>
          <p:cNvPr id="157" name="Google Shape;157;p28"/>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58" name="Google Shape;158;p28"/>
          <p:cNvSpPr txBox="1">
            <a:spLocks noGrp="1"/>
          </p:cNvSpPr>
          <p:nvPr>
            <p:ph type="title"/>
          </p:nvPr>
        </p:nvSpPr>
        <p:spPr>
          <a:xfrm>
            <a:off x="283850" y="285900"/>
            <a:ext cx="4227300" cy="7515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59" name="Google Shape;159;p28"/>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60" name="Google Shape;160;p28"/>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61" name="Google Shape;161;p28"/>
          <p:cNvSpPr txBox="1">
            <a:spLocks noGrp="1"/>
          </p:cNvSpPr>
          <p:nvPr>
            <p:ph type="body" idx="1"/>
          </p:nvPr>
        </p:nvSpPr>
        <p:spPr>
          <a:xfrm>
            <a:off x="4632000" y="285900"/>
            <a:ext cx="4227300" cy="1154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62" name="Google Shape;162;p28"/>
          <p:cNvSpPr txBox="1">
            <a:spLocks noGrp="1"/>
          </p:cNvSpPr>
          <p:nvPr>
            <p:ph type="subTitle" idx="4"/>
          </p:nvPr>
        </p:nvSpPr>
        <p:spPr>
          <a:xfrm>
            <a:off x="288625"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63" name="Google Shape;163;p28"/>
          <p:cNvSpPr txBox="1">
            <a:spLocks noGrp="1"/>
          </p:cNvSpPr>
          <p:nvPr>
            <p:ph type="body" idx="5"/>
          </p:nvPr>
        </p:nvSpPr>
        <p:spPr>
          <a:xfrm>
            <a:off x="288625" y="2891825"/>
            <a:ext cx="2050800" cy="15072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Char char="●"/>
              <a:defRPr sz="1000">
                <a:solidFill>
                  <a:schemeClr val="dk1"/>
                </a:solidFill>
              </a:defRPr>
            </a:lvl1pPr>
            <a:lvl2pPr marL="914400" lvl="1" indent="-292100">
              <a:spcBef>
                <a:spcPts val="0"/>
              </a:spcBef>
              <a:spcAft>
                <a:spcPts val="0"/>
              </a:spcAft>
              <a:buClr>
                <a:schemeClr val="dk1"/>
              </a:buClr>
              <a:buSzPts val="1000"/>
              <a:buChar char="○"/>
              <a:defRPr sz="1000">
                <a:solidFill>
                  <a:schemeClr val="dk1"/>
                </a:solidFill>
              </a:defRPr>
            </a:lvl2pPr>
            <a:lvl3pPr marL="1371600" lvl="2" indent="-292100">
              <a:spcBef>
                <a:spcPts val="0"/>
              </a:spcBef>
              <a:spcAft>
                <a:spcPts val="0"/>
              </a:spcAft>
              <a:buClr>
                <a:schemeClr val="dk1"/>
              </a:buClr>
              <a:buSzPts val="1000"/>
              <a:buChar char="■"/>
              <a:defRPr sz="1000">
                <a:solidFill>
                  <a:schemeClr val="dk1"/>
                </a:solidFill>
              </a:defRPr>
            </a:lvl3pPr>
            <a:lvl4pPr marL="1828800" lvl="3" indent="-292100">
              <a:spcBef>
                <a:spcPts val="0"/>
              </a:spcBef>
              <a:spcAft>
                <a:spcPts val="0"/>
              </a:spcAft>
              <a:buClr>
                <a:schemeClr val="dk1"/>
              </a:buClr>
              <a:buSzPts val="1000"/>
              <a:buChar char="●"/>
              <a:defRPr sz="1000">
                <a:solidFill>
                  <a:schemeClr val="dk1"/>
                </a:solidFill>
              </a:defRPr>
            </a:lvl4pPr>
            <a:lvl5pPr marL="2286000" lvl="4" indent="-292100">
              <a:spcBef>
                <a:spcPts val="0"/>
              </a:spcBef>
              <a:spcAft>
                <a:spcPts val="0"/>
              </a:spcAft>
              <a:buClr>
                <a:schemeClr val="dk1"/>
              </a:buClr>
              <a:buSzPts val="1000"/>
              <a:buChar char="○"/>
              <a:defRPr sz="1000">
                <a:solidFill>
                  <a:schemeClr val="dk1"/>
                </a:solidFill>
              </a:defRPr>
            </a:lvl5pPr>
            <a:lvl6pPr marL="2743200" lvl="5" indent="-292100">
              <a:spcBef>
                <a:spcPts val="0"/>
              </a:spcBef>
              <a:spcAft>
                <a:spcPts val="0"/>
              </a:spcAft>
              <a:buClr>
                <a:schemeClr val="dk1"/>
              </a:buClr>
              <a:buSzPts val="1000"/>
              <a:buChar char="■"/>
              <a:defRPr sz="1000">
                <a:solidFill>
                  <a:schemeClr val="dk1"/>
                </a:solidFill>
              </a:defRPr>
            </a:lvl6pPr>
            <a:lvl7pPr marL="3200400" lvl="6" indent="-292100">
              <a:spcBef>
                <a:spcPts val="0"/>
              </a:spcBef>
              <a:spcAft>
                <a:spcPts val="0"/>
              </a:spcAft>
              <a:buClr>
                <a:schemeClr val="dk1"/>
              </a:buClr>
              <a:buSzPts val="1000"/>
              <a:buChar char="●"/>
              <a:defRPr sz="1000">
                <a:solidFill>
                  <a:schemeClr val="dk1"/>
                </a:solidFill>
              </a:defRPr>
            </a:lvl7pPr>
            <a:lvl8pPr marL="3657600" lvl="7" indent="-292100">
              <a:spcBef>
                <a:spcPts val="0"/>
              </a:spcBef>
              <a:spcAft>
                <a:spcPts val="0"/>
              </a:spcAft>
              <a:buClr>
                <a:schemeClr val="dk1"/>
              </a:buClr>
              <a:buSzPts val="1000"/>
              <a:buChar char="○"/>
              <a:defRPr sz="1000">
                <a:solidFill>
                  <a:schemeClr val="dk1"/>
                </a:solidFill>
              </a:defRPr>
            </a:lvl8pPr>
            <a:lvl9pPr marL="4114800" lvl="8" indent="-292100">
              <a:spcBef>
                <a:spcPts val="0"/>
              </a:spcBef>
              <a:spcAft>
                <a:spcPts val="0"/>
              </a:spcAft>
              <a:buClr>
                <a:schemeClr val="dk1"/>
              </a:buClr>
              <a:buSzPts val="1000"/>
              <a:buChar char="■"/>
              <a:defRPr sz="1000">
                <a:solidFill>
                  <a:schemeClr val="dk1"/>
                </a:solidFill>
              </a:defRPr>
            </a:lvl9pPr>
          </a:lstStyle>
          <a:p>
            <a:endParaRPr/>
          </a:p>
        </p:txBody>
      </p:sp>
      <p:sp>
        <p:nvSpPr>
          <p:cNvPr id="164" name="Google Shape;164;p28"/>
          <p:cNvSpPr txBox="1">
            <a:spLocks noGrp="1"/>
          </p:cNvSpPr>
          <p:nvPr>
            <p:ph type="subTitle" idx="6"/>
          </p:nvPr>
        </p:nvSpPr>
        <p:spPr>
          <a:xfrm>
            <a:off x="2456700"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65" name="Google Shape;165;p28"/>
          <p:cNvSpPr txBox="1">
            <a:spLocks noGrp="1"/>
          </p:cNvSpPr>
          <p:nvPr>
            <p:ph type="body" idx="7"/>
          </p:nvPr>
        </p:nvSpPr>
        <p:spPr>
          <a:xfrm>
            <a:off x="2456700"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66" name="Google Shape;166;p28"/>
          <p:cNvSpPr txBox="1">
            <a:spLocks noGrp="1"/>
          </p:cNvSpPr>
          <p:nvPr>
            <p:ph type="subTitle" idx="8"/>
          </p:nvPr>
        </p:nvSpPr>
        <p:spPr>
          <a:xfrm>
            <a:off x="4629375"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67" name="Google Shape;167;p28"/>
          <p:cNvSpPr txBox="1">
            <a:spLocks noGrp="1"/>
          </p:cNvSpPr>
          <p:nvPr>
            <p:ph type="body" idx="9"/>
          </p:nvPr>
        </p:nvSpPr>
        <p:spPr>
          <a:xfrm>
            <a:off x="4629375"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68" name="Google Shape;168;p28"/>
          <p:cNvSpPr txBox="1">
            <a:spLocks noGrp="1"/>
          </p:cNvSpPr>
          <p:nvPr>
            <p:ph type="subTitle" idx="13"/>
          </p:nvPr>
        </p:nvSpPr>
        <p:spPr>
          <a:xfrm>
            <a:off x="6802050"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69" name="Google Shape;169;p28"/>
          <p:cNvSpPr txBox="1">
            <a:spLocks noGrp="1"/>
          </p:cNvSpPr>
          <p:nvPr>
            <p:ph type="body" idx="14"/>
          </p:nvPr>
        </p:nvSpPr>
        <p:spPr>
          <a:xfrm>
            <a:off x="6802050"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ree big ideas - Alt 5">
  <p:cSld name="BLANK_1_1_1_1_1_1_1_1_1_1_1_1_1_2_1_2_1">
    <p:bg>
      <p:bgPr>
        <a:solidFill>
          <a:schemeClr val="lt1"/>
        </a:solidFill>
        <a:effectLst/>
      </p:bgPr>
    </p:bg>
    <p:spTree>
      <p:nvGrpSpPr>
        <p:cNvPr id="1" name="Shape 170"/>
        <p:cNvGrpSpPr/>
        <p:nvPr/>
      </p:nvGrpSpPr>
      <p:grpSpPr>
        <a:xfrm>
          <a:off x="0" y="0"/>
          <a:ext cx="0" cy="0"/>
          <a:chOff x="0" y="0"/>
          <a:chExt cx="0" cy="0"/>
        </a:xfrm>
      </p:grpSpPr>
      <p:sp>
        <p:nvSpPr>
          <p:cNvPr id="171" name="Google Shape;171;p29"/>
          <p:cNvSpPr txBox="1">
            <a:spLocks noGrp="1"/>
          </p:cNvSpPr>
          <p:nvPr>
            <p:ph type="subTitle" idx="1"/>
          </p:nvPr>
        </p:nvSpPr>
        <p:spPr>
          <a:xfrm>
            <a:off x="288625" y="2636275"/>
            <a:ext cx="1005000" cy="972000"/>
          </a:xfrm>
          <a:prstGeom prst="rect">
            <a:avLst/>
          </a:prstGeom>
        </p:spPr>
        <p:txBody>
          <a:bodyPr spcFirstLastPara="1" wrap="square" lIns="0" tIns="0" rIns="0" bIns="0" anchor="t"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72" name="Google Shape;172;p29"/>
          <p:cNvSpPr txBox="1">
            <a:spLocks noGrp="1"/>
          </p:cNvSpPr>
          <p:nvPr>
            <p:ph type="subTitle" idx="2"/>
          </p:nvPr>
        </p:nvSpPr>
        <p:spPr>
          <a:xfrm>
            <a:off x="288625" y="37169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73" name="Google Shape;173;p29"/>
          <p:cNvSpPr txBox="1">
            <a:spLocks noGrp="1"/>
          </p:cNvSpPr>
          <p:nvPr>
            <p:ph type="subTitle" idx="3"/>
          </p:nvPr>
        </p:nvSpPr>
        <p:spPr>
          <a:xfrm>
            <a:off x="288625" y="15555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74" name="Google Shape;174;p29"/>
          <p:cNvSpPr txBox="1">
            <a:spLocks noGrp="1"/>
          </p:cNvSpPr>
          <p:nvPr>
            <p:ph type="body" idx="4"/>
          </p:nvPr>
        </p:nvSpPr>
        <p:spPr>
          <a:xfrm>
            <a:off x="6091950" y="2635425"/>
            <a:ext cx="2764800" cy="972000"/>
          </a:xfrm>
          <a:prstGeom prst="rect">
            <a:avLst/>
          </a:prstGeom>
        </p:spPr>
        <p:txBody>
          <a:bodyPr spcFirstLastPara="1" wrap="square" lIns="0" tIns="0" rIns="0" bIns="0" anchor="ctr" anchorCtr="0">
            <a:noAutofit/>
          </a:bodyPr>
          <a:lstStyle>
            <a:lvl1pPr marL="457200" lvl="0" indent="-292100">
              <a:lnSpc>
                <a:spcPct val="100000"/>
              </a:lnSpc>
              <a:spcBef>
                <a:spcPts val="0"/>
              </a:spcBef>
              <a:spcAft>
                <a:spcPts val="0"/>
              </a:spcAft>
              <a:buClr>
                <a:schemeClr val="dk1"/>
              </a:buClr>
              <a:buSzPts val="1000"/>
              <a:buFont typeface="Inter"/>
              <a:buChar char="●"/>
              <a:defRPr sz="1000">
                <a:solidFill>
                  <a:schemeClr val="dk1"/>
                </a:solidFill>
              </a:defRPr>
            </a:lvl1pPr>
            <a:lvl2pPr marL="914400" lvl="1" indent="-292100">
              <a:lnSpc>
                <a:spcPct val="100000"/>
              </a:lnSpc>
              <a:spcBef>
                <a:spcPts val="0"/>
              </a:spcBef>
              <a:spcAft>
                <a:spcPts val="0"/>
              </a:spcAft>
              <a:buClr>
                <a:schemeClr val="dk1"/>
              </a:buClr>
              <a:buSzPts val="1000"/>
              <a:buFont typeface="Inter"/>
              <a:buChar char="○"/>
              <a:defRPr sz="1000">
                <a:solidFill>
                  <a:schemeClr val="dk1"/>
                </a:solidFill>
              </a:defRPr>
            </a:lvl2pPr>
            <a:lvl3pPr marL="1371600" lvl="2" indent="-292100">
              <a:lnSpc>
                <a:spcPct val="100000"/>
              </a:lnSpc>
              <a:spcBef>
                <a:spcPts val="0"/>
              </a:spcBef>
              <a:spcAft>
                <a:spcPts val="0"/>
              </a:spcAft>
              <a:buClr>
                <a:schemeClr val="dk1"/>
              </a:buClr>
              <a:buSzPts val="1000"/>
              <a:buFont typeface="Inter"/>
              <a:buChar char="■"/>
              <a:defRPr sz="1000">
                <a:solidFill>
                  <a:schemeClr val="dk1"/>
                </a:solidFill>
              </a:defRPr>
            </a:lvl3pPr>
            <a:lvl4pPr marL="1828800" lvl="3" indent="-292100">
              <a:lnSpc>
                <a:spcPct val="100000"/>
              </a:lnSpc>
              <a:spcBef>
                <a:spcPts val="0"/>
              </a:spcBef>
              <a:spcAft>
                <a:spcPts val="0"/>
              </a:spcAft>
              <a:buClr>
                <a:schemeClr val="dk1"/>
              </a:buClr>
              <a:buSzPts val="1000"/>
              <a:buFont typeface="Inter"/>
              <a:buChar char="●"/>
              <a:defRPr sz="1000">
                <a:solidFill>
                  <a:schemeClr val="dk1"/>
                </a:solidFill>
              </a:defRPr>
            </a:lvl4pPr>
            <a:lvl5pPr marL="2286000" lvl="4" indent="-292100">
              <a:lnSpc>
                <a:spcPct val="100000"/>
              </a:lnSpc>
              <a:spcBef>
                <a:spcPts val="0"/>
              </a:spcBef>
              <a:spcAft>
                <a:spcPts val="0"/>
              </a:spcAft>
              <a:buClr>
                <a:schemeClr val="dk1"/>
              </a:buClr>
              <a:buSzPts val="1000"/>
              <a:buFont typeface="Inter"/>
              <a:buChar char="○"/>
              <a:defRPr sz="1000">
                <a:solidFill>
                  <a:schemeClr val="dk1"/>
                </a:solidFill>
              </a:defRPr>
            </a:lvl5pPr>
            <a:lvl6pPr marL="2743200" lvl="5" indent="-292100">
              <a:lnSpc>
                <a:spcPct val="100000"/>
              </a:lnSpc>
              <a:spcBef>
                <a:spcPts val="0"/>
              </a:spcBef>
              <a:spcAft>
                <a:spcPts val="0"/>
              </a:spcAft>
              <a:buClr>
                <a:schemeClr val="dk1"/>
              </a:buClr>
              <a:buSzPts val="1000"/>
              <a:buFont typeface="Inter"/>
              <a:buChar char="■"/>
              <a:defRPr sz="1000">
                <a:solidFill>
                  <a:schemeClr val="dk1"/>
                </a:solidFill>
              </a:defRPr>
            </a:lvl6pPr>
            <a:lvl7pPr marL="3200400" lvl="6" indent="-292100">
              <a:lnSpc>
                <a:spcPct val="100000"/>
              </a:lnSpc>
              <a:spcBef>
                <a:spcPts val="0"/>
              </a:spcBef>
              <a:spcAft>
                <a:spcPts val="0"/>
              </a:spcAft>
              <a:buClr>
                <a:schemeClr val="dk1"/>
              </a:buClr>
              <a:buSzPts val="1000"/>
              <a:buFont typeface="Inter"/>
              <a:buChar char="●"/>
              <a:defRPr sz="1000">
                <a:solidFill>
                  <a:schemeClr val="dk1"/>
                </a:solidFill>
              </a:defRPr>
            </a:lvl7pPr>
            <a:lvl8pPr marL="3657600" lvl="7" indent="-292100">
              <a:lnSpc>
                <a:spcPct val="100000"/>
              </a:lnSpc>
              <a:spcBef>
                <a:spcPts val="0"/>
              </a:spcBef>
              <a:spcAft>
                <a:spcPts val="0"/>
              </a:spcAft>
              <a:buClr>
                <a:schemeClr val="dk1"/>
              </a:buClr>
              <a:buSzPts val="1000"/>
              <a:buFont typeface="Inter"/>
              <a:buChar char="○"/>
              <a:defRPr sz="1000">
                <a:solidFill>
                  <a:schemeClr val="dk1"/>
                </a:solidFill>
              </a:defRPr>
            </a:lvl8pPr>
            <a:lvl9pPr marL="4114800" lvl="8" indent="-292100">
              <a:lnSpc>
                <a:spcPct val="100000"/>
              </a:lnSpc>
              <a:spcBef>
                <a:spcPts val="0"/>
              </a:spcBef>
              <a:spcAft>
                <a:spcPts val="0"/>
              </a:spcAft>
              <a:buClr>
                <a:schemeClr val="dk1"/>
              </a:buClr>
              <a:buSzPts val="1000"/>
              <a:buFont typeface="Inter"/>
              <a:buChar char="■"/>
              <a:defRPr sz="1000">
                <a:solidFill>
                  <a:schemeClr val="dk1"/>
                </a:solidFill>
              </a:defRPr>
            </a:lvl9pPr>
          </a:lstStyle>
          <a:p>
            <a:endParaRPr/>
          </a:p>
        </p:txBody>
      </p:sp>
      <p:sp>
        <p:nvSpPr>
          <p:cNvPr id="175" name="Google Shape;175;p29"/>
          <p:cNvSpPr txBox="1">
            <a:spLocks noGrp="1"/>
          </p:cNvSpPr>
          <p:nvPr>
            <p:ph type="body" idx="5"/>
          </p:nvPr>
        </p:nvSpPr>
        <p:spPr>
          <a:xfrm>
            <a:off x="6091950" y="3706763"/>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76" name="Google Shape;176;p29"/>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77" name="Google Shape;177;p29"/>
          <p:cNvSpPr txBox="1">
            <a:spLocks noGrp="1"/>
          </p:cNvSpPr>
          <p:nvPr>
            <p:ph type="title"/>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78" name="Google Shape;178;p29"/>
          <p:cNvSpPr txBox="1">
            <a:spLocks noGrp="1"/>
          </p:cNvSpPr>
          <p:nvPr>
            <p:ph type="body" idx="6"/>
          </p:nvPr>
        </p:nvSpPr>
        <p:spPr>
          <a:xfrm>
            <a:off x="6091950" y="155387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79" name="Google Shape;179;p29"/>
          <p:cNvSpPr txBox="1">
            <a:spLocks noGrp="1"/>
          </p:cNvSpPr>
          <p:nvPr>
            <p:ph type="title" idx="7"/>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80" name="Google Shape;180;p29"/>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81" name="Google Shape;181;p29"/>
          <p:cNvSpPr txBox="1">
            <a:spLocks noGrp="1"/>
          </p:cNvSpPr>
          <p:nvPr>
            <p:ph type="subTitle" idx="9"/>
          </p:nvPr>
        </p:nvSpPr>
        <p:spPr>
          <a:xfrm>
            <a:off x="1648600" y="2636275"/>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a:endParaRPr/>
          </a:p>
        </p:txBody>
      </p:sp>
      <p:sp>
        <p:nvSpPr>
          <p:cNvPr id="182" name="Google Shape;182;p29"/>
          <p:cNvSpPr txBox="1">
            <a:spLocks noGrp="1"/>
          </p:cNvSpPr>
          <p:nvPr>
            <p:ph type="subTitle" idx="13"/>
          </p:nvPr>
        </p:nvSpPr>
        <p:spPr>
          <a:xfrm>
            <a:off x="1648600" y="1552438"/>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a:endParaRPr/>
          </a:p>
        </p:txBody>
      </p:sp>
      <p:sp>
        <p:nvSpPr>
          <p:cNvPr id="183" name="Google Shape;183;p29"/>
          <p:cNvSpPr txBox="1">
            <a:spLocks noGrp="1"/>
          </p:cNvSpPr>
          <p:nvPr>
            <p:ph type="subTitle" idx="14"/>
          </p:nvPr>
        </p:nvSpPr>
        <p:spPr>
          <a:xfrm>
            <a:off x="1648600" y="3707613"/>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ree big ideas - Alt 6">
  <p:cSld name="BLANK_1_1_1_1_1_1_1_1_1_1_1_1_1_2_1_2_1_1">
    <p:bg>
      <p:bgPr>
        <a:solidFill>
          <a:schemeClr val="lt1"/>
        </a:solidFill>
        <a:effectLst/>
      </p:bgPr>
    </p:bg>
    <p:spTree>
      <p:nvGrpSpPr>
        <p:cNvPr id="1" name="Shape 184"/>
        <p:cNvGrpSpPr/>
        <p:nvPr/>
      </p:nvGrpSpPr>
      <p:grpSpPr>
        <a:xfrm>
          <a:off x="0" y="0"/>
          <a:ext cx="0" cy="0"/>
          <a:chOff x="0" y="0"/>
          <a:chExt cx="0" cy="0"/>
        </a:xfrm>
      </p:grpSpPr>
      <p:sp>
        <p:nvSpPr>
          <p:cNvPr id="185" name="Google Shape;185;p30"/>
          <p:cNvSpPr txBox="1">
            <a:spLocks noGrp="1"/>
          </p:cNvSpPr>
          <p:nvPr>
            <p:ph type="subTitle" idx="1"/>
          </p:nvPr>
        </p:nvSpPr>
        <p:spPr>
          <a:xfrm>
            <a:off x="3185700" y="37169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86" name="Google Shape;186;p30"/>
          <p:cNvSpPr txBox="1">
            <a:spLocks noGrp="1"/>
          </p:cNvSpPr>
          <p:nvPr>
            <p:ph type="subTitle" idx="2"/>
          </p:nvPr>
        </p:nvSpPr>
        <p:spPr>
          <a:xfrm>
            <a:off x="1736388" y="26362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87" name="Google Shape;187;p30"/>
          <p:cNvSpPr txBox="1">
            <a:spLocks noGrp="1"/>
          </p:cNvSpPr>
          <p:nvPr>
            <p:ph type="subTitle" idx="3"/>
          </p:nvPr>
        </p:nvSpPr>
        <p:spPr>
          <a:xfrm>
            <a:off x="288625" y="15555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88" name="Google Shape;188;p30"/>
          <p:cNvSpPr txBox="1">
            <a:spLocks noGrp="1"/>
          </p:cNvSpPr>
          <p:nvPr>
            <p:ph type="body" idx="4"/>
          </p:nvPr>
        </p:nvSpPr>
        <p:spPr>
          <a:xfrm>
            <a:off x="3187500" y="2635425"/>
            <a:ext cx="4227000" cy="972000"/>
          </a:xfrm>
          <a:prstGeom prst="rect">
            <a:avLst/>
          </a:prstGeom>
        </p:spPr>
        <p:txBody>
          <a:bodyPr spcFirstLastPara="1" wrap="square" lIns="0" tIns="0" rIns="0" bIns="0" anchor="ctr" anchorCtr="0">
            <a:noAutofit/>
          </a:bodyPr>
          <a:lstStyle>
            <a:lvl1pPr marL="457200" lvl="0" indent="-304800">
              <a:lnSpc>
                <a:spcPct val="100000"/>
              </a:lnSpc>
              <a:spcBef>
                <a:spcPts val="0"/>
              </a:spcBef>
              <a:spcAft>
                <a:spcPts val="0"/>
              </a:spcAft>
              <a:buClr>
                <a:schemeClr val="dk1"/>
              </a:buClr>
              <a:buSzPts val="1200"/>
              <a:buFont typeface="Inter"/>
              <a:buChar char="●"/>
              <a:defRPr>
                <a:solidFill>
                  <a:schemeClr val="dk1"/>
                </a:solidFill>
              </a:defRPr>
            </a:lvl1pPr>
            <a:lvl2pPr marL="914400" lvl="1" indent="-304800">
              <a:lnSpc>
                <a:spcPct val="100000"/>
              </a:lnSpc>
              <a:spcBef>
                <a:spcPts val="0"/>
              </a:spcBef>
              <a:spcAft>
                <a:spcPts val="0"/>
              </a:spcAft>
              <a:buClr>
                <a:schemeClr val="dk1"/>
              </a:buClr>
              <a:buSzPts val="1200"/>
              <a:buFont typeface="Inter"/>
              <a:buChar char="○"/>
              <a:defRPr>
                <a:solidFill>
                  <a:schemeClr val="dk1"/>
                </a:solidFill>
              </a:defRPr>
            </a:lvl2pPr>
            <a:lvl3pPr marL="1371600" lvl="2" indent="-304800">
              <a:lnSpc>
                <a:spcPct val="100000"/>
              </a:lnSpc>
              <a:spcBef>
                <a:spcPts val="0"/>
              </a:spcBef>
              <a:spcAft>
                <a:spcPts val="0"/>
              </a:spcAft>
              <a:buClr>
                <a:schemeClr val="dk1"/>
              </a:buClr>
              <a:buSzPts val="1200"/>
              <a:buFont typeface="Inter"/>
              <a:buChar char="■"/>
              <a:defRPr>
                <a:solidFill>
                  <a:schemeClr val="dk1"/>
                </a:solidFill>
              </a:defRPr>
            </a:lvl3pPr>
            <a:lvl4pPr marL="1828800" lvl="3" indent="-304800">
              <a:lnSpc>
                <a:spcPct val="100000"/>
              </a:lnSpc>
              <a:spcBef>
                <a:spcPts val="0"/>
              </a:spcBef>
              <a:spcAft>
                <a:spcPts val="0"/>
              </a:spcAft>
              <a:buClr>
                <a:schemeClr val="dk1"/>
              </a:buClr>
              <a:buSzPts val="1200"/>
              <a:buFont typeface="Inter"/>
              <a:buChar char="●"/>
              <a:defRPr>
                <a:solidFill>
                  <a:schemeClr val="dk1"/>
                </a:solidFill>
              </a:defRPr>
            </a:lvl4pPr>
            <a:lvl5pPr marL="2286000" lvl="4" indent="-304800">
              <a:lnSpc>
                <a:spcPct val="100000"/>
              </a:lnSpc>
              <a:spcBef>
                <a:spcPts val="0"/>
              </a:spcBef>
              <a:spcAft>
                <a:spcPts val="0"/>
              </a:spcAft>
              <a:buClr>
                <a:schemeClr val="dk1"/>
              </a:buClr>
              <a:buSzPts val="1200"/>
              <a:buFont typeface="Inter"/>
              <a:buChar char="○"/>
              <a:defRPr>
                <a:solidFill>
                  <a:schemeClr val="dk1"/>
                </a:solidFill>
              </a:defRPr>
            </a:lvl5pPr>
            <a:lvl6pPr marL="2743200" lvl="5" indent="-304800">
              <a:lnSpc>
                <a:spcPct val="100000"/>
              </a:lnSpc>
              <a:spcBef>
                <a:spcPts val="0"/>
              </a:spcBef>
              <a:spcAft>
                <a:spcPts val="0"/>
              </a:spcAft>
              <a:buClr>
                <a:schemeClr val="dk1"/>
              </a:buClr>
              <a:buSzPts val="1200"/>
              <a:buFont typeface="Inter"/>
              <a:buChar char="■"/>
              <a:defRPr>
                <a:solidFill>
                  <a:schemeClr val="dk1"/>
                </a:solidFill>
              </a:defRPr>
            </a:lvl6pPr>
            <a:lvl7pPr marL="3200400" lvl="6" indent="-304800">
              <a:lnSpc>
                <a:spcPct val="100000"/>
              </a:lnSpc>
              <a:spcBef>
                <a:spcPts val="0"/>
              </a:spcBef>
              <a:spcAft>
                <a:spcPts val="0"/>
              </a:spcAft>
              <a:buClr>
                <a:schemeClr val="dk1"/>
              </a:buClr>
              <a:buSzPts val="1200"/>
              <a:buFont typeface="Inter"/>
              <a:buChar char="●"/>
              <a:defRPr>
                <a:solidFill>
                  <a:schemeClr val="dk1"/>
                </a:solidFill>
              </a:defRPr>
            </a:lvl7pPr>
            <a:lvl8pPr marL="3657600" lvl="7" indent="-304800">
              <a:lnSpc>
                <a:spcPct val="100000"/>
              </a:lnSpc>
              <a:spcBef>
                <a:spcPts val="0"/>
              </a:spcBef>
              <a:spcAft>
                <a:spcPts val="0"/>
              </a:spcAft>
              <a:buClr>
                <a:schemeClr val="dk1"/>
              </a:buClr>
              <a:buSzPts val="1200"/>
              <a:buFont typeface="Inter"/>
              <a:buChar char="○"/>
              <a:defRPr>
                <a:solidFill>
                  <a:schemeClr val="dk1"/>
                </a:solidFill>
              </a:defRPr>
            </a:lvl8pPr>
            <a:lvl9pPr marL="4114800" lvl="8" indent="-304800">
              <a:lnSpc>
                <a:spcPct val="100000"/>
              </a:lnSpc>
              <a:spcBef>
                <a:spcPts val="0"/>
              </a:spcBef>
              <a:spcAft>
                <a:spcPts val="0"/>
              </a:spcAft>
              <a:buClr>
                <a:schemeClr val="dk1"/>
              </a:buClr>
              <a:buSzPts val="1200"/>
              <a:buFont typeface="Inter"/>
              <a:buChar char="■"/>
              <a:defRPr>
                <a:solidFill>
                  <a:schemeClr val="dk1"/>
                </a:solidFill>
              </a:defRPr>
            </a:lvl9pPr>
          </a:lstStyle>
          <a:p>
            <a:endParaRPr/>
          </a:p>
        </p:txBody>
      </p:sp>
      <p:sp>
        <p:nvSpPr>
          <p:cNvPr id="189" name="Google Shape;189;p30"/>
          <p:cNvSpPr txBox="1">
            <a:spLocks noGrp="1"/>
          </p:cNvSpPr>
          <p:nvPr>
            <p:ph type="body" idx="5"/>
          </p:nvPr>
        </p:nvSpPr>
        <p:spPr>
          <a:xfrm>
            <a:off x="4629750" y="3706771"/>
            <a:ext cx="4227000" cy="972000"/>
          </a:xfrm>
          <a:prstGeom prst="rect">
            <a:avLst/>
          </a:prstGeom>
        </p:spPr>
        <p:txBody>
          <a:bodyPr spcFirstLastPara="1" wrap="square" lIns="0" tIns="0" rIns="0" bIns="0" anchor="ctr"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90" name="Google Shape;190;p30"/>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91" name="Google Shape;191;p30"/>
          <p:cNvSpPr txBox="1">
            <a:spLocks noGrp="1"/>
          </p:cNvSpPr>
          <p:nvPr>
            <p:ph type="title"/>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92" name="Google Shape;192;p30"/>
          <p:cNvSpPr txBox="1">
            <a:spLocks noGrp="1"/>
          </p:cNvSpPr>
          <p:nvPr>
            <p:ph type="body" idx="6"/>
          </p:nvPr>
        </p:nvSpPr>
        <p:spPr>
          <a:xfrm>
            <a:off x="1736400" y="1553875"/>
            <a:ext cx="4227000" cy="9720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93" name="Google Shape;193;p30"/>
          <p:cNvSpPr txBox="1">
            <a:spLocks noGrp="1"/>
          </p:cNvSpPr>
          <p:nvPr>
            <p:ph type="title" idx="7"/>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94" name="Google Shape;194;p30"/>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ree big ideas - Alt 8">
  <p:cSld name="BLANK_1_1_1_1_1_1_1_1_1_1_1_1_1_2_1_1_1">
    <p:spTree>
      <p:nvGrpSpPr>
        <p:cNvPr id="1" name="Shape 195"/>
        <p:cNvGrpSpPr/>
        <p:nvPr/>
      </p:nvGrpSpPr>
      <p:grpSpPr>
        <a:xfrm>
          <a:off x="0" y="0"/>
          <a:ext cx="0" cy="0"/>
          <a:chOff x="0" y="0"/>
          <a:chExt cx="0" cy="0"/>
        </a:xfrm>
      </p:grpSpPr>
      <p:sp>
        <p:nvSpPr>
          <p:cNvPr id="196" name="Google Shape;196;p31"/>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7" name="Google Shape;197;p31"/>
          <p:cNvSpPr txBox="1">
            <a:spLocks noGrp="1"/>
          </p:cNvSpPr>
          <p:nvPr>
            <p:ph type="title"/>
          </p:nvPr>
        </p:nvSpPr>
        <p:spPr>
          <a:xfrm>
            <a:off x="283850" y="285900"/>
            <a:ext cx="5674200" cy="2235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198" name="Google Shape;198;p31"/>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9" name="Google Shape;199;p31"/>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0" name="Google Shape;200;p31"/>
          <p:cNvSpPr txBox="1">
            <a:spLocks noGrp="1"/>
          </p:cNvSpPr>
          <p:nvPr>
            <p:ph type="body" idx="1"/>
          </p:nvPr>
        </p:nvSpPr>
        <p:spPr>
          <a:xfrm>
            <a:off x="2456850" y="3716975"/>
            <a:ext cx="20550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201" name="Google Shape;201;p31"/>
          <p:cNvSpPr txBox="1">
            <a:spLocks noGrp="1"/>
          </p:cNvSpPr>
          <p:nvPr>
            <p:ph type="body" idx="4"/>
          </p:nvPr>
        </p:nvSpPr>
        <p:spPr>
          <a:xfrm>
            <a:off x="4629750" y="3716975"/>
            <a:ext cx="20550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202" name="Google Shape;202;p31"/>
          <p:cNvSpPr txBox="1">
            <a:spLocks noGrp="1"/>
          </p:cNvSpPr>
          <p:nvPr>
            <p:ph type="body" idx="5"/>
          </p:nvPr>
        </p:nvSpPr>
        <p:spPr>
          <a:xfrm>
            <a:off x="6802050" y="3716975"/>
            <a:ext cx="20547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ree big ideas - Alt 9">
  <p:cSld name="BLANK_1_1_1_1_1_1_1_1_1_1_1_1_1_2_1_1_2">
    <p:spTree>
      <p:nvGrpSpPr>
        <p:cNvPr id="1" name="Shape 203"/>
        <p:cNvGrpSpPr/>
        <p:nvPr/>
      </p:nvGrpSpPr>
      <p:grpSpPr>
        <a:xfrm>
          <a:off x="0" y="0"/>
          <a:ext cx="0" cy="0"/>
          <a:chOff x="0" y="0"/>
          <a:chExt cx="0" cy="0"/>
        </a:xfrm>
      </p:grpSpPr>
      <p:sp>
        <p:nvSpPr>
          <p:cNvPr id="204" name="Google Shape;204;p32"/>
          <p:cNvSpPr txBox="1">
            <a:spLocks noGrp="1"/>
          </p:cNvSpPr>
          <p:nvPr>
            <p:ph type="body" idx="1"/>
          </p:nvPr>
        </p:nvSpPr>
        <p:spPr>
          <a:xfrm>
            <a:off x="6091950" y="155387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205" name="Google Shape;205;p32"/>
          <p:cNvSpPr txBox="1">
            <a:spLocks noGrp="1"/>
          </p:cNvSpPr>
          <p:nvPr>
            <p:ph type="body" idx="2"/>
          </p:nvPr>
        </p:nvSpPr>
        <p:spPr>
          <a:xfrm>
            <a:off x="6091950" y="263542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206" name="Google Shape;206;p32"/>
          <p:cNvSpPr txBox="1">
            <a:spLocks noGrp="1"/>
          </p:cNvSpPr>
          <p:nvPr>
            <p:ph type="body" idx="3"/>
          </p:nvPr>
        </p:nvSpPr>
        <p:spPr>
          <a:xfrm>
            <a:off x="6091950" y="3706763"/>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207" name="Google Shape;207;p32"/>
          <p:cNvSpPr txBox="1">
            <a:spLocks noGrp="1"/>
          </p:cNvSpPr>
          <p:nvPr>
            <p:ph type="title"/>
          </p:nvPr>
        </p:nvSpPr>
        <p:spPr>
          <a:xfrm>
            <a:off x="283850" y="285900"/>
            <a:ext cx="42276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a:endParaRPr/>
          </a:p>
        </p:txBody>
      </p:sp>
      <p:sp>
        <p:nvSpPr>
          <p:cNvPr id="208" name="Google Shape;208;p32"/>
          <p:cNvSpPr txBox="1">
            <a:spLocks noGrp="1"/>
          </p:cNvSpPr>
          <p:nvPr>
            <p:ph type="title" idx="4"/>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9" name="Google Shape;209;p32"/>
          <p:cNvSpPr txBox="1">
            <a:spLocks noGrp="1"/>
          </p:cNvSpPr>
          <p:nvPr>
            <p:ph type="title" idx="5"/>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0" name="Google Shape;210;p32"/>
          <p:cNvSpPr txBox="1">
            <a:spLocks noGrp="1"/>
          </p:cNvSpPr>
          <p:nvPr>
            <p:ph type="subTitle" idx="6"/>
          </p:nvPr>
        </p:nvSpPr>
        <p:spPr>
          <a:xfrm>
            <a:off x="288625" y="15555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211" name="Google Shape;211;p32"/>
          <p:cNvSpPr txBox="1">
            <a:spLocks noGrp="1"/>
          </p:cNvSpPr>
          <p:nvPr>
            <p:ph type="subTitle" idx="7"/>
          </p:nvPr>
        </p:nvSpPr>
        <p:spPr>
          <a:xfrm>
            <a:off x="288625" y="26362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212" name="Google Shape;212;p32"/>
          <p:cNvSpPr txBox="1">
            <a:spLocks noGrp="1"/>
          </p:cNvSpPr>
          <p:nvPr>
            <p:ph type="subTitle" idx="8"/>
          </p:nvPr>
        </p:nvSpPr>
        <p:spPr>
          <a:xfrm>
            <a:off x="288625" y="37169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213" name="Google Shape;213;p32"/>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ree big ideas - Alt 10">
  <p:cSld name="BLANK_1_1_1_1_1_1_1_1_1_1_1_1_1_2_1_3">
    <p:bg>
      <p:bgPr>
        <a:solidFill>
          <a:schemeClr val="accent3"/>
        </a:solidFill>
        <a:effectLst/>
      </p:bgPr>
    </p:bg>
    <p:spTree>
      <p:nvGrpSpPr>
        <p:cNvPr id="1" name="Shape 214"/>
        <p:cNvGrpSpPr/>
        <p:nvPr/>
      </p:nvGrpSpPr>
      <p:grpSpPr>
        <a:xfrm>
          <a:off x="0" y="0"/>
          <a:ext cx="0" cy="0"/>
          <a:chOff x="0" y="0"/>
          <a:chExt cx="0" cy="0"/>
        </a:xfrm>
      </p:grpSpPr>
      <p:sp>
        <p:nvSpPr>
          <p:cNvPr id="215" name="Google Shape;215;p33"/>
          <p:cNvSpPr txBox="1">
            <a:spLocks noGrp="1"/>
          </p:cNvSpPr>
          <p:nvPr>
            <p:ph type="subTitle" idx="1"/>
          </p:nvPr>
        </p:nvSpPr>
        <p:spPr>
          <a:xfrm>
            <a:off x="4629000" y="285900"/>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216" name="Google Shape;216;p33"/>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17" name="Google Shape;217;p33"/>
          <p:cNvSpPr txBox="1">
            <a:spLocks noGrp="1"/>
          </p:cNvSpPr>
          <p:nvPr>
            <p:ph type="title"/>
          </p:nvPr>
        </p:nvSpPr>
        <p:spPr>
          <a:xfrm>
            <a:off x="283850" y="285900"/>
            <a:ext cx="27648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218" name="Google Shape;218;p33"/>
          <p:cNvSpPr txBox="1">
            <a:spLocks noGrp="1"/>
          </p:cNvSpPr>
          <p:nvPr>
            <p:ph type="body" idx="2"/>
          </p:nvPr>
        </p:nvSpPr>
        <p:spPr>
          <a:xfrm>
            <a:off x="4629450" y="786100"/>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219" name="Google Shape;219;p33"/>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20" name="Google Shape;220;p33"/>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21" name="Google Shape;221;p33"/>
          <p:cNvSpPr txBox="1">
            <a:spLocks noGrp="1"/>
          </p:cNvSpPr>
          <p:nvPr>
            <p:ph type="subTitle" idx="5"/>
          </p:nvPr>
        </p:nvSpPr>
        <p:spPr>
          <a:xfrm>
            <a:off x="4629000" y="1751850"/>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222" name="Google Shape;222;p33"/>
          <p:cNvSpPr txBox="1">
            <a:spLocks noGrp="1"/>
          </p:cNvSpPr>
          <p:nvPr>
            <p:ph type="body" idx="6"/>
          </p:nvPr>
        </p:nvSpPr>
        <p:spPr>
          <a:xfrm>
            <a:off x="4629450" y="2252055"/>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223" name="Google Shape;223;p33"/>
          <p:cNvSpPr txBox="1">
            <a:spLocks noGrp="1"/>
          </p:cNvSpPr>
          <p:nvPr>
            <p:ph type="subTitle" idx="7"/>
          </p:nvPr>
        </p:nvSpPr>
        <p:spPr>
          <a:xfrm>
            <a:off x="4629000" y="3217788"/>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224" name="Google Shape;224;p33"/>
          <p:cNvSpPr txBox="1">
            <a:spLocks noGrp="1"/>
          </p:cNvSpPr>
          <p:nvPr>
            <p:ph type="body" idx="8"/>
          </p:nvPr>
        </p:nvSpPr>
        <p:spPr>
          <a:xfrm>
            <a:off x="4629450" y="3717997"/>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225" name="Google Shape;225;p33"/>
          <p:cNvSpPr txBox="1">
            <a:spLocks noGrp="1"/>
          </p:cNvSpPr>
          <p:nvPr>
            <p:ph type="body" idx="9"/>
          </p:nvPr>
        </p:nvSpPr>
        <p:spPr>
          <a:xfrm>
            <a:off x="284850" y="3717988"/>
            <a:ext cx="2055300" cy="804300"/>
          </a:xfrm>
          <a:prstGeom prst="rect">
            <a:avLst/>
          </a:prstGeom>
        </p:spPr>
        <p:txBody>
          <a:bodyPr spcFirstLastPara="1" wrap="square" lIns="0" tIns="0" rIns="182875" bIns="0" anchor="t" anchorCtr="0">
            <a:spAutoFit/>
          </a:bodyPr>
          <a:lstStyle>
            <a:lvl1pPr marL="457200" lvl="0" indent="-292100">
              <a:lnSpc>
                <a:spcPct val="100000"/>
              </a:lnSpc>
              <a:spcBef>
                <a:spcPts val="0"/>
              </a:spcBef>
              <a:spcAft>
                <a:spcPts val="0"/>
              </a:spcAft>
              <a:buClr>
                <a:schemeClr val="dk1"/>
              </a:buClr>
              <a:buSzPts val="1000"/>
              <a:buFont typeface="Inter"/>
              <a:buChar char="●"/>
              <a:defRPr sz="1000">
                <a:solidFill>
                  <a:schemeClr val="dk1"/>
                </a:solidFill>
              </a:defRPr>
            </a:lvl1pPr>
            <a:lvl2pPr marL="914400" lvl="1" indent="-292100">
              <a:lnSpc>
                <a:spcPct val="100000"/>
              </a:lnSpc>
              <a:spcBef>
                <a:spcPts val="0"/>
              </a:spcBef>
              <a:spcAft>
                <a:spcPts val="0"/>
              </a:spcAft>
              <a:buClr>
                <a:schemeClr val="dk1"/>
              </a:buClr>
              <a:buSzPts val="1000"/>
              <a:buFont typeface="Inter"/>
              <a:buChar char="○"/>
              <a:defRPr sz="1000">
                <a:solidFill>
                  <a:schemeClr val="dk1"/>
                </a:solidFill>
              </a:defRPr>
            </a:lvl2pPr>
            <a:lvl3pPr marL="1371600" lvl="2" indent="-292100">
              <a:lnSpc>
                <a:spcPct val="100000"/>
              </a:lnSpc>
              <a:spcBef>
                <a:spcPts val="0"/>
              </a:spcBef>
              <a:spcAft>
                <a:spcPts val="0"/>
              </a:spcAft>
              <a:buClr>
                <a:schemeClr val="dk1"/>
              </a:buClr>
              <a:buSzPts val="1000"/>
              <a:buFont typeface="Inter"/>
              <a:buChar char="■"/>
              <a:defRPr sz="1000">
                <a:solidFill>
                  <a:schemeClr val="dk1"/>
                </a:solidFill>
              </a:defRPr>
            </a:lvl3pPr>
            <a:lvl4pPr marL="1828800" lvl="3" indent="-292100">
              <a:lnSpc>
                <a:spcPct val="100000"/>
              </a:lnSpc>
              <a:spcBef>
                <a:spcPts val="0"/>
              </a:spcBef>
              <a:spcAft>
                <a:spcPts val="0"/>
              </a:spcAft>
              <a:buClr>
                <a:schemeClr val="dk1"/>
              </a:buClr>
              <a:buSzPts val="1000"/>
              <a:buFont typeface="Inter"/>
              <a:buChar char="●"/>
              <a:defRPr sz="1000">
                <a:solidFill>
                  <a:schemeClr val="dk1"/>
                </a:solidFill>
              </a:defRPr>
            </a:lvl4pPr>
            <a:lvl5pPr marL="2286000" lvl="4" indent="-292100">
              <a:lnSpc>
                <a:spcPct val="100000"/>
              </a:lnSpc>
              <a:spcBef>
                <a:spcPts val="0"/>
              </a:spcBef>
              <a:spcAft>
                <a:spcPts val="0"/>
              </a:spcAft>
              <a:buClr>
                <a:schemeClr val="dk1"/>
              </a:buClr>
              <a:buSzPts val="1000"/>
              <a:buFont typeface="Inter"/>
              <a:buChar char="○"/>
              <a:defRPr sz="1000">
                <a:solidFill>
                  <a:schemeClr val="dk1"/>
                </a:solidFill>
              </a:defRPr>
            </a:lvl5pPr>
            <a:lvl6pPr marL="2743200" lvl="5" indent="-292100">
              <a:lnSpc>
                <a:spcPct val="100000"/>
              </a:lnSpc>
              <a:spcBef>
                <a:spcPts val="0"/>
              </a:spcBef>
              <a:spcAft>
                <a:spcPts val="0"/>
              </a:spcAft>
              <a:buClr>
                <a:schemeClr val="dk1"/>
              </a:buClr>
              <a:buSzPts val="1000"/>
              <a:buFont typeface="Inter"/>
              <a:buChar char="■"/>
              <a:defRPr sz="1000">
                <a:solidFill>
                  <a:schemeClr val="dk1"/>
                </a:solidFill>
              </a:defRPr>
            </a:lvl6pPr>
            <a:lvl7pPr marL="3200400" lvl="6" indent="-292100">
              <a:lnSpc>
                <a:spcPct val="100000"/>
              </a:lnSpc>
              <a:spcBef>
                <a:spcPts val="0"/>
              </a:spcBef>
              <a:spcAft>
                <a:spcPts val="0"/>
              </a:spcAft>
              <a:buClr>
                <a:schemeClr val="dk1"/>
              </a:buClr>
              <a:buSzPts val="1000"/>
              <a:buFont typeface="Inter"/>
              <a:buChar char="●"/>
              <a:defRPr sz="1000">
                <a:solidFill>
                  <a:schemeClr val="dk1"/>
                </a:solidFill>
              </a:defRPr>
            </a:lvl7pPr>
            <a:lvl8pPr marL="3657600" lvl="7" indent="-292100">
              <a:lnSpc>
                <a:spcPct val="100000"/>
              </a:lnSpc>
              <a:spcBef>
                <a:spcPts val="0"/>
              </a:spcBef>
              <a:spcAft>
                <a:spcPts val="0"/>
              </a:spcAft>
              <a:buClr>
                <a:schemeClr val="dk1"/>
              </a:buClr>
              <a:buSzPts val="1000"/>
              <a:buFont typeface="Inter"/>
              <a:buChar char="○"/>
              <a:defRPr sz="1000">
                <a:solidFill>
                  <a:schemeClr val="dk1"/>
                </a:solidFill>
              </a:defRPr>
            </a:lvl8pPr>
            <a:lvl9pPr marL="4114800" lvl="8" indent="-292100">
              <a:lnSpc>
                <a:spcPct val="100000"/>
              </a:lnSpc>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image grid and description">
  <p:cSld name="CUSTOM">
    <p:bg>
      <p:bgPr>
        <a:solidFill>
          <a:schemeClr val="accent3"/>
        </a:solidFill>
        <a:effectLst/>
      </p:bgPr>
    </p:bg>
    <p:spTree>
      <p:nvGrpSpPr>
        <p:cNvPr id="1" name="Shape 226"/>
        <p:cNvGrpSpPr/>
        <p:nvPr/>
      </p:nvGrpSpPr>
      <p:grpSpPr>
        <a:xfrm>
          <a:off x="0" y="0"/>
          <a:ext cx="0" cy="0"/>
          <a:chOff x="0" y="0"/>
          <a:chExt cx="0" cy="0"/>
        </a:xfrm>
      </p:grpSpPr>
      <p:sp>
        <p:nvSpPr>
          <p:cNvPr id="227" name="Google Shape;227;p34"/>
          <p:cNvSpPr>
            <a:spLocks noGrp="1"/>
          </p:cNvSpPr>
          <p:nvPr>
            <p:ph type="pic" idx="2"/>
          </p:nvPr>
        </p:nvSpPr>
        <p:spPr>
          <a:xfrm>
            <a:off x="4629750" y="286075"/>
            <a:ext cx="1257900" cy="1261500"/>
          </a:xfrm>
          <a:prstGeom prst="rect">
            <a:avLst/>
          </a:prstGeom>
          <a:noFill/>
          <a:ln>
            <a:noFill/>
          </a:ln>
        </p:spPr>
      </p:sp>
      <p:sp>
        <p:nvSpPr>
          <p:cNvPr id="228" name="Google Shape;228;p34"/>
          <p:cNvSpPr>
            <a:spLocks noGrp="1"/>
          </p:cNvSpPr>
          <p:nvPr>
            <p:ph type="pic" idx="3"/>
          </p:nvPr>
        </p:nvSpPr>
        <p:spPr>
          <a:xfrm>
            <a:off x="6111800" y="286075"/>
            <a:ext cx="1257900" cy="1261500"/>
          </a:xfrm>
          <a:prstGeom prst="rect">
            <a:avLst/>
          </a:prstGeom>
          <a:noFill/>
          <a:ln>
            <a:noFill/>
          </a:ln>
        </p:spPr>
      </p:sp>
      <p:sp>
        <p:nvSpPr>
          <p:cNvPr id="229" name="Google Shape;229;p34"/>
          <p:cNvSpPr>
            <a:spLocks noGrp="1"/>
          </p:cNvSpPr>
          <p:nvPr>
            <p:ph type="pic" idx="4"/>
          </p:nvPr>
        </p:nvSpPr>
        <p:spPr>
          <a:xfrm>
            <a:off x="7593850" y="286075"/>
            <a:ext cx="1257900" cy="1261500"/>
          </a:xfrm>
          <a:prstGeom prst="rect">
            <a:avLst/>
          </a:prstGeom>
          <a:noFill/>
          <a:ln>
            <a:noFill/>
          </a:ln>
        </p:spPr>
      </p:sp>
      <p:sp>
        <p:nvSpPr>
          <p:cNvPr id="230" name="Google Shape;230;p34"/>
          <p:cNvSpPr>
            <a:spLocks noGrp="1"/>
          </p:cNvSpPr>
          <p:nvPr>
            <p:ph type="pic" idx="5"/>
          </p:nvPr>
        </p:nvSpPr>
        <p:spPr>
          <a:xfrm>
            <a:off x="4629750" y="2634475"/>
            <a:ext cx="1257900" cy="1261500"/>
          </a:xfrm>
          <a:prstGeom prst="rect">
            <a:avLst/>
          </a:prstGeom>
          <a:noFill/>
          <a:ln>
            <a:noFill/>
          </a:ln>
        </p:spPr>
      </p:sp>
      <p:sp>
        <p:nvSpPr>
          <p:cNvPr id="231" name="Google Shape;231;p34"/>
          <p:cNvSpPr>
            <a:spLocks noGrp="1"/>
          </p:cNvSpPr>
          <p:nvPr>
            <p:ph type="pic" idx="6"/>
          </p:nvPr>
        </p:nvSpPr>
        <p:spPr>
          <a:xfrm>
            <a:off x="6111800" y="2634475"/>
            <a:ext cx="1257900" cy="1261500"/>
          </a:xfrm>
          <a:prstGeom prst="rect">
            <a:avLst/>
          </a:prstGeom>
          <a:noFill/>
          <a:ln>
            <a:noFill/>
          </a:ln>
        </p:spPr>
      </p:sp>
      <p:sp>
        <p:nvSpPr>
          <p:cNvPr id="232" name="Google Shape;232;p34"/>
          <p:cNvSpPr>
            <a:spLocks noGrp="1"/>
          </p:cNvSpPr>
          <p:nvPr>
            <p:ph type="pic" idx="7"/>
          </p:nvPr>
        </p:nvSpPr>
        <p:spPr>
          <a:xfrm>
            <a:off x="7593850" y="2634475"/>
            <a:ext cx="1257900" cy="1261500"/>
          </a:xfrm>
          <a:prstGeom prst="rect">
            <a:avLst/>
          </a:prstGeom>
          <a:noFill/>
          <a:ln>
            <a:noFill/>
          </a:ln>
        </p:spPr>
      </p:sp>
      <p:sp>
        <p:nvSpPr>
          <p:cNvPr id="233" name="Google Shape;233;p34"/>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34" name="Google Shape;234;p34"/>
          <p:cNvSpPr txBox="1">
            <a:spLocks noGrp="1"/>
          </p:cNvSpPr>
          <p:nvPr>
            <p:ph type="sldNum" idx="8"/>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35" name="Google Shape;235;p34"/>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36" name="Google Shape;236;p34"/>
          <p:cNvSpPr txBox="1">
            <a:spLocks noGrp="1"/>
          </p:cNvSpPr>
          <p:nvPr>
            <p:ph type="title" idx="9"/>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37" name="Google Shape;237;p34"/>
          <p:cNvSpPr txBox="1">
            <a:spLocks noGrp="1"/>
          </p:cNvSpPr>
          <p:nvPr>
            <p:ph type="title" idx="13"/>
          </p:nvPr>
        </p:nvSpPr>
        <p:spPr>
          <a:xfrm>
            <a:off x="283850" y="474875"/>
            <a:ext cx="2773200" cy="17436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a:endParaRPr/>
          </a:p>
        </p:txBody>
      </p:sp>
      <p:sp>
        <p:nvSpPr>
          <p:cNvPr id="238" name="Google Shape;238;p34"/>
          <p:cNvSpPr txBox="1">
            <a:spLocks noGrp="1"/>
          </p:cNvSpPr>
          <p:nvPr>
            <p:ph type="title" idx="14"/>
          </p:nvPr>
        </p:nvSpPr>
        <p:spPr>
          <a:xfrm>
            <a:off x="462975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39" name="Google Shape;239;p34"/>
          <p:cNvSpPr txBox="1">
            <a:spLocks noGrp="1"/>
          </p:cNvSpPr>
          <p:nvPr>
            <p:ph type="title" idx="15"/>
          </p:nvPr>
        </p:nvSpPr>
        <p:spPr>
          <a:xfrm>
            <a:off x="611180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40" name="Google Shape;240;p34"/>
          <p:cNvSpPr txBox="1">
            <a:spLocks noGrp="1"/>
          </p:cNvSpPr>
          <p:nvPr>
            <p:ph type="title" idx="16"/>
          </p:nvPr>
        </p:nvSpPr>
        <p:spPr>
          <a:xfrm>
            <a:off x="759385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41" name="Google Shape;241;p34"/>
          <p:cNvSpPr txBox="1">
            <a:spLocks noGrp="1"/>
          </p:cNvSpPr>
          <p:nvPr>
            <p:ph type="title" idx="17"/>
          </p:nvPr>
        </p:nvSpPr>
        <p:spPr>
          <a:xfrm>
            <a:off x="462975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42" name="Google Shape;242;p34"/>
          <p:cNvSpPr txBox="1">
            <a:spLocks noGrp="1"/>
          </p:cNvSpPr>
          <p:nvPr>
            <p:ph type="title" idx="18"/>
          </p:nvPr>
        </p:nvSpPr>
        <p:spPr>
          <a:xfrm>
            <a:off x="611180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43" name="Google Shape;243;p34"/>
          <p:cNvSpPr txBox="1">
            <a:spLocks noGrp="1"/>
          </p:cNvSpPr>
          <p:nvPr>
            <p:ph type="title" idx="19"/>
          </p:nvPr>
        </p:nvSpPr>
        <p:spPr>
          <a:xfrm>
            <a:off x="759385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image grid and description - Alt 1">
  <p:cSld name="CUSTOM_3">
    <p:bg>
      <p:bgPr>
        <a:solidFill>
          <a:schemeClr val="accent1"/>
        </a:solidFill>
        <a:effectLst/>
      </p:bgPr>
    </p:bg>
    <p:spTree>
      <p:nvGrpSpPr>
        <p:cNvPr id="1" name="Shape 244"/>
        <p:cNvGrpSpPr/>
        <p:nvPr/>
      </p:nvGrpSpPr>
      <p:grpSpPr>
        <a:xfrm>
          <a:off x="0" y="0"/>
          <a:ext cx="0" cy="0"/>
          <a:chOff x="0" y="0"/>
          <a:chExt cx="0" cy="0"/>
        </a:xfrm>
      </p:grpSpPr>
      <p:sp>
        <p:nvSpPr>
          <p:cNvPr id="245" name="Google Shape;245;p35"/>
          <p:cNvSpPr>
            <a:spLocks noGrp="1"/>
          </p:cNvSpPr>
          <p:nvPr>
            <p:ph type="pic" idx="2"/>
          </p:nvPr>
        </p:nvSpPr>
        <p:spPr>
          <a:xfrm>
            <a:off x="2456700" y="373175"/>
            <a:ext cx="1515000" cy="1616700"/>
          </a:xfrm>
          <a:prstGeom prst="rect">
            <a:avLst/>
          </a:prstGeom>
          <a:noFill/>
          <a:ln>
            <a:noFill/>
          </a:ln>
        </p:spPr>
        <p:txBody>
          <a:bodyPr/>
          <a:lstStyle/>
          <a:p>
            <a:endParaRPr lang="en-US"/>
          </a:p>
        </p:txBody>
      </p:sp>
      <p:sp>
        <p:nvSpPr>
          <p:cNvPr id="246" name="Google Shape;246;p35"/>
          <p:cNvSpPr txBox="1">
            <a:spLocks noGrp="1"/>
          </p:cNvSpPr>
          <p:nvPr>
            <p:ph type="title"/>
          </p:nvPr>
        </p:nvSpPr>
        <p:spPr>
          <a:xfrm>
            <a:off x="2635350" y="2172975"/>
            <a:ext cx="1188600" cy="1524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47" name="Google Shape;247;p35"/>
          <p:cNvSpPr txBox="1">
            <a:spLocks noGrp="1"/>
          </p:cNvSpPr>
          <p:nvPr>
            <p:ph type="body" idx="1"/>
          </p:nvPr>
        </p:nvSpPr>
        <p:spPr>
          <a:xfrm>
            <a:off x="2635350"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48" name="Google Shape;248;p35"/>
          <p:cNvSpPr txBox="1">
            <a:spLocks noGrp="1"/>
          </p:cNvSpPr>
          <p:nvPr>
            <p:ph type="title" idx="3"/>
          </p:nvPr>
        </p:nvSpPr>
        <p:spPr>
          <a:xfrm>
            <a:off x="2635350"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49" name="Google Shape;249;p35"/>
          <p:cNvSpPr>
            <a:spLocks noGrp="1"/>
          </p:cNvSpPr>
          <p:nvPr>
            <p:ph type="pic" idx="4"/>
          </p:nvPr>
        </p:nvSpPr>
        <p:spPr>
          <a:xfrm>
            <a:off x="4084738" y="373175"/>
            <a:ext cx="1515000" cy="1616700"/>
          </a:xfrm>
          <a:prstGeom prst="rect">
            <a:avLst/>
          </a:prstGeom>
          <a:noFill/>
          <a:ln>
            <a:noFill/>
          </a:ln>
        </p:spPr>
        <p:txBody>
          <a:bodyPr/>
          <a:lstStyle/>
          <a:p>
            <a:endParaRPr lang="en-US"/>
          </a:p>
        </p:txBody>
      </p:sp>
      <p:sp>
        <p:nvSpPr>
          <p:cNvPr id="250" name="Google Shape;250;p35"/>
          <p:cNvSpPr txBox="1">
            <a:spLocks noGrp="1"/>
          </p:cNvSpPr>
          <p:nvPr>
            <p:ph type="title" idx="5"/>
          </p:nvPr>
        </p:nvSpPr>
        <p:spPr>
          <a:xfrm>
            <a:off x="4263388"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51" name="Google Shape;251;p35"/>
          <p:cNvSpPr txBox="1">
            <a:spLocks noGrp="1"/>
          </p:cNvSpPr>
          <p:nvPr>
            <p:ph type="body" idx="6"/>
          </p:nvPr>
        </p:nvSpPr>
        <p:spPr>
          <a:xfrm>
            <a:off x="4263388"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52" name="Google Shape;252;p35"/>
          <p:cNvSpPr txBox="1">
            <a:spLocks noGrp="1"/>
          </p:cNvSpPr>
          <p:nvPr>
            <p:ph type="title" idx="7"/>
          </p:nvPr>
        </p:nvSpPr>
        <p:spPr>
          <a:xfrm>
            <a:off x="4263388"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53" name="Google Shape;253;p35"/>
          <p:cNvSpPr>
            <a:spLocks noGrp="1"/>
          </p:cNvSpPr>
          <p:nvPr>
            <p:ph type="pic" idx="8"/>
          </p:nvPr>
        </p:nvSpPr>
        <p:spPr>
          <a:xfrm>
            <a:off x="5713225" y="373175"/>
            <a:ext cx="1515000" cy="1616700"/>
          </a:xfrm>
          <a:prstGeom prst="rect">
            <a:avLst/>
          </a:prstGeom>
          <a:noFill/>
          <a:ln>
            <a:noFill/>
          </a:ln>
        </p:spPr>
        <p:txBody>
          <a:bodyPr/>
          <a:lstStyle/>
          <a:p>
            <a:endParaRPr lang="en-US"/>
          </a:p>
        </p:txBody>
      </p:sp>
      <p:sp>
        <p:nvSpPr>
          <p:cNvPr id="254" name="Google Shape;254;p35"/>
          <p:cNvSpPr txBox="1">
            <a:spLocks noGrp="1"/>
          </p:cNvSpPr>
          <p:nvPr>
            <p:ph type="title" idx="9"/>
          </p:nvPr>
        </p:nvSpPr>
        <p:spPr>
          <a:xfrm>
            <a:off x="5891875"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55" name="Google Shape;255;p35"/>
          <p:cNvSpPr txBox="1">
            <a:spLocks noGrp="1"/>
          </p:cNvSpPr>
          <p:nvPr>
            <p:ph type="body" idx="13"/>
          </p:nvPr>
        </p:nvSpPr>
        <p:spPr>
          <a:xfrm>
            <a:off x="5891875"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56" name="Google Shape;256;p35"/>
          <p:cNvSpPr txBox="1">
            <a:spLocks noGrp="1"/>
          </p:cNvSpPr>
          <p:nvPr>
            <p:ph type="title" idx="14"/>
          </p:nvPr>
        </p:nvSpPr>
        <p:spPr>
          <a:xfrm>
            <a:off x="5891875"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57" name="Google Shape;257;p35"/>
          <p:cNvSpPr>
            <a:spLocks noGrp="1"/>
          </p:cNvSpPr>
          <p:nvPr>
            <p:ph type="pic" idx="15"/>
          </p:nvPr>
        </p:nvSpPr>
        <p:spPr>
          <a:xfrm>
            <a:off x="7341950" y="373175"/>
            <a:ext cx="1515000" cy="1616700"/>
          </a:xfrm>
          <a:prstGeom prst="rect">
            <a:avLst/>
          </a:prstGeom>
          <a:noFill/>
          <a:ln>
            <a:noFill/>
          </a:ln>
        </p:spPr>
        <p:txBody>
          <a:bodyPr/>
          <a:lstStyle/>
          <a:p>
            <a:endParaRPr lang="en-US"/>
          </a:p>
        </p:txBody>
      </p:sp>
      <p:sp>
        <p:nvSpPr>
          <p:cNvPr id="258" name="Google Shape;258;p35"/>
          <p:cNvSpPr txBox="1">
            <a:spLocks noGrp="1"/>
          </p:cNvSpPr>
          <p:nvPr>
            <p:ph type="title" idx="16"/>
          </p:nvPr>
        </p:nvSpPr>
        <p:spPr>
          <a:xfrm>
            <a:off x="7520600"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59" name="Google Shape;259;p35"/>
          <p:cNvSpPr txBox="1">
            <a:spLocks noGrp="1"/>
          </p:cNvSpPr>
          <p:nvPr>
            <p:ph type="body" idx="17"/>
          </p:nvPr>
        </p:nvSpPr>
        <p:spPr>
          <a:xfrm>
            <a:off x="7520600"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60" name="Google Shape;260;p35"/>
          <p:cNvSpPr txBox="1">
            <a:spLocks noGrp="1"/>
          </p:cNvSpPr>
          <p:nvPr>
            <p:ph type="title" idx="18"/>
          </p:nvPr>
        </p:nvSpPr>
        <p:spPr>
          <a:xfrm>
            <a:off x="7520600"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61" name="Google Shape;261;p35"/>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62" name="Google Shape;262;p35"/>
          <p:cNvSpPr txBox="1">
            <a:spLocks noGrp="1"/>
          </p:cNvSpPr>
          <p:nvPr>
            <p:ph type="title" idx="19"/>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3" name="Google Shape;263;p35"/>
          <p:cNvSpPr txBox="1">
            <a:spLocks noGrp="1"/>
          </p:cNvSpPr>
          <p:nvPr>
            <p:ph type="title" idx="20"/>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4" name="Google Shape;264;p35"/>
          <p:cNvSpPr txBox="1">
            <a:spLocks noGrp="1"/>
          </p:cNvSpPr>
          <p:nvPr>
            <p:ph type="title" idx="21"/>
          </p:nvPr>
        </p:nvSpPr>
        <p:spPr>
          <a:xfrm>
            <a:off x="283850" y="285900"/>
            <a:ext cx="2055600" cy="12696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image grid and description - Alt 2">
  <p:cSld name="CUSTOM_4">
    <p:spTree>
      <p:nvGrpSpPr>
        <p:cNvPr id="1" name="Shape 265"/>
        <p:cNvGrpSpPr/>
        <p:nvPr/>
      </p:nvGrpSpPr>
      <p:grpSpPr>
        <a:xfrm>
          <a:off x="0" y="0"/>
          <a:ext cx="0" cy="0"/>
          <a:chOff x="0" y="0"/>
          <a:chExt cx="0" cy="0"/>
        </a:xfrm>
      </p:grpSpPr>
      <p:sp>
        <p:nvSpPr>
          <p:cNvPr id="266" name="Google Shape;266;p36"/>
          <p:cNvSpPr txBox="1">
            <a:spLocks noGrp="1"/>
          </p:cNvSpPr>
          <p:nvPr>
            <p:ph type="title"/>
          </p:nvPr>
        </p:nvSpPr>
        <p:spPr>
          <a:xfrm>
            <a:off x="1049249" y="2030625"/>
            <a:ext cx="1902000" cy="243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67" name="Google Shape;267;p36"/>
          <p:cNvSpPr txBox="1">
            <a:spLocks noGrp="1"/>
          </p:cNvSpPr>
          <p:nvPr>
            <p:ph type="body" idx="1"/>
          </p:nvPr>
        </p:nvSpPr>
        <p:spPr>
          <a:xfrm>
            <a:off x="1049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68" name="Google Shape;268;p36"/>
          <p:cNvSpPr txBox="1">
            <a:spLocks noGrp="1"/>
          </p:cNvSpPr>
          <p:nvPr>
            <p:ph type="title" idx="2"/>
          </p:nvPr>
        </p:nvSpPr>
        <p:spPr>
          <a:xfrm>
            <a:off x="1049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69" name="Google Shape;269;p36"/>
          <p:cNvSpPr txBox="1">
            <a:spLocks noGrp="1"/>
          </p:cNvSpPr>
          <p:nvPr>
            <p:ph type="body" idx="3"/>
          </p:nvPr>
        </p:nvSpPr>
        <p:spPr>
          <a:xfrm>
            <a:off x="1049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70" name="Google Shape;270;p36"/>
          <p:cNvSpPr txBox="1">
            <a:spLocks noGrp="1"/>
          </p:cNvSpPr>
          <p:nvPr>
            <p:ph type="title" idx="4"/>
          </p:nvPr>
        </p:nvSpPr>
        <p:spPr>
          <a:xfrm>
            <a:off x="3950249" y="20306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71" name="Google Shape;271;p36"/>
          <p:cNvSpPr txBox="1">
            <a:spLocks noGrp="1"/>
          </p:cNvSpPr>
          <p:nvPr>
            <p:ph type="body" idx="5"/>
          </p:nvPr>
        </p:nvSpPr>
        <p:spPr>
          <a:xfrm>
            <a:off x="3950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72" name="Google Shape;272;p36"/>
          <p:cNvSpPr txBox="1">
            <a:spLocks noGrp="1"/>
          </p:cNvSpPr>
          <p:nvPr>
            <p:ph type="title" idx="6"/>
          </p:nvPr>
        </p:nvSpPr>
        <p:spPr>
          <a:xfrm>
            <a:off x="3950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73" name="Google Shape;273;p36"/>
          <p:cNvSpPr txBox="1">
            <a:spLocks noGrp="1"/>
          </p:cNvSpPr>
          <p:nvPr>
            <p:ph type="body" idx="7"/>
          </p:nvPr>
        </p:nvSpPr>
        <p:spPr>
          <a:xfrm>
            <a:off x="3950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74" name="Google Shape;274;p36"/>
          <p:cNvSpPr txBox="1">
            <a:spLocks noGrp="1"/>
          </p:cNvSpPr>
          <p:nvPr>
            <p:ph type="title" idx="8"/>
          </p:nvPr>
        </p:nvSpPr>
        <p:spPr>
          <a:xfrm>
            <a:off x="6851249" y="20306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75" name="Google Shape;275;p36"/>
          <p:cNvSpPr txBox="1">
            <a:spLocks noGrp="1"/>
          </p:cNvSpPr>
          <p:nvPr>
            <p:ph type="body" idx="9"/>
          </p:nvPr>
        </p:nvSpPr>
        <p:spPr>
          <a:xfrm>
            <a:off x="6851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76" name="Google Shape;276;p36"/>
          <p:cNvSpPr txBox="1">
            <a:spLocks noGrp="1"/>
          </p:cNvSpPr>
          <p:nvPr>
            <p:ph type="title" idx="13"/>
          </p:nvPr>
        </p:nvSpPr>
        <p:spPr>
          <a:xfrm>
            <a:off x="6851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77" name="Google Shape;277;p36"/>
          <p:cNvSpPr txBox="1">
            <a:spLocks noGrp="1"/>
          </p:cNvSpPr>
          <p:nvPr>
            <p:ph type="body" idx="14"/>
          </p:nvPr>
        </p:nvSpPr>
        <p:spPr>
          <a:xfrm>
            <a:off x="6851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78" name="Google Shape;278;p36"/>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79" name="Google Shape;279;p36"/>
          <p:cNvSpPr txBox="1">
            <a:spLocks noGrp="1"/>
          </p:cNvSpPr>
          <p:nvPr>
            <p:ph type="title" idx="15"/>
          </p:nvPr>
        </p:nvSpPr>
        <p:spPr>
          <a:xfrm>
            <a:off x="283850" y="285900"/>
            <a:ext cx="8571900" cy="816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a:endParaRPr/>
          </a:p>
        </p:txBody>
      </p:sp>
      <p:sp>
        <p:nvSpPr>
          <p:cNvPr id="280" name="Google Shape;280;p36"/>
          <p:cNvSpPr>
            <a:spLocks noGrp="1"/>
          </p:cNvSpPr>
          <p:nvPr>
            <p:ph type="pic" idx="16"/>
          </p:nvPr>
        </p:nvSpPr>
        <p:spPr>
          <a:xfrm>
            <a:off x="290325" y="1862825"/>
            <a:ext cx="663000" cy="1271100"/>
          </a:xfrm>
          <a:prstGeom prst="rect">
            <a:avLst/>
          </a:prstGeom>
          <a:noFill/>
          <a:ln>
            <a:noFill/>
          </a:ln>
        </p:spPr>
      </p:sp>
      <p:sp>
        <p:nvSpPr>
          <p:cNvPr id="281" name="Google Shape;281;p36"/>
          <p:cNvSpPr>
            <a:spLocks noGrp="1"/>
          </p:cNvSpPr>
          <p:nvPr>
            <p:ph type="pic" idx="17"/>
          </p:nvPr>
        </p:nvSpPr>
        <p:spPr>
          <a:xfrm>
            <a:off x="290325" y="3407525"/>
            <a:ext cx="663000" cy="1271100"/>
          </a:xfrm>
          <a:prstGeom prst="rect">
            <a:avLst/>
          </a:prstGeom>
          <a:noFill/>
          <a:ln>
            <a:noFill/>
          </a:ln>
        </p:spPr>
      </p:sp>
      <p:sp>
        <p:nvSpPr>
          <p:cNvPr id="282" name="Google Shape;282;p36"/>
          <p:cNvSpPr>
            <a:spLocks noGrp="1"/>
          </p:cNvSpPr>
          <p:nvPr>
            <p:ph type="pic" idx="18"/>
          </p:nvPr>
        </p:nvSpPr>
        <p:spPr>
          <a:xfrm>
            <a:off x="3191325" y="1862825"/>
            <a:ext cx="663000" cy="1271100"/>
          </a:xfrm>
          <a:prstGeom prst="rect">
            <a:avLst/>
          </a:prstGeom>
          <a:noFill/>
          <a:ln>
            <a:noFill/>
          </a:ln>
        </p:spPr>
      </p:sp>
      <p:sp>
        <p:nvSpPr>
          <p:cNvPr id="283" name="Google Shape;283;p36"/>
          <p:cNvSpPr>
            <a:spLocks noGrp="1"/>
          </p:cNvSpPr>
          <p:nvPr>
            <p:ph type="pic" idx="19"/>
          </p:nvPr>
        </p:nvSpPr>
        <p:spPr>
          <a:xfrm>
            <a:off x="3191325" y="3407525"/>
            <a:ext cx="663000" cy="1271100"/>
          </a:xfrm>
          <a:prstGeom prst="rect">
            <a:avLst/>
          </a:prstGeom>
          <a:noFill/>
          <a:ln>
            <a:noFill/>
          </a:ln>
        </p:spPr>
      </p:sp>
      <p:sp>
        <p:nvSpPr>
          <p:cNvPr id="284" name="Google Shape;284;p36"/>
          <p:cNvSpPr>
            <a:spLocks noGrp="1"/>
          </p:cNvSpPr>
          <p:nvPr>
            <p:ph type="pic" idx="20"/>
          </p:nvPr>
        </p:nvSpPr>
        <p:spPr>
          <a:xfrm>
            <a:off x="6092325" y="1862825"/>
            <a:ext cx="663000" cy="1271100"/>
          </a:xfrm>
          <a:prstGeom prst="rect">
            <a:avLst/>
          </a:prstGeom>
          <a:noFill/>
          <a:ln>
            <a:noFill/>
          </a:ln>
        </p:spPr>
      </p:sp>
      <p:sp>
        <p:nvSpPr>
          <p:cNvPr id="285" name="Google Shape;285;p36"/>
          <p:cNvSpPr>
            <a:spLocks noGrp="1"/>
          </p:cNvSpPr>
          <p:nvPr>
            <p:ph type="pic" idx="21"/>
          </p:nvPr>
        </p:nvSpPr>
        <p:spPr>
          <a:xfrm>
            <a:off x="6092325" y="3407525"/>
            <a:ext cx="663000" cy="1271100"/>
          </a:xfrm>
          <a:prstGeom prst="rect">
            <a:avLst/>
          </a:prstGeom>
          <a:noFill/>
          <a:ln>
            <a:noFill/>
          </a:ln>
        </p:spPr>
      </p:sp>
      <p:sp>
        <p:nvSpPr>
          <p:cNvPr id="286" name="Google Shape;286;p36"/>
          <p:cNvSpPr txBox="1">
            <a:spLocks noGrp="1"/>
          </p:cNvSpPr>
          <p:nvPr>
            <p:ph type="title" idx="2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36"/>
          <p:cNvSpPr txBox="1">
            <a:spLocks noGrp="1"/>
          </p:cNvSpPr>
          <p:nvPr>
            <p:ph type="title" idx="2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image grid and body text">
  <p:cSld name="CUSTOM_2">
    <p:bg>
      <p:bgPr>
        <a:solidFill>
          <a:schemeClr val="lt1"/>
        </a:solidFill>
        <a:effectLst/>
      </p:bgPr>
    </p:bg>
    <p:spTree>
      <p:nvGrpSpPr>
        <p:cNvPr id="1" name="Shape 288"/>
        <p:cNvGrpSpPr/>
        <p:nvPr/>
      </p:nvGrpSpPr>
      <p:grpSpPr>
        <a:xfrm>
          <a:off x="0" y="0"/>
          <a:ext cx="0" cy="0"/>
          <a:chOff x="0" y="0"/>
          <a:chExt cx="0" cy="0"/>
        </a:xfrm>
      </p:grpSpPr>
      <p:sp>
        <p:nvSpPr>
          <p:cNvPr id="289" name="Google Shape;289;p37"/>
          <p:cNvSpPr>
            <a:spLocks noGrp="1"/>
          </p:cNvSpPr>
          <p:nvPr>
            <p:ph type="pic" idx="2"/>
          </p:nvPr>
        </p:nvSpPr>
        <p:spPr>
          <a:xfrm>
            <a:off x="3186000" y="3242875"/>
            <a:ext cx="2798100" cy="1440600"/>
          </a:xfrm>
          <a:prstGeom prst="rect">
            <a:avLst/>
          </a:prstGeom>
          <a:noFill/>
          <a:ln>
            <a:noFill/>
          </a:ln>
        </p:spPr>
      </p:sp>
      <p:sp>
        <p:nvSpPr>
          <p:cNvPr id="290" name="Google Shape;290;p37"/>
          <p:cNvSpPr>
            <a:spLocks noGrp="1"/>
          </p:cNvSpPr>
          <p:nvPr>
            <p:ph type="pic" idx="3"/>
          </p:nvPr>
        </p:nvSpPr>
        <p:spPr>
          <a:xfrm>
            <a:off x="5984100" y="3242875"/>
            <a:ext cx="1440600" cy="1440600"/>
          </a:xfrm>
          <a:prstGeom prst="rect">
            <a:avLst/>
          </a:prstGeom>
          <a:noFill/>
          <a:ln>
            <a:noFill/>
          </a:ln>
        </p:spPr>
      </p:sp>
      <p:sp>
        <p:nvSpPr>
          <p:cNvPr id="291" name="Google Shape;291;p37"/>
          <p:cNvSpPr>
            <a:spLocks noGrp="1"/>
          </p:cNvSpPr>
          <p:nvPr>
            <p:ph type="pic" idx="4"/>
          </p:nvPr>
        </p:nvSpPr>
        <p:spPr>
          <a:xfrm>
            <a:off x="7412150" y="1440350"/>
            <a:ext cx="1441500" cy="3243000"/>
          </a:xfrm>
          <a:prstGeom prst="rect">
            <a:avLst/>
          </a:prstGeom>
          <a:noFill/>
          <a:ln>
            <a:noFill/>
          </a:ln>
        </p:spPr>
      </p:sp>
      <p:sp>
        <p:nvSpPr>
          <p:cNvPr id="292" name="Google Shape;292;p37"/>
          <p:cNvSpPr>
            <a:spLocks noGrp="1"/>
          </p:cNvSpPr>
          <p:nvPr>
            <p:ph type="pic" idx="5"/>
          </p:nvPr>
        </p:nvSpPr>
        <p:spPr>
          <a:xfrm>
            <a:off x="7412150" y="0"/>
            <a:ext cx="1441500" cy="1440600"/>
          </a:xfrm>
          <a:prstGeom prst="rect">
            <a:avLst/>
          </a:prstGeom>
          <a:noFill/>
          <a:ln>
            <a:noFill/>
          </a:ln>
        </p:spPr>
      </p:sp>
      <p:sp>
        <p:nvSpPr>
          <p:cNvPr id="293" name="Google Shape;293;p37"/>
          <p:cNvSpPr>
            <a:spLocks noGrp="1"/>
          </p:cNvSpPr>
          <p:nvPr>
            <p:ph type="pic" idx="6"/>
          </p:nvPr>
        </p:nvSpPr>
        <p:spPr>
          <a:xfrm>
            <a:off x="3184850" y="0"/>
            <a:ext cx="4227300" cy="3243000"/>
          </a:xfrm>
          <a:prstGeom prst="rect">
            <a:avLst/>
          </a:prstGeom>
          <a:noFill/>
          <a:ln>
            <a:noFill/>
          </a:ln>
        </p:spPr>
      </p:sp>
      <p:sp>
        <p:nvSpPr>
          <p:cNvPr id="294" name="Google Shape;294;p37"/>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95" name="Google Shape;295;p37"/>
          <p:cNvSpPr txBox="1">
            <a:spLocks noGrp="1"/>
          </p:cNvSpPr>
          <p:nvPr>
            <p:ph type="sldNum" idx="7"/>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96" name="Google Shape;296;p37"/>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97" name="Google Shape;297;p37"/>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98" name="Google Shape;298;p37"/>
          <p:cNvSpPr txBox="1">
            <a:spLocks noGrp="1"/>
          </p:cNvSpPr>
          <p:nvPr>
            <p:ph type="title" idx="9"/>
          </p:nvPr>
        </p:nvSpPr>
        <p:spPr>
          <a:xfrm>
            <a:off x="283850" y="285900"/>
            <a:ext cx="2773200" cy="816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a:endParaRPr/>
          </a:p>
        </p:txBody>
      </p:sp>
      <p:sp>
        <p:nvSpPr>
          <p:cNvPr id="299" name="Google Shape;299;p37"/>
          <p:cNvSpPr txBox="1">
            <a:spLocks noGrp="1"/>
          </p:cNvSpPr>
          <p:nvPr>
            <p:ph type="body" idx="1"/>
          </p:nvPr>
        </p:nvSpPr>
        <p:spPr>
          <a:xfrm>
            <a:off x="283850" y="2636275"/>
            <a:ext cx="2767200" cy="20463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Cover">
  <p:cSld name="BLANK_4">
    <p:bg>
      <p:bgPr>
        <a:solidFill>
          <a:schemeClr val="accent1"/>
        </a:solidFill>
        <a:effectLst/>
      </p:bgPr>
    </p:bg>
    <p:spTree>
      <p:nvGrpSpPr>
        <p:cNvPr id="1" name="Shape 300"/>
        <p:cNvGrpSpPr/>
        <p:nvPr/>
      </p:nvGrpSpPr>
      <p:grpSpPr>
        <a:xfrm>
          <a:off x="0" y="0"/>
          <a:ext cx="0" cy="0"/>
          <a:chOff x="0" y="0"/>
          <a:chExt cx="0" cy="0"/>
        </a:xfrm>
      </p:grpSpPr>
      <p:sp>
        <p:nvSpPr>
          <p:cNvPr id="301" name="Google Shape;301;p38"/>
          <p:cNvSpPr/>
          <p:nvPr/>
        </p:nvSpPr>
        <p:spPr>
          <a:xfrm>
            <a:off x="5283375" y="285900"/>
            <a:ext cx="3573485" cy="3573485"/>
          </a:xfrm>
          <a:custGeom>
            <a:avLst/>
            <a:gdLst/>
            <a:ahLst/>
            <a:cxnLst/>
            <a:rect l="l" t="t" r="r" b="b"/>
            <a:pathLst>
              <a:path w="32645" h="32645" extrusionOk="0">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Inter"/>
              <a:ea typeface="Inter"/>
              <a:cs typeface="Inter"/>
              <a:sym typeface="Inter"/>
            </a:endParaRPr>
          </a:p>
        </p:txBody>
      </p:sp>
      <p:sp>
        <p:nvSpPr>
          <p:cNvPr id="302" name="Google Shape;302;p38"/>
          <p:cNvSpPr txBox="1">
            <a:spLocks noGrp="1"/>
          </p:cNvSpPr>
          <p:nvPr>
            <p:ph type="title"/>
          </p:nvPr>
        </p:nvSpPr>
        <p:spPr>
          <a:xfrm>
            <a:off x="283850" y="224410"/>
            <a:ext cx="6683700" cy="1236900"/>
          </a:xfrm>
          <a:prstGeom prst="rect">
            <a:avLst/>
          </a:prstGeom>
        </p:spPr>
        <p:txBody>
          <a:bodyPr spcFirstLastPara="1" wrap="square" lIns="0" tIns="91425" rIns="91425" bIns="91425" anchor="t" anchorCtr="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303" name="Google Shape;303;p38"/>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04" name="Google Shape;304;p38"/>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5" name="Google Shape;305;p38"/>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6" name="Google Shape;306;p38"/>
          <p:cNvSpPr txBox="1">
            <a:spLocks noGrp="1"/>
          </p:cNvSpPr>
          <p:nvPr>
            <p:ph type="title" idx="4"/>
          </p:nvPr>
        </p:nvSpPr>
        <p:spPr>
          <a:xfrm>
            <a:off x="288625" y="4778975"/>
            <a:ext cx="4227300" cy="76200"/>
          </a:xfrm>
          <a:prstGeom prst="rect">
            <a:avLst/>
          </a:prstGeom>
        </p:spPr>
        <p:txBody>
          <a:bodyPr spcFirstLastPara="1" wrap="square" lIns="0" tIns="0" rIns="0" bIns="0" anchor="ctr" anchorCtr="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07"/>
        <p:cNvGrpSpPr/>
        <p:nvPr/>
      </p:nvGrpSpPr>
      <p:grpSpPr>
        <a:xfrm>
          <a:off x="0" y="0"/>
          <a:ext cx="0" cy="0"/>
          <a:chOff x="0" y="0"/>
          <a:chExt cx="0" cy="0"/>
        </a:xfrm>
      </p:grpSpPr>
      <p:sp>
        <p:nvSpPr>
          <p:cNvPr id="308" name="Google Shape;308;p39"/>
          <p:cNvSpPr txBox="1">
            <a:spLocks noGrp="1"/>
          </p:cNvSpPr>
          <p:nvPr>
            <p:ph type="ctrTitle"/>
          </p:nvPr>
        </p:nvSpPr>
        <p:spPr>
          <a:xfrm>
            <a:off x="311708" y="744575"/>
            <a:ext cx="8520600" cy="2052600"/>
          </a:xfrm>
          <a:prstGeom prst="rect">
            <a:avLst/>
          </a:prstGeom>
        </p:spPr>
        <p:txBody>
          <a:bodyPr spcFirstLastPara="1" wrap="square" lIns="0" tIns="0" rIns="0" bIns="0"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09" name="Google Shape;309;p3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10"/>
        <p:cNvGrpSpPr/>
        <p:nvPr/>
      </p:nvGrpSpPr>
      <p:grpSpPr>
        <a:xfrm>
          <a:off x="0" y="0"/>
          <a:ext cx="0" cy="0"/>
          <a:chOff x="0" y="0"/>
          <a:chExt cx="0" cy="0"/>
        </a:xfrm>
      </p:grpSpPr>
      <p:sp>
        <p:nvSpPr>
          <p:cNvPr id="311" name="Google Shape;311;p40"/>
          <p:cNvSpPr txBox="1">
            <a:spLocks noGrp="1"/>
          </p:cNvSpPr>
          <p:nvPr>
            <p:ph type="title"/>
          </p:nvPr>
        </p:nvSpPr>
        <p:spPr>
          <a:xfrm>
            <a:off x="311700" y="2150850"/>
            <a:ext cx="8520600" cy="841800"/>
          </a:xfrm>
          <a:prstGeom prst="rect">
            <a:avLst/>
          </a:prstGeom>
        </p:spPr>
        <p:txBody>
          <a:bodyPr spcFirstLastPara="1" wrap="square" lIns="0" tIns="0" rIns="0" bIns="0"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312"/>
        <p:cNvGrpSpPr/>
        <p:nvPr/>
      </p:nvGrpSpPr>
      <p:grpSpPr>
        <a:xfrm>
          <a:off x="0" y="0"/>
          <a:ext cx="0" cy="0"/>
          <a:chOff x="0" y="0"/>
          <a:chExt cx="0" cy="0"/>
        </a:xfrm>
      </p:grpSpPr>
      <p:sp>
        <p:nvSpPr>
          <p:cNvPr id="313" name="Google Shape;313;p41"/>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4" name="Google Shape;314;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315"/>
        <p:cNvGrpSpPr/>
        <p:nvPr/>
      </p:nvGrpSpPr>
      <p:grpSpPr>
        <a:xfrm>
          <a:off x="0" y="0"/>
          <a:ext cx="0" cy="0"/>
          <a:chOff x="0" y="0"/>
          <a:chExt cx="0" cy="0"/>
        </a:xfrm>
      </p:grpSpPr>
      <p:sp>
        <p:nvSpPr>
          <p:cNvPr id="316" name="Google Shape;316;p42"/>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7" name="Google Shape;317;p42"/>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8" name="Google Shape;318;p42"/>
          <p:cNvSpPr txBox="1">
            <a:spLocks noGrp="1"/>
          </p:cNvSpPr>
          <p:nvPr>
            <p:ph type="body" idx="2"/>
          </p:nvPr>
        </p:nvSpPr>
        <p:spPr>
          <a:xfrm>
            <a:off x="4832400" y="1152475"/>
            <a:ext cx="3999900" cy="3416400"/>
          </a:xfrm>
          <a:prstGeom prst="rect">
            <a:avLst/>
          </a:prstGeom>
        </p:spPr>
        <p:txBody>
          <a:bodyPr spcFirstLastPara="1" wrap="square" lIns="0" tIns="0" rIns="0" bIns="0"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19"/>
        <p:cNvGrpSpPr/>
        <p:nvPr/>
      </p:nvGrpSpPr>
      <p:grpSpPr>
        <a:xfrm>
          <a:off x="0" y="0"/>
          <a:ext cx="0" cy="0"/>
          <a:chOff x="0" y="0"/>
          <a:chExt cx="0" cy="0"/>
        </a:xfrm>
      </p:grpSpPr>
      <p:sp>
        <p:nvSpPr>
          <p:cNvPr id="320" name="Google Shape;320;p43"/>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21"/>
        <p:cNvGrpSpPr/>
        <p:nvPr/>
      </p:nvGrpSpPr>
      <p:grpSpPr>
        <a:xfrm>
          <a:off x="0" y="0"/>
          <a:ext cx="0" cy="0"/>
          <a:chOff x="0" y="0"/>
          <a:chExt cx="0" cy="0"/>
        </a:xfrm>
      </p:grpSpPr>
      <p:sp>
        <p:nvSpPr>
          <p:cNvPr id="322" name="Google Shape;322;p44"/>
          <p:cNvSpPr txBox="1">
            <a:spLocks noGrp="1"/>
          </p:cNvSpPr>
          <p:nvPr>
            <p:ph type="title"/>
          </p:nvPr>
        </p:nvSpPr>
        <p:spPr>
          <a:xfrm>
            <a:off x="311700" y="555600"/>
            <a:ext cx="2808000" cy="755700"/>
          </a:xfrm>
          <a:prstGeom prst="rect">
            <a:avLst/>
          </a:prstGeom>
        </p:spPr>
        <p:txBody>
          <a:bodyPr spcFirstLastPara="1" wrap="square" lIns="0" tIns="0" rIns="0" bIns="0"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23" name="Google Shape;323;p44"/>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4"/>
        <p:cNvGrpSpPr/>
        <p:nvPr/>
      </p:nvGrpSpPr>
      <p:grpSpPr>
        <a:xfrm>
          <a:off x="0" y="0"/>
          <a:ext cx="0" cy="0"/>
          <a:chOff x="0" y="0"/>
          <a:chExt cx="0" cy="0"/>
        </a:xfrm>
      </p:grpSpPr>
      <p:sp>
        <p:nvSpPr>
          <p:cNvPr id="325" name="Google Shape;325;p45"/>
          <p:cNvSpPr txBox="1">
            <a:spLocks noGrp="1"/>
          </p:cNvSpPr>
          <p:nvPr>
            <p:ph type="title"/>
          </p:nvPr>
        </p:nvSpPr>
        <p:spPr>
          <a:xfrm>
            <a:off x="490250" y="450150"/>
            <a:ext cx="6367800" cy="4090800"/>
          </a:xfrm>
          <a:prstGeom prst="rect">
            <a:avLst/>
          </a:prstGeom>
        </p:spPr>
        <p:txBody>
          <a:bodyPr spcFirstLastPara="1" wrap="square" lIns="0" tIns="0" rIns="0" bIns="0"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26"/>
        <p:cNvGrpSpPr/>
        <p:nvPr/>
      </p:nvGrpSpPr>
      <p:grpSpPr>
        <a:xfrm>
          <a:off x="0" y="0"/>
          <a:ext cx="0" cy="0"/>
          <a:chOff x="0" y="0"/>
          <a:chExt cx="0" cy="0"/>
        </a:xfrm>
      </p:grpSpPr>
      <p:sp>
        <p:nvSpPr>
          <p:cNvPr id="327" name="Google Shape;327;p46"/>
          <p:cNvSpPr txBox="1">
            <a:spLocks noGrp="1"/>
          </p:cNvSpPr>
          <p:nvPr>
            <p:ph type="title"/>
          </p:nvPr>
        </p:nvSpPr>
        <p:spPr>
          <a:xfrm>
            <a:off x="265500" y="1233175"/>
            <a:ext cx="4045200" cy="1482300"/>
          </a:xfrm>
          <a:prstGeom prst="rect">
            <a:avLst/>
          </a:prstGeom>
        </p:spPr>
        <p:txBody>
          <a:bodyPr spcFirstLastPara="1" wrap="square" lIns="0" tIns="0" rIns="0" bIns="0"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28" name="Google Shape;328;p46"/>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329" name="Google Shape;329;p46"/>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30"/>
        <p:cNvGrpSpPr/>
        <p:nvPr/>
      </p:nvGrpSpPr>
      <p:grpSpPr>
        <a:xfrm>
          <a:off x="0" y="0"/>
          <a:ext cx="0" cy="0"/>
          <a:chOff x="0" y="0"/>
          <a:chExt cx="0" cy="0"/>
        </a:xfrm>
      </p:grpSpPr>
      <p:sp>
        <p:nvSpPr>
          <p:cNvPr id="331" name="Google Shape;331;p47"/>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32"/>
        <p:cNvGrpSpPr/>
        <p:nvPr/>
      </p:nvGrpSpPr>
      <p:grpSpPr>
        <a:xfrm>
          <a:off x="0" y="0"/>
          <a:ext cx="0" cy="0"/>
          <a:chOff x="0" y="0"/>
          <a:chExt cx="0" cy="0"/>
        </a:xfrm>
      </p:grpSpPr>
      <p:sp>
        <p:nvSpPr>
          <p:cNvPr id="333" name="Google Shape;333;p48"/>
          <p:cNvSpPr txBox="1">
            <a:spLocks noGrp="1"/>
          </p:cNvSpPr>
          <p:nvPr>
            <p:ph type="title" hasCustomPrompt="1"/>
          </p:nvPr>
        </p:nvSpPr>
        <p:spPr>
          <a:xfrm>
            <a:off x="311700" y="1106125"/>
            <a:ext cx="8520600" cy="1963500"/>
          </a:xfrm>
          <a:prstGeom prst="rect">
            <a:avLst/>
          </a:prstGeom>
        </p:spPr>
        <p:txBody>
          <a:bodyPr spcFirstLastPara="1" wrap="square" lIns="0" tIns="0" rIns="0" bIns="0"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34" name="Google Shape;334;p48"/>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35"/>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36"/>
        <p:cNvGrpSpPr/>
        <p:nvPr/>
      </p:nvGrpSpPr>
      <p:grpSpPr>
        <a:xfrm>
          <a:off x="0" y="0"/>
          <a:ext cx="0" cy="0"/>
          <a:chOff x="0" y="0"/>
          <a:chExt cx="0" cy="0"/>
        </a:xfrm>
      </p:grpSpPr>
      <p:sp>
        <p:nvSpPr>
          <p:cNvPr id="337" name="Google Shape;337;p50"/>
          <p:cNvSpPr txBox="1">
            <a:spLocks noGrp="1"/>
          </p:cNvSpPr>
          <p:nvPr>
            <p:ph type="title"/>
          </p:nvPr>
        </p:nvSpPr>
        <p:spPr>
          <a:xfrm>
            <a:off x="677325" y="1832775"/>
            <a:ext cx="3217200" cy="1484100"/>
          </a:xfrm>
          <a:prstGeom prst="rect">
            <a:avLst/>
          </a:prstGeom>
        </p:spPr>
        <p:txBody>
          <a:bodyPr spcFirstLastPara="1" wrap="square" lIns="0" tIns="0" rIns="0" bIns="0"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8" name="Google Shape;338;p50"/>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39" name="Google Shape;339;p50"/>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40" name="Google Shape;340;p50"/>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41" name="Google Shape;341;p50"/>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42" name="Google Shape;342;p50"/>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43" name="Google Shape;343;p50"/>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344"/>
        <p:cNvGrpSpPr/>
        <p:nvPr/>
      </p:nvGrpSpPr>
      <p:grpSpPr>
        <a:xfrm>
          <a:off x="0" y="0"/>
          <a:ext cx="0" cy="0"/>
          <a:chOff x="0" y="0"/>
          <a:chExt cx="0" cy="0"/>
        </a:xfrm>
      </p:grpSpPr>
      <p:sp>
        <p:nvSpPr>
          <p:cNvPr id="345" name="Google Shape;345;p51"/>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6" name="Google Shape;346;p51"/>
          <p:cNvSpPr txBox="1">
            <a:spLocks noGrp="1"/>
          </p:cNvSpPr>
          <p:nvPr>
            <p:ph type="body" idx="1"/>
          </p:nvPr>
        </p:nvSpPr>
        <p:spPr>
          <a:xfrm>
            <a:off x="311700" y="1152475"/>
            <a:ext cx="4473900" cy="34164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47" name="Google Shape;347;p51"/>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348"/>
        <p:cNvGrpSpPr/>
        <p:nvPr/>
      </p:nvGrpSpPr>
      <p:grpSpPr>
        <a:xfrm>
          <a:off x="0" y="0"/>
          <a:ext cx="0" cy="0"/>
          <a:chOff x="0" y="0"/>
          <a:chExt cx="0" cy="0"/>
        </a:xfrm>
      </p:grpSpPr>
      <p:sp>
        <p:nvSpPr>
          <p:cNvPr id="349" name="Google Shape;349;p52"/>
          <p:cNvSpPr txBox="1">
            <a:spLocks noGrp="1"/>
          </p:cNvSpPr>
          <p:nvPr>
            <p:ph type="title"/>
          </p:nvPr>
        </p:nvSpPr>
        <p:spPr>
          <a:xfrm>
            <a:off x="483175" y="450025"/>
            <a:ext cx="8184600" cy="758100"/>
          </a:xfrm>
          <a:prstGeom prst="rect">
            <a:avLst/>
          </a:prstGeom>
        </p:spPr>
        <p:txBody>
          <a:bodyPr spcFirstLastPara="1" wrap="square" lIns="0" tIns="0" rIns="0" bIns="0"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0" name="Google Shape;350;p52"/>
          <p:cNvSpPr txBox="1">
            <a:spLocks noGrp="1"/>
          </p:cNvSpPr>
          <p:nvPr>
            <p:ph type="body" idx="1"/>
          </p:nvPr>
        </p:nvSpPr>
        <p:spPr>
          <a:xfrm>
            <a:off x="483150" y="2237788"/>
            <a:ext cx="3619800" cy="23736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51" name="Google Shape;351;p52"/>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52" name="Google Shape;352;p52"/>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3" name="Google Shape;353;p52"/>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354"/>
        <p:cNvGrpSpPr/>
        <p:nvPr/>
      </p:nvGrpSpPr>
      <p:grpSpPr>
        <a:xfrm>
          <a:off x="0" y="0"/>
          <a:ext cx="0" cy="0"/>
          <a:chOff x="0" y="0"/>
          <a:chExt cx="0" cy="0"/>
        </a:xfrm>
      </p:grpSpPr>
      <p:sp>
        <p:nvSpPr>
          <p:cNvPr id="355" name="Google Shape;355;p53"/>
          <p:cNvSpPr txBox="1">
            <a:spLocks noGrp="1"/>
          </p:cNvSpPr>
          <p:nvPr>
            <p:ph type="body" idx="1"/>
          </p:nvPr>
        </p:nvSpPr>
        <p:spPr>
          <a:xfrm>
            <a:off x="483175" y="2417500"/>
            <a:ext cx="2455500" cy="23736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56" name="Google Shape;356;p53"/>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57" name="Google Shape;357;p53"/>
          <p:cNvSpPr txBox="1">
            <a:spLocks noGrp="1"/>
          </p:cNvSpPr>
          <p:nvPr>
            <p:ph type="title"/>
          </p:nvPr>
        </p:nvSpPr>
        <p:spPr>
          <a:xfrm>
            <a:off x="483175" y="450025"/>
            <a:ext cx="8184600" cy="758100"/>
          </a:xfrm>
          <a:prstGeom prst="rect">
            <a:avLst/>
          </a:prstGeom>
        </p:spPr>
        <p:txBody>
          <a:bodyPr spcFirstLastPara="1" wrap="square" lIns="0" tIns="0" rIns="0" bIns="0"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358" name="Google Shape;358;p53"/>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9" name="Google Shape;359;p53"/>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0" name="Google Shape;360;p53"/>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1" name="Google Shape;361;p53"/>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362"/>
        <p:cNvGrpSpPr/>
        <p:nvPr/>
      </p:nvGrpSpPr>
      <p:grpSpPr>
        <a:xfrm>
          <a:off x="0" y="0"/>
          <a:ext cx="0" cy="0"/>
          <a:chOff x="0" y="0"/>
          <a:chExt cx="0" cy="0"/>
        </a:xfrm>
      </p:grpSpPr>
      <p:sp>
        <p:nvSpPr>
          <p:cNvPr id="363" name="Google Shape;363;p54"/>
          <p:cNvSpPr txBox="1">
            <a:spLocks noGrp="1"/>
          </p:cNvSpPr>
          <p:nvPr>
            <p:ph type="body" idx="1"/>
          </p:nvPr>
        </p:nvSpPr>
        <p:spPr>
          <a:xfrm>
            <a:off x="366725" y="1759093"/>
            <a:ext cx="3838500" cy="1138500"/>
          </a:xfrm>
          <a:prstGeom prst="rect">
            <a:avLst/>
          </a:prstGeom>
        </p:spPr>
        <p:txBody>
          <a:bodyPr spcFirstLastPara="1" wrap="square" lIns="0" tIns="0" rIns="0" bIns="0"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64" name="Google Shape;364;p54"/>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65" name="Google Shape;365;p54"/>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66" name="Google Shape;366;p54"/>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67" name="Google Shape;367;p54"/>
          <p:cNvSpPr txBox="1">
            <a:spLocks noGrp="1"/>
          </p:cNvSpPr>
          <p:nvPr>
            <p:ph type="title"/>
          </p:nvPr>
        </p:nvSpPr>
        <p:spPr>
          <a:xfrm>
            <a:off x="366750" y="450025"/>
            <a:ext cx="8184600" cy="758100"/>
          </a:xfrm>
          <a:prstGeom prst="rect">
            <a:avLst/>
          </a:prstGeom>
        </p:spPr>
        <p:txBody>
          <a:bodyPr spcFirstLastPara="1" wrap="square" lIns="0" tIns="0" rIns="0" bIns="0"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68" name="Google Shape;368;p54"/>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9" name="Google Shape;369;p54"/>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0" name="Google Shape;370;p54"/>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71" name="Google Shape;371;p54"/>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372"/>
        <p:cNvGrpSpPr/>
        <p:nvPr/>
      </p:nvGrpSpPr>
      <p:grpSpPr>
        <a:xfrm>
          <a:off x="0" y="0"/>
          <a:ext cx="0" cy="0"/>
          <a:chOff x="0" y="0"/>
          <a:chExt cx="0" cy="0"/>
        </a:xfrm>
      </p:grpSpPr>
      <p:sp>
        <p:nvSpPr>
          <p:cNvPr id="373" name="Google Shape;373;p55"/>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4" name="Google Shape;374;p55"/>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375"/>
        <p:cNvGrpSpPr/>
        <p:nvPr/>
      </p:nvGrpSpPr>
      <p:grpSpPr>
        <a:xfrm>
          <a:off x="0" y="0"/>
          <a:ext cx="0" cy="0"/>
          <a:chOff x="0" y="0"/>
          <a:chExt cx="0" cy="0"/>
        </a:xfrm>
      </p:grpSpPr>
      <p:sp>
        <p:nvSpPr>
          <p:cNvPr id="376" name="Google Shape;376;p56"/>
          <p:cNvSpPr txBox="1">
            <a:spLocks noGrp="1"/>
          </p:cNvSpPr>
          <p:nvPr>
            <p:ph type="body" idx="1"/>
          </p:nvPr>
        </p:nvSpPr>
        <p:spPr>
          <a:xfrm>
            <a:off x="311700" y="4080225"/>
            <a:ext cx="4027500" cy="9261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7" name="Google Shape;377;p56"/>
          <p:cNvSpPr>
            <a:spLocks noGrp="1"/>
          </p:cNvSpPr>
          <p:nvPr>
            <p:ph type="pic" idx="2"/>
          </p:nvPr>
        </p:nvSpPr>
        <p:spPr>
          <a:xfrm>
            <a:off x="4804825" y="1133300"/>
            <a:ext cx="4027500" cy="2392800"/>
          </a:xfrm>
          <a:prstGeom prst="rect">
            <a:avLst/>
          </a:prstGeom>
          <a:noFill/>
          <a:ln>
            <a:noFill/>
          </a:ln>
        </p:spPr>
      </p:sp>
      <p:sp>
        <p:nvSpPr>
          <p:cNvPr id="378" name="Google Shape;378;p56"/>
          <p:cNvSpPr>
            <a:spLocks noGrp="1"/>
          </p:cNvSpPr>
          <p:nvPr>
            <p:ph type="pic" idx="3"/>
          </p:nvPr>
        </p:nvSpPr>
        <p:spPr>
          <a:xfrm>
            <a:off x="311725" y="1133300"/>
            <a:ext cx="4027500" cy="2392800"/>
          </a:xfrm>
          <a:prstGeom prst="rect">
            <a:avLst/>
          </a:prstGeom>
          <a:noFill/>
          <a:ln>
            <a:noFill/>
          </a:ln>
        </p:spPr>
      </p:sp>
      <p:sp>
        <p:nvSpPr>
          <p:cNvPr id="379" name="Google Shape;379;p56"/>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0" name="Google Shape;380;p56"/>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1" name="Google Shape;381;p56"/>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82" name="Google Shape;382;p56"/>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383"/>
        <p:cNvGrpSpPr/>
        <p:nvPr/>
      </p:nvGrpSpPr>
      <p:grpSpPr>
        <a:xfrm>
          <a:off x="0" y="0"/>
          <a:ext cx="0" cy="0"/>
          <a:chOff x="0" y="0"/>
          <a:chExt cx="0" cy="0"/>
        </a:xfrm>
      </p:grpSpPr>
      <p:sp>
        <p:nvSpPr>
          <p:cNvPr id="384" name="Google Shape;384;p57"/>
          <p:cNvSpPr txBox="1">
            <a:spLocks noGrp="1"/>
          </p:cNvSpPr>
          <p:nvPr>
            <p:ph type="body" idx="1"/>
          </p:nvPr>
        </p:nvSpPr>
        <p:spPr>
          <a:xfrm>
            <a:off x="311700" y="3911700"/>
            <a:ext cx="2627100" cy="10185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5" name="Google Shape;385;p57"/>
          <p:cNvSpPr>
            <a:spLocks noGrp="1"/>
          </p:cNvSpPr>
          <p:nvPr>
            <p:ph type="pic" idx="2"/>
          </p:nvPr>
        </p:nvSpPr>
        <p:spPr>
          <a:xfrm>
            <a:off x="6205225" y="1128325"/>
            <a:ext cx="2627100" cy="2273100"/>
          </a:xfrm>
          <a:prstGeom prst="rect">
            <a:avLst/>
          </a:prstGeom>
          <a:noFill/>
          <a:ln>
            <a:noFill/>
          </a:ln>
        </p:spPr>
      </p:sp>
      <p:sp>
        <p:nvSpPr>
          <p:cNvPr id="386" name="Google Shape;386;p57"/>
          <p:cNvSpPr>
            <a:spLocks noGrp="1"/>
          </p:cNvSpPr>
          <p:nvPr>
            <p:ph type="pic" idx="3"/>
          </p:nvPr>
        </p:nvSpPr>
        <p:spPr>
          <a:xfrm>
            <a:off x="311725" y="1128325"/>
            <a:ext cx="2627100" cy="2273100"/>
          </a:xfrm>
          <a:prstGeom prst="rect">
            <a:avLst/>
          </a:prstGeom>
          <a:noFill/>
          <a:ln>
            <a:noFill/>
          </a:ln>
        </p:spPr>
      </p:sp>
      <p:sp>
        <p:nvSpPr>
          <p:cNvPr id="387" name="Google Shape;387;p57"/>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8" name="Google Shape;388;p57"/>
          <p:cNvSpPr>
            <a:spLocks noGrp="1"/>
          </p:cNvSpPr>
          <p:nvPr>
            <p:ph type="pic" idx="5"/>
          </p:nvPr>
        </p:nvSpPr>
        <p:spPr>
          <a:xfrm>
            <a:off x="3255250" y="1128325"/>
            <a:ext cx="2627100" cy="2273100"/>
          </a:xfrm>
          <a:prstGeom prst="rect">
            <a:avLst/>
          </a:prstGeom>
          <a:noFill/>
          <a:ln>
            <a:noFill/>
          </a:ln>
        </p:spPr>
      </p:sp>
      <p:sp>
        <p:nvSpPr>
          <p:cNvPr id="389" name="Google Shape;389;p57"/>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90" name="Google Shape;390;p57"/>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1" name="Google Shape;391;p57"/>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92" name="Google Shape;392;p57"/>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93" name="Google Shape;393;p57"/>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394"/>
        <p:cNvGrpSpPr/>
        <p:nvPr/>
      </p:nvGrpSpPr>
      <p:grpSpPr>
        <a:xfrm>
          <a:off x="0" y="0"/>
          <a:ext cx="0" cy="0"/>
          <a:chOff x="0" y="0"/>
          <a:chExt cx="0" cy="0"/>
        </a:xfrm>
      </p:grpSpPr>
      <p:sp>
        <p:nvSpPr>
          <p:cNvPr id="395" name="Google Shape;395;p58"/>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396"/>
        <p:cNvGrpSpPr/>
        <p:nvPr/>
      </p:nvGrpSpPr>
      <p:grpSpPr>
        <a:xfrm>
          <a:off x="0" y="0"/>
          <a:ext cx="0" cy="0"/>
          <a:chOff x="0" y="0"/>
          <a:chExt cx="0" cy="0"/>
        </a:xfrm>
      </p:grpSpPr>
      <p:sp>
        <p:nvSpPr>
          <p:cNvPr id="397" name="Google Shape;397;p59"/>
          <p:cNvSpPr>
            <a:spLocks noGrp="1"/>
          </p:cNvSpPr>
          <p:nvPr>
            <p:ph type="pic" idx="2"/>
          </p:nvPr>
        </p:nvSpPr>
        <p:spPr>
          <a:xfrm>
            <a:off x="3389600" y="118913"/>
            <a:ext cx="1643700" cy="1535100"/>
          </a:xfrm>
          <a:prstGeom prst="rect">
            <a:avLst/>
          </a:prstGeom>
          <a:noFill/>
          <a:ln>
            <a:noFill/>
          </a:ln>
        </p:spPr>
      </p:sp>
      <p:sp>
        <p:nvSpPr>
          <p:cNvPr id="398" name="Google Shape;398;p59"/>
          <p:cNvSpPr>
            <a:spLocks noGrp="1"/>
          </p:cNvSpPr>
          <p:nvPr>
            <p:ph type="pic" idx="3"/>
          </p:nvPr>
        </p:nvSpPr>
        <p:spPr>
          <a:xfrm>
            <a:off x="5195935" y="118913"/>
            <a:ext cx="1643700" cy="1535100"/>
          </a:xfrm>
          <a:prstGeom prst="rect">
            <a:avLst/>
          </a:prstGeom>
          <a:noFill/>
          <a:ln>
            <a:noFill/>
          </a:ln>
        </p:spPr>
      </p:sp>
      <p:sp>
        <p:nvSpPr>
          <p:cNvPr id="399" name="Google Shape;399;p59"/>
          <p:cNvSpPr>
            <a:spLocks noGrp="1"/>
          </p:cNvSpPr>
          <p:nvPr>
            <p:ph type="pic" idx="4"/>
          </p:nvPr>
        </p:nvSpPr>
        <p:spPr>
          <a:xfrm>
            <a:off x="7002270" y="118913"/>
            <a:ext cx="1643700" cy="1535100"/>
          </a:xfrm>
          <a:prstGeom prst="rect">
            <a:avLst/>
          </a:prstGeom>
          <a:noFill/>
          <a:ln>
            <a:noFill/>
          </a:ln>
        </p:spPr>
      </p:sp>
      <p:sp>
        <p:nvSpPr>
          <p:cNvPr id="400" name="Google Shape;400;p59"/>
          <p:cNvSpPr>
            <a:spLocks noGrp="1"/>
          </p:cNvSpPr>
          <p:nvPr>
            <p:ph type="pic" idx="5"/>
          </p:nvPr>
        </p:nvSpPr>
        <p:spPr>
          <a:xfrm>
            <a:off x="3389588" y="1804212"/>
            <a:ext cx="1643700" cy="1535100"/>
          </a:xfrm>
          <a:prstGeom prst="rect">
            <a:avLst/>
          </a:prstGeom>
          <a:noFill/>
          <a:ln>
            <a:noFill/>
          </a:ln>
        </p:spPr>
      </p:sp>
      <p:sp>
        <p:nvSpPr>
          <p:cNvPr id="401" name="Google Shape;401;p59"/>
          <p:cNvSpPr>
            <a:spLocks noGrp="1"/>
          </p:cNvSpPr>
          <p:nvPr>
            <p:ph type="pic" idx="6"/>
          </p:nvPr>
        </p:nvSpPr>
        <p:spPr>
          <a:xfrm>
            <a:off x="5195922" y="1804212"/>
            <a:ext cx="1643700" cy="1535100"/>
          </a:xfrm>
          <a:prstGeom prst="rect">
            <a:avLst/>
          </a:prstGeom>
          <a:noFill/>
          <a:ln>
            <a:noFill/>
          </a:ln>
        </p:spPr>
      </p:sp>
      <p:sp>
        <p:nvSpPr>
          <p:cNvPr id="402" name="Google Shape;402;p59"/>
          <p:cNvSpPr>
            <a:spLocks noGrp="1"/>
          </p:cNvSpPr>
          <p:nvPr>
            <p:ph type="pic" idx="7"/>
          </p:nvPr>
        </p:nvSpPr>
        <p:spPr>
          <a:xfrm>
            <a:off x="7002257" y="1804212"/>
            <a:ext cx="1643700" cy="1535100"/>
          </a:xfrm>
          <a:prstGeom prst="rect">
            <a:avLst/>
          </a:prstGeom>
          <a:noFill/>
          <a:ln>
            <a:noFill/>
          </a:ln>
        </p:spPr>
      </p:sp>
      <p:sp>
        <p:nvSpPr>
          <p:cNvPr id="403" name="Google Shape;403;p59"/>
          <p:cNvSpPr txBox="1">
            <a:spLocks noGrp="1"/>
          </p:cNvSpPr>
          <p:nvPr>
            <p:ph type="title"/>
          </p:nvPr>
        </p:nvSpPr>
        <p:spPr>
          <a:xfrm>
            <a:off x="351550" y="445025"/>
            <a:ext cx="2596800" cy="1706400"/>
          </a:xfrm>
          <a:prstGeom prst="rect">
            <a:avLst/>
          </a:prstGeom>
        </p:spPr>
        <p:txBody>
          <a:bodyPr spcFirstLastPara="1" wrap="square" lIns="0" tIns="0" rIns="0" bIns="0" anchor="ctr" anchorCtr="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4" name="Google Shape;404;p59"/>
          <p:cNvSpPr>
            <a:spLocks noGrp="1"/>
          </p:cNvSpPr>
          <p:nvPr>
            <p:ph type="pic" idx="8"/>
          </p:nvPr>
        </p:nvSpPr>
        <p:spPr>
          <a:xfrm>
            <a:off x="3389588" y="3489487"/>
            <a:ext cx="1643700" cy="1535100"/>
          </a:xfrm>
          <a:prstGeom prst="rect">
            <a:avLst/>
          </a:prstGeom>
          <a:noFill/>
          <a:ln>
            <a:noFill/>
          </a:ln>
        </p:spPr>
      </p:sp>
      <p:sp>
        <p:nvSpPr>
          <p:cNvPr id="405" name="Google Shape;405;p59"/>
          <p:cNvSpPr>
            <a:spLocks noGrp="1"/>
          </p:cNvSpPr>
          <p:nvPr>
            <p:ph type="pic" idx="9"/>
          </p:nvPr>
        </p:nvSpPr>
        <p:spPr>
          <a:xfrm>
            <a:off x="5195922" y="3489487"/>
            <a:ext cx="1643700" cy="1535100"/>
          </a:xfrm>
          <a:prstGeom prst="rect">
            <a:avLst/>
          </a:prstGeom>
          <a:noFill/>
          <a:ln>
            <a:noFill/>
          </a:ln>
        </p:spPr>
      </p:sp>
      <p:sp>
        <p:nvSpPr>
          <p:cNvPr id="406" name="Google Shape;406;p59"/>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411"/>
        <p:cNvGrpSpPr/>
        <p:nvPr/>
      </p:nvGrpSpPr>
      <p:grpSpPr>
        <a:xfrm>
          <a:off x="0" y="0"/>
          <a:ext cx="0" cy="0"/>
          <a:chOff x="0" y="0"/>
          <a:chExt cx="0" cy="0"/>
        </a:xfrm>
      </p:grpSpPr>
      <p:sp>
        <p:nvSpPr>
          <p:cNvPr id="412" name="Google Shape;412;p61"/>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413" name="Google Shape;413;p61"/>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14" name="Google Shape;414;p61"/>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415" name="Google Shape;415;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416"/>
        <p:cNvGrpSpPr/>
        <p:nvPr/>
      </p:nvGrpSpPr>
      <p:grpSpPr>
        <a:xfrm>
          <a:off x="0" y="0"/>
          <a:ext cx="0" cy="0"/>
          <a:chOff x="0" y="0"/>
          <a:chExt cx="0" cy="0"/>
        </a:xfrm>
      </p:grpSpPr>
      <p:sp>
        <p:nvSpPr>
          <p:cNvPr id="417" name="Google Shape;417;p62"/>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418" name="Google Shape;418;p62"/>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419" name="Google Shape;419;p62"/>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20" name="Google Shape;420;p6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21"/>
        <p:cNvGrpSpPr/>
        <p:nvPr/>
      </p:nvGrpSpPr>
      <p:grpSpPr>
        <a:xfrm>
          <a:off x="0" y="0"/>
          <a:ext cx="0" cy="0"/>
          <a:chOff x="0" y="0"/>
          <a:chExt cx="0" cy="0"/>
        </a:xfrm>
      </p:grpSpPr>
      <p:sp>
        <p:nvSpPr>
          <p:cNvPr id="422" name="Google Shape;422;p63"/>
          <p:cNvSpPr/>
          <p:nvPr/>
        </p:nvSpPr>
        <p:spPr>
          <a:xfrm>
            <a:off x="-125"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23" name="Google Shape;423;p63"/>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63"/>
          <p:cNvSpPr txBox="1">
            <a:spLocks noGrp="1"/>
          </p:cNvSpPr>
          <p:nvPr>
            <p:ph type="title"/>
          </p:nvPr>
        </p:nvSpPr>
        <p:spPr>
          <a:xfrm>
            <a:off x="311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25" name="Google Shape;425;p63"/>
          <p:cNvSpPr txBox="1">
            <a:spLocks noGrp="1"/>
          </p:cNvSpPr>
          <p:nvPr>
            <p:ph type="body" idx="1"/>
          </p:nvPr>
        </p:nvSpPr>
        <p:spPr>
          <a:xfrm>
            <a:off x="46446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26" name="Google Shape;426;p6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27" name="Google Shape;427;p63"/>
          <p:cNvSpPr txBox="1">
            <a:spLocks noGrp="1"/>
          </p:cNvSpPr>
          <p:nvPr>
            <p:ph type="body" idx="2"/>
          </p:nvPr>
        </p:nvSpPr>
        <p:spPr>
          <a:xfrm>
            <a:off x="3154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428" name="Google Shape;428;p63"/>
          <p:cNvSpPr txBox="1">
            <a:spLocks noGrp="1"/>
          </p:cNvSpPr>
          <p:nvPr>
            <p:ph type="body" idx="3"/>
          </p:nvPr>
        </p:nvSpPr>
        <p:spPr>
          <a:xfrm>
            <a:off x="3154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29"/>
        <p:cNvGrpSpPr/>
        <p:nvPr/>
      </p:nvGrpSpPr>
      <p:grpSpPr>
        <a:xfrm>
          <a:off x="0" y="0"/>
          <a:ext cx="0" cy="0"/>
          <a:chOff x="0" y="0"/>
          <a:chExt cx="0" cy="0"/>
        </a:xfrm>
      </p:grpSpPr>
      <p:sp>
        <p:nvSpPr>
          <p:cNvPr id="430" name="Google Shape;430;p64"/>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64"/>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32" name="Google Shape;432;p64"/>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33" name="Google Shape;433;p64"/>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34" name="Google Shape;434;p6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5"/>
        <p:cNvGrpSpPr/>
        <p:nvPr/>
      </p:nvGrpSpPr>
      <p:grpSpPr>
        <a:xfrm>
          <a:off x="0" y="0"/>
          <a:ext cx="0" cy="0"/>
          <a:chOff x="0" y="0"/>
          <a:chExt cx="0" cy="0"/>
        </a:xfrm>
      </p:grpSpPr>
      <p:sp>
        <p:nvSpPr>
          <p:cNvPr id="436" name="Google Shape;436;p6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6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38" name="Google Shape;438;p6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39"/>
        <p:cNvGrpSpPr/>
        <p:nvPr/>
      </p:nvGrpSpPr>
      <p:grpSpPr>
        <a:xfrm>
          <a:off x="0" y="0"/>
          <a:ext cx="0" cy="0"/>
          <a:chOff x="0" y="0"/>
          <a:chExt cx="0" cy="0"/>
        </a:xfrm>
      </p:grpSpPr>
      <p:sp>
        <p:nvSpPr>
          <p:cNvPr id="440" name="Google Shape;440;p66"/>
          <p:cNvSpPr/>
          <p:nvPr/>
        </p:nvSpPr>
        <p:spPr>
          <a:xfrm>
            <a:off x="4840017"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66"/>
          <p:cNvSpPr/>
          <p:nvPr/>
        </p:nvSpPr>
        <p:spPr>
          <a:xfrm>
            <a:off x="4839900" y="0"/>
            <a:ext cx="4316900" cy="4887028"/>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txBody>
          <a:bodyPr/>
          <a:lstStyle/>
          <a:p>
            <a:endParaRPr lang="en-US"/>
          </a:p>
        </p:txBody>
      </p:sp>
      <p:sp>
        <p:nvSpPr>
          <p:cNvPr id="442" name="Google Shape;442;p66"/>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43" name="Google Shape;443;p66"/>
          <p:cNvSpPr txBox="1">
            <a:spLocks noGrp="1"/>
          </p:cNvSpPr>
          <p:nvPr>
            <p:ph type="title"/>
          </p:nvPr>
        </p:nvSpPr>
        <p:spPr>
          <a:xfrm>
            <a:off x="5264725" y="500925"/>
            <a:ext cx="3706500" cy="6381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44" name="Google Shape;444;p66"/>
          <p:cNvSpPr txBox="1">
            <a:spLocks noGrp="1"/>
          </p:cNvSpPr>
          <p:nvPr>
            <p:ph type="body" idx="1"/>
          </p:nvPr>
        </p:nvSpPr>
        <p:spPr>
          <a:xfrm>
            <a:off x="301275" y="500925"/>
            <a:ext cx="4166400" cy="4432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45" name="Google Shape;445;p66"/>
          <p:cNvSpPr txBox="1">
            <a:spLocks noGrp="1"/>
          </p:cNvSpPr>
          <p:nvPr>
            <p:ph type="body" idx="2"/>
          </p:nvPr>
        </p:nvSpPr>
        <p:spPr>
          <a:xfrm>
            <a:off x="5192225" y="1286175"/>
            <a:ext cx="3706500" cy="26973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rgbClr val="FFFFFF"/>
              </a:buClr>
              <a:buSzPts val="1300"/>
              <a:buChar char="●"/>
              <a:defRPr>
                <a:solidFill>
                  <a:srgbClr val="FFFFFF"/>
                </a:solidFill>
              </a:defRPr>
            </a:lvl1pPr>
            <a:lvl2pPr marL="914400" lvl="1" indent="-298450">
              <a:spcBef>
                <a:spcPts val="1600"/>
              </a:spcBef>
              <a:spcAft>
                <a:spcPts val="0"/>
              </a:spcAft>
              <a:buClr>
                <a:srgbClr val="FFFFFF"/>
              </a:buClr>
              <a:buSzPts val="1100"/>
              <a:buChar char="○"/>
              <a:defRPr>
                <a:solidFill>
                  <a:srgbClr val="FFFFFF"/>
                </a:solidFill>
              </a:defRPr>
            </a:lvl2pPr>
            <a:lvl3pPr marL="1371600" lvl="2" indent="-298450">
              <a:spcBef>
                <a:spcPts val="1600"/>
              </a:spcBef>
              <a:spcAft>
                <a:spcPts val="0"/>
              </a:spcAft>
              <a:buClr>
                <a:srgbClr val="FFFFFF"/>
              </a:buClr>
              <a:buSzPts val="1100"/>
              <a:buChar char="■"/>
              <a:defRPr>
                <a:solidFill>
                  <a:srgbClr val="FFFFFF"/>
                </a:solidFill>
              </a:defRPr>
            </a:lvl3pPr>
            <a:lvl4pPr marL="1828800" lvl="3" indent="-298450">
              <a:spcBef>
                <a:spcPts val="1600"/>
              </a:spcBef>
              <a:spcAft>
                <a:spcPts val="0"/>
              </a:spcAft>
              <a:buClr>
                <a:srgbClr val="FFFFFF"/>
              </a:buClr>
              <a:buSzPts val="1100"/>
              <a:buChar char="●"/>
              <a:defRPr>
                <a:solidFill>
                  <a:srgbClr val="FFFFFF"/>
                </a:solidFill>
              </a:defRPr>
            </a:lvl4pPr>
            <a:lvl5pPr marL="2286000" lvl="4" indent="-298450">
              <a:spcBef>
                <a:spcPts val="1600"/>
              </a:spcBef>
              <a:spcAft>
                <a:spcPts val="0"/>
              </a:spcAft>
              <a:buClr>
                <a:srgbClr val="FFFFFF"/>
              </a:buClr>
              <a:buSzPts val="1100"/>
              <a:buChar char="○"/>
              <a:defRPr>
                <a:solidFill>
                  <a:srgbClr val="FFFFFF"/>
                </a:solidFill>
              </a:defRPr>
            </a:lvl5pPr>
            <a:lvl6pPr marL="2743200" lvl="5" indent="-298450">
              <a:spcBef>
                <a:spcPts val="1600"/>
              </a:spcBef>
              <a:spcAft>
                <a:spcPts val="0"/>
              </a:spcAft>
              <a:buClr>
                <a:srgbClr val="FFFFFF"/>
              </a:buClr>
              <a:buSzPts val="1100"/>
              <a:buChar char="■"/>
              <a:defRPr>
                <a:solidFill>
                  <a:srgbClr val="FFFFFF"/>
                </a:solidFill>
              </a:defRPr>
            </a:lvl6pPr>
            <a:lvl7pPr marL="3200400" lvl="6" indent="-298450">
              <a:spcBef>
                <a:spcPts val="1600"/>
              </a:spcBef>
              <a:spcAft>
                <a:spcPts val="0"/>
              </a:spcAft>
              <a:buClr>
                <a:srgbClr val="FFFFFF"/>
              </a:buClr>
              <a:buSzPts val="1100"/>
              <a:buChar char="●"/>
              <a:defRPr>
                <a:solidFill>
                  <a:srgbClr val="FFFFFF"/>
                </a:solidFill>
              </a:defRPr>
            </a:lvl7pPr>
            <a:lvl8pPr marL="3657600" lvl="7" indent="-298450">
              <a:spcBef>
                <a:spcPts val="1600"/>
              </a:spcBef>
              <a:spcAft>
                <a:spcPts val="0"/>
              </a:spcAft>
              <a:buClr>
                <a:srgbClr val="FFFFFF"/>
              </a:buClr>
              <a:buSzPts val="1100"/>
              <a:buChar char="○"/>
              <a:defRPr>
                <a:solidFill>
                  <a:srgbClr val="FFFFFF"/>
                </a:solidFill>
              </a:defRPr>
            </a:lvl8pPr>
            <a:lvl9pPr marL="4114800" lvl="8" indent="-298450">
              <a:spcBef>
                <a:spcPts val="1600"/>
              </a:spcBef>
              <a:spcAft>
                <a:spcPts val="1600"/>
              </a:spcAft>
              <a:buClr>
                <a:srgbClr val="FFFFFF"/>
              </a:buClr>
              <a:buSzPts val="1100"/>
              <a:buChar char="■"/>
              <a:defRPr>
                <a:solidFill>
                  <a:srgbClr val="FFFFFF"/>
                </a:solidFill>
              </a:defRPr>
            </a:lvl9pPr>
          </a:lstStyle>
          <a:p>
            <a:endParaRPr/>
          </a:p>
        </p:txBody>
      </p:sp>
      <p:sp>
        <p:nvSpPr>
          <p:cNvPr id="446" name="Google Shape;446;p66"/>
          <p:cNvSpPr txBox="1">
            <a:spLocks noGrp="1"/>
          </p:cNvSpPr>
          <p:nvPr>
            <p:ph type="body" idx="3"/>
          </p:nvPr>
        </p:nvSpPr>
        <p:spPr>
          <a:xfrm>
            <a:off x="5192225" y="4089650"/>
            <a:ext cx="3706500" cy="8082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lvl1pPr marL="457200" lvl="0" indent="-31115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marL="914400" lvl="1"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marL="1371600" lvl="2"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marL="1828800" lvl="3"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marL="2286000" lvl="4"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marL="2743200" lvl="5"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marL="3200400" lvl="6"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marL="3657600" lvl="7"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marL="4114800" lvl="8" indent="-29845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47"/>
        <p:cNvGrpSpPr/>
        <p:nvPr/>
      </p:nvGrpSpPr>
      <p:grpSpPr>
        <a:xfrm>
          <a:off x="0" y="0"/>
          <a:ext cx="0" cy="0"/>
          <a:chOff x="0" y="0"/>
          <a:chExt cx="0" cy="0"/>
        </a:xfrm>
      </p:grpSpPr>
      <p:sp>
        <p:nvSpPr>
          <p:cNvPr id="448" name="Google Shape;448;p67"/>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49" name="Google Shape;449;p6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0"/>
        <p:cNvGrpSpPr/>
        <p:nvPr/>
      </p:nvGrpSpPr>
      <p:grpSpPr>
        <a:xfrm>
          <a:off x="0" y="0"/>
          <a:ext cx="0" cy="0"/>
          <a:chOff x="0" y="0"/>
          <a:chExt cx="0" cy="0"/>
        </a:xfrm>
      </p:grpSpPr>
      <p:sp>
        <p:nvSpPr>
          <p:cNvPr id="451" name="Google Shape;451;p68"/>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68"/>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53" name="Google Shape;453;p68"/>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54" name="Google Shape;454;p68"/>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55" name="Google Shape;455;p6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6"/>
        <p:cNvGrpSpPr/>
        <p:nvPr/>
      </p:nvGrpSpPr>
      <p:grpSpPr>
        <a:xfrm>
          <a:off x="0" y="0"/>
          <a:ext cx="0" cy="0"/>
          <a:chOff x="0" y="0"/>
          <a:chExt cx="0" cy="0"/>
        </a:xfrm>
      </p:grpSpPr>
      <p:sp>
        <p:nvSpPr>
          <p:cNvPr id="457" name="Google Shape;457;p69"/>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69"/>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459" name="Google Shape;459;p6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460"/>
        <p:cNvGrpSpPr/>
        <p:nvPr/>
      </p:nvGrpSpPr>
      <p:grpSpPr>
        <a:xfrm>
          <a:off x="0" y="0"/>
          <a:ext cx="0" cy="0"/>
          <a:chOff x="0" y="0"/>
          <a:chExt cx="0" cy="0"/>
        </a:xfrm>
      </p:grpSpPr>
      <p:sp>
        <p:nvSpPr>
          <p:cNvPr id="461" name="Google Shape;461;p70"/>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462" name="Google Shape;462;p70"/>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1600"/>
              </a:spcBef>
              <a:spcAft>
                <a:spcPts val="0"/>
              </a:spcAft>
              <a:buClr>
                <a:schemeClr val="accent2"/>
              </a:buClr>
              <a:buSzPts val="1100"/>
              <a:buChar char="○"/>
              <a:defRPr>
                <a:solidFill>
                  <a:schemeClr val="accent2"/>
                </a:solidFill>
              </a:defRPr>
            </a:lvl2pPr>
            <a:lvl3pPr marL="1371600" lvl="2" indent="-298450">
              <a:spcBef>
                <a:spcPts val="1600"/>
              </a:spcBef>
              <a:spcAft>
                <a:spcPts val="0"/>
              </a:spcAft>
              <a:buClr>
                <a:schemeClr val="accent2"/>
              </a:buClr>
              <a:buSzPts val="1100"/>
              <a:buChar char="■"/>
              <a:defRPr>
                <a:solidFill>
                  <a:schemeClr val="accent2"/>
                </a:solidFill>
              </a:defRPr>
            </a:lvl3pPr>
            <a:lvl4pPr marL="1828800" lvl="3" indent="-298450">
              <a:spcBef>
                <a:spcPts val="1600"/>
              </a:spcBef>
              <a:spcAft>
                <a:spcPts val="0"/>
              </a:spcAft>
              <a:buClr>
                <a:schemeClr val="accent2"/>
              </a:buClr>
              <a:buSzPts val="1100"/>
              <a:buChar char="●"/>
              <a:defRPr>
                <a:solidFill>
                  <a:schemeClr val="accent2"/>
                </a:solidFill>
              </a:defRPr>
            </a:lvl4pPr>
            <a:lvl5pPr marL="2286000" lvl="4" indent="-298450">
              <a:spcBef>
                <a:spcPts val="1600"/>
              </a:spcBef>
              <a:spcAft>
                <a:spcPts val="0"/>
              </a:spcAft>
              <a:buClr>
                <a:schemeClr val="accent2"/>
              </a:buClr>
              <a:buSzPts val="1100"/>
              <a:buChar char="○"/>
              <a:defRPr>
                <a:solidFill>
                  <a:schemeClr val="accent2"/>
                </a:solidFill>
              </a:defRPr>
            </a:lvl5pPr>
            <a:lvl6pPr marL="2743200" lvl="5" indent="-298450">
              <a:spcBef>
                <a:spcPts val="1600"/>
              </a:spcBef>
              <a:spcAft>
                <a:spcPts val="0"/>
              </a:spcAft>
              <a:buClr>
                <a:schemeClr val="accent2"/>
              </a:buClr>
              <a:buSzPts val="1100"/>
              <a:buChar char="■"/>
              <a:defRPr>
                <a:solidFill>
                  <a:schemeClr val="accent2"/>
                </a:solidFill>
              </a:defRPr>
            </a:lvl6pPr>
            <a:lvl7pPr marL="3200400" lvl="6" indent="-298450">
              <a:spcBef>
                <a:spcPts val="1600"/>
              </a:spcBef>
              <a:spcAft>
                <a:spcPts val="0"/>
              </a:spcAft>
              <a:buClr>
                <a:schemeClr val="accent2"/>
              </a:buClr>
              <a:buSzPts val="1100"/>
              <a:buChar char="●"/>
              <a:defRPr>
                <a:solidFill>
                  <a:schemeClr val="accent2"/>
                </a:solidFill>
              </a:defRPr>
            </a:lvl7pPr>
            <a:lvl8pPr marL="3657600" lvl="7" indent="-298450">
              <a:spcBef>
                <a:spcPts val="1600"/>
              </a:spcBef>
              <a:spcAft>
                <a:spcPts val="0"/>
              </a:spcAft>
              <a:buClr>
                <a:schemeClr val="accent2"/>
              </a:buClr>
              <a:buSzPts val="1100"/>
              <a:buChar char="○"/>
              <a:defRPr>
                <a:solidFill>
                  <a:schemeClr val="accent2"/>
                </a:solidFill>
              </a:defRPr>
            </a:lvl8pPr>
            <a:lvl9pPr marL="4114800" lvl="8" indent="-298450">
              <a:spcBef>
                <a:spcPts val="1600"/>
              </a:spcBef>
              <a:spcAft>
                <a:spcPts val="1600"/>
              </a:spcAft>
              <a:buClr>
                <a:schemeClr val="accent2"/>
              </a:buClr>
              <a:buSzPts val="1100"/>
              <a:buChar char="■"/>
              <a:defRPr>
                <a:solidFill>
                  <a:schemeClr val="accent2"/>
                </a:solidFill>
              </a:defRPr>
            </a:lvl9pPr>
          </a:lstStyle>
          <a:p>
            <a:endParaRPr/>
          </a:p>
        </p:txBody>
      </p:sp>
      <p:sp>
        <p:nvSpPr>
          <p:cNvPr id="463" name="Google Shape;463;p7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64"/>
        <p:cNvGrpSpPr/>
        <p:nvPr/>
      </p:nvGrpSpPr>
      <p:grpSpPr>
        <a:xfrm>
          <a:off x="0" y="0"/>
          <a:ext cx="0" cy="0"/>
          <a:chOff x="0" y="0"/>
          <a:chExt cx="0" cy="0"/>
        </a:xfrm>
      </p:grpSpPr>
      <p:sp>
        <p:nvSpPr>
          <p:cNvPr id="465" name="Google Shape;465;p7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and body 1">
  <p:cSld name="TITLE_AND_BODY_1">
    <p:spTree>
      <p:nvGrpSpPr>
        <p:cNvPr id="1" name="Shape 466"/>
        <p:cNvGrpSpPr/>
        <p:nvPr/>
      </p:nvGrpSpPr>
      <p:grpSpPr>
        <a:xfrm>
          <a:off x="0" y="0"/>
          <a:ext cx="0" cy="0"/>
          <a:chOff x="0" y="0"/>
          <a:chExt cx="0" cy="0"/>
        </a:xfrm>
      </p:grpSpPr>
      <p:sp>
        <p:nvSpPr>
          <p:cNvPr id="467" name="Google Shape;467;p72"/>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72"/>
          <p:cNvSpPr txBox="1">
            <a:spLocks noGrp="1"/>
          </p:cNvSpPr>
          <p:nvPr>
            <p:ph type="title"/>
          </p:nvPr>
        </p:nvSpPr>
        <p:spPr>
          <a:xfrm>
            <a:off x="311700" y="315925"/>
            <a:ext cx="8520600" cy="831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69" name="Google Shape;469;p72"/>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70" name="Google Shape;470;p7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and body 2">
  <p:cSld name="TITLE_AND_BODY_2">
    <p:spTree>
      <p:nvGrpSpPr>
        <p:cNvPr id="1" name="Shape 471"/>
        <p:cNvGrpSpPr/>
        <p:nvPr/>
      </p:nvGrpSpPr>
      <p:grpSpPr>
        <a:xfrm>
          <a:off x="0" y="0"/>
          <a:ext cx="0" cy="0"/>
          <a:chOff x="0" y="0"/>
          <a:chExt cx="0" cy="0"/>
        </a:xfrm>
      </p:grpSpPr>
      <p:sp>
        <p:nvSpPr>
          <p:cNvPr id="472" name="Google Shape;472;p7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73" name="Google Shape;473;p7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74" name="Google Shape;474;p7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Activity 1">
  <p:cSld name="AUTOLAYOUT_1_1">
    <p:bg>
      <p:bgPr>
        <a:solidFill>
          <a:srgbClr val="FFFFFF"/>
        </a:solidFill>
        <a:effectLst/>
      </p:bgPr>
    </p:bg>
    <p:spTree>
      <p:nvGrpSpPr>
        <p:cNvPr id="1" name="Shape 475"/>
        <p:cNvGrpSpPr/>
        <p:nvPr/>
      </p:nvGrpSpPr>
      <p:grpSpPr>
        <a:xfrm>
          <a:off x="0" y="0"/>
          <a:ext cx="0" cy="0"/>
          <a:chOff x="0" y="0"/>
          <a:chExt cx="0" cy="0"/>
        </a:xfrm>
      </p:grpSpPr>
      <p:sp>
        <p:nvSpPr>
          <p:cNvPr id="476" name="Google Shape;476;p74"/>
          <p:cNvSpPr/>
          <p:nvPr/>
        </p:nvSpPr>
        <p:spPr>
          <a:xfrm>
            <a:off x="0" y="0"/>
            <a:ext cx="91440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74"/>
          <p:cNvSpPr txBox="1">
            <a:spLocks noGrp="1"/>
          </p:cNvSpPr>
          <p:nvPr>
            <p:ph type="body" idx="1"/>
          </p:nvPr>
        </p:nvSpPr>
        <p:spPr>
          <a:xfrm>
            <a:off x="65250" y="731625"/>
            <a:ext cx="8955900" cy="1146600"/>
          </a:xfrm>
          <a:prstGeom prst="rect">
            <a:avLst/>
          </a:prstGeom>
          <a:noFill/>
        </p:spPr>
        <p:txBody>
          <a:bodyPr spcFirstLastPara="1" wrap="square" lIns="91425" tIns="91425" rIns="91425" bIns="91425" anchor="t" anchorCtr="0">
            <a:spAutoFit/>
          </a:bodyPr>
          <a:lstStyle>
            <a:lvl1pPr marL="457200" lvl="0" indent="-330200" algn="l">
              <a:lnSpc>
                <a:spcPct val="115000"/>
              </a:lnSpc>
              <a:spcBef>
                <a:spcPts val="0"/>
              </a:spcBef>
              <a:spcAft>
                <a:spcPts val="0"/>
              </a:spcAft>
              <a:buClr>
                <a:schemeClr val="dk2"/>
              </a:buClr>
              <a:buSzPts val="1600"/>
              <a:buChar char="●"/>
              <a:defRPr sz="1600">
                <a:solidFill>
                  <a:schemeClr val="dk2"/>
                </a:solidFill>
              </a:defRPr>
            </a:lvl1pPr>
            <a:lvl2pPr marL="914400" lvl="1" indent="-298450" algn="l">
              <a:lnSpc>
                <a:spcPct val="115000"/>
              </a:lnSpc>
              <a:spcBef>
                <a:spcPts val="1600"/>
              </a:spcBef>
              <a:spcAft>
                <a:spcPts val="0"/>
              </a:spcAft>
              <a:buClr>
                <a:schemeClr val="dk2"/>
              </a:buClr>
              <a:buSzPts val="1100"/>
              <a:buChar char="○"/>
              <a:defRPr sz="1400">
                <a:solidFill>
                  <a:schemeClr val="dk2"/>
                </a:solidFill>
              </a:defRPr>
            </a:lvl2pPr>
            <a:lvl3pPr marL="1371600" lvl="2" indent="-298450" algn="l">
              <a:lnSpc>
                <a:spcPct val="115000"/>
              </a:lnSpc>
              <a:spcBef>
                <a:spcPts val="1600"/>
              </a:spcBef>
              <a:spcAft>
                <a:spcPts val="0"/>
              </a:spcAft>
              <a:buClr>
                <a:schemeClr val="dk2"/>
              </a:buClr>
              <a:buSzPts val="1100"/>
              <a:buChar char="■"/>
              <a:defRPr sz="1400">
                <a:solidFill>
                  <a:schemeClr val="dk2"/>
                </a:solidFill>
              </a:defRPr>
            </a:lvl3pPr>
            <a:lvl4pPr marL="1828800" lvl="3" indent="-298450" algn="l">
              <a:lnSpc>
                <a:spcPct val="115000"/>
              </a:lnSpc>
              <a:spcBef>
                <a:spcPts val="1600"/>
              </a:spcBef>
              <a:spcAft>
                <a:spcPts val="0"/>
              </a:spcAft>
              <a:buClr>
                <a:schemeClr val="dk2"/>
              </a:buClr>
              <a:buSzPts val="1100"/>
              <a:buChar char="●"/>
              <a:defRPr sz="1400">
                <a:solidFill>
                  <a:schemeClr val="dk2"/>
                </a:solidFill>
              </a:defRPr>
            </a:lvl4pPr>
            <a:lvl5pPr marL="2286000" lvl="4" indent="-298450" algn="l">
              <a:lnSpc>
                <a:spcPct val="115000"/>
              </a:lnSpc>
              <a:spcBef>
                <a:spcPts val="1600"/>
              </a:spcBef>
              <a:spcAft>
                <a:spcPts val="0"/>
              </a:spcAft>
              <a:buClr>
                <a:schemeClr val="dk2"/>
              </a:buClr>
              <a:buSzPts val="1100"/>
              <a:buChar char="○"/>
              <a:defRPr sz="1400">
                <a:solidFill>
                  <a:schemeClr val="dk2"/>
                </a:solidFill>
              </a:defRPr>
            </a:lvl5pPr>
            <a:lvl6pPr marL="2743200" lvl="5" indent="-298450" algn="l">
              <a:lnSpc>
                <a:spcPct val="115000"/>
              </a:lnSpc>
              <a:spcBef>
                <a:spcPts val="1600"/>
              </a:spcBef>
              <a:spcAft>
                <a:spcPts val="0"/>
              </a:spcAft>
              <a:buClr>
                <a:schemeClr val="dk2"/>
              </a:buClr>
              <a:buSzPts val="1100"/>
              <a:buChar char="■"/>
              <a:defRPr sz="1400">
                <a:solidFill>
                  <a:schemeClr val="dk2"/>
                </a:solidFill>
              </a:defRPr>
            </a:lvl6pPr>
            <a:lvl7pPr marL="3200400" lvl="6" indent="-298450" algn="l">
              <a:lnSpc>
                <a:spcPct val="115000"/>
              </a:lnSpc>
              <a:spcBef>
                <a:spcPts val="1600"/>
              </a:spcBef>
              <a:spcAft>
                <a:spcPts val="0"/>
              </a:spcAft>
              <a:buClr>
                <a:schemeClr val="dk2"/>
              </a:buClr>
              <a:buSzPts val="1100"/>
              <a:buChar char="●"/>
              <a:defRPr sz="1400">
                <a:solidFill>
                  <a:schemeClr val="dk2"/>
                </a:solidFill>
              </a:defRPr>
            </a:lvl7pPr>
            <a:lvl8pPr marL="3657600" lvl="7" indent="-298450" algn="l">
              <a:lnSpc>
                <a:spcPct val="115000"/>
              </a:lnSpc>
              <a:spcBef>
                <a:spcPts val="1600"/>
              </a:spcBef>
              <a:spcAft>
                <a:spcPts val="0"/>
              </a:spcAft>
              <a:buClr>
                <a:schemeClr val="dk2"/>
              </a:buClr>
              <a:buSzPts val="1100"/>
              <a:buChar char="○"/>
              <a:defRPr sz="1400">
                <a:solidFill>
                  <a:schemeClr val="dk2"/>
                </a:solidFill>
              </a:defRPr>
            </a:lvl8pPr>
            <a:lvl9pPr marL="4114800" lvl="8" indent="-298450" algn="l">
              <a:lnSpc>
                <a:spcPct val="115000"/>
              </a:lnSpc>
              <a:spcBef>
                <a:spcPts val="1600"/>
              </a:spcBef>
              <a:spcAft>
                <a:spcPts val="1600"/>
              </a:spcAft>
              <a:buClr>
                <a:schemeClr val="dk2"/>
              </a:buClr>
              <a:buSzPts val="1100"/>
              <a:buChar char="■"/>
              <a:defRPr sz="1400">
                <a:solidFill>
                  <a:schemeClr val="dk2"/>
                </a:solidFill>
              </a:defRPr>
            </a:lvl9pPr>
          </a:lstStyle>
          <a:p>
            <a:endParaRPr/>
          </a:p>
        </p:txBody>
      </p:sp>
      <p:sp>
        <p:nvSpPr>
          <p:cNvPr id="478" name="Google Shape;478;p74"/>
          <p:cNvSpPr txBox="1">
            <a:spLocks noGrp="1"/>
          </p:cNvSpPr>
          <p:nvPr>
            <p:ph type="sldNum" idx="12"/>
          </p:nvPr>
        </p:nvSpPr>
        <p:spPr>
          <a:xfrm>
            <a:off x="8472458" y="4663217"/>
            <a:ext cx="548700" cy="393600"/>
          </a:xfrm>
          <a:prstGeom prst="rect">
            <a:avLst/>
          </a:prstGeom>
          <a:noFill/>
        </p:spPr>
        <p:txBody>
          <a:bodyPr spcFirstLastPara="1" wrap="square" lIns="91425" tIns="91425" rIns="91425" bIns="91425" anchor="ctr" anchorCtr="0">
            <a:noAutofit/>
          </a:bodyPr>
          <a:lstStyle>
            <a:lvl1pPr lvl="0" algn="r">
              <a:lnSpc>
                <a:spcPct val="100000"/>
              </a:lnSpc>
              <a:spcAft>
                <a:spcPts val="0"/>
              </a:spcAft>
              <a:buNone/>
              <a:defRPr sz="1000">
                <a:solidFill>
                  <a:schemeClr val="dk2"/>
                </a:solidFill>
              </a:defRPr>
            </a:lvl1pPr>
            <a:lvl2pPr lvl="1" algn="r">
              <a:lnSpc>
                <a:spcPct val="100000"/>
              </a:lnSpc>
              <a:spcAft>
                <a:spcPts val="0"/>
              </a:spcAft>
              <a:buNone/>
              <a:defRPr sz="1000">
                <a:solidFill>
                  <a:schemeClr val="dk2"/>
                </a:solidFill>
              </a:defRPr>
            </a:lvl2pPr>
            <a:lvl3pPr lvl="2" algn="r">
              <a:lnSpc>
                <a:spcPct val="100000"/>
              </a:lnSpc>
              <a:spcAft>
                <a:spcPts val="0"/>
              </a:spcAft>
              <a:buNone/>
              <a:defRPr sz="1000">
                <a:solidFill>
                  <a:schemeClr val="dk2"/>
                </a:solidFill>
              </a:defRPr>
            </a:lvl3pPr>
            <a:lvl4pPr lvl="3" algn="r">
              <a:lnSpc>
                <a:spcPct val="100000"/>
              </a:lnSpc>
              <a:spcAft>
                <a:spcPts val="0"/>
              </a:spcAft>
              <a:buNone/>
              <a:defRPr sz="1000">
                <a:solidFill>
                  <a:schemeClr val="dk2"/>
                </a:solidFill>
              </a:defRPr>
            </a:lvl4pPr>
            <a:lvl5pPr lvl="4" algn="r">
              <a:lnSpc>
                <a:spcPct val="100000"/>
              </a:lnSpc>
              <a:spcAft>
                <a:spcPts val="0"/>
              </a:spcAft>
              <a:buNone/>
              <a:defRPr sz="1000">
                <a:solidFill>
                  <a:schemeClr val="dk2"/>
                </a:solidFill>
              </a:defRPr>
            </a:lvl5pPr>
            <a:lvl6pPr lvl="5" algn="r">
              <a:lnSpc>
                <a:spcPct val="100000"/>
              </a:lnSpc>
              <a:spcAft>
                <a:spcPts val="0"/>
              </a:spcAft>
              <a:buNone/>
              <a:defRPr sz="1000">
                <a:solidFill>
                  <a:schemeClr val="dk2"/>
                </a:solidFill>
              </a:defRPr>
            </a:lvl6pPr>
            <a:lvl7pPr lvl="6" algn="r">
              <a:lnSpc>
                <a:spcPct val="100000"/>
              </a:lnSpc>
              <a:spcAft>
                <a:spcPts val="0"/>
              </a:spcAft>
              <a:buNone/>
              <a:defRPr sz="1000">
                <a:solidFill>
                  <a:schemeClr val="dk2"/>
                </a:solidFill>
              </a:defRPr>
            </a:lvl7pPr>
            <a:lvl8pPr lvl="7" algn="r">
              <a:lnSpc>
                <a:spcPct val="100000"/>
              </a:lnSpc>
              <a:spcAft>
                <a:spcPts val="0"/>
              </a:spcAft>
              <a:buNone/>
              <a:defRPr sz="1000">
                <a:solidFill>
                  <a:schemeClr val="dk2"/>
                </a:solidFill>
              </a:defRPr>
            </a:lvl8pPr>
            <a:lvl9pPr lvl="8" algn="r">
              <a:lnSpc>
                <a:spcPct val="100000"/>
              </a:lnSpc>
              <a:spcAft>
                <a:spcPts val="0"/>
              </a:spcAft>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479" name="Google Shape;479;p74"/>
          <p:cNvSpPr txBox="1">
            <a:spLocks noGrp="1"/>
          </p:cNvSpPr>
          <p:nvPr>
            <p:ph type="body" idx="2"/>
          </p:nvPr>
        </p:nvSpPr>
        <p:spPr>
          <a:xfrm>
            <a:off x="4420400" y="2013125"/>
            <a:ext cx="4520700" cy="2828700"/>
          </a:xfrm>
          <a:prstGeom prst="rect">
            <a:avLst/>
          </a:prstGeom>
        </p:spPr>
        <p:txBody>
          <a:bodyPr spcFirstLastPara="1" wrap="square" lIns="91425" tIns="91425" rIns="91425" bIns="91425" anchor="t" anchorCtr="0">
            <a:sp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80" name="Google Shape;480;p74"/>
          <p:cNvSpPr/>
          <p:nvPr/>
        </p:nvSpPr>
        <p:spPr>
          <a:xfrm>
            <a:off x="1365175" y="0"/>
            <a:ext cx="7778700" cy="6456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74"/>
          <p:cNvSpPr txBox="1">
            <a:spLocks noGrp="1"/>
          </p:cNvSpPr>
          <p:nvPr>
            <p:ph type="title"/>
          </p:nvPr>
        </p:nvSpPr>
        <p:spPr>
          <a:xfrm>
            <a:off x="1436850" y="100"/>
            <a:ext cx="7642500" cy="596700"/>
          </a:xfrm>
          <a:prstGeom prst="rect">
            <a:avLst/>
          </a:prstGeom>
          <a:noFill/>
        </p:spPr>
        <p:txBody>
          <a:bodyPr spcFirstLastPara="1" wrap="square" lIns="91425" tIns="91425" rIns="91425" bIns="91425" anchor="ctr" anchorCtr="0">
            <a:spAutoFit/>
          </a:bodyPr>
          <a:lstStyle>
            <a:lvl1pPr lvl="0" algn="l">
              <a:lnSpc>
                <a:spcPct val="100000"/>
              </a:lnSpc>
              <a:spcBef>
                <a:spcPts val="0"/>
              </a:spcBef>
              <a:spcAft>
                <a:spcPts val="0"/>
              </a:spcAft>
              <a:buClr>
                <a:srgbClr val="FFFFFF"/>
              </a:buClr>
              <a:buSzPts val="3000"/>
              <a:buNone/>
              <a:defRPr sz="3000">
                <a:solidFill>
                  <a:srgbClr val="FFFFFF"/>
                </a:solidFill>
              </a:defRPr>
            </a:lvl1pPr>
            <a:lvl2pPr lvl="1" algn="l">
              <a:lnSpc>
                <a:spcPct val="100000"/>
              </a:lnSpc>
              <a:spcBef>
                <a:spcPts val="0"/>
              </a:spcBef>
              <a:spcAft>
                <a:spcPts val="0"/>
              </a:spcAft>
              <a:buClr>
                <a:schemeClr val="dk1"/>
              </a:buClr>
              <a:buSzPts val="3600"/>
              <a:buNone/>
              <a:defRPr sz="3600" b="1">
                <a:solidFill>
                  <a:schemeClr val="dk1"/>
                </a:solidFill>
              </a:defRPr>
            </a:lvl2pPr>
            <a:lvl3pPr lvl="2" algn="l">
              <a:lnSpc>
                <a:spcPct val="100000"/>
              </a:lnSpc>
              <a:spcBef>
                <a:spcPts val="0"/>
              </a:spcBef>
              <a:spcAft>
                <a:spcPts val="0"/>
              </a:spcAft>
              <a:buClr>
                <a:schemeClr val="dk1"/>
              </a:buClr>
              <a:buSzPts val="3600"/>
              <a:buNone/>
              <a:defRPr sz="3600" b="1">
                <a:solidFill>
                  <a:schemeClr val="dk1"/>
                </a:solidFill>
              </a:defRPr>
            </a:lvl3pPr>
            <a:lvl4pPr lvl="3" algn="l">
              <a:lnSpc>
                <a:spcPct val="100000"/>
              </a:lnSpc>
              <a:spcBef>
                <a:spcPts val="0"/>
              </a:spcBef>
              <a:spcAft>
                <a:spcPts val="0"/>
              </a:spcAft>
              <a:buClr>
                <a:schemeClr val="dk1"/>
              </a:buClr>
              <a:buSzPts val="3600"/>
              <a:buNone/>
              <a:defRPr sz="3600" b="1">
                <a:solidFill>
                  <a:schemeClr val="dk1"/>
                </a:solidFill>
              </a:defRPr>
            </a:lvl4pPr>
            <a:lvl5pPr lvl="4" algn="l">
              <a:lnSpc>
                <a:spcPct val="100000"/>
              </a:lnSpc>
              <a:spcBef>
                <a:spcPts val="0"/>
              </a:spcBef>
              <a:spcAft>
                <a:spcPts val="0"/>
              </a:spcAft>
              <a:buClr>
                <a:schemeClr val="dk1"/>
              </a:buClr>
              <a:buSzPts val="3600"/>
              <a:buNone/>
              <a:defRPr sz="3600" b="1">
                <a:solidFill>
                  <a:schemeClr val="dk1"/>
                </a:solidFill>
              </a:defRPr>
            </a:lvl5pPr>
            <a:lvl6pPr lvl="5" algn="l">
              <a:lnSpc>
                <a:spcPct val="100000"/>
              </a:lnSpc>
              <a:spcBef>
                <a:spcPts val="0"/>
              </a:spcBef>
              <a:spcAft>
                <a:spcPts val="0"/>
              </a:spcAft>
              <a:buClr>
                <a:schemeClr val="dk1"/>
              </a:buClr>
              <a:buSzPts val="3600"/>
              <a:buNone/>
              <a:defRPr sz="3600" b="1">
                <a:solidFill>
                  <a:schemeClr val="dk1"/>
                </a:solidFill>
              </a:defRPr>
            </a:lvl6pPr>
            <a:lvl7pPr lvl="6" algn="l">
              <a:lnSpc>
                <a:spcPct val="100000"/>
              </a:lnSpc>
              <a:spcBef>
                <a:spcPts val="0"/>
              </a:spcBef>
              <a:spcAft>
                <a:spcPts val="0"/>
              </a:spcAft>
              <a:buClr>
                <a:schemeClr val="dk1"/>
              </a:buClr>
              <a:buSzPts val="3600"/>
              <a:buNone/>
              <a:defRPr sz="3600" b="1">
                <a:solidFill>
                  <a:schemeClr val="dk1"/>
                </a:solidFill>
              </a:defRPr>
            </a:lvl7pPr>
            <a:lvl8pPr lvl="7" algn="l">
              <a:lnSpc>
                <a:spcPct val="100000"/>
              </a:lnSpc>
              <a:spcBef>
                <a:spcPts val="0"/>
              </a:spcBef>
              <a:spcAft>
                <a:spcPts val="0"/>
              </a:spcAft>
              <a:buClr>
                <a:schemeClr val="dk1"/>
              </a:buClr>
              <a:buSzPts val="3600"/>
              <a:buNone/>
              <a:defRPr sz="3600" b="1">
                <a:solidFill>
                  <a:schemeClr val="dk1"/>
                </a:solidFill>
              </a:defRPr>
            </a:lvl8pPr>
            <a:lvl9pPr lvl="8" algn="l">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482" name="Google Shape;482;p74"/>
          <p:cNvSpPr/>
          <p:nvPr/>
        </p:nvSpPr>
        <p:spPr>
          <a:xfrm>
            <a:off x="0" y="0"/>
            <a:ext cx="1365300" cy="6456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74"/>
          <p:cNvSpPr txBox="1">
            <a:spLocks noGrp="1"/>
          </p:cNvSpPr>
          <p:nvPr>
            <p:ph type="title" idx="3"/>
          </p:nvPr>
        </p:nvSpPr>
        <p:spPr>
          <a:xfrm>
            <a:off x="65250" y="100"/>
            <a:ext cx="1253700" cy="596700"/>
          </a:xfrm>
          <a:prstGeom prst="rect">
            <a:avLst/>
          </a:prstGeom>
          <a:noFill/>
        </p:spPr>
        <p:txBody>
          <a:bodyPr spcFirstLastPara="1" wrap="square" lIns="91425" tIns="91425" rIns="91425" bIns="91425" anchor="ctr" anchorCtr="0">
            <a:spAutoFit/>
          </a:bodyPr>
          <a:lstStyle>
            <a:lvl1pPr lvl="0" algn="r">
              <a:lnSpc>
                <a:spcPct val="100000"/>
              </a:lnSpc>
              <a:spcBef>
                <a:spcPts val="0"/>
              </a:spcBef>
              <a:spcAft>
                <a:spcPts val="0"/>
              </a:spcAft>
              <a:buClr>
                <a:srgbClr val="FFFFFF"/>
              </a:buClr>
              <a:buSzPts val="3000"/>
              <a:buNone/>
              <a:defRPr sz="3000">
                <a:solidFill>
                  <a:srgbClr val="FFFFFF"/>
                </a:solidFill>
              </a:defRPr>
            </a:lvl1pPr>
            <a:lvl2pPr lvl="1" algn="l">
              <a:lnSpc>
                <a:spcPct val="100000"/>
              </a:lnSpc>
              <a:spcBef>
                <a:spcPts val="0"/>
              </a:spcBef>
              <a:spcAft>
                <a:spcPts val="0"/>
              </a:spcAft>
              <a:buClr>
                <a:schemeClr val="dk1"/>
              </a:buClr>
              <a:buSzPts val="3600"/>
              <a:buNone/>
              <a:defRPr sz="3600" b="1">
                <a:solidFill>
                  <a:schemeClr val="dk1"/>
                </a:solidFill>
              </a:defRPr>
            </a:lvl2pPr>
            <a:lvl3pPr lvl="2" algn="l">
              <a:lnSpc>
                <a:spcPct val="100000"/>
              </a:lnSpc>
              <a:spcBef>
                <a:spcPts val="0"/>
              </a:spcBef>
              <a:spcAft>
                <a:spcPts val="0"/>
              </a:spcAft>
              <a:buClr>
                <a:schemeClr val="dk1"/>
              </a:buClr>
              <a:buSzPts val="3600"/>
              <a:buNone/>
              <a:defRPr sz="3600" b="1">
                <a:solidFill>
                  <a:schemeClr val="dk1"/>
                </a:solidFill>
              </a:defRPr>
            </a:lvl3pPr>
            <a:lvl4pPr lvl="3" algn="l">
              <a:lnSpc>
                <a:spcPct val="100000"/>
              </a:lnSpc>
              <a:spcBef>
                <a:spcPts val="0"/>
              </a:spcBef>
              <a:spcAft>
                <a:spcPts val="0"/>
              </a:spcAft>
              <a:buClr>
                <a:schemeClr val="dk1"/>
              </a:buClr>
              <a:buSzPts val="3600"/>
              <a:buNone/>
              <a:defRPr sz="3600" b="1">
                <a:solidFill>
                  <a:schemeClr val="dk1"/>
                </a:solidFill>
              </a:defRPr>
            </a:lvl4pPr>
            <a:lvl5pPr lvl="4" algn="l">
              <a:lnSpc>
                <a:spcPct val="100000"/>
              </a:lnSpc>
              <a:spcBef>
                <a:spcPts val="0"/>
              </a:spcBef>
              <a:spcAft>
                <a:spcPts val="0"/>
              </a:spcAft>
              <a:buClr>
                <a:schemeClr val="dk1"/>
              </a:buClr>
              <a:buSzPts val="3600"/>
              <a:buNone/>
              <a:defRPr sz="3600" b="1">
                <a:solidFill>
                  <a:schemeClr val="dk1"/>
                </a:solidFill>
              </a:defRPr>
            </a:lvl5pPr>
            <a:lvl6pPr lvl="5" algn="l">
              <a:lnSpc>
                <a:spcPct val="100000"/>
              </a:lnSpc>
              <a:spcBef>
                <a:spcPts val="0"/>
              </a:spcBef>
              <a:spcAft>
                <a:spcPts val="0"/>
              </a:spcAft>
              <a:buClr>
                <a:schemeClr val="dk1"/>
              </a:buClr>
              <a:buSzPts val="3600"/>
              <a:buNone/>
              <a:defRPr sz="3600" b="1">
                <a:solidFill>
                  <a:schemeClr val="dk1"/>
                </a:solidFill>
              </a:defRPr>
            </a:lvl6pPr>
            <a:lvl7pPr lvl="6" algn="l">
              <a:lnSpc>
                <a:spcPct val="100000"/>
              </a:lnSpc>
              <a:spcBef>
                <a:spcPts val="0"/>
              </a:spcBef>
              <a:spcAft>
                <a:spcPts val="0"/>
              </a:spcAft>
              <a:buClr>
                <a:schemeClr val="dk1"/>
              </a:buClr>
              <a:buSzPts val="3600"/>
              <a:buNone/>
              <a:defRPr sz="3600" b="1">
                <a:solidFill>
                  <a:schemeClr val="dk1"/>
                </a:solidFill>
              </a:defRPr>
            </a:lvl7pPr>
            <a:lvl8pPr lvl="7" algn="l">
              <a:lnSpc>
                <a:spcPct val="100000"/>
              </a:lnSpc>
              <a:spcBef>
                <a:spcPts val="0"/>
              </a:spcBef>
              <a:spcAft>
                <a:spcPts val="0"/>
              </a:spcAft>
              <a:buClr>
                <a:schemeClr val="dk1"/>
              </a:buClr>
              <a:buSzPts val="3600"/>
              <a:buNone/>
              <a:defRPr sz="3600" b="1">
                <a:solidFill>
                  <a:schemeClr val="dk1"/>
                </a:solidFill>
              </a:defRPr>
            </a:lvl8pPr>
            <a:lvl9pPr lvl="8" algn="l">
              <a:lnSpc>
                <a:spcPct val="100000"/>
              </a:lnSpc>
              <a:spcBef>
                <a:spcPts val="0"/>
              </a:spcBef>
              <a:spcAft>
                <a:spcPts val="0"/>
              </a:spcAft>
              <a:buClr>
                <a:schemeClr val="dk1"/>
              </a:buClr>
              <a:buSzPts val="3600"/>
              <a:buNone/>
              <a:defRPr sz="3600" b="1">
                <a:solidFill>
                  <a:schemeClr val="dk1"/>
                </a:solidFill>
              </a:defRPr>
            </a:lvl9pPr>
          </a:lstStyle>
          <a:p>
            <a:endParaRPr/>
          </a:p>
        </p:txBody>
      </p:sp>
      <p:sp>
        <p:nvSpPr>
          <p:cNvPr id="484" name="Google Shape;484;p74"/>
          <p:cNvSpPr txBox="1">
            <a:spLocks noGrp="1"/>
          </p:cNvSpPr>
          <p:nvPr>
            <p:ph type="body" idx="4"/>
          </p:nvPr>
        </p:nvSpPr>
        <p:spPr>
          <a:xfrm>
            <a:off x="141600" y="4156900"/>
            <a:ext cx="3023700" cy="4785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lvl1pPr marL="457200" lvl="0"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marL="914400" lvl="1"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marL="1371600" lvl="2"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marL="1828800" lvl="3"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marL="2286000" lvl="4"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marL="2743200" lvl="5"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marL="3200400" lvl="6"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marL="3657600" lvl="7"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marL="4114800" lvl="8" indent="-30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and body 3">
  <p:cSld name="TITLE_AND_BODY_3">
    <p:spTree>
      <p:nvGrpSpPr>
        <p:cNvPr id="1" name="Shape 485"/>
        <p:cNvGrpSpPr/>
        <p:nvPr/>
      </p:nvGrpSpPr>
      <p:grpSpPr>
        <a:xfrm>
          <a:off x="0" y="0"/>
          <a:ext cx="0" cy="0"/>
          <a:chOff x="0" y="0"/>
          <a:chExt cx="0" cy="0"/>
        </a:xfrm>
      </p:grpSpPr>
      <p:sp>
        <p:nvSpPr>
          <p:cNvPr id="486" name="Google Shape;486;p75"/>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75"/>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488" name="Google Shape;488;p75"/>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489" name="Google Shape;489;p75"/>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90" name="Google Shape;490;p75"/>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91" name="Google Shape;491;p7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2" Type="http://schemas.openxmlformats.org/officeDocument/2006/relationships/slideLayout" Target="../slideLayouts/slideLayout59.xml"/><Relationship Id="rId16" Type="http://schemas.openxmlformats.org/officeDocument/2006/relationships/theme" Target="../theme/theme3.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sp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sp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284850" y="1555575"/>
            <a:ext cx="5710500" cy="2861400"/>
          </a:xfrm>
          <a:prstGeom prst="rect">
            <a:avLst/>
          </a:prstGeom>
          <a:noFill/>
          <a:ln>
            <a:noFill/>
          </a:ln>
        </p:spPr>
        <p:txBody>
          <a:bodyPr spcFirstLastPara="1" wrap="square" lIns="0" tIns="0" rIns="0" bIns="0" anchor="t" anchorCtr="0">
            <a:spAutoFit/>
          </a:bodyPr>
          <a:lstStyle>
            <a:lvl1pPr marL="457200" lvl="0"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
        <p:nvSpPr>
          <p:cNvPr id="52" name="Google Shape;52;p13"/>
          <p:cNvSpPr txBox="1">
            <a:spLocks noGrp="1"/>
          </p:cNvSpPr>
          <p:nvPr>
            <p:ph type="title"/>
          </p:nvPr>
        </p:nvSpPr>
        <p:spPr>
          <a:xfrm>
            <a:off x="284850" y="285900"/>
            <a:ext cx="6423900" cy="587700"/>
          </a:xfrm>
          <a:prstGeom prst="rect">
            <a:avLst/>
          </a:prstGeom>
          <a:noFill/>
          <a:ln>
            <a:noFill/>
          </a:ln>
        </p:spPr>
        <p:txBody>
          <a:bodyPr spcFirstLastPara="1" wrap="square" lIns="0" tIns="0" rIns="0" bIns="0" anchor="t" anchorCtr="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a:endParaRPr/>
          </a:p>
        </p:txBody>
      </p:sp>
      <p:sp>
        <p:nvSpPr>
          <p:cNvPr id="53" name="Google Shape;53;p13"/>
          <p:cNvSpPr txBox="1">
            <a:spLocks noGrp="1"/>
          </p:cNvSpPr>
          <p:nvPr>
            <p:ph type="sldNum" idx="12"/>
          </p:nvPr>
        </p:nvSpPr>
        <p:spPr>
          <a:xfrm>
            <a:off x="8308150" y="4782125"/>
            <a:ext cx="548700" cy="76200"/>
          </a:xfrm>
          <a:prstGeom prst="rect">
            <a:avLst/>
          </a:prstGeom>
          <a:noFill/>
          <a:ln>
            <a:noFill/>
          </a:ln>
        </p:spPr>
        <p:txBody>
          <a:bodyPr spcFirstLastPara="1" wrap="square" lIns="0" tIns="0" rIns="0" bIns="0" anchor="ctr" anchorCtr="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13"/>
          <p:cNvSpPr txBox="1">
            <a:spLocks noGrp="1"/>
          </p:cNvSpPr>
          <p:nvPr>
            <p:ph type="title" idx="2"/>
          </p:nvPr>
        </p:nvSpPr>
        <p:spPr>
          <a:xfrm>
            <a:off x="288625" y="4778975"/>
            <a:ext cx="42273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55" name="Google Shape;55;p13"/>
          <p:cNvSpPr txBox="1">
            <a:spLocks noGrp="1"/>
          </p:cNvSpPr>
          <p:nvPr>
            <p:ph type="title" idx="3"/>
          </p:nvPr>
        </p:nvSpPr>
        <p:spPr>
          <a:xfrm>
            <a:off x="4629750" y="4778975"/>
            <a:ext cx="13284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56" name="Google Shape;56;p13"/>
          <p:cNvSpPr txBox="1">
            <a:spLocks noGrp="1"/>
          </p:cNvSpPr>
          <p:nvPr>
            <p:ph type="title" idx="4"/>
          </p:nvPr>
        </p:nvSpPr>
        <p:spPr>
          <a:xfrm>
            <a:off x="6086100" y="4778975"/>
            <a:ext cx="13284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57" name="Google Shape;57;p13"/>
          <p:cNvSpPr txBox="1">
            <a:spLocks noGrp="1"/>
          </p:cNvSpPr>
          <p:nvPr>
            <p:ph type="body" idx="5"/>
          </p:nvPr>
        </p:nvSpPr>
        <p:spPr>
          <a:xfrm>
            <a:off x="4239825" y="1398125"/>
            <a:ext cx="3648900" cy="22791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407"/>
        <p:cNvGrpSpPr/>
        <p:nvPr/>
      </p:nvGrpSpPr>
      <p:grpSpPr>
        <a:xfrm>
          <a:off x="0" y="0"/>
          <a:ext cx="0" cy="0"/>
          <a:chOff x="0" y="0"/>
          <a:chExt cx="0" cy="0"/>
        </a:xfrm>
      </p:grpSpPr>
      <p:sp>
        <p:nvSpPr>
          <p:cNvPr id="408" name="Google Shape;408;p6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409" name="Google Shape;409;p6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410" name="Google Shape;410;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slide" Target="slide12.xml"/><Relationship Id="rId18" Type="http://schemas.openxmlformats.org/officeDocument/2006/relationships/slide" Target="slide13.xml"/><Relationship Id="rId26" Type="http://schemas.openxmlformats.org/officeDocument/2006/relationships/slide" Target="slide30.xml"/><Relationship Id="rId3" Type="http://schemas.openxmlformats.org/officeDocument/2006/relationships/slide" Target="slide10.xml"/><Relationship Id="rId21" Type="http://schemas.openxmlformats.org/officeDocument/2006/relationships/slide" Target="slide29.xml"/><Relationship Id="rId7" Type="http://schemas.openxmlformats.org/officeDocument/2006/relationships/slide" Target="slide31.xml"/><Relationship Id="rId12" Type="http://schemas.openxmlformats.org/officeDocument/2006/relationships/slide" Target="slide32.xml"/><Relationship Id="rId17" Type="http://schemas.openxmlformats.org/officeDocument/2006/relationships/slide" Target="slide33.xml"/><Relationship Id="rId25" Type="http://schemas.openxmlformats.org/officeDocument/2006/relationships/slide" Target="slide25.xml"/><Relationship Id="rId2" Type="http://schemas.openxmlformats.org/officeDocument/2006/relationships/notesSlide" Target="../notesSlides/notesSlide6.xml"/><Relationship Id="rId16" Type="http://schemas.openxmlformats.org/officeDocument/2006/relationships/slide" Target="slide28.xml"/><Relationship Id="rId20" Type="http://schemas.openxmlformats.org/officeDocument/2006/relationships/slide" Target="slide24.xml"/><Relationship Id="rId1" Type="http://schemas.openxmlformats.org/officeDocument/2006/relationships/slideLayout" Target="../slideLayouts/slideLayout13.xml"/><Relationship Id="rId6" Type="http://schemas.openxmlformats.org/officeDocument/2006/relationships/slide" Target="slide26.xml"/><Relationship Id="rId11" Type="http://schemas.openxmlformats.org/officeDocument/2006/relationships/slide" Target="slide27.xml"/><Relationship Id="rId24" Type="http://schemas.openxmlformats.org/officeDocument/2006/relationships/slide" Target="slide20.xml"/><Relationship Id="rId5" Type="http://schemas.openxmlformats.org/officeDocument/2006/relationships/slide" Target="slide21.xml"/><Relationship Id="rId15" Type="http://schemas.openxmlformats.org/officeDocument/2006/relationships/slide" Target="slide23.xml"/><Relationship Id="rId23" Type="http://schemas.openxmlformats.org/officeDocument/2006/relationships/slide" Target="slide14.xml"/><Relationship Id="rId10" Type="http://schemas.openxmlformats.org/officeDocument/2006/relationships/slide" Target="slide22.xml"/><Relationship Id="rId19" Type="http://schemas.openxmlformats.org/officeDocument/2006/relationships/slide" Target="slide19.xml"/><Relationship Id="rId4" Type="http://schemas.openxmlformats.org/officeDocument/2006/relationships/slide" Target="slide16.xml"/><Relationship Id="rId9" Type="http://schemas.openxmlformats.org/officeDocument/2006/relationships/slide" Target="slide17.xml"/><Relationship Id="rId14" Type="http://schemas.openxmlformats.org/officeDocument/2006/relationships/slide" Target="slide18.xml"/><Relationship Id="rId22" Type="http://schemas.openxmlformats.org/officeDocument/2006/relationships/slide" Target="slide34.xml"/><Relationship Id="rId27" Type="http://schemas.openxmlformats.org/officeDocument/2006/relationships/slide" Target="slide35.xml"/></Relationships>
</file>

<file path=ppt/slides/_rels/slide7.xml.rels><?xml version="1.0" encoding="UTF-8" standalone="yes"?>
<Relationships xmlns="http://schemas.openxmlformats.org/package/2006/relationships"><Relationship Id="rId8" Type="http://schemas.openxmlformats.org/officeDocument/2006/relationships/slide" Target="slide37.xml"/><Relationship Id="rId13" Type="http://schemas.openxmlformats.org/officeDocument/2006/relationships/slide" Target="slide38.xml"/><Relationship Id="rId18" Type="http://schemas.openxmlformats.org/officeDocument/2006/relationships/slide" Target="slide39.xml"/><Relationship Id="rId26" Type="http://schemas.openxmlformats.org/officeDocument/2006/relationships/slide" Target="slide57.xml"/><Relationship Id="rId3" Type="http://schemas.openxmlformats.org/officeDocument/2006/relationships/slide" Target="slide36.xml"/><Relationship Id="rId21" Type="http://schemas.openxmlformats.org/officeDocument/2006/relationships/slide" Target="slide56.xml"/><Relationship Id="rId7" Type="http://schemas.openxmlformats.org/officeDocument/2006/relationships/slide" Target="slide58.xml"/><Relationship Id="rId12" Type="http://schemas.openxmlformats.org/officeDocument/2006/relationships/slide" Target="slide59.xml"/><Relationship Id="rId17" Type="http://schemas.openxmlformats.org/officeDocument/2006/relationships/slide" Target="slide60.xml"/><Relationship Id="rId25" Type="http://schemas.openxmlformats.org/officeDocument/2006/relationships/slide" Target="slide52.xml"/><Relationship Id="rId2" Type="http://schemas.openxmlformats.org/officeDocument/2006/relationships/notesSlide" Target="../notesSlides/notesSlide7.xml"/><Relationship Id="rId16" Type="http://schemas.openxmlformats.org/officeDocument/2006/relationships/slide" Target="slide55.xml"/><Relationship Id="rId20" Type="http://schemas.openxmlformats.org/officeDocument/2006/relationships/slide" Target="slide51.xml"/><Relationship Id="rId1" Type="http://schemas.openxmlformats.org/officeDocument/2006/relationships/slideLayout" Target="../slideLayouts/slideLayout13.xml"/><Relationship Id="rId6" Type="http://schemas.openxmlformats.org/officeDocument/2006/relationships/slide" Target="slide53.xml"/><Relationship Id="rId11" Type="http://schemas.openxmlformats.org/officeDocument/2006/relationships/slide" Target="slide54.xml"/><Relationship Id="rId24" Type="http://schemas.openxmlformats.org/officeDocument/2006/relationships/slide" Target="slide47.xml"/><Relationship Id="rId5" Type="http://schemas.openxmlformats.org/officeDocument/2006/relationships/slide" Target="slide48.xml"/><Relationship Id="rId15" Type="http://schemas.openxmlformats.org/officeDocument/2006/relationships/slide" Target="slide50.xml"/><Relationship Id="rId23" Type="http://schemas.openxmlformats.org/officeDocument/2006/relationships/slide" Target="slide41.xml"/><Relationship Id="rId10" Type="http://schemas.openxmlformats.org/officeDocument/2006/relationships/slide" Target="slide49.xml"/><Relationship Id="rId19" Type="http://schemas.openxmlformats.org/officeDocument/2006/relationships/slide" Target="slide46.xml"/><Relationship Id="rId4" Type="http://schemas.openxmlformats.org/officeDocument/2006/relationships/slide" Target="slide43.xml"/><Relationship Id="rId9" Type="http://schemas.openxmlformats.org/officeDocument/2006/relationships/slide" Target="slide44.xml"/><Relationship Id="rId14" Type="http://schemas.openxmlformats.org/officeDocument/2006/relationships/slide" Target="slide45.xml"/><Relationship Id="rId22" Type="http://schemas.openxmlformats.org/officeDocument/2006/relationships/slide" Target="slide61.xml"/><Relationship Id="rId27" Type="http://schemas.openxmlformats.org/officeDocument/2006/relationships/slide" Target="slide6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10.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11.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12.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13.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3.xml"/></Relationships>
</file>

<file path=ppt/slides/_rels/slide1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15.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16.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17.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18.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19.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0.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1.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2.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3.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4.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5.xml"/><Relationship Id="rId1" Type="http://schemas.openxmlformats.org/officeDocument/2006/relationships/slideLayout" Target="../slideLayouts/slideLayout33.xml"/><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6.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7.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8.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29.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0.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1.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2.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3.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4.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5.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36.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37.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38.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3.xml"/></Relationships>
</file>

<file path=ppt/slides/_rels/slide40.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40.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3.xml"/></Relationships>
</file>

<file path=ppt/slides/_rels/slide42.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42.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4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43.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44.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44.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45.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45.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4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46.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4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47.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48.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49.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49.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50.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0.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51.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1.xml"/><Relationship Id="rId1" Type="http://schemas.openxmlformats.org/officeDocument/2006/relationships/slideLayout" Target="../slideLayouts/slideLayout33.xml"/><Relationship Id="rId5" Type="http://schemas.openxmlformats.org/officeDocument/2006/relationships/image" Target="../media/image9.jpg"/><Relationship Id="rId4" Type="http://schemas.openxmlformats.org/officeDocument/2006/relationships/image" Target="../media/image7.png"/></Relationships>
</file>

<file path=ppt/slides/_rels/slide52.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2.xml"/><Relationship Id="rId1" Type="http://schemas.openxmlformats.org/officeDocument/2006/relationships/slideLayout" Target="../slideLayouts/slideLayout33.xml"/><Relationship Id="rId5" Type="http://schemas.openxmlformats.org/officeDocument/2006/relationships/image" Target="../media/image10.png"/><Relationship Id="rId4" Type="http://schemas.openxmlformats.org/officeDocument/2006/relationships/image" Target="../media/image7.png"/></Relationships>
</file>

<file path=ppt/slides/_rels/slide5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3.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54.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4.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55.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5.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5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6.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5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7.xml"/><Relationship Id="rId1" Type="http://schemas.openxmlformats.org/officeDocument/2006/relationships/slideLayout" Target="../slideLayouts/slideLayout33.xml"/><Relationship Id="rId5" Type="http://schemas.openxmlformats.org/officeDocument/2006/relationships/image" Target="../media/image11.png"/><Relationship Id="rId4" Type="http://schemas.openxmlformats.org/officeDocument/2006/relationships/image" Target="../media/image7.png"/></Relationships>
</file>

<file path=ppt/slides/_rels/slide58.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8.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59.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59.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60.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60.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61.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61.xml"/><Relationship Id="rId1" Type="http://schemas.openxmlformats.org/officeDocument/2006/relationships/slideLayout" Target="../slideLayouts/slideLayout33.xml"/><Relationship Id="rId4" Type="http://schemas.openxmlformats.org/officeDocument/2006/relationships/image" Target="../media/image7.png"/></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2.xml"/><Relationship Id="rId1" Type="http://schemas.openxmlformats.org/officeDocument/2006/relationships/slideLayout" Target="../slideLayouts/slideLayout33.xml"/></Relationships>
</file>

<file path=ppt/slides/_rels/slide6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63.xml"/><Relationship Id="rId1" Type="http://schemas.openxmlformats.org/officeDocument/2006/relationships/slideLayout" Target="../slideLayouts/slideLayout33.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76"/>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GCIS-124</a:t>
            </a:r>
            <a:endParaRPr/>
          </a:p>
          <a:p>
            <a:pPr marL="0" lvl="0" indent="0" algn="l" rtl="0">
              <a:spcBef>
                <a:spcPts val="0"/>
              </a:spcBef>
              <a:spcAft>
                <a:spcPts val="0"/>
              </a:spcAft>
              <a:buNone/>
            </a:pPr>
            <a:r>
              <a:rPr lang="en" sz="3100"/>
              <a:t>Software Development &amp; Problem Solving</a:t>
            </a:r>
            <a:endParaRPr sz="3100"/>
          </a:p>
        </p:txBody>
      </p:sp>
      <p:sp>
        <p:nvSpPr>
          <p:cNvPr id="497" name="Google Shape;497;p76"/>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600" i="1"/>
              <a:t>14: Semester Review</a:t>
            </a:r>
            <a:endParaRPr sz="2600" i="1">
              <a:solidFill>
                <a:srgbClr val="FF0000"/>
              </a:solidFill>
            </a:endParaRPr>
          </a:p>
        </p:txBody>
      </p:sp>
      <p:grpSp>
        <p:nvGrpSpPr>
          <p:cNvPr id="498" name="Google Shape;498;p76"/>
          <p:cNvGrpSpPr/>
          <p:nvPr/>
        </p:nvGrpSpPr>
        <p:grpSpPr>
          <a:xfrm>
            <a:off x="5001999" y="4264475"/>
            <a:ext cx="3908400" cy="738300"/>
            <a:chOff x="5001999" y="4264475"/>
            <a:chExt cx="3908400" cy="738300"/>
          </a:xfrm>
        </p:grpSpPr>
        <p:sp>
          <p:nvSpPr>
            <p:cNvPr id="499" name="Google Shape;499;p76"/>
            <p:cNvSpPr/>
            <p:nvPr/>
          </p:nvSpPr>
          <p:spPr>
            <a:xfrm>
              <a:off x="5001999" y="4264475"/>
              <a:ext cx="3908400" cy="738300"/>
            </a:xfrm>
            <a:prstGeom prst="rect">
              <a:avLst/>
            </a:prstGeom>
            <a:solidFill>
              <a:srgbClr val="FFFFFF"/>
            </a:solidFill>
            <a:ln w="9525" cap="flat" cmpd="sng">
              <a:solidFill>
                <a:srgbClr val="626B7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0" name="Google Shape;500;p76"/>
            <p:cNvPicPr preferRelativeResize="0"/>
            <p:nvPr/>
          </p:nvPicPr>
          <p:blipFill rotWithShape="1">
            <a:blip r:embed="rId3">
              <a:alphaModFix/>
            </a:blip>
            <a:srcRect/>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77"/>
          <p:cNvSpPr txBox="1">
            <a:spLocks noGrp="1"/>
          </p:cNvSpPr>
          <p:nvPr>
            <p:ph type="title"/>
          </p:nvPr>
        </p:nvSpPr>
        <p:spPr>
          <a:xfrm>
            <a:off x="5153450" y="267225"/>
            <a:ext cx="37728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Course Evaluations</a:t>
            </a:r>
            <a:endParaRPr/>
          </a:p>
        </p:txBody>
      </p:sp>
      <p:sp>
        <p:nvSpPr>
          <p:cNvPr id="506" name="Google Shape;506;p77"/>
          <p:cNvSpPr txBox="1">
            <a:spLocks noGrp="1"/>
          </p:cNvSpPr>
          <p:nvPr>
            <p:ph type="body" idx="1"/>
          </p:nvPr>
        </p:nvSpPr>
        <p:spPr>
          <a:xfrm>
            <a:off x="301275" y="196125"/>
            <a:ext cx="4329900" cy="4432200"/>
          </a:xfrm>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 dirty="0"/>
              <a:t>Each semester you are given an opportunity to evaluate the courses you are taking​</a:t>
            </a:r>
            <a:endParaRPr dirty="0"/>
          </a:p>
          <a:p>
            <a:pPr marL="914400" lvl="1" indent="-298450" algn="l" rtl="0">
              <a:spcBef>
                <a:spcPts val="0"/>
              </a:spcBef>
              <a:spcAft>
                <a:spcPts val="0"/>
              </a:spcAft>
              <a:buSzPts val="1100"/>
              <a:buChar char="○"/>
            </a:pPr>
            <a:r>
              <a:rPr lang="en" dirty="0"/>
              <a:t>This is your opportunity to provide feedback about the facilities, quality of instruction, etc.</a:t>
            </a:r>
            <a:endParaRPr dirty="0"/>
          </a:p>
          <a:p>
            <a:pPr marL="457200" lvl="0" indent="-311150" algn="l" rtl="0">
              <a:spcBef>
                <a:spcPts val="0"/>
              </a:spcBef>
              <a:spcAft>
                <a:spcPts val="0"/>
              </a:spcAft>
              <a:buSzPts val="1300"/>
              <a:buChar char="●"/>
            </a:pPr>
            <a:r>
              <a:rPr lang="en" dirty="0"/>
              <a:t>Instructors and the college take the evaluations, especially the written portion, very seriously​</a:t>
            </a:r>
            <a:endParaRPr dirty="0"/>
          </a:p>
          <a:p>
            <a:pPr marL="914400" lvl="1" indent="-298450" algn="l" rtl="0">
              <a:spcBef>
                <a:spcPts val="0"/>
              </a:spcBef>
              <a:spcAft>
                <a:spcPts val="0"/>
              </a:spcAft>
              <a:buSzPts val="1100"/>
              <a:buChar char="○"/>
            </a:pPr>
            <a:r>
              <a:rPr lang="en" dirty="0"/>
              <a:t>The comments you leave are seen by the instructor, department head, promotion committees, dean, and so on</a:t>
            </a:r>
            <a:endParaRPr dirty="0"/>
          </a:p>
          <a:p>
            <a:pPr marL="457200" lvl="0" indent="-311150" algn="l" rtl="0">
              <a:spcBef>
                <a:spcPts val="0"/>
              </a:spcBef>
              <a:spcAft>
                <a:spcPts val="0"/>
              </a:spcAft>
              <a:buSzPts val="1300"/>
              <a:buChar char="●"/>
            </a:pPr>
            <a:r>
              <a:rPr lang="en" dirty="0"/>
              <a:t>We use it to help improve the course​</a:t>
            </a:r>
            <a:endParaRPr dirty="0"/>
          </a:p>
          <a:p>
            <a:pPr marL="914400" lvl="1" indent="-298450" algn="l" rtl="0">
              <a:spcBef>
                <a:spcPts val="0"/>
              </a:spcBef>
              <a:spcAft>
                <a:spcPts val="0"/>
              </a:spcAft>
              <a:buSzPts val="1100"/>
              <a:buChar char="○"/>
            </a:pPr>
            <a:r>
              <a:rPr lang="en" dirty="0"/>
              <a:t>We can try to keep doing things that students liked</a:t>
            </a:r>
            <a:endParaRPr dirty="0"/>
          </a:p>
          <a:p>
            <a:pPr marL="914400" lvl="1" indent="-298450" algn="l" rtl="0">
              <a:spcBef>
                <a:spcPts val="0"/>
              </a:spcBef>
              <a:spcAft>
                <a:spcPts val="0"/>
              </a:spcAft>
              <a:buSzPts val="1100"/>
              <a:buChar char="○"/>
            </a:pPr>
            <a:r>
              <a:rPr lang="en" dirty="0"/>
              <a:t>We can try to stop or change the things that students really didn't like</a:t>
            </a:r>
            <a:endParaRPr dirty="0"/>
          </a:p>
          <a:p>
            <a:pPr marL="457200" lvl="0" indent="-311150" algn="l" rtl="0">
              <a:spcBef>
                <a:spcPts val="0"/>
              </a:spcBef>
              <a:spcAft>
                <a:spcPts val="0"/>
              </a:spcAft>
              <a:buSzPts val="1300"/>
              <a:buChar char="●"/>
            </a:pPr>
            <a:r>
              <a:rPr lang="en" dirty="0"/>
              <a:t>This is doubly important for new course offerings such as this one​</a:t>
            </a:r>
            <a:endParaRPr dirty="0"/>
          </a:p>
          <a:p>
            <a:pPr marL="914400" lvl="1" indent="-298450" algn="l" rtl="0">
              <a:spcBef>
                <a:spcPts val="0"/>
              </a:spcBef>
              <a:spcAft>
                <a:spcPts val="0"/>
              </a:spcAft>
              <a:buSzPts val="1100"/>
              <a:buChar char="○"/>
            </a:pPr>
            <a:r>
              <a:rPr lang="en" dirty="0"/>
              <a:t>Last semester's evals inspired changes like introducing the "practice practical problem" assignments on Mondays</a:t>
            </a:r>
            <a:endParaRPr dirty="0"/>
          </a:p>
          <a:p>
            <a:pPr marL="457200" lvl="0" indent="-311150" algn="l" rtl="0">
              <a:spcBef>
                <a:spcPts val="0"/>
              </a:spcBef>
              <a:spcAft>
                <a:spcPts val="0"/>
              </a:spcAft>
              <a:buSzPts val="1300"/>
              <a:buChar char="●"/>
            </a:pPr>
            <a:r>
              <a:rPr lang="en" dirty="0"/>
              <a:t>Your instructor will not be able to see </a:t>
            </a:r>
            <a:r>
              <a:rPr lang="en" b="1" i="1" dirty="0">
                <a:solidFill>
                  <a:srgbClr val="FF0000"/>
                </a:solidFill>
              </a:rPr>
              <a:t>any</a:t>
            </a:r>
            <a:r>
              <a:rPr lang="en" dirty="0">
                <a:solidFill>
                  <a:srgbClr val="FF0000"/>
                </a:solidFill>
              </a:rPr>
              <a:t> </a:t>
            </a:r>
            <a:r>
              <a:rPr lang="en" dirty="0"/>
              <a:t>evals until 2 days after final grades are submitted.</a:t>
            </a:r>
            <a:endParaRPr dirty="0"/>
          </a:p>
          <a:p>
            <a:pPr marL="914400" lvl="1" indent="-298450" algn="l" rtl="0">
              <a:spcBef>
                <a:spcPts val="0"/>
              </a:spcBef>
              <a:spcAft>
                <a:spcPts val="0"/>
              </a:spcAft>
              <a:buSzPts val="1100"/>
              <a:buChar char="○"/>
            </a:pPr>
            <a:r>
              <a:rPr lang="en" dirty="0"/>
              <a:t>Even then, the evals remain totally </a:t>
            </a:r>
            <a:r>
              <a:rPr lang="en" b="1" i="1" dirty="0">
                <a:solidFill>
                  <a:srgbClr val="FF0000"/>
                </a:solidFill>
              </a:rPr>
              <a:t>anonymous</a:t>
            </a:r>
            <a:endParaRPr b="1" i="1" dirty="0">
              <a:solidFill>
                <a:srgbClr val="FF0000"/>
              </a:solidFill>
            </a:endParaRPr>
          </a:p>
        </p:txBody>
      </p:sp>
      <p:sp>
        <p:nvSpPr>
          <p:cNvPr id="507" name="Google Shape;507;p77"/>
          <p:cNvSpPr txBox="1">
            <a:spLocks noGrp="1"/>
          </p:cNvSpPr>
          <p:nvPr>
            <p:ph type="sldNum" idx="12"/>
          </p:nvPr>
        </p:nvSpPr>
        <p:spPr>
          <a:xfrm>
            <a:off x="90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508" name="Google Shape;508;p77"/>
          <p:cNvSpPr txBox="1">
            <a:spLocks noGrp="1"/>
          </p:cNvSpPr>
          <p:nvPr>
            <p:ph type="body" idx="3"/>
          </p:nvPr>
        </p:nvSpPr>
        <p:spPr>
          <a:xfrm>
            <a:off x="5153475" y="3806025"/>
            <a:ext cx="3772800" cy="5541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t>If you have not already, please take a few minutes to fill out the evaluation for this course. </a:t>
            </a:r>
            <a:endParaRPr sz="1200"/>
          </a:p>
        </p:txBody>
      </p:sp>
      <p:pic>
        <p:nvPicPr>
          <p:cNvPr id="509" name="Google Shape;509;p77"/>
          <p:cNvPicPr preferRelativeResize="0"/>
          <p:nvPr/>
        </p:nvPicPr>
        <p:blipFill>
          <a:blip r:embed="rId3">
            <a:alphaModFix/>
          </a:blip>
          <a:stretch>
            <a:fillRect/>
          </a:stretch>
        </p:blipFill>
        <p:spPr>
          <a:xfrm>
            <a:off x="5153475" y="986625"/>
            <a:ext cx="3772750" cy="26458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8"/>
                                        </p:tgtEl>
                                        <p:attrNameLst>
                                          <p:attrName>style.visibility</p:attrName>
                                        </p:attrNameLst>
                                      </p:cBhvr>
                                      <p:to>
                                        <p:strVal val="visible"/>
                                      </p:to>
                                    </p:set>
                                    <p:animEffect transition="in" filter="fade">
                                      <p:cBhvr>
                                        <p:cTn id="7" dur="1000"/>
                                        <p:tgtEl>
                                          <p:spTgt spid="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7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515" name="Google Shape;515;p78"/>
          <p:cNvSpPr txBox="1">
            <a:spLocks noGrp="1"/>
          </p:cNvSpPr>
          <p:nvPr>
            <p:ph type="title"/>
          </p:nvPr>
        </p:nvSpPr>
        <p:spPr>
          <a:xfrm>
            <a:off x="311725" y="196125"/>
            <a:ext cx="3706500" cy="638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Exam Format</a:t>
            </a:r>
            <a:endParaRPr/>
          </a:p>
        </p:txBody>
      </p:sp>
      <p:sp>
        <p:nvSpPr>
          <p:cNvPr id="516" name="Google Shape;516;p78"/>
          <p:cNvSpPr txBox="1">
            <a:spLocks noGrp="1"/>
          </p:cNvSpPr>
          <p:nvPr>
            <p:ph type="body" idx="1"/>
          </p:nvPr>
        </p:nvSpPr>
        <p:spPr>
          <a:xfrm>
            <a:off x="4644675" y="193200"/>
            <a:ext cx="4166400" cy="4757100"/>
          </a:xfrm>
          <a:prstGeom prst="rect">
            <a:avLst/>
          </a:prstGeom>
        </p:spPr>
        <p:txBody>
          <a:bodyPr spcFirstLastPara="1" wrap="square" lIns="91425" tIns="91425" rIns="91425" bIns="91425" anchor="t" anchorCtr="0">
            <a:spAutoFit/>
          </a:bodyPr>
          <a:lstStyle/>
          <a:p>
            <a:pPr marL="457200" lvl="0" indent="-311150" algn="l" rtl="0">
              <a:spcBef>
                <a:spcPts val="0"/>
              </a:spcBef>
              <a:spcAft>
                <a:spcPts val="0"/>
              </a:spcAft>
              <a:buSzPts val="1300"/>
              <a:buChar char="●"/>
            </a:pPr>
            <a:r>
              <a:rPr lang="en" dirty="0"/>
              <a:t>The final exam will consist of two </a:t>
            </a:r>
            <a:r>
              <a:rPr lang="en" b="1" i="1" dirty="0">
                <a:solidFill>
                  <a:srgbClr val="FF0000"/>
                </a:solidFill>
              </a:rPr>
              <a:t>equally weighted</a:t>
            </a:r>
            <a:r>
              <a:rPr lang="en" dirty="0">
                <a:solidFill>
                  <a:srgbClr val="FF0000"/>
                </a:solidFill>
              </a:rPr>
              <a:t> </a:t>
            </a:r>
            <a:r>
              <a:rPr lang="en" dirty="0"/>
              <a:t>parts:</a:t>
            </a:r>
            <a:endParaRPr dirty="0"/>
          </a:p>
          <a:p>
            <a:pPr marL="914400" lvl="1" indent="-298450" algn="l" rtl="0">
              <a:spcBef>
                <a:spcPts val="0"/>
              </a:spcBef>
              <a:spcAft>
                <a:spcPts val="0"/>
              </a:spcAft>
              <a:buSzPts val="1100"/>
              <a:buChar char="○"/>
            </a:pPr>
            <a:r>
              <a:rPr lang="en" dirty="0"/>
              <a:t>A "</a:t>
            </a:r>
            <a:r>
              <a:rPr lang="en" b="1" i="1" dirty="0">
                <a:solidFill>
                  <a:srgbClr val="FF0000"/>
                </a:solidFill>
              </a:rPr>
              <a:t>written</a:t>
            </a:r>
            <a:r>
              <a:rPr lang="en" dirty="0"/>
              <a:t>" portion (</a:t>
            </a:r>
            <a:r>
              <a:rPr lang="en" b="1" i="1" dirty="0">
                <a:solidFill>
                  <a:srgbClr val="FF0000"/>
                </a:solidFill>
              </a:rPr>
              <a:t>40%</a:t>
            </a:r>
            <a:r>
              <a:rPr lang="en" dirty="0"/>
              <a:t>) delivered as a MyCourses quiz</a:t>
            </a:r>
            <a:endParaRPr dirty="0"/>
          </a:p>
          <a:p>
            <a:pPr marL="914400" lvl="1" indent="-298450" algn="l" rtl="0">
              <a:spcBef>
                <a:spcPts val="0"/>
              </a:spcBef>
              <a:spcAft>
                <a:spcPts val="0"/>
              </a:spcAft>
              <a:buSzPts val="1100"/>
              <a:buChar char="○"/>
            </a:pPr>
            <a:r>
              <a:rPr lang="en" dirty="0"/>
              <a:t>A </a:t>
            </a:r>
            <a:r>
              <a:rPr lang="en" b="1" i="1" dirty="0">
                <a:solidFill>
                  <a:srgbClr val="FF0000"/>
                </a:solidFill>
              </a:rPr>
              <a:t>practicum</a:t>
            </a:r>
            <a:r>
              <a:rPr lang="en" dirty="0">
                <a:solidFill>
                  <a:srgbClr val="FF0000"/>
                </a:solidFill>
              </a:rPr>
              <a:t> </a:t>
            </a:r>
            <a:r>
              <a:rPr lang="en" dirty="0"/>
              <a:t>portion (</a:t>
            </a:r>
            <a:r>
              <a:rPr lang="en" b="1" i="1" dirty="0">
                <a:solidFill>
                  <a:srgbClr val="FF0000"/>
                </a:solidFill>
              </a:rPr>
              <a:t>60%</a:t>
            </a:r>
            <a:r>
              <a:rPr lang="en" dirty="0"/>
              <a:t>) using GitHub Classroom</a:t>
            </a:r>
            <a:endParaRPr dirty="0"/>
          </a:p>
          <a:p>
            <a:pPr marL="457200" lvl="0" indent="-311150" algn="l" rtl="0">
              <a:spcBef>
                <a:spcPts val="0"/>
              </a:spcBef>
              <a:spcAft>
                <a:spcPts val="0"/>
              </a:spcAft>
              <a:buSzPts val="1300"/>
              <a:buChar char="●"/>
            </a:pPr>
            <a:r>
              <a:rPr lang="en" dirty="0"/>
              <a:t>You will have a total of</a:t>
            </a:r>
            <a:r>
              <a:rPr lang="en" dirty="0">
                <a:solidFill>
                  <a:srgbClr val="FF0000"/>
                </a:solidFill>
              </a:rPr>
              <a:t> </a:t>
            </a:r>
            <a:r>
              <a:rPr lang="en" b="1" i="1" dirty="0">
                <a:solidFill>
                  <a:srgbClr val="FF0000"/>
                </a:solidFill>
              </a:rPr>
              <a:t>2.5 hours</a:t>
            </a:r>
            <a:r>
              <a:rPr lang="en" dirty="0"/>
              <a:t> to finish both portions of the exam.</a:t>
            </a:r>
            <a:endParaRPr dirty="0"/>
          </a:p>
          <a:p>
            <a:pPr marL="914400" lvl="1" indent="-298450" algn="l" rtl="0">
              <a:spcBef>
                <a:spcPts val="0"/>
              </a:spcBef>
              <a:spcAft>
                <a:spcPts val="0"/>
              </a:spcAft>
              <a:buSzPts val="1100"/>
              <a:buChar char="○"/>
            </a:pPr>
            <a:r>
              <a:rPr lang="en" dirty="0"/>
              <a:t>You will be </a:t>
            </a:r>
            <a:r>
              <a:rPr lang="en" b="1" i="1" dirty="0">
                <a:solidFill>
                  <a:srgbClr val="FF0000"/>
                </a:solidFill>
              </a:rPr>
              <a:t>required </a:t>
            </a:r>
            <a:r>
              <a:rPr lang="en" dirty="0"/>
              <a:t>to start the written portion within the first 10 minutes of class</a:t>
            </a:r>
            <a:endParaRPr dirty="0"/>
          </a:p>
          <a:p>
            <a:pPr marL="914400" lvl="1" indent="-298450" algn="l" rtl="0">
              <a:spcBef>
                <a:spcPts val="0"/>
              </a:spcBef>
              <a:spcAft>
                <a:spcPts val="0"/>
              </a:spcAft>
              <a:buSzPts val="1100"/>
              <a:buChar char="○"/>
            </a:pPr>
            <a:r>
              <a:rPr lang="en" dirty="0"/>
              <a:t>Once you begin, you will be able to spend your time as you see fit</a:t>
            </a:r>
            <a:endParaRPr dirty="0"/>
          </a:p>
          <a:p>
            <a:pPr marL="914400" lvl="1" indent="-298450" algn="l" rtl="0">
              <a:spcBef>
                <a:spcPts val="0"/>
              </a:spcBef>
              <a:spcAft>
                <a:spcPts val="0"/>
              </a:spcAft>
              <a:buSzPts val="1100"/>
              <a:buChar char="○"/>
            </a:pPr>
            <a:r>
              <a:rPr lang="en" dirty="0"/>
              <a:t>It is </a:t>
            </a:r>
            <a:r>
              <a:rPr lang="en" b="1" i="1" dirty="0">
                <a:solidFill>
                  <a:srgbClr val="FF0000"/>
                </a:solidFill>
              </a:rPr>
              <a:t>strongly recommended</a:t>
            </a:r>
            <a:r>
              <a:rPr lang="en" dirty="0"/>
              <a:t> that you do the written portion first as it is easy to lose time during the practicum portion</a:t>
            </a:r>
            <a:endParaRPr dirty="0"/>
          </a:p>
          <a:p>
            <a:pPr marL="457200" lvl="0" indent="-311150" algn="l" rtl="0">
              <a:spcBef>
                <a:spcPts val="0"/>
              </a:spcBef>
              <a:spcAft>
                <a:spcPts val="0"/>
              </a:spcAft>
              <a:buSzPts val="1300"/>
              <a:buChar char="●"/>
            </a:pPr>
            <a:r>
              <a:rPr lang="en" dirty="0"/>
              <a:t>The exam will be </a:t>
            </a:r>
            <a:r>
              <a:rPr lang="en" b="1" i="1" dirty="0">
                <a:solidFill>
                  <a:srgbClr val="FF0000"/>
                </a:solidFill>
              </a:rPr>
              <a:t>comprehensive</a:t>
            </a:r>
            <a:r>
              <a:rPr lang="en" dirty="0"/>
              <a:t>, but there is likely to be more emphasis on recent material</a:t>
            </a:r>
            <a:endParaRPr dirty="0"/>
          </a:p>
          <a:p>
            <a:pPr marL="457200" lvl="0" indent="-311150" algn="l" rtl="0">
              <a:spcBef>
                <a:spcPts val="0"/>
              </a:spcBef>
              <a:spcAft>
                <a:spcPts val="0"/>
              </a:spcAft>
              <a:buSzPts val="1300"/>
              <a:buChar char="●"/>
            </a:pPr>
            <a:r>
              <a:rPr lang="en" dirty="0"/>
              <a:t>Neither part of the exam is written yet</a:t>
            </a:r>
            <a:endParaRPr dirty="0"/>
          </a:p>
          <a:p>
            <a:pPr marL="914400" lvl="1" indent="-298450" algn="l" rtl="0">
              <a:spcBef>
                <a:spcPts val="0"/>
              </a:spcBef>
              <a:spcAft>
                <a:spcPts val="0"/>
              </a:spcAft>
              <a:buSzPts val="1100"/>
              <a:buChar char="○"/>
            </a:pPr>
            <a:r>
              <a:rPr lang="en" dirty="0"/>
              <a:t>We do not yet know how many questions, what type of questions, etc.</a:t>
            </a:r>
            <a:endParaRPr dirty="0">
              <a:solidFill>
                <a:srgbClr val="FF0000"/>
              </a:solidFill>
            </a:endParaRPr>
          </a:p>
          <a:p>
            <a:pPr marL="457200" lvl="0" indent="-311150" algn="l" rtl="0">
              <a:spcBef>
                <a:spcPts val="0"/>
              </a:spcBef>
              <a:spcAft>
                <a:spcPts val="0"/>
              </a:spcAft>
              <a:buSzPts val="1300"/>
              <a:buChar char="●"/>
            </a:pPr>
            <a:r>
              <a:rPr lang="en" dirty="0"/>
              <a:t>Your instructor will discuss any section specifics with you before the exam</a:t>
            </a:r>
            <a:endParaRPr dirty="0"/>
          </a:p>
        </p:txBody>
      </p:sp>
      <p:sp>
        <p:nvSpPr>
          <p:cNvPr id="517" name="Google Shape;517;p78"/>
          <p:cNvSpPr txBox="1">
            <a:spLocks noGrp="1"/>
          </p:cNvSpPr>
          <p:nvPr>
            <p:ph type="body" idx="3"/>
          </p:nvPr>
        </p:nvSpPr>
        <p:spPr>
          <a:xfrm>
            <a:off x="315425" y="3480050"/>
            <a:ext cx="3706500" cy="3693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latin typeface="Roboto"/>
                <a:ea typeface="Roboto"/>
                <a:cs typeface="Roboto"/>
                <a:sym typeface="Roboto"/>
              </a:rPr>
              <a:t>The final exam is per SIS calendar for your section. </a:t>
            </a:r>
            <a:endParaRPr>
              <a:latin typeface="Roboto"/>
              <a:ea typeface="Roboto"/>
              <a:cs typeface="Roboto"/>
              <a:sym typeface="Roboto"/>
            </a:endParaRPr>
          </a:p>
        </p:txBody>
      </p:sp>
      <p:pic>
        <p:nvPicPr>
          <p:cNvPr id="518" name="Google Shape;518;p78"/>
          <p:cNvPicPr preferRelativeResize="0"/>
          <p:nvPr/>
        </p:nvPicPr>
        <p:blipFill>
          <a:blip r:embed="rId3">
            <a:alphaModFix/>
          </a:blip>
          <a:stretch>
            <a:fillRect/>
          </a:stretch>
        </p:blipFill>
        <p:spPr>
          <a:xfrm>
            <a:off x="315425" y="856634"/>
            <a:ext cx="3706500" cy="2471016"/>
          </a:xfrm>
          <a:prstGeom prst="rect">
            <a:avLst/>
          </a:prstGeom>
          <a:noFill/>
          <a:ln w="19050" cap="flat" cmpd="sng">
            <a:solidFill>
              <a:schemeClr val="dk2"/>
            </a:solidFill>
            <a:prstDash val="solid"/>
            <a:round/>
            <a:headEnd type="none" w="sm" len="sm"/>
            <a:tailEnd type="none" w="sm" len="sm"/>
          </a:ln>
        </p:spPr>
      </p:pic>
      <p:sp>
        <p:nvSpPr>
          <p:cNvPr id="519" name="Google Shape;519;p78"/>
          <p:cNvSpPr txBox="1">
            <a:spLocks noGrp="1"/>
          </p:cNvSpPr>
          <p:nvPr>
            <p:ph type="body" idx="3"/>
          </p:nvPr>
        </p:nvSpPr>
        <p:spPr>
          <a:xfrm>
            <a:off x="315425" y="4165850"/>
            <a:ext cx="3706500" cy="738900"/>
          </a:xfrm>
          <a:prstGeom prst="rect">
            <a:avLst/>
          </a:prstGeom>
        </p:spPr>
        <p:txBody>
          <a:bodyPr spcFirstLastPara="1" wrap="square" lIns="91425" tIns="91425" rIns="91425" bIns="91425" anchor="ctr" anchorCtr="0">
            <a:spAutoFit/>
          </a:bodyPr>
          <a:lstStyle/>
          <a:p>
            <a:pPr marL="0" lvl="0" indent="0" algn="l" rtl="0">
              <a:lnSpc>
                <a:spcPct val="100000"/>
              </a:lnSpc>
              <a:spcBef>
                <a:spcPts val="0"/>
              </a:spcBef>
              <a:spcAft>
                <a:spcPts val="0"/>
              </a:spcAft>
              <a:buNone/>
            </a:pPr>
            <a:r>
              <a:rPr lang="en" sz="1200">
                <a:latin typeface="Roboto"/>
                <a:ea typeface="Roboto"/>
                <a:cs typeface="Roboto"/>
                <a:sym typeface="Roboto"/>
              </a:rPr>
              <a:t>If you have been afforded and plan to use extended time accommodations, it is </a:t>
            </a:r>
            <a:r>
              <a:rPr lang="en" sz="1200" b="1" i="1">
                <a:solidFill>
                  <a:srgbClr val="E03C31"/>
                </a:solidFill>
                <a:latin typeface="Roboto"/>
                <a:ea typeface="Roboto"/>
                <a:cs typeface="Roboto"/>
                <a:sym typeface="Roboto"/>
              </a:rPr>
              <a:t>your responsibility</a:t>
            </a:r>
            <a:r>
              <a:rPr lang="en" sz="1200">
                <a:solidFill>
                  <a:srgbClr val="E03C31"/>
                </a:solidFill>
                <a:latin typeface="Roboto"/>
                <a:ea typeface="Roboto"/>
                <a:cs typeface="Roboto"/>
                <a:sym typeface="Roboto"/>
              </a:rPr>
              <a:t> </a:t>
            </a:r>
            <a:r>
              <a:rPr lang="en" sz="1200">
                <a:latin typeface="Roboto"/>
                <a:ea typeface="Roboto"/>
                <a:cs typeface="Roboto"/>
                <a:sym typeface="Roboto"/>
              </a:rPr>
              <a:t>to notify your instructor </a:t>
            </a:r>
            <a:r>
              <a:rPr lang="en" sz="1200" b="1" i="1">
                <a:solidFill>
                  <a:srgbClr val="E03C31"/>
                </a:solidFill>
                <a:latin typeface="Roboto"/>
                <a:ea typeface="Roboto"/>
                <a:cs typeface="Roboto"/>
                <a:sym typeface="Roboto"/>
              </a:rPr>
              <a:t>before</a:t>
            </a:r>
            <a:r>
              <a:rPr lang="en" sz="1200">
                <a:solidFill>
                  <a:srgbClr val="E03C31"/>
                </a:solidFill>
                <a:latin typeface="Roboto"/>
                <a:ea typeface="Roboto"/>
                <a:cs typeface="Roboto"/>
                <a:sym typeface="Roboto"/>
              </a:rPr>
              <a:t> </a:t>
            </a:r>
            <a:r>
              <a:rPr lang="en" sz="1200">
                <a:latin typeface="Roboto"/>
                <a:ea typeface="Roboto"/>
                <a:cs typeface="Roboto"/>
                <a:sym typeface="Roboto"/>
              </a:rPr>
              <a:t>the exam date.</a:t>
            </a: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6">
                                            <p:txEl>
                                              <p:pRg st="0" end="0"/>
                                            </p:txEl>
                                          </p:spTgt>
                                        </p:tgtEl>
                                        <p:attrNameLst>
                                          <p:attrName>style.visibility</p:attrName>
                                        </p:attrNameLst>
                                      </p:cBhvr>
                                      <p:to>
                                        <p:strVal val="visible"/>
                                      </p:to>
                                    </p:set>
                                    <p:animEffect transition="in" filter="fade">
                                      <p:cBhvr>
                                        <p:cTn id="7" dur="1000"/>
                                        <p:tgtEl>
                                          <p:spTgt spid="5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6">
                                            <p:txEl>
                                              <p:pRg st="1" end="1"/>
                                            </p:txEl>
                                          </p:spTgt>
                                        </p:tgtEl>
                                        <p:attrNameLst>
                                          <p:attrName>style.visibility</p:attrName>
                                        </p:attrNameLst>
                                      </p:cBhvr>
                                      <p:to>
                                        <p:strVal val="visible"/>
                                      </p:to>
                                    </p:set>
                                    <p:animEffect transition="in" filter="fade">
                                      <p:cBhvr>
                                        <p:cTn id="12" dur="1000"/>
                                        <p:tgtEl>
                                          <p:spTgt spid="5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6">
                                            <p:txEl>
                                              <p:pRg st="2" end="2"/>
                                            </p:txEl>
                                          </p:spTgt>
                                        </p:tgtEl>
                                        <p:attrNameLst>
                                          <p:attrName>style.visibility</p:attrName>
                                        </p:attrNameLst>
                                      </p:cBhvr>
                                      <p:to>
                                        <p:strVal val="visible"/>
                                      </p:to>
                                    </p:set>
                                    <p:animEffect transition="in" filter="fade">
                                      <p:cBhvr>
                                        <p:cTn id="17" dur="1000"/>
                                        <p:tgtEl>
                                          <p:spTgt spid="5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6">
                                            <p:txEl>
                                              <p:pRg st="3" end="3"/>
                                            </p:txEl>
                                          </p:spTgt>
                                        </p:tgtEl>
                                        <p:attrNameLst>
                                          <p:attrName>style.visibility</p:attrName>
                                        </p:attrNameLst>
                                      </p:cBhvr>
                                      <p:to>
                                        <p:strVal val="visible"/>
                                      </p:to>
                                    </p:set>
                                    <p:animEffect transition="in" filter="fade">
                                      <p:cBhvr>
                                        <p:cTn id="22" dur="1000"/>
                                        <p:tgtEl>
                                          <p:spTgt spid="51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16">
                                            <p:txEl>
                                              <p:pRg st="4" end="4"/>
                                            </p:txEl>
                                          </p:spTgt>
                                        </p:tgtEl>
                                        <p:attrNameLst>
                                          <p:attrName>style.visibility</p:attrName>
                                        </p:attrNameLst>
                                      </p:cBhvr>
                                      <p:to>
                                        <p:strVal val="visible"/>
                                      </p:to>
                                    </p:set>
                                    <p:animEffect transition="in" filter="fade">
                                      <p:cBhvr>
                                        <p:cTn id="27" dur="1000"/>
                                        <p:tgtEl>
                                          <p:spTgt spid="51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16">
                                            <p:txEl>
                                              <p:pRg st="5" end="5"/>
                                            </p:txEl>
                                          </p:spTgt>
                                        </p:tgtEl>
                                        <p:attrNameLst>
                                          <p:attrName>style.visibility</p:attrName>
                                        </p:attrNameLst>
                                      </p:cBhvr>
                                      <p:to>
                                        <p:strVal val="visible"/>
                                      </p:to>
                                    </p:set>
                                    <p:animEffect transition="in" filter="fade">
                                      <p:cBhvr>
                                        <p:cTn id="32" dur="1000"/>
                                        <p:tgtEl>
                                          <p:spTgt spid="51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16">
                                            <p:txEl>
                                              <p:pRg st="6" end="6"/>
                                            </p:txEl>
                                          </p:spTgt>
                                        </p:tgtEl>
                                        <p:attrNameLst>
                                          <p:attrName>style.visibility</p:attrName>
                                        </p:attrNameLst>
                                      </p:cBhvr>
                                      <p:to>
                                        <p:strVal val="visible"/>
                                      </p:to>
                                    </p:set>
                                    <p:animEffect transition="in" filter="fade">
                                      <p:cBhvr>
                                        <p:cTn id="37" dur="1000"/>
                                        <p:tgtEl>
                                          <p:spTgt spid="51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16">
                                            <p:txEl>
                                              <p:pRg st="7" end="7"/>
                                            </p:txEl>
                                          </p:spTgt>
                                        </p:tgtEl>
                                        <p:attrNameLst>
                                          <p:attrName>style.visibility</p:attrName>
                                        </p:attrNameLst>
                                      </p:cBhvr>
                                      <p:to>
                                        <p:strVal val="visible"/>
                                      </p:to>
                                    </p:set>
                                    <p:animEffect transition="in" filter="fade">
                                      <p:cBhvr>
                                        <p:cTn id="42" dur="1000"/>
                                        <p:tgtEl>
                                          <p:spTgt spid="51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16">
                                            <p:txEl>
                                              <p:pRg st="8" end="8"/>
                                            </p:txEl>
                                          </p:spTgt>
                                        </p:tgtEl>
                                        <p:attrNameLst>
                                          <p:attrName>style.visibility</p:attrName>
                                        </p:attrNameLst>
                                      </p:cBhvr>
                                      <p:to>
                                        <p:strVal val="visible"/>
                                      </p:to>
                                    </p:set>
                                    <p:animEffect transition="in" filter="fade">
                                      <p:cBhvr>
                                        <p:cTn id="47" dur="1000"/>
                                        <p:tgtEl>
                                          <p:spTgt spid="51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16">
                                            <p:txEl>
                                              <p:pRg st="9" end="9"/>
                                            </p:txEl>
                                          </p:spTgt>
                                        </p:tgtEl>
                                        <p:attrNameLst>
                                          <p:attrName>style.visibility</p:attrName>
                                        </p:attrNameLst>
                                      </p:cBhvr>
                                      <p:to>
                                        <p:strVal val="visible"/>
                                      </p:to>
                                    </p:set>
                                    <p:animEffect transition="in" filter="fade">
                                      <p:cBhvr>
                                        <p:cTn id="52" dur="1000"/>
                                        <p:tgtEl>
                                          <p:spTgt spid="51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16">
                                            <p:txEl>
                                              <p:pRg st="10" end="10"/>
                                            </p:txEl>
                                          </p:spTgt>
                                        </p:tgtEl>
                                        <p:attrNameLst>
                                          <p:attrName>style.visibility</p:attrName>
                                        </p:attrNameLst>
                                      </p:cBhvr>
                                      <p:to>
                                        <p:strVal val="visible"/>
                                      </p:to>
                                    </p:set>
                                    <p:animEffect transition="in" filter="fade">
                                      <p:cBhvr>
                                        <p:cTn id="57" dur="1000"/>
                                        <p:tgtEl>
                                          <p:spTgt spid="516">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19"/>
                                        </p:tgtEl>
                                        <p:attrNameLst>
                                          <p:attrName>style.visibility</p:attrName>
                                        </p:attrNameLst>
                                      </p:cBhvr>
                                      <p:to>
                                        <p:strVal val="visible"/>
                                      </p:to>
                                    </p:set>
                                    <p:animEffect transition="in" filter="fade">
                                      <p:cBhvr>
                                        <p:cTn id="62" dur="1000"/>
                                        <p:tgtEl>
                                          <p:spTgt spid="5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79"/>
          <p:cNvSpPr txBox="1">
            <a:spLocks noGrp="1"/>
          </p:cNvSpPr>
          <p:nvPr>
            <p:ph type="title"/>
          </p:nvPr>
        </p:nvSpPr>
        <p:spPr>
          <a:xfrm>
            <a:off x="1436850" y="100"/>
            <a:ext cx="7642500" cy="6618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sz="3100"/>
              <a:t>Final Exam Conflicts</a:t>
            </a:r>
            <a:endParaRPr/>
          </a:p>
        </p:txBody>
      </p:sp>
      <p:sp>
        <p:nvSpPr>
          <p:cNvPr id="525" name="Google Shape;525;p79"/>
          <p:cNvSpPr txBox="1">
            <a:spLocks noGrp="1"/>
          </p:cNvSpPr>
          <p:nvPr>
            <p:ph type="body" idx="1"/>
          </p:nvPr>
        </p:nvSpPr>
        <p:spPr>
          <a:xfrm>
            <a:off x="65250" y="655425"/>
            <a:ext cx="8955900" cy="714300"/>
          </a:xfrm>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If you have a final exam conflict, you will need to schedule a make up exam at a different time during finals week. Check your final exam schedule now!</a:t>
            </a:r>
            <a:endParaRPr/>
          </a:p>
        </p:txBody>
      </p:sp>
      <p:sp>
        <p:nvSpPr>
          <p:cNvPr id="526" name="Google Shape;526;p7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4</a:t>
            </a:fld>
            <a:endParaRPr/>
          </a:p>
        </p:txBody>
      </p:sp>
      <p:sp>
        <p:nvSpPr>
          <p:cNvPr id="527" name="Google Shape;527;p79"/>
          <p:cNvSpPr txBox="1">
            <a:spLocks noGrp="1"/>
          </p:cNvSpPr>
          <p:nvPr>
            <p:ph type="body" idx="2"/>
          </p:nvPr>
        </p:nvSpPr>
        <p:spPr>
          <a:xfrm>
            <a:off x="2983575" y="1445925"/>
            <a:ext cx="5856600" cy="2876100"/>
          </a:xfrm>
          <a:prstGeom prst="rect">
            <a:avLst/>
          </a:prstGeom>
        </p:spPr>
        <p:txBody>
          <a:bodyPr spcFirstLastPara="1" wrap="square" lIns="91425" tIns="91425" rIns="91425" bIns="91425" anchor="t" anchorCtr="0">
            <a:spAutoFit/>
          </a:bodyPr>
          <a:lstStyle/>
          <a:p>
            <a:pPr marL="457200" lvl="0" indent="-336550" algn="l" rtl="0">
              <a:spcBef>
                <a:spcPts val="0"/>
              </a:spcBef>
              <a:spcAft>
                <a:spcPts val="0"/>
              </a:spcAft>
              <a:buSzPts val="1700"/>
              <a:buChar char="●"/>
            </a:pPr>
            <a:r>
              <a:rPr lang="en" sz="1700"/>
              <a:t>A </a:t>
            </a:r>
            <a:r>
              <a:rPr lang="en" sz="1700" b="1" i="1" u="sng">
                <a:solidFill>
                  <a:srgbClr val="FF0000"/>
                </a:solidFill>
              </a:rPr>
              <a:t>Final Exam Conflict</a:t>
            </a:r>
            <a:r>
              <a:rPr lang="en" sz="1700"/>
              <a:t> is one of the following:</a:t>
            </a:r>
            <a:endParaRPr sz="1700"/>
          </a:p>
          <a:p>
            <a:pPr marL="914400" lvl="1" indent="-323850" algn="l" rtl="0">
              <a:spcBef>
                <a:spcPts val="0"/>
              </a:spcBef>
              <a:spcAft>
                <a:spcPts val="0"/>
              </a:spcAft>
              <a:buSzPts val="1500"/>
              <a:buChar char="○"/>
            </a:pPr>
            <a:r>
              <a:rPr lang="en" sz="1500"/>
              <a:t>Two exams at the same time.</a:t>
            </a:r>
            <a:endParaRPr sz="1500"/>
          </a:p>
          <a:p>
            <a:pPr marL="914400" lvl="1" indent="-323850" algn="l" rtl="0">
              <a:spcBef>
                <a:spcPts val="0"/>
              </a:spcBef>
              <a:spcAft>
                <a:spcPts val="0"/>
              </a:spcAft>
              <a:buSzPts val="1500"/>
              <a:buChar char="○"/>
            </a:pPr>
            <a:r>
              <a:rPr lang="en" sz="1500"/>
              <a:t>Three or more exams on the same day.</a:t>
            </a:r>
            <a:endParaRPr sz="1500"/>
          </a:p>
          <a:p>
            <a:pPr marL="457200" lvl="0" indent="-336550" algn="l" rtl="0">
              <a:spcBef>
                <a:spcPts val="0"/>
              </a:spcBef>
              <a:spcAft>
                <a:spcPts val="0"/>
              </a:spcAft>
              <a:buSzPts val="1700"/>
              <a:buChar char="●"/>
            </a:pPr>
            <a:r>
              <a:rPr lang="en" sz="1700"/>
              <a:t>Log into </a:t>
            </a:r>
            <a:r>
              <a:rPr lang="en" sz="1700" b="1" i="1">
                <a:solidFill>
                  <a:srgbClr val="FF0000"/>
                </a:solidFill>
              </a:rPr>
              <a:t>SIS</a:t>
            </a:r>
            <a:r>
              <a:rPr lang="en" sz="1700"/>
              <a:t> and check your final exam schedule.</a:t>
            </a:r>
            <a:endParaRPr sz="1700"/>
          </a:p>
          <a:p>
            <a:pPr marL="914400" lvl="1" indent="-323850" algn="l" rtl="0">
              <a:spcBef>
                <a:spcPts val="0"/>
              </a:spcBef>
              <a:spcAft>
                <a:spcPts val="0"/>
              </a:spcAft>
              <a:buSzPts val="1500"/>
              <a:buChar char="○"/>
            </a:pPr>
            <a:r>
              <a:rPr lang="en" sz="1500"/>
              <a:t>Do you have another exam at the same time as your GCIS-124 final?</a:t>
            </a:r>
            <a:endParaRPr sz="1500"/>
          </a:p>
          <a:p>
            <a:pPr marL="914400" lvl="1" indent="-323850" algn="l" rtl="0">
              <a:spcBef>
                <a:spcPts val="0"/>
              </a:spcBef>
              <a:spcAft>
                <a:spcPts val="0"/>
              </a:spcAft>
              <a:buSzPts val="1500"/>
              <a:buChar char="○"/>
            </a:pPr>
            <a:r>
              <a:rPr lang="en" sz="1500"/>
              <a:t>Do you have three or more exams on the same day as your GCIS-124 final?</a:t>
            </a:r>
            <a:endParaRPr sz="1500"/>
          </a:p>
          <a:p>
            <a:pPr marL="914400" lvl="1" indent="-323850" algn="l" rtl="0">
              <a:spcBef>
                <a:spcPts val="0"/>
              </a:spcBef>
              <a:spcAft>
                <a:spcPts val="0"/>
              </a:spcAft>
              <a:buSzPts val="1500"/>
              <a:buChar char="○"/>
            </a:pPr>
            <a:r>
              <a:rPr lang="en" sz="1500"/>
              <a:t>If so, send an email with a screenshot of your final exam schedule to your instructor </a:t>
            </a:r>
            <a:r>
              <a:rPr lang="en" sz="1500" b="1" i="1" u="sng">
                <a:solidFill>
                  <a:srgbClr val="FF0000"/>
                </a:solidFill>
              </a:rPr>
              <a:t>right away</a:t>
            </a:r>
            <a:r>
              <a:rPr lang="en" sz="1500"/>
              <a:t>.</a:t>
            </a:r>
            <a:endParaRPr sz="1500"/>
          </a:p>
        </p:txBody>
      </p:sp>
      <p:sp>
        <p:nvSpPr>
          <p:cNvPr id="528" name="Google Shape;528;p79"/>
          <p:cNvSpPr txBox="1">
            <a:spLocks noGrp="1"/>
          </p:cNvSpPr>
          <p:nvPr>
            <p:ph type="title" idx="3"/>
          </p:nvPr>
        </p:nvSpPr>
        <p:spPr>
          <a:xfrm>
            <a:off x="65250" y="100"/>
            <a:ext cx="1253700" cy="6465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r>
              <a:rPr lang="en"/>
              <a:t>13.0</a:t>
            </a:r>
            <a:endParaRPr/>
          </a:p>
        </p:txBody>
      </p:sp>
      <p:sp>
        <p:nvSpPr>
          <p:cNvPr id="529" name="Google Shape;529;p79"/>
          <p:cNvSpPr txBox="1"/>
          <p:nvPr/>
        </p:nvSpPr>
        <p:spPr>
          <a:xfrm>
            <a:off x="267700" y="4322025"/>
            <a:ext cx="2788800" cy="692700"/>
          </a:xfrm>
          <a:prstGeom prst="rect">
            <a:avLst/>
          </a:prstGeom>
          <a:solidFill>
            <a:srgbClr val="FFF2CC"/>
          </a:solidFill>
          <a:ln w="19050"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212121"/>
                </a:solidFill>
              </a:rPr>
              <a:t>Travel plans </a:t>
            </a:r>
            <a:r>
              <a:rPr lang="en" sz="1100" i="1">
                <a:solidFill>
                  <a:srgbClr val="212121"/>
                </a:solidFill>
              </a:rPr>
              <a:t>do not</a:t>
            </a:r>
            <a:r>
              <a:rPr lang="en" sz="1100">
                <a:solidFill>
                  <a:srgbClr val="212121"/>
                </a:solidFill>
              </a:rPr>
              <a:t> constitute a final exam conflict. </a:t>
            </a:r>
            <a:r>
              <a:rPr lang="en" sz="1100" b="1" i="1" u="sng">
                <a:solidFill>
                  <a:srgbClr val="FF0000"/>
                </a:solidFill>
              </a:rPr>
              <a:t>Do not</a:t>
            </a:r>
            <a:r>
              <a:rPr lang="en" sz="1100">
                <a:solidFill>
                  <a:srgbClr val="212121"/>
                </a:solidFill>
              </a:rPr>
              <a:t> make travel plans during your finals!</a:t>
            </a:r>
            <a:endParaRPr sz="1100">
              <a:solidFill>
                <a:srgbClr val="212121"/>
              </a:solidFill>
            </a:endParaRPr>
          </a:p>
        </p:txBody>
      </p:sp>
      <p:pic>
        <p:nvPicPr>
          <p:cNvPr id="530" name="Google Shape;530;p79"/>
          <p:cNvPicPr preferRelativeResize="0"/>
          <p:nvPr/>
        </p:nvPicPr>
        <p:blipFill>
          <a:blip r:embed="rId3">
            <a:alphaModFix/>
          </a:blip>
          <a:stretch>
            <a:fillRect/>
          </a:stretch>
        </p:blipFill>
        <p:spPr>
          <a:xfrm>
            <a:off x="765329" y="1439451"/>
            <a:ext cx="1711649" cy="2778673"/>
          </a:xfrm>
          <a:prstGeom prst="rect">
            <a:avLst/>
          </a:prstGeom>
          <a:noFill/>
          <a:ln w="19050" cap="flat" cmpd="sng">
            <a:solidFill>
              <a:srgbClr val="666666"/>
            </a:solidFill>
            <a:prstDash val="solid"/>
            <a:round/>
            <a:headEnd type="none" w="sm" len="sm"/>
            <a:tailEnd type="none" w="sm" len="sm"/>
          </a:ln>
        </p:spPr>
      </p:pic>
      <p:sp>
        <p:nvSpPr>
          <p:cNvPr id="531" name="Google Shape;531;p79"/>
          <p:cNvSpPr/>
          <p:nvPr/>
        </p:nvSpPr>
        <p:spPr>
          <a:xfrm>
            <a:off x="746200" y="3981336"/>
            <a:ext cx="1749900" cy="244200"/>
          </a:xfrm>
          <a:prstGeom prst="roundRect">
            <a:avLst>
              <a:gd name="adj" fmla="val 16667"/>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2F8B"/>
        </a:solidFill>
        <a:effectLst/>
      </p:bgPr>
    </p:bg>
    <p:spTree>
      <p:nvGrpSpPr>
        <p:cNvPr id="1" name="Shape 535"/>
        <p:cNvGrpSpPr/>
        <p:nvPr/>
      </p:nvGrpSpPr>
      <p:grpSpPr>
        <a:xfrm>
          <a:off x="0" y="0"/>
          <a:ext cx="0" cy="0"/>
          <a:chOff x="0" y="0"/>
          <a:chExt cx="0" cy="0"/>
        </a:xfrm>
      </p:grpSpPr>
      <p:pic>
        <p:nvPicPr>
          <p:cNvPr id="536" name="Google Shape;536;p80"/>
          <p:cNvPicPr preferRelativeResize="0"/>
          <p:nvPr/>
        </p:nvPicPr>
        <p:blipFill rotWithShape="1">
          <a:blip r:embed="rId3">
            <a:alphaModFix/>
          </a:blip>
          <a:srcRect/>
          <a:stretch/>
        </p:blipFill>
        <p:spPr>
          <a:xfrm>
            <a:off x="2210400" y="152400"/>
            <a:ext cx="4838700"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graphicFrame>
        <p:nvGraphicFramePr>
          <p:cNvPr id="541" name="Google Shape;541;p81"/>
          <p:cNvGraphicFramePr/>
          <p:nvPr/>
        </p:nvGraphicFramePr>
        <p:xfrm>
          <a:off x="204500" y="118636"/>
          <a:ext cx="8781250" cy="4918195"/>
        </p:xfrm>
        <a:graphic>
          <a:graphicData uri="http://schemas.openxmlformats.org/drawingml/2006/table">
            <a:tbl>
              <a:tblPr>
                <a:noFill/>
                <a:tableStyleId>{B317DAE7-6F48-4459-89BA-82DB4F46E07A}</a:tableStyleId>
              </a:tblPr>
              <a:tblGrid>
                <a:gridCol w="1756250">
                  <a:extLst>
                    <a:ext uri="{9D8B030D-6E8A-4147-A177-3AD203B41FA5}">
                      <a16:colId xmlns:a16="http://schemas.microsoft.com/office/drawing/2014/main" val="20000"/>
                    </a:ext>
                  </a:extLst>
                </a:gridCol>
                <a:gridCol w="1756250">
                  <a:extLst>
                    <a:ext uri="{9D8B030D-6E8A-4147-A177-3AD203B41FA5}">
                      <a16:colId xmlns:a16="http://schemas.microsoft.com/office/drawing/2014/main" val="20001"/>
                    </a:ext>
                  </a:extLst>
                </a:gridCol>
                <a:gridCol w="1756250">
                  <a:extLst>
                    <a:ext uri="{9D8B030D-6E8A-4147-A177-3AD203B41FA5}">
                      <a16:colId xmlns:a16="http://schemas.microsoft.com/office/drawing/2014/main" val="20002"/>
                    </a:ext>
                  </a:extLst>
                </a:gridCol>
                <a:gridCol w="1756250">
                  <a:extLst>
                    <a:ext uri="{9D8B030D-6E8A-4147-A177-3AD203B41FA5}">
                      <a16:colId xmlns:a16="http://schemas.microsoft.com/office/drawing/2014/main" val="20003"/>
                    </a:ext>
                  </a:extLst>
                </a:gridCol>
                <a:gridCol w="1756250">
                  <a:extLst>
                    <a:ext uri="{9D8B030D-6E8A-4147-A177-3AD203B41FA5}">
                      <a16:colId xmlns:a16="http://schemas.microsoft.com/office/drawing/2014/main" val="20004"/>
                    </a:ext>
                  </a:extLst>
                </a:gridCol>
              </a:tblGrid>
              <a:tr h="594575">
                <a:tc>
                  <a:txBody>
                    <a:bodyPr/>
                    <a:lstStyle/>
                    <a:p>
                      <a:pPr marL="0" lvl="0" indent="0" algn="ctr" rtl="0">
                        <a:spcBef>
                          <a:spcPts val="0"/>
                        </a:spcBef>
                        <a:spcAft>
                          <a:spcPts val="0"/>
                        </a:spcAft>
                        <a:buClr>
                          <a:schemeClr val="lt1"/>
                        </a:buClr>
                        <a:buSzPts val="1100"/>
                        <a:buFont typeface="Arial"/>
                        <a:buNone/>
                      </a:pPr>
                      <a:r>
                        <a:rPr lang="en" b="1">
                          <a:solidFill>
                            <a:schemeClr val="accent1"/>
                          </a:solidFill>
                        </a:rPr>
                        <a:t>Threads</a:t>
                      </a:r>
                      <a:endParaRPr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chemeClr val="accent1"/>
                          </a:solidFill>
                        </a:rPr>
                        <a:t>Graphs</a:t>
                      </a:r>
                      <a:endParaRPr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chemeClr val="accent1"/>
                          </a:solidFill>
                        </a:rPr>
                        <a:t>Greedy Algorithms</a:t>
                      </a:r>
                      <a:endParaRPr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chemeClr val="accent1"/>
                          </a:solidFill>
                        </a:rPr>
                        <a:t>Backtracking</a:t>
                      </a:r>
                      <a:endParaRPr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chemeClr val="accent1"/>
                          </a:solidFill>
                        </a:rPr>
                        <a:t>Potpourri</a:t>
                      </a:r>
                      <a:endParaRPr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861725">
                <a:tc>
                  <a:txBody>
                    <a:bodyPr/>
                    <a:lstStyle/>
                    <a:p>
                      <a:pPr marL="0" lvl="0" indent="0" algn="ctr" rtl="0">
                        <a:spcBef>
                          <a:spcPts val="0"/>
                        </a:spcBef>
                        <a:spcAft>
                          <a:spcPts val="0"/>
                        </a:spcAft>
                        <a:buNone/>
                      </a:pPr>
                      <a:r>
                        <a:rPr lang="en" sz="4000" b="1">
                          <a:solidFill>
                            <a:schemeClr val="accent1"/>
                          </a:solidFill>
                          <a:uFill>
                            <a:noFill/>
                          </a:uFill>
                          <a:hlinkClick r:id="rId3" action="ppaction://hlinksldjump">
                            <a:extLst>
                              <a:ext uri="{A12FA001-AC4F-418D-AE19-62706E023703}">
                                <ahyp:hlinkClr xmlns:ahyp="http://schemas.microsoft.com/office/drawing/2018/hyperlinkcolor" val="tx"/>
                              </a:ext>
                            </a:extLst>
                          </a:hlinkClick>
                        </a:rPr>
                        <a:t>100</a:t>
                      </a:r>
                      <a:endParaRPr sz="4000"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4" action="ppaction://hlinksldjump">
                            <a:extLst>
                              <a:ext uri="{A12FA001-AC4F-418D-AE19-62706E023703}">
                                <ahyp:hlinkClr xmlns:ahyp="http://schemas.microsoft.com/office/drawing/2018/hyperlinkcolor" val="tx"/>
                              </a:ext>
                            </a:extLst>
                          </a:hlinkClick>
                        </a:rPr>
                        <a:t>100</a:t>
                      </a:r>
                      <a:endParaRPr sz="4000"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5" action="ppaction://hlinksldjump">
                            <a:extLst>
                              <a:ext uri="{A12FA001-AC4F-418D-AE19-62706E023703}">
                                <ahyp:hlinkClr xmlns:ahyp="http://schemas.microsoft.com/office/drawing/2018/hyperlinkcolor" val="tx"/>
                              </a:ext>
                            </a:extLst>
                          </a:hlinkClick>
                        </a:rPr>
                        <a:t>100</a:t>
                      </a:r>
                      <a:endParaRPr sz="4000"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6" action="ppaction://hlinksldjump">
                            <a:extLst>
                              <a:ext uri="{A12FA001-AC4F-418D-AE19-62706E023703}">
                                <ahyp:hlinkClr xmlns:ahyp="http://schemas.microsoft.com/office/drawing/2018/hyperlinkcolor" val="tx"/>
                              </a:ext>
                            </a:extLst>
                          </a:hlinkClick>
                        </a:rPr>
                        <a:t>100</a:t>
                      </a:r>
                      <a:endParaRPr sz="4000"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7" action="ppaction://hlinksldjump">
                            <a:extLst>
                              <a:ext uri="{A12FA001-AC4F-418D-AE19-62706E023703}">
                                <ahyp:hlinkClr xmlns:ahyp="http://schemas.microsoft.com/office/drawing/2018/hyperlinkcolor" val="tx"/>
                              </a:ext>
                            </a:extLst>
                          </a:hlinkClick>
                        </a:rPr>
                        <a:t>100</a:t>
                      </a:r>
                      <a:endParaRPr sz="4000"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861725">
                <a:tc>
                  <a:txBody>
                    <a:bodyPr/>
                    <a:lstStyle/>
                    <a:p>
                      <a:pPr marL="0" lvl="0" indent="0" algn="ctr" rtl="0">
                        <a:spcBef>
                          <a:spcPts val="0"/>
                        </a:spcBef>
                        <a:spcAft>
                          <a:spcPts val="0"/>
                        </a:spcAft>
                        <a:buNone/>
                      </a:pPr>
                      <a:r>
                        <a:rPr lang="en" sz="4000" b="1">
                          <a:solidFill>
                            <a:schemeClr val="accent1"/>
                          </a:solidFill>
                          <a:uFill>
                            <a:noFill/>
                          </a:uFill>
                          <a:hlinkClick r:id="rId8" action="ppaction://hlinksldjump">
                            <a:extLst>
                              <a:ext uri="{A12FA001-AC4F-418D-AE19-62706E023703}">
                                <ahyp:hlinkClr xmlns:ahyp="http://schemas.microsoft.com/office/drawing/2018/hyperlinkcolor" val="tx"/>
                              </a:ext>
                            </a:extLst>
                          </a:hlinkClick>
                        </a:rPr>
                        <a:t>2</a:t>
                      </a:r>
                      <a:r>
                        <a:rPr lang="en" sz="4000" b="1">
                          <a:solidFill>
                            <a:schemeClr val="accent1"/>
                          </a:solidFill>
                          <a:uFill>
                            <a:noFill/>
                          </a:uFill>
                          <a:hlinkClick r:id="rId8" action="ppaction://hlinksldjump">
                            <a:extLst>
                              <a:ext uri="{A12FA001-AC4F-418D-AE19-62706E023703}">
                                <ahyp:hlinkClr xmlns:ahyp="http://schemas.microsoft.com/office/drawing/2018/hyperlinkcolor" val="tx"/>
                              </a:ext>
                            </a:extLst>
                          </a:hlinkClick>
                        </a:rPr>
                        <a:t>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9" action="ppaction://hlinksldjump">
                            <a:extLst>
                              <a:ext uri="{A12FA001-AC4F-418D-AE19-62706E023703}">
                                <ahyp:hlinkClr xmlns:ahyp="http://schemas.microsoft.com/office/drawing/2018/hyperlinkcolor" val="tx"/>
                              </a:ext>
                            </a:extLst>
                          </a:hlinkClick>
                        </a:rPr>
                        <a:t>200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10" action="ppaction://hlinksldjump">
                            <a:extLst>
                              <a:ext uri="{A12FA001-AC4F-418D-AE19-62706E023703}">
                                <ahyp:hlinkClr xmlns:ahyp="http://schemas.microsoft.com/office/drawing/2018/hyperlinkcolor" val="tx"/>
                              </a:ext>
                            </a:extLst>
                          </a:hlinkClick>
                        </a:rPr>
                        <a:t>200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11" action="ppaction://hlinksldjump">
                            <a:extLst>
                              <a:ext uri="{A12FA001-AC4F-418D-AE19-62706E023703}">
                                <ahyp:hlinkClr xmlns:ahyp="http://schemas.microsoft.com/office/drawing/2018/hyperlinkcolor" val="tx"/>
                              </a:ext>
                            </a:extLst>
                          </a:hlinkClick>
                        </a:rPr>
                        <a:t>200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12" action="ppaction://hlinksldjump">
                            <a:extLst>
                              <a:ext uri="{A12FA001-AC4F-418D-AE19-62706E023703}">
                                <ahyp:hlinkClr xmlns:ahyp="http://schemas.microsoft.com/office/drawing/2018/hyperlinkcolor" val="tx"/>
                              </a:ext>
                            </a:extLst>
                          </a:hlinkClick>
                        </a:rPr>
                        <a:t>200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extLst>
                  <a:ext uri="{0D108BD9-81ED-4DB2-BD59-A6C34878D82A}">
                    <a16:rowId xmlns:a16="http://schemas.microsoft.com/office/drawing/2014/main" val="10002"/>
                  </a:ext>
                </a:extLst>
              </a:tr>
              <a:tr h="861725">
                <a:tc>
                  <a:txBody>
                    <a:bodyPr/>
                    <a:lstStyle/>
                    <a:p>
                      <a:pPr marL="0" lvl="0" indent="0" algn="ctr" rtl="0">
                        <a:spcBef>
                          <a:spcPts val="0"/>
                        </a:spcBef>
                        <a:spcAft>
                          <a:spcPts val="0"/>
                        </a:spcAft>
                        <a:buNone/>
                      </a:pPr>
                      <a:r>
                        <a:rPr lang="en" sz="4000" b="1">
                          <a:solidFill>
                            <a:schemeClr val="accent1"/>
                          </a:solidFill>
                          <a:uFill>
                            <a:noFill/>
                          </a:uFill>
                          <a:hlinkClick r:id="rId13" action="ppaction://hlinksldjump">
                            <a:extLst>
                              <a:ext uri="{A12FA001-AC4F-418D-AE19-62706E023703}">
                                <ahyp:hlinkClr xmlns:ahyp="http://schemas.microsoft.com/office/drawing/2018/hyperlinkcolor" val="tx"/>
                              </a:ext>
                            </a:extLst>
                          </a:hlinkClick>
                        </a:rPr>
                        <a:t>300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Clr>
                          <a:schemeClr val="lt1"/>
                        </a:buClr>
                        <a:buSzPts val="1100"/>
                        <a:buFont typeface="Arial"/>
                        <a:buNone/>
                      </a:pPr>
                      <a:r>
                        <a:rPr lang="en" sz="4000" b="1">
                          <a:solidFill>
                            <a:schemeClr val="accent1"/>
                          </a:solidFill>
                          <a:uFill>
                            <a:noFill/>
                          </a:uFill>
                          <a:hlinkClick r:id="rId14" action="ppaction://hlinksldjump">
                            <a:extLst>
                              <a:ext uri="{A12FA001-AC4F-418D-AE19-62706E023703}">
                                <ahyp:hlinkClr xmlns:ahyp="http://schemas.microsoft.com/office/drawing/2018/hyperlinkcolor" val="tx"/>
                              </a:ext>
                            </a:extLst>
                          </a:hlinkClick>
                        </a:rPr>
                        <a:t>300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15" action="ppaction://hlinksldjump">
                            <a:extLst>
                              <a:ext uri="{A12FA001-AC4F-418D-AE19-62706E023703}">
                                <ahyp:hlinkClr xmlns:ahyp="http://schemas.microsoft.com/office/drawing/2018/hyperlinkcolor" val="tx"/>
                              </a:ext>
                            </a:extLst>
                          </a:hlinkClick>
                        </a:rPr>
                        <a:t>300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Clr>
                          <a:schemeClr val="lt1"/>
                        </a:buClr>
                        <a:buSzPts val="1100"/>
                        <a:buFont typeface="Arial"/>
                        <a:buNone/>
                      </a:pPr>
                      <a:r>
                        <a:rPr lang="en" sz="4000" b="1">
                          <a:solidFill>
                            <a:schemeClr val="accent1"/>
                          </a:solidFill>
                          <a:uFill>
                            <a:noFill/>
                          </a:uFill>
                          <a:hlinkClick r:id="rId16" action="ppaction://hlinksldjump">
                            <a:extLst>
                              <a:ext uri="{A12FA001-AC4F-418D-AE19-62706E023703}">
                                <ahyp:hlinkClr xmlns:ahyp="http://schemas.microsoft.com/office/drawing/2018/hyperlinkcolor" val="tx"/>
                              </a:ext>
                            </a:extLst>
                          </a:hlinkClick>
                        </a:rPr>
                        <a:t>300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Clr>
                          <a:schemeClr val="lt1"/>
                        </a:buClr>
                        <a:buSzPts val="1100"/>
                        <a:buFont typeface="Arial"/>
                        <a:buNone/>
                      </a:pPr>
                      <a:r>
                        <a:rPr lang="en" sz="4000" b="1">
                          <a:solidFill>
                            <a:schemeClr val="accent1"/>
                          </a:solidFill>
                          <a:uFill>
                            <a:noFill/>
                          </a:uFill>
                          <a:hlinkClick r:id="rId17" action="ppaction://hlinksldjump">
                            <a:extLst>
                              <a:ext uri="{A12FA001-AC4F-418D-AE19-62706E023703}">
                                <ahyp:hlinkClr xmlns:ahyp="http://schemas.microsoft.com/office/drawing/2018/hyperlinkcolor" val="tx"/>
                              </a:ext>
                            </a:extLst>
                          </a:hlinkClick>
                        </a:rPr>
                        <a:t>300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extLst>
                  <a:ext uri="{0D108BD9-81ED-4DB2-BD59-A6C34878D82A}">
                    <a16:rowId xmlns:a16="http://schemas.microsoft.com/office/drawing/2014/main" val="10003"/>
                  </a:ext>
                </a:extLst>
              </a:tr>
              <a:tr h="861725">
                <a:tc>
                  <a:txBody>
                    <a:bodyPr/>
                    <a:lstStyle/>
                    <a:p>
                      <a:pPr marL="0" lvl="0" indent="0" algn="ctr" rtl="0">
                        <a:spcBef>
                          <a:spcPts val="0"/>
                        </a:spcBef>
                        <a:spcAft>
                          <a:spcPts val="0"/>
                        </a:spcAft>
                        <a:buNone/>
                      </a:pPr>
                      <a:r>
                        <a:rPr lang="en" sz="4000" b="1">
                          <a:solidFill>
                            <a:schemeClr val="accent1"/>
                          </a:solidFill>
                          <a:uFill>
                            <a:noFill/>
                          </a:uFill>
                          <a:hlinkClick r:id="rId18" action="ppaction://hlinksldjump">
                            <a:extLst>
                              <a:ext uri="{A12FA001-AC4F-418D-AE19-62706E023703}">
                                <ahyp:hlinkClr xmlns:ahyp="http://schemas.microsoft.com/office/drawing/2018/hyperlinkcolor" val="tx"/>
                              </a:ext>
                            </a:extLst>
                          </a:hlinkClick>
                        </a:rPr>
                        <a:t>400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Clr>
                          <a:schemeClr val="lt1"/>
                        </a:buClr>
                        <a:buSzPts val="1100"/>
                        <a:buFont typeface="Arial"/>
                        <a:buNone/>
                      </a:pPr>
                      <a:r>
                        <a:rPr lang="en" sz="4000" b="1">
                          <a:solidFill>
                            <a:schemeClr val="accent1"/>
                          </a:solidFill>
                          <a:uFill>
                            <a:noFill/>
                          </a:uFill>
                          <a:hlinkClick r:id="rId19" action="ppaction://hlinksldjump">
                            <a:extLst>
                              <a:ext uri="{A12FA001-AC4F-418D-AE19-62706E023703}">
                                <ahyp:hlinkClr xmlns:ahyp="http://schemas.microsoft.com/office/drawing/2018/hyperlinkcolor" val="tx"/>
                              </a:ext>
                            </a:extLst>
                          </a:hlinkClick>
                        </a:rPr>
                        <a:t>400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Clr>
                          <a:schemeClr val="lt1"/>
                        </a:buClr>
                        <a:buSzPts val="1100"/>
                        <a:buFont typeface="Arial"/>
                        <a:buNone/>
                      </a:pPr>
                      <a:r>
                        <a:rPr lang="en" sz="4000" b="1">
                          <a:solidFill>
                            <a:schemeClr val="accent1"/>
                          </a:solidFill>
                          <a:uFill>
                            <a:noFill/>
                          </a:uFill>
                          <a:hlinkClick r:id="rId20" action="ppaction://hlinksldjump">
                            <a:extLst>
                              <a:ext uri="{A12FA001-AC4F-418D-AE19-62706E023703}">
                                <ahyp:hlinkClr xmlns:ahyp="http://schemas.microsoft.com/office/drawing/2018/hyperlinkcolor" val="tx"/>
                              </a:ext>
                            </a:extLst>
                          </a:hlinkClick>
                        </a:rPr>
                        <a:t>400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21" action="ppaction://hlinksldjump">
                            <a:extLst>
                              <a:ext uri="{A12FA001-AC4F-418D-AE19-62706E023703}">
                                <ahyp:hlinkClr xmlns:ahyp="http://schemas.microsoft.com/office/drawing/2018/hyperlinkcolor" val="tx"/>
                              </a:ext>
                            </a:extLst>
                          </a:hlinkClick>
                        </a:rPr>
                        <a:t>400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22" action="ppaction://hlinksldjump">
                            <a:extLst>
                              <a:ext uri="{A12FA001-AC4F-418D-AE19-62706E023703}">
                                <ahyp:hlinkClr xmlns:ahyp="http://schemas.microsoft.com/office/drawing/2018/hyperlinkcolor" val="tx"/>
                              </a:ext>
                            </a:extLst>
                          </a:hlinkClick>
                        </a:rPr>
                        <a:t>400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extLst>
                  <a:ext uri="{0D108BD9-81ED-4DB2-BD59-A6C34878D82A}">
                    <a16:rowId xmlns:a16="http://schemas.microsoft.com/office/drawing/2014/main" val="10004"/>
                  </a:ext>
                </a:extLst>
              </a:tr>
              <a:tr h="861725">
                <a:tc>
                  <a:txBody>
                    <a:bodyPr/>
                    <a:lstStyle/>
                    <a:p>
                      <a:pPr marL="0" lvl="0" indent="0" algn="ctr" rtl="0">
                        <a:spcBef>
                          <a:spcPts val="0"/>
                        </a:spcBef>
                        <a:spcAft>
                          <a:spcPts val="0"/>
                        </a:spcAft>
                        <a:buNone/>
                      </a:pPr>
                      <a:r>
                        <a:rPr lang="en" sz="4000" b="1">
                          <a:solidFill>
                            <a:schemeClr val="accent1"/>
                          </a:solidFill>
                          <a:uFill>
                            <a:noFill/>
                          </a:uFill>
                          <a:hlinkClick r:id="rId23" action="ppaction://hlinksldjump">
                            <a:extLst>
                              <a:ext uri="{A12FA001-AC4F-418D-AE19-62706E023703}">
                                <ahyp:hlinkClr xmlns:ahyp="http://schemas.microsoft.com/office/drawing/2018/hyperlinkcolor" val="tx"/>
                              </a:ext>
                            </a:extLst>
                          </a:hlinkClick>
                        </a:rPr>
                        <a:t>5</a:t>
                      </a:r>
                      <a:r>
                        <a:rPr lang="en" sz="4000" b="1">
                          <a:solidFill>
                            <a:schemeClr val="accent1"/>
                          </a:solidFill>
                          <a:uFill>
                            <a:noFill/>
                          </a:uFill>
                          <a:hlinkClick r:id="rId23" action="ppaction://hlinksldjump">
                            <a:extLst>
                              <a:ext uri="{A12FA001-AC4F-418D-AE19-62706E023703}">
                                <ahyp:hlinkClr xmlns:ahyp="http://schemas.microsoft.com/office/drawing/2018/hyperlinkcolor" val="tx"/>
                              </a:ext>
                            </a:extLst>
                          </a:hlinkClick>
                        </a:rPr>
                        <a:t>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tc>
                  <a:txBody>
                    <a:bodyPr/>
                    <a:lstStyle/>
                    <a:p>
                      <a:pPr marL="0" lvl="0" indent="0" algn="ctr" rtl="0">
                        <a:spcBef>
                          <a:spcPts val="0"/>
                        </a:spcBef>
                        <a:spcAft>
                          <a:spcPts val="0"/>
                        </a:spcAft>
                        <a:buNone/>
                      </a:pPr>
                      <a:r>
                        <a:rPr lang="en" sz="4000" b="1">
                          <a:solidFill>
                            <a:schemeClr val="accent1"/>
                          </a:solidFill>
                          <a:uFill>
                            <a:noFill/>
                          </a:uFill>
                          <a:hlinkClick r:id="rId24" action="ppaction://hlinksldjump">
                            <a:extLst>
                              <a:ext uri="{A12FA001-AC4F-418D-AE19-62706E023703}">
                                <ahyp:hlinkClr xmlns:ahyp="http://schemas.microsoft.com/office/drawing/2018/hyperlinkcolor" val="tx"/>
                              </a:ext>
                            </a:extLst>
                          </a:hlinkClick>
                        </a:rPr>
                        <a:t>500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tc>
                  <a:txBody>
                    <a:bodyPr/>
                    <a:lstStyle/>
                    <a:p>
                      <a:pPr marL="0" lvl="0" indent="0" algn="ctr" rtl="0">
                        <a:spcBef>
                          <a:spcPts val="0"/>
                        </a:spcBef>
                        <a:spcAft>
                          <a:spcPts val="0"/>
                        </a:spcAft>
                        <a:buNone/>
                      </a:pPr>
                      <a:r>
                        <a:rPr lang="en" sz="4000" b="1">
                          <a:solidFill>
                            <a:schemeClr val="accent1"/>
                          </a:solidFill>
                          <a:uFill>
                            <a:noFill/>
                          </a:uFill>
                          <a:hlinkClick r:id="rId25" action="ppaction://hlinksldjump">
                            <a:extLst>
                              <a:ext uri="{A12FA001-AC4F-418D-AE19-62706E023703}">
                                <ahyp:hlinkClr xmlns:ahyp="http://schemas.microsoft.com/office/drawing/2018/hyperlinkcolor" val="tx"/>
                              </a:ext>
                            </a:extLst>
                          </a:hlinkClick>
                        </a:rPr>
                        <a:t>500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tc>
                  <a:txBody>
                    <a:bodyPr/>
                    <a:lstStyle/>
                    <a:p>
                      <a:pPr marL="0" lvl="0" indent="0" algn="ctr" rtl="0">
                        <a:spcBef>
                          <a:spcPts val="0"/>
                        </a:spcBef>
                        <a:spcAft>
                          <a:spcPts val="0"/>
                        </a:spcAft>
                        <a:buNone/>
                      </a:pPr>
                      <a:r>
                        <a:rPr lang="en" sz="4000" b="1">
                          <a:solidFill>
                            <a:schemeClr val="accent1"/>
                          </a:solidFill>
                          <a:uFill>
                            <a:noFill/>
                          </a:uFill>
                          <a:hlinkClick r:id="rId26" action="ppaction://hlinksldjump">
                            <a:extLst>
                              <a:ext uri="{A12FA001-AC4F-418D-AE19-62706E023703}">
                                <ahyp:hlinkClr xmlns:ahyp="http://schemas.microsoft.com/office/drawing/2018/hyperlinkcolor" val="tx"/>
                              </a:ext>
                            </a:extLst>
                          </a:hlinkClick>
                        </a:rPr>
                        <a:t>500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tc>
                  <a:txBody>
                    <a:bodyPr/>
                    <a:lstStyle/>
                    <a:p>
                      <a:pPr marL="0" lvl="0" indent="0" algn="ctr" rtl="0">
                        <a:spcBef>
                          <a:spcPts val="0"/>
                        </a:spcBef>
                        <a:spcAft>
                          <a:spcPts val="0"/>
                        </a:spcAft>
                        <a:buNone/>
                      </a:pPr>
                      <a:r>
                        <a:rPr lang="en" sz="4000" b="1">
                          <a:solidFill>
                            <a:schemeClr val="accent1"/>
                          </a:solidFill>
                          <a:uFill>
                            <a:noFill/>
                          </a:uFill>
                          <a:hlinkClick r:id="rId27" action="ppaction://hlinksldjump">
                            <a:extLst>
                              <a:ext uri="{A12FA001-AC4F-418D-AE19-62706E023703}">
                                <ahyp:hlinkClr xmlns:ahyp="http://schemas.microsoft.com/office/drawing/2018/hyperlinkcolor" val="tx"/>
                              </a:ext>
                            </a:extLst>
                          </a:hlinkClick>
                        </a:rPr>
                        <a:t>500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graphicFrame>
        <p:nvGraphicFramePr>
          <p:cNvPr id="546" name="Google Shape;546;p82"/>
          <p:cNvGraphicFramePr/>
          <p:nvPr/>
        </p:nvGraphicFramePr>
        <p:xfrm>
          <a:off x="204500" y="118636"/>
          <a:ext cx="8781250" cy="4918195"/>
        </p:xfrm>
        <a:graphic>
          <a:graphicData uri="http://schemas.openxmlformats.org/drawingml/2006/table">
            <a:tbl>
              <a:tblPr>
                <a:noFill/>
                <a:tableStyleId>{B317DAE7-6F48-4459-89BA-82DB4F46E07A}</a:tableStyleId>
              </a:tblPr>
              <a:tblGrid>
                <a:gridCol w="1756250">
                  <a:extLst>
                    <a:ext uri="{9D8B030D-6E8A-4147-A177-3AD203B41FA5}">
                      <a16:colId xmlns:a16="http://schemas.microsoft.com/office/drawing/2014/main" val="20000"/>
                    </a:ext>
                  </a:extLst>
                </a:gridCol>
                <a:gridCol w="1756250">
                  <a:extLst>
                    <a:ext uri="{9D8B030D-6E8A-4147-A177-3AD203B41FA5}">
                      <a16:colId xmlns:a16="http://schemas.microsoft.com/office/drawing/2014/main" val="20001"/>
                    </a:ext>
                  </a:extLst>
                </a:gridCol>
                <a:gridCol w="1756250">
                  <a:extLst>
                    <a:ext uri="{9D8B030D-6E8A-4147-A177-3AD203B41FA5}">
                      <a16:colId xmlns:a16="http://schemas.microsoft.com/office/drawing/2014/main" val="20002"/>
                    </a:ext>
                  </a:extLst>
                </a:gridCol>
                <a:gridCol w="1756250">
                  <a:extLst>
                    <a:ext uri="{9D8B030D-6E8A-4147-A177-3AD203B41FA5}">
                      <a16:colId xmlns:a16="http://schemas.microsoft.com/office/drawing/2014/main" val="20003"/>
                    </a:ext>
                  </a:extLst>
                </a:gridCol>
                <a:gridCol w="1756250">
                  <a:extLst>
                    <a:ext uri="{9D8B030D-6E8A-4147-A177-3AD203B41FA5}">
                      <a16:colId xmlns:a16="http://schemas.microsoft.com/office/drawing/2014/main" val="20004"/>
                    </a:ext>
                  </a:extLst>
                </a:gridCol>
              </a:tblGrid>
              <a:tr h="594575">
                <a:tc>
                  <a:txBody>
                    <a:bodyPr/>
                    <a:lstStyle/>
                    <a:p>
                      <a:pPr marL="0" lvl="0" indent="0" algn="ctr" rtl="0">
                        <a:spcBef>
                          <a:spcPts val="0"/>
                        </a:spcBef>
                        <a:spcAft>
                          <a:spcPts val="0"/>
                        </a:spcAft>
                        <a:buClr>
                          <a:schemeClr val="lt1"/>
                        </a:buClr>
                        <a:buSzPts val="1100"/>
                        <a:buFont typeface="Arial"/>
                        <a:buNone/>
                      </a:pPr>
                      <a:r>
                        <a:rPr lang="en" b="1">
                          <a:solidFill>
                            <a:schemeClr val="accent1"/>
                          </a:solidFill>
                        </a:rPr>
                        <a:t>Threads</a:t>
                      </a:r>
                      <a:endParaRPr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chemeClr val="accent1"/>
                          </a:solidFill>
                        </a:rPr>
                        <a:t>Graphs</a:t>
                      </a:r>
                      <a:endParaRPr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chemeClr val="accent1"/>
                          </a:solidFill>
                        </a:rPr>
                        <a:t>Greedy Algorithms</a:t>
                      </a:r>
                      <a:endParaRPr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chemeClr val="accent1"/>
                          </a:solidFill>
                        </a:rPr>
                        <a:t>Backtracking</a:t>
                      </a:r>
                      <a:endParaRPr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b="1">
                          <a:solidFill>
                            <a:schemeClr val="accent1"/>
                          </a:solidFill>
                        </a:rPr>
                        <a:t>Potpourri</a:t>
                      </a:r>
                      <a:endParaRPr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extLst>
                  <a:ext uri="{0D108BD9-81ED-4DB2-BD59-A6C34878D82A}">
                    <a16:rowId xmlns:a16="http://schemas.microsoft.com/office/drawing/2014/main" val="10000"/>
                  </a:ext>
                </a:extLst>
              </a:tr>
              <a:tr h="861725">
                <a:tc>
                  <a:txBody>
                    <a:bodyPr/>
                    <a:lstStyle/>
                    <a:p>
                      <a:pPr marL="0" lvl="0" indent="0" algn="ctr" rtl="0">
                        <a:spcBef>
                          <a:spcPts val="0"/>
                        </a:spcBef>
                        <a:spcAft>
                          <a:spcPts val="0"/>
                        </a:spcAft>
                        <a:buNone/>
                      </a:pPr>
                      <a:r>
                        <a:rPr lang="en" sz="4000" b="1">
                          <a:solidFill>
                            <a:schemeClr val="accent1"/>
                          </a:solidFill>
                          <a:uFill>
                            <a:noFill/>
                          </a:uFill>
                          <a:hlinkClick r:id="rId3" action="ppaction://hlinksldjump">
                            <a:extLst>
                              <a:ext uri="{A12FA001-AC4F-418D-AE19-62706E023703}">
                                <ahyp:hlinkClr xmlns:ahyp="http://schemas.microsoft.com/office/drawing/2018/hyperlinkcolor" val="tx"/>
                              </a:ext>
                            </a:extLst>
                          </a:hlinkClick>
                        </a:rPr>
                        <a:t>200</a:t>
                      </a:r>
                      <a:endParaRPr sz="4000"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4" action="ppaction://hlinksldjump">
                            <a:extLst>
                              <a:ext uri="{A12FA001-AC4F-418D-AE19-62706E023703}">
                                <ahyp:hlinkClr xmlns:ahyp="http://schemas.microsoft.com/office/drawing/2018/hyperlinkcolor" val="tx"/>
                              </a:ext>
                            </a:extLst>
                          </a:hlinkClick>
                        </a:rPr>
                        <a:t>200</a:t>
                      </a:r>
                      <a:endParaRPr sz="4000"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5" action="ppaction://hlinksldjump">
                            <a:extLst>
                              <a:ext uri="{A12FA001-AC4F-418D-AE19-62706E023703}">
                                <ahyp:hlinkClr xmlns:ahyp="http://schemas.microsoft.com/office/drawing/2018/hyperlinkcolor" val="tx"/>
                              </a:ext>
                            </a:extLst>
                          </a:hlinkClick>
                        </a:rPr>
                        <a:t>200</a:t>
                      </a:r>
                      <a:endParaRPr sz="4000"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6" action="ppaction://hlinksldjump">
                            <a:extLst>
                              <a:ext uri="{A12FA001-AC4F-418D-AE19-62706E023703}">
                                <ahyp:hlinkClr xmlns:ahyp="http://schemas.microsoft.com/office/drawing/2018/hyperlinkcolor" val="tx"/>
                              </a:ext>
                            </a:extLst>
                          </a:hlinkClick>
                        </a:rPr>
                        <a:t>200</a:t>
                      </a:r>
                      <a:endParaRPr sz="4000"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7" action="ppaction://hlinksldjump">
                            <a:extLst>
                              <a:ext uri="{A12FA001-AC4F-418D-AE19-62706E023703}">
                                <ahyp:hlinkClr xmlns:ahyp="http://schemas.microsoft.com/office/drawing/2018/hyperlinkcolor" val="tx"/>
                              </a:ext>
                            </a:extLst>
                          </a:hlinkClick>
                        </a:rPr>
                        <a:t>200</a:t>
                      </a:r>
                      <a:endParaRPr sz="4000" b="1">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861725">
                <a:tc>
                  <a:txBody>
                    <a:bodyPr/>
                    <a:lstStyle/>
                    <a:p>
                      <a:pPr marL="0" lvl="0" indent="0" algn="ctr" rtl="0">
                        <a:spcBef>
                          <a:spcPts val="0"/>
                        </a:spcBef>
                        <a:spcAft>
                          <a:spcPts val="0"/>
                        </a:spcAft>
                        <a:buNone/>
                      </a:pPr>
                      <a:r>
                        <a:rPr lang="en" sz="4000" b="1">
                          <a:solidFill>
                            <a:schemeClr val="accent1"/>
                          </a:solidFill>
                          <a:uFill>
                            <a:noFill/>
                          </a:uFill>
                          <a:hlinkClick r:id="rId8" action="ppaction://hlinksldjump">
                            <a:extLst>
                              <a:ext uri="{A12FA001-AC4F-418D-AE19-62706E023703}">
                                <ahyp:hlinkClr xmlns:ahyp="http://schemas.microsoft.com/office/drawing/2018/hyperlinkcolor" val="tx"/>
                              </a:ext>
                            </a:extLst>
                          </a:hlinkClick>
                        </a:rPr>
                        <a:t>400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9" action="ppaction://hlinksldjump">
                            <a:extLst>
                              <a:ext uri="{A12FA001-AC4F-418D-AE19-62706E023703}">
                                <ahyp:hlinkClr xmlns:ahyp="http://schemas.microsoft.com/office/drawing/2018/hyperlinkcolor" val="tx"/>
                              </a:ext>
                            </a:extLst>
                          </a:hlinkClick>
                        </a:rPr>
                        <a:t>400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10" action="ppaction://hlinksldjump">
                            <a:extLst>
                              <a:ext uri="{A12FA001-AC4F-418D-AE19-62706E023703}">
                                <ahyp:hlinkClr xmlns:ahyp="http://schemas.microsoft.com/office/drawing/2018/hyperlinkcolor" val="tx"/>
                              </a:ext>
                            </a:extLst>
                          </a:hlinkClick>
                        </a:rPr>
                        <a:t>400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11" action="ppaction://hlinksldjump">
                            <a:extLst>
                              <a:ext uri="{A12FA001-AC4F-418D-AE19-62706E023703}">
                                <ahyp:hlinkClr xmlns:ahyp="http://schemas.microsoft.com/office/drawing/2018/hyperlinkcolor" val="tx"/>
                              </a:ext>
                            </a:extLst>
                          </a:hlinkClick>
                        </a:rPr>
                        <a:t>400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r>
                        <a:rPr lang="en" sz="4000" b="1">
                          <a:solidFill>
                            <a:schemeClr val="accent1"/>
                          </a:solidFill>
                          <a:uFill>
                            <a:noFill/>
                          </a:uFill>
                          <a:hlinkClick r:id="rId12" action="ppaction://hlinksldjump">
                            <a:extLst>
                              <a:ext uri="{A12FA001-AC4F-418D-AE19-62706E023703}">
                                <ahyp:hlinkClr xmlns:ahyp="http://schemas.microsoft.com/office/drawing/2018/hyperlinkcolor" val="tx"/>
                              </a:ext>
                            </a:extLst>
                          </a:hlinkClick>
                        </a:rPr>
                        <a:t>400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extLst>
                  <a:ext uri="{0D108BD9-81ED-4DB2-BD59-A6C34878D82A}">
                    <a16:rowId xmlns:a16="http://schemas.microsoft.com/office/drawing/2014/main" val="10002"/>
                  </a:ext>
                </a:extLst>
              </a:tr>
              <a:tr h="861725">
                <a:tc>
                  <a:txBody>
                    <a:bodyPr/>
                    <a:lstStyle/>
                    <a:p>
                      <a:pPr marL="0" lvl="0" indent="0" algn="ctr" rtl="0">
                        <a:spcBef>
                          <a:spcPts val="0"/>
                        </a:spcBef>
                        <a:spcAft>
                          <a:spcPts val="0"/>
                        </a:spcAft>
                        <a:buClr>
                          <a:schemeClr val="lt1"/>
                        </a:buClr>
                        <a:buSzPts val="1100"/>
                        <a:buFont typeface="Arial"/>
                        <a:buNone/>
                      </a:pPr>
                      <a:r>
                        <a:rPr lang="en" sz="4000" b="1">
                          <a:solidFill>
                            <a:schemeClr val="accent1"/>
                          </a:solidFill>
                          <a:uFill>
                            <a:noFill/>
                          </a:uFill>
                          <a:hlinkClick r:id="rId13" action="ppaction://hlinksldjump">
                            <a:extLst>
                              <a:ext uri="{A12FA001-AC4F-418D-AE19-62706E023703}">
                                <ahyp:hlinkClr xmlns:ahyp="http://schemas.microsoft.com/office/drawing/2018/hyperlinkcolor" val="tx"/>
                              </a:ext>
                            </a:extLst>
                          </a:hlinkClick>
                        </a:rPr>
                        <a:t>600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Clr>
                          <a:schemeClr val="lt1"/>
                        </a:buClr>
                        <a:buSzPts val="1100"/>
                        <a:buFont typeface="Arial"/>
                        <a:buNone/>
                      </a:pPr>
                      <a:r>
                        <a:rPr lang="en" sz="4000" b="1">
                          <a:solidFill>
                            <a:schemeClr val="accent1"/>
                          </a:solidFill>
                          <a:uFill>
                            <a:noFill/>
                          </a:uFill>
                          <a:hlinkClick r:id="rId14" action="ppaction://hlinksldjump">
                            <a:extLst>
                              <a:ext uri="{A12FA001-AC4F-418D-AE19-62706E023703}">
                                <ahyp:hlinkClr xmlns:ahyp="http://schemas.microsoft.com/office/drawing/2018/hyperlinkcolor" val="tx"/>
                              </a:ext>
                            </a:extLst>
                          </a:hlinkClick>
                        </a:rPr>
                        <a:t>600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Clr>
                          <a:schemeClr val="lt1"/>
                        </a:buClr>
                        <a:buSzPts val="1100"/>
                        <a:buFont typeface="Arial"/>
                        <a:buNone/>
                      </a:pPr>
                      <a:r>
                        <a:rPr lang="en" sz="4000" b="1">
                          <a:solidFill>
                            <a:schemeClr val="accent1"/>
                          </a:solidFill>
                          <a:uFill>
                            <a:noFill/>
                          </a:uFill>
                          <a:hlinkClick r:id="rId15" action="ppaction://hlinksldjump">
                            <a:extLst>
                              <a:ext uri="{A12FA001-AC4F-418D-AE19-62706E023703}">
                                <ahyp:hlinkClr xmlns:ahyp="http://schemas.microsoft.com/office/drawing/2018/hyperlinkcolor" val="tx"/>
                              </a:ext>
                            </a:extLst>
                          </a:hlinkClick>
                        </a:rPr>
                        <a:t>600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Clr>
                          <a:schemeClr val="lt1"/>
                        </a:buClr>
                        <a:buSzPts val="1100"/>
                        <a:buFont typeface="Arial"/>
                        <a:buNone/>
                      </a:pPr>
                      <a:r>
                        <a:rPr lang="en" sz="4000" b="1">
                          <a:solidFill>
                            <a:schemeClr val="accent1"/>
                          </a:solidFill>
                          <a:uFill>
                            <a:noFill/>
                          </a:uFill>
                          <a:hlinkClick r:id="rId16" action="ppaction://hlinksldjump">
                            <a:extLst>
                              <a:ext uri="{A12FA001-AC4F-418D-AE19-62706E023703}">
                                <ahyp:hlinkClr xmlns:ahyp="http://schemas.microsoft.com/office/drawing/2018/hyperlinkcolor" val="tx"/>
                              </a:ext>
                            </a:extLst>
                          </a:hlinkClick>
                        </a:rPr>
                        <a:t>600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Clr>
                          <a:schemeClr val="lt1"/>
                        </a:buClr>
                        <a:buSzPts val="1100"/>
                        <a:buFont typeface="Arial"/>
                        <a:buNone/>
                      </a:pPr>
                      <a:r>
                        <a:rPr lang="en" sz="4000" b="1">
                          <a:solidFill>
                            <a:schemeClr val="accent1"/>
                          </a:solidFill>
                          <a:uFill>
                            <a:noFill/>
                          </a:uFill>
                          <a:hlinkClick r:id="rId17" action="ppaction://hlinksldjump">
                            <a:extLst>
                              <a:ext uri="{A12FA001-AC4F-418D-AE19-62706E023703}">
                                <ahyp:hlinkClr xmlns:ahyp="http://schemas.microsoft.com/office/drawing/2018/hyperlinkcolor" val="tx"/>
                              </a:ext>
                            </a:extLst>
                          </a:hlinkClick>
                        </a:rPr>
                        <a:t>600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4A86E8"/>
                    </a:solidFill>
                  </a:tcPr>
                </a:tc>
                <a:extLst>
                  <a:ext uri="{0D108BD9-81ED-4DB2-BD59-A6C34878D82A}">
                    <a16:rowId xmlns:a16="http://schemas.microsoft.com/office/drawing/2014/main" val="10003"/>
                  </a:ext>
                </a:extLst>
              </a:tr>
              <a:tr h="861725">
                <a:tc>
                  <a:txBody>
                    <a:bodyPr/>
                    <a:lstStyle/>
                    <a:p>
                      <a:pPr marL="0" lvl="0" indent="0" algn="ctr" rtl="0">
                        <a:spcBef>
                          <a:spcPts val="0"/>
                        </a:spcBef>
                        <a:spcAft>
                          <a:spcPts val="0"/>
                        </a:spcAft>
                        <a:buNone/>
                      </a:pPr>
                      <a:r>
                        <a:rPr lang="en" sz="4000" b="1">
                          <a:solidFill>
                            <a:schemeClr val="accent1"/>
                          </a:solidFill>
                          <a:uFill>
                            <a:noFill/>
                          </a:uFill>
                          <a:hlinkClick r:id="rId18" action="ppaction://hlinksldjump">
                            <a:extLst>
                              <a:ext uri="{A12FA001-AC4F-418D-AE19-62706E023703}">
                                <ahyp:hlinkClr xmlns:ahyp="http://schemas.microsoft.com/office/drawing/2018/hyperlinkcolor" val="tx"/>
                              </a:ext>
                            </a:extLst>
                          </a:hlinkClick>
                        </a:rPr>
                        <a:t>800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tc>
                  <a:txBody>
                    <a:bodyPr/>
                    <a:lstStyle/>
                    <a:p>
                      <a:pPr marL="0" lvl="0" indent="0" algn="ctr" rtl="0">
                        <a:spcBef>
                          <a:spcPts val="0"/>
                        </a:spcBef>
                        <a:spcAft>
                          <a:spcPts val="0"/>
                        </a:spcAft>
                        <a:buNone/>
                      </a:pPr>
                      <a:r>
                        <a:rPr lang="en" sz="4000" b="1">
                          <a:solidFill>
                            <a:schemeClr val="accent1"/>
                          </a:solidFill>
                          <a:uFill>
                            <a:noFill/>
                          </a:uFill>
                          <a:hlinkClick r:id="rId19" action="ppaction://hlinksldjump">
                            <a:extLst>
                              <a:ext uri="{A12FA001-AC4F-418D-AE19-62706E023703}">
                                <ahyp:hlinkClr xmlns:ahyp="http://schemas.microsoft.com/office/drawing/2018/hyperlinkcolor" val="tx"/>
                              </a:ext>
                            </a:extLst>
                          </a:hlinkClick>
                        </a:rPr>
                        <a:t>800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tc>
                  <a:txBody>
                    <a:bodyPr/>
                    <a:lstStyle/>
                    <a:p>
                      <a:pPr marL="0" lvl="0" indent="0" algn="ctr" rtl="0">
                        <a:spcBef>
                          <a:spcPts val="0"/>
                        </a:spcBef>
                        <a:spcAft>
                          <a:spcPts val="0"/>
                        </a:spcAft>
                        <a:buNone/>
                      </a:pPr>
                      <a:r>
                        <a:rPr lang="en" sz="4000" b="1">
                          <a:solidFill>
                            <a:schemeClr val="accent1"/>
                          </a:solidFill>
                          <a:uFill>
                            <a:noFill/>
                          </a:uFill>
                          <a:hlinkClick r:id="rId20" action="ppaction://hlinksldjump">
                            <a:extLst>
                              <a:ext uri="{A12FA001-AC4F-418D-AE19-62706E023703}">
                                <ahyp:hlinkClr xmlns:ahyp="http://schemas.microsoft.com/office/drawing/2018/hyperlinkcolor" val="tx"/>
                              </a:ext>
                            </a:extLst>
                          </a:hlinkClick>
                        </a:rPr>
                        <a:t>800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tc>
                  <a:txBody>
                    <a:bodyPr/>
                    <a:lstStyle/>
                    <a:p>
                      <a:pPr marL="0" lvl="0" indent="0" algn="ctr" rtl="0">
                        <a:spcBef>
                          <a:spcPts val="0"/>
                        </a:spcBef>
                        <a:spcAft>
                          <a:spcPts val="0"/>
                        </a:spcAft>
                        <a:buNone/>
                      </a:pPr>
                      <a:r>
                        <a:rPr lang="en" sz="4000" b="1" dirty="0">
                          <a:solidFill>
                            <a:schemeClr val="accent1"/>
                          </a:solidFill>
                          <a:uFill>
                            <a:noFill/>
                          </a:uFill>
                          <a:hlinkClick r:id="rId21" action="ppaction://hlinksldjump">
                            <a:extLst>
                              <a:ext uri="{A12FA001-AC4F-418D-AE19-62706E023703}">
                                <ahyp:hlinkClr xmlns:ahyp="http://schemas.microsoft.com/office/drawing/2018/hyperlinkcolor" val="tx"/>
                              </a:ext>
                            </a:extLst>
                          </a:hlinkClick>
                        </a:rPr>
                        <a:t>800</a:t>
                      </a:r>
                      <a:endParaRPr dirty="0">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tc>
                  <a:txBody>
                    <a:bodyPr/>
                    <a:lstStyle/>
                    <a:p>
                      <a:pPr marL="0" lvl="0" indent="0" algn="ctr" rtl="0">
                        <a:spcBef>
                          <a:spcPts val="0"/>
                        </a:spcBef>
                        <a:spcAft>
                          <a:spcPts val="0"/>
                        </a:spcAft>
                        <a:buNone/>
                      </a:pPr>
                      <a:r>
                        <a:rPr lang="en" sz="4000" b="1">
                          <a:solidFill>
                            <a:schemeClr val="accent1"/>
                          </a:solidFill>
                          <a:uFill>
                            <a:noFill/>
                          </a:uFill>
                          <a:hlinkClick r:id="rId22" action="ppaction://hlinksldjump">
                            <a:extLst>
                              <a:ext uri="{A12FA001-AC4F-418D-AE19-62706E023703}">
                                <ahyp:hlinkClr xmlns:ahyp="http://schemas.microsoft.com/office/drawing/2018/hyperlinkcolor" val="tx"/>
                              </a:ext>
                            </a:extLst>
                          </a:hlinkClick>
                        </a:rPr>
                        <a:t>800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extLst>
                  <a:ext uri="{0D108BD9-81ED-4DB2-BD59-A6C34878D82A}">
                    <a16:rowId xmlns:a16="http://schemas.microsoft.com/office/drawing/2014/main" val="10004"/>
                  </a:ext>
                </a:extLst>
              </a:tr>
              <a:tr h="861725">
                <a:tc>
                  <a:txBody>
                    <a:bodyPr/>
                    <a:lstStyle/>
                    <a:p>
                      <a:pPr marL="0" lvl="0" indent="0" algn="ctr" rtl="0">
                        <a:spcBef>
                          <a:spcPts val="0"/>
                        </a:spcBef>
                        <a:spcAft>
                          <a:spcPts val="0"/>
                        </a:spcAft>
                        <a:buNone/>
                      </a:pPr>
                      <a:r>
                        <a:rPr lang="en" sz="4000" b="1">
                          <a:solidFill>
                            <a:schemeClr val="accent1"/>
                          </a:solidFill>
                          <a:uFill>
                            <a:noFill/>
                          </a:uFill>
                          <a:hlinkClick r:id="rId23" action="ppaction://hlinksldjump">
                            <a:extLst>
                              <a:ext uri="{A12FA001-AC4F-418D-AE19-62706E023703}">
                                <ahyp:hlinkClr xmlns:ahyp="http://schemas.microsoft.com/office/drawing/2018/hyperlinkcolor" val="tx"/>
                              </a:ext>
                            </a:extLst>
                          </a:hlinkClick>
                        </a:rPr>
                        <a:t>1000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tc>
                  <a:txBody>
                    <a:bodyPr/>
                    <a:lstStyle/>
                    <a:p>
                      <a:pPr marL="0" lvl="0" indent="0" algn="ctr" rtl="0">
                        <a:spcBef>
                          <a:spcPts val="0"/>
                        </a:spcBef>
                        <a:spcAft>
                          <a:spcPts val="0"/>
                        </a:spcAft>
                        <a:buNone/>
                      </a:pPr>
                      <a:r>
                        <a:rPr lang="en" sz="4000" b="1">
                          <a:solidFill>
                            <a:schemeClr val="accent1"/>
                          </a:solidFill>
                          <a:uFill>
                            <a:noFill/>
                          </a:uFill>
                          <a:hlinkClick r:id="rId24" action="ppaction://hlinksldjump">
                            <a:extLst>
                              <a:ext uri="{A12FA001-AC4F-418D-AE19-62706E023703}">
                                <ahyp:hlinkClr xmlns:ahyp="http://schemas.microsoft.com/office/drawing/2018/hyperlinkcolor" val="tx"/>
                              </a:ext>
                            </a:extLst>
                          </a:hlinkClick>
                        </a:rPr>
                        <a:t>1000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tc>
                  <a:txBody>
                    <a:bodyPr/>
                    <a:lstStyle/>
                    <a:p>
                      <a:pPr marL="0" lvl="0" indent="0" algn="ctr" rtl="0">
                        <a:spcBef>
                          <a:spcPts val="0"/>
                        </a:spcBef>
                        <a:spcAft>
                          <a:spcPts val="0"/>
                        </a:spcAft>
                        <a:buNone/>
                      </a:pPr>
                      <a:r>
                        <a:rPr lang="en" sz="4000" b="1">
                          <a:solidFill>
                            <a:schemeClr val="accent1"/>
                          </a:solidFill>
                          <a:uFill>
                            <a:noFill/>
                          </a:uFill>
                          <a:hlinkClick r:id="rId25" action="ppaction://hlinksldjump">
                            <a:extLst>
                              <a:ext uri="{A12FA001-AC4F-418D-AE19-62706E023703}">
                                <ahyp:hlinkClr xmlns:ahyp="http://schemas.microsoft.com/office/drawing/2018/hyperlinkcolor" val="tx"/>
                              </a:ext>
                            </a:extLst>
                          </a:hlinkClick>
                        </a:rPr>
                        <a:t>1000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tc>
                  <a:txBody>
                    <a:bodyPr/>
                    <a:lstStyle/>
                    <a:p>
                      <a:pPr marL="0" lvl="0" indent="0" algn="ctr" rtl="0">
                        <a:spcBef>
                          <a:spcPts val="0"/>
                        </a:spcBef>
                        <a:spcAft>
                          <a:spcPts val="0"/>
                        </a:spcAft>
                        <a:buNone/>
                      </a:pPr>
                      <a:r>
                        <a:rPr lang="en" sz="4000" b="1">
                          <a:solidFill>
                            <a:schemeClr val="accent1"/>
                          </a:solidFill>
                          <a:uFill>
                            <a:noFill/>
                          </a:uFill>
                          <a:hlinkClick r:id="rId26" action="ppaction://hlinksldjump">
                            <a:extLst>
                              <a:ext uri="{A12FA001-AC4F-418D-AE19-62706E023703}">
                                <ahyp:hlinkClr xmlns:ahyp="http://schemas.microsoft.com/office/drawing/2018/hyperlinkcolor" val="tx"/>
                              </a:ext>
                            </a:extLst>
                          </a:hlinkClick>
                        </a:rPr>
                        <a:t>1000</a:t>
                      </a:r>
                      <a:endParaRPr>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tc>
                  <a:txBody>
                    <a:bodyPr/>
                    <a:lstStyle/>
                    <a:p>
                      <a:pPr marL="0" lvl="0" indent="0" algn="ctr" rtl="0">
                        <a:spcBef>
                          <a:spcPts val="0"/>
                        </a:spcBef>
                        <a:spcAft>
                          <a:spcPts val="0"/>
                        </a:spcAft>
                        <a:buNone/>
                      </a:pPr>
                      <a:r>
                        <a:rPr lang="en" sz="4000" b="1" dirty="0">
                          <a:solidFill>
                            <a:schemeClr val="accent1"/>
                          </a:solidFill>
                          <a:uFill>
                            <a:noFill/>
                          </a:uFill>
                          <a:hlinkClick r:id="rId27" action="ppaction://hlinksldjump">
                            <a:extLst>
                              <a:ext uri="{A12FA001-AC4F-418D-AE19-62706E023703}">
                                <ahyp:hlinkClr xmlns:ahyp="http://schemas.microsoft.com/office/drawing/2018/hyperlinkcolor" val="tx"/>
                              </a:ext>
                            </a:extLst>
                          </a:hlinkClick>
                        </a:rPr>
                        <a:t>1000</a:t>
                      </a:r>
                      <a:endParaRPr dirty="0">
                        <a:solidFill>
                          <a:schemeClr val="accent1"/>
                        </a:solidFill>
                      </a:endParaRPr>
                    </a:p>
                  </a:txBody>
                  <a:tcPr marL="91425" marR="91425" marT="91425" marB="91425" anchor="ctr">
                    <a:lnL w="76200" cap="flat" cmpd="sng">
                      <a:solidFill>
                        <a:srgbClr val="073763"/>
                      </a:solidFill>
                      <a:prstDash val="solid"/>
                      <a:round/>
                      <a:headEnd type="none" w="sm" len="sm"/>
                      <a:tailEnd type="none" w="sm" len="sm"/>
                    </a:lnL>
                    <a:lnR w="76200" cap="flat" cmpd="sng">
                      <a:solidFill>
                        <a:srgbClr val="073763"/>
                      </a:solidFill>
                      <a:prstDash val="solid"/>
                      <a:round/>
                      <a:headEnd type="none" w="sm" len="sm"/>
                      <a:tailEnd type="none" w="sm" len="sm"/>
                    </a:lnR>
                    <a:lnT w="76200" cap="flat" cmpd="sng">
                      <a:solidFill>
                        <a:srgbClr val="073763"/>
                      </a:solidFill>
                      <a:prstDash val="solid"/>
                      <a:round/>
                      <a:headEnd type="none" w="sm" len="sm"/>
                      <a:tailEnd type="none" w="sm" len="sm"/>
                    </a:lnT>
                    <a:lnB w="76200" cap="flat" cmpd="sng">
                      <a:solidFill>
                        <a:srgbClr val="073763"/>
                      </a:solidFill>
                      <a:prstDash val="solid"/>
                      <a:round/>
                      <a:headEnd type="none" w="sm" len="sm"/>
                      <a:tailEnd type="none" w="sm" len="sm"/>
                    </a:lnB>
                    <a:solidFill>
                      <a:srgbClr val="1155CC"/>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pic>
        <p:nvPicPr>
          <p:cNvPr id="551" name="Google Shape;551;p83" title="final.png"/>
          <p:cNvPicPr preferRelativeResize="0"/>
          <p:nvPr/>
        </p:nvPicPr>
        <p:blipFill>
          <a:blip r:embed="rId3">
            <a:alphaModFix/>
          </a:blip>
          <a:stretch>
            <a:fillRect/>
          </a:stretch>
        </p:blipFill>
        <p:spPr>
          <a:xfrm>
            <a:off x="152400" y="82996"/>
            <a:ext cx="8839200" cy="1330171"/>
          </a:xfrm>
          <a:prstGeom prst="rect">
            <a:avLst/>
          </a:prstGeom>
          <a:noFill/>
          <a:ln>
            <a:noFill/>
          </a:ln>
        </p:spPr>
      </p:pic>
      <p:sp>
        <p:nvSpPr>
          <p:cNvPr id="552" name="Google Shape;552;p83"/>
          <p:cNvSpPr txBox="1"/>
          <p:nvPr/>
        </p:nvSpPr>
        <p:spPr>
          <a:xfrm>
            <a:off x="152400" y="1511450"/>
            <a:ext cx="8839200" cy="326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a:solidFill>
                  <a:schemeClr val="dk1"/>
                </a:solidFill>
              </a:rPr>
              <a:t>Jumble Word Backtracking Solver</a:t>
            </a:r>
            <a:endParaRPr sz="2200" b="1">
              <a:solidFill>
                <a:schemeClr val="dk1"/>
              </a:solidFill>
            </a:endParaRPr>
          </a:p>
          <a:p>
            <a:pPr marL="457200" lvl="0" indent="-368300" algn="l" rtl="0">
              <a:spcBef>
                <a:spcPts val="0"/>
              </a:spcBef>
              <a:spcAft>
                <a:spcPts val="0"/>
              </a:spcAft>
              <a:buClr>
                <a:schemeClr val="dk1"/>
              </a:buClr>
              <a:buSzPts val="2200"/>
              <a:buChar char="●"/>
            </a:pPr>
            <a:r>
              <a:rPr lang="en" sz="2200" b="1">
                <a:solidFill>
                  <a:schemeClr val="dk1"/>
                </a:solidFill>
              </a:rPr>
              <a:t>Download </a:t>
            </a:r>
            <a:r>
              <a:rPr lang="en" sz="2200">
                <a:solidFill>
                  <a:schemeClr val="dk1"/>
                </a:solidFill>
                <a:latin typeface="Courier New"/>
                <a:ea typeface="Courier New"/>
                <a:cs typeface="Courier New"/>
                <a:sym typeface="Courier New"/>
              </a:rPr>
              <a:t>http://holly.cs.rit.edu:20001/Jumble.zip</a:t>
            </a:r>
            <a:endParaRPr sz="2200">
              <a:solidFill>
                <a:schemeClr val="dk1"/>
              </a:solidFill>
              <a:latin typeface="Courier New"/>
              <a:ea typeface="Courier New"/>
              <a:cs typeface="Courier New"/>
              <a:sym typeface="Courier New"/>
            </a:endParaRPr>
          </a:p>
          <a:p>
            <a:pPr marL="457200" lvl="0" indent="-368300" algn="l" rtl="0">
              <a:spcBef>
                <a:spcPts val="0"/>
              </a:spcBef>
              <a:spcAft>
                <a:spcPts val="0"/>
              </a:spcAft>
              <a:buClr>
                <a:schemeClr val="dk1"/>
              </a:buClr>
              <a:buSzPts val="2200"/>
              <a:buChar char="●"/>
            </a:pPr>
            <a:r>
              <a:rPr lang="en" sz="2200" b="1">
                <a:solidFill>
                  <a:schemeClr val="dk1"/>
                </a:solidFill>
              </a:rPr>
              <a:t>Implement the following:</a:t>
            </a:r>
            <a:endParaRPr sz="2200" b="1">
              <a:solidFill>
                <a:schemeClr val="dk1"/>
              </a:solidFill>
            </a:endParaRPr>
          </a:p>
          <a:p>
            <a:pPr marL="914400" lvl="1" indent="-368300" algn="l" rtl="0">
              <a:spcBef>
                <a:spcPts val="0"/>
              </a:spcBef>
              <a:spcAft>
                <a:spcPts val="0"/>
              </a:spcAft>
              <a:buClr>
                <a:schemeClr val="dk1"/>
              </a:buClr>
              <a:buSzPts val="2200"/>
              <a:buFont typeface="Courier New"/>
              <a:buChar char="○"/>
            </a:pPr>
            <a:r>
              <a:rPr lang="en" sz="2200">
                <a:solidFill>
                  <a:schemeClr val="dk1"/>
                </a:solidFill>
                <a:latin typeface="Courier New"/>
                <a:ea typeface="Courier New"/>
                <a:cs typeface="Courier New"/>
                <a:sym typeface="Courier New"/>
              </a:rPr>
              <a:t>getSuccessors</a:t>
            </a:r>
            <a:endParaRPr sz="2200">
              <a:solidFill>
                <a:schemeClr val="dk1"/>
              </a:solidFill>
              <a:latin typeface="Courier New"/>
              <a:ea typeface="Courier New"/>
              <a:cs typeface="Courier New"/>
              <a:sym typeface="Courier New"/>
            </a:endParaRPr>
          </a:p>
          <a:p>
            <a:pPr marL="914400" lvl="1" indent="-368300" algn="l" rtl="0">
              <a:spcBef>
                <a:spcPts val="0"/>
              </a:spcBef>
              <a:spcAft>
                <a:spcPts val="0"/>
              </a:spcAft>
              <a:buClr>
                <a:schemeClr val="dk1"/>
              </a:buClr>
              <a:buSzPts val="2200"/>
              <a:buFont typeface="Courier New"/>
              <a:buChar char="○"/>
            </a:pPr>
            <a:r>
              <a:rPr lang="en" sz="2200">
                <a:solidFill>
                  <a:schemeClr val="dk1"/>
                </a:solidFill>
                <a:latin typeface="Courier New"/>
                <a:ea typeface="Courier New"/>
                <a:cs typeface="Courier New"/>
                <a:sym typeface="Courier New"/>
              </a:rPr>
              <a:t>isValid</a:t>
            </a:r>
            <a:endParaRPr sz="2200">
              <a:solidFill>
                <a:schemeClr val="dk1"/>
              </a:solidFill>
              <a:latin typeface="Courier New"/>
              <a:ea typeface="Courier New"/>
              <a:cs typeface="Courier New"/>
              <a:sym typeface="Courier New"/>
            </a:endParaRPr>
          </a:p>
          <a:p>
            <a:pPr marL="914400" lvl="1" indent="-368300" algn="l" rtl="0">
              <a:spcBef>
                <a:spcPts val="0"/>
              </a:spcBef>
              <a:spcAft>
                <a:spcPts val="0"/>
              </a:spcAft>
              <a:buClr>
                <a:schemeClr val="dk1"/>
              </a:buClr>
              <a:buSzPts val="2200"/>
              <a:buFont typeface="Courier New"/>
              <a:buChar char="○"/>
            </a:pPr>
            <a:r>
              <a:rPr lang="en" sz="2200">
                <a:solidFill>
                  <a:schemeClr val="dk1"/>
                </a:solidFill>
                <a:latin typeface="Courier New"/>
                <a:ea typeface="Courier New"/>
                <a:cs typeface="Courier New"/>
                <a:sym typeface="Courier New"/>
              </a:rPr>
              <a:t>isGoal</a:t>
            </a:r>
            <a:endParaRPr sz="2200">
              <a:solidFill>
                <a:schemeClr val="dk1"/>
              </a:solidFill>
              <a:latin typeface="Courier New"/>
              <a:ea typeface="Courier New"/>
              <a:cs typeface="Courier New"/>
              <a:sym typeface="Courier New"/>
            </a:endParaRPr>
          </a:p>
          <a:p>
            <a:pPr marL="0" lvl="0" indent="0" algn="l" rtl="0">
              <a:spcBef>
                <a:spcPts val="0"/>
              </a:spcBef>
              <a:spcAft>
                <a:spcPts val="0"/>
              </a:spcAft>
              <a:buNone/>
            </a:pPr>
            <a:endParaRPr sz="2200" b="1">
              <a:solidFill>
                <a:schemeClr val="dk1"/>
              </a:solidFill>
            </a:endParaRPr>
          </a:p>
          <a:p>
            <a:pPr marL="0" lvl="0" indent="0" algn="l" rtl="0">
              <a:spcBef>
                <a:spcPts val="0"/>
              </a:spcBef>
              <a:spcAft>
                <a:spcPts val="0"/>
              </a:spcAft>
              <a:buNone/>
            </a:pPr>
            <a:r>
              <a:rPr lang="en" sz="2200" b="1">
                <a:solidFill>
                  <a:schemeClr val="dk1"/>
                </a:solidFill>
              </a:rPr>
              <a:t>Additional instructions in the zip file</a:t>
            </a:r>
            <a:endParaRPr sz="2200" b="1">
              <a:solidFill>
                <a:schemeClr val="dk1"/>
              </a:solidFill>
            </a:endParaRPr>
          </a:p>
          <a:p>
            <a:pPr marL="0" lvl="0" indent="0" algn="l" rtl="0">
              <a:spcBef>
                <a:spcPts val="0"/>
              </a:spcBef>
              <a:spcAft>
                <a:spcPts val="0"/>
              </a:spcAft>
              <a:buNone/>
            </a:pPr>
            <a:endParaRPr sz="2400" b="1">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84"/>
          <p:cNvSpPr txBox="1"/>
          <p:nvPr/>
        </p:nvSpPr>
        <p:spPr>
          <a:xfrm>
            <a:off x="1568700" y="95550"/>
            <a:ext cx="6006600" cy="4952400"/>
          </a:xfrm>
          <a:prstGeom prst="rect">
            <a:avLst/>
          </a:prstGeom>
          <a:solidFill>
            <a:schemeClr val="lt1"/>
          </a:solidFill>
          <a:ln w="9525"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a:t>
            </a:r>
            <a:r>
              <a:rPr lang="en" sz="1050">
                <a:solidFill>
                  <a:srgbClr val="569CD6"/>
                </a:solidFill>
                <a:latin typeface="Consolas"/>
                <a:ea typeface="Consolas"/>
                <a:cs typeface="Consolas"/>
                <a:sym typeface="Consolas"/>
              </a:rPr>
              <a:t>Override</a:t>
            </a:r>
            <a:endParaRPr sz="1050">
              <a:solidFill>
                <a:srgbClr val="569CD6"/>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Collection</a:t>
            </a:r>
            <a:r>
              <a:rPr lang="en" sz="1050">
                <a:solidFill>
                  <a:srgbClr val="D4D4D4"/>
                </a:solidFill>
                <a:latin typeface="Consolas"/>
                <a:ea typeface="Consolas"/>
                <a:cs typeface="Consolas"/>
                <a:sym typeface="Consolas"/>
              </a:rPr>
              <a:t>&lt;</a:t>
            </a:r>
            <a:r>
              <a:rPr lang="en" sz="1050">
                <a:solidFill>
                  <a:srgbClr val="569CD6"/>
                </a:solidFill>
                <a:latin typeface="Consolas"/>
                <a:ea typeface="Consolas"/>
                <a:cs typeface="Consolas"/>
                <a:sym typeface="Consolas"/>
              </a:rPr>
              <a:t>JumbleSolver</a:t>
            </a:r>
            <a:r>
              <a:rPr lang="en" sz="1050">
                <a:solidFill>
                  <a:srgbClr val="D4D4D4"/>
                </a:solidFill>
                <a:latin typeface="Consolas"/>
                <a:ea typeface="Consolas"/>
                <a:cs typeface="Consolas"/>
                <a:sym typeface="Consolas"/>
              </a:rPr>
              <a:t>&gt; getSuccessors()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List</a:t>
            </a:r>
            <a:r>
              <a:rPr lang="en" sz="1050">
                <a:solidFill>
                  <a:srgbClr val="D4D4D4"/>
                </a:solidFill>
                <a:latin typeface="Consolas"/>
                <a:ea typeface="Consolas"/>
                <a:cs typeface="Consolas"/>
                <a:sym typeface="Consolas"/>
              </a:rPr>
              <a:t>&lt;</a:t>
            </a:r>
            <a:r>
              <a:rPr lang="en" sz="1050">
                <a:solidFill>
                  <a:srgbClr val="569CD6"/>
                </a:solidFill>
                <a:latin typeface="Consolas"/>
                <a:ea typeface="Consolas"/>
                <a:cs typeface="Consolas"/>
                <a:sym typeface="Consolas"/>
              </a:rPr>
              <a:t>JumbleSolver</a:t>
            </a:r>
            <a:r>
              <a:rPr lang="en" sz="1050">
                <a:solidFill>
                  <a:srgbClr val="D4D4D4"/>
                </a:solidFill>
                <a:latin typeface="Consolas"/>
                <a:ea typeface="Consolas"/>
                <a:cs typeface="Consolas"/>
                <a:sym typeface="Consolas"/>
              </a:rPr>
              <a:t>&gt; successors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ArrayList</a:t>
            </a:r>
            <a:r>
              <a:rPr lang="en" sz="1050">
                <a:solidFill>
                  <a:srgbClr val="D4D4D4"/>
                </a:solidFill>
                <a:latin typeface="Consolas"/>
                <a:ea typeface="Consolas"/>
                <a:cs typeface="Consolas"/>
                <a:sym typeface="Consolas"/>
              </a:rPr>
              <a:t>&lt;&gt;();</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for</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Character</a:t>
            </a:r>
            <a:r>
              <a:rPr lang="en" sz="1050">
                <a:solidFill>
                  <a:srgbClr val="D4D4D4"/>
                </a:solidFill>
                <a:latin typeface="Consolas"/>
                <a:ea typeface="Consolas"/>
                <a:cs typeface="Consolas"/>
                <a:sym typeface="Consolas"/>
              </a:rPr>
              <a:t> c </a:t>
            </a:r>
            <a:r>
              <a:rPr lang="en" sz="1050">
                <a:solidFill>
                  <a:srgbClr val="569CD6"/>
                </a:solidFill>
                <a:latin typeface="Consolas"/>
                <a:ea typeface="Consolas"/>
                <a:cs typeface="Consolas"/>
                <a:sym typeface="Consolas"/>
              </a:rPr>
              <a:t>:</a:t>
            </a:r>
            <a:r>
              <a:rPr lang="en" sz="1050">
                <a:solidFill>
                  <a:srgbClr val="D4D4D4"/>
                </a:solidFill>
                <a:latin typeface="Consolas"/>
                <a:ea typeface="Consolas"/>
                <a:cs typeface="Consolas"/>
                <a:sym typeface="Consolas"/>
              </a:rPr>
              <a:t> remainingLetters)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List</a:t>
            </a:r>
            <a:r>
              <a:rPr lang="en" sz="1050">
                <a:solidFill>
                  <a:srgbClr val="D4D4D4"/>
                </a:solidFill>
                <a:latin typeface="Consolas"/>
                <a:ea typeface="Consolas"/>
                <a:cs typeface="Consolas"/>
                <a:sym typeface="Consolas"/>
              </a:rPr>
              <a:t>&lt;</a:t>
            </a:r>
            <a:r>
              <a:rPr lang="en" sz="1050">
                <a:solidFill>
                  <a:srgbClr val="569CD6"/>
                </a:solidFill>
                <a:latin typeface="Consolas"/>
                <a:ea typeface="Consolas"/>
                <a:cs typeface="Consolas"/>
                <a:sym typeface="Consolas"/>
              </a:rPr>
              <a:t>Character</a:t>
            </a:r>
            <a:r>
              <a:rPr lang="en" sz="1050">
                <a:solidFill>
                  <a:srgbClr val="D4D4D4"/>
                </a:solidFill>
                <a:latin typeface="Consolas"/>
                <a:ea typeface="Consolas"/>
                <a:cs typeface="Consolas"/>
                <a:sym typeface="Consolas"/>
              </a:rPr>
              <a:t>&gt; remainingLettersCopy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ArrayList</a:t>
            </a:r>
            <a:r>
              <a:rPr lang="en" sz="1050">
                <a:solidFill>
                  <a:srgbClr val="D4D4D4"/>
                </a:solidFill>
                <a:latin typeface="Consolas"/>
                <a:ea typeface="Consolas"/>
                <a:cs typeface="Consolas"/>
                <a:sym typeface="Consolas"/>
              </a:rPr>
              <a:t>&lt;&gt;(remainingLetters);</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remainingLettersCopy.remove(c);</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successors.add(</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JumbleSolver(word + c, remainingLettersCopy));</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successors;</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a:t>
            </a:r>
            <a:r>
              <a:rPr lang="en" sz="1050">
                <a:solidFill>
                  <a:srgbClr val="569CD6"/>
                </a:solidFill>
                <a:latin typeface="Consolas"/>
                <a:ea typeface="Consolas"/>
                <a:cs typeface="Consolas"/>
                <a:sym typeface="Consolas"/>
              </a:rPr>
              <a:t>Override</a:t>
            </a:r>
            <a:endParaRPr sz="1050">
              <a:solidFill>
                <a:srgbClr val="569CD6"/>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boolean</a:t>
            </a:r>
            <a:r>
              <a:rPr lang="en" sz="1050">
                <a:solidFill>
                  <a:srgbClr val="D4D4D4"/>
                </a:solidFill>
                <a:latin typeface="Consolas"/>
                <a:ea typeface="Consolas"/>
                <a:cs typeface="Consolas"/>
                <a:sym typeface="Consolas"/>
              </a:rPr>
              <a:t> isValid()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DICTIONARY.isPrefix(word);</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a:t>
            </a:r>
            <a:r>
              <a:rPr lang="en" sz="1050">
                <a:solidFill>
                  <a:srgbClr val="569CD6"/>
                </a:solidFill>
                <a:latin typeface="Consolas"/>
                <a:ea typeface="Consolas"/>
                <a:cs typeface="Consolas"/>
                <a:sym typeface="Consolas"/>
              </a:rPr>
              <a:t>Override</a:t>
            </a:r>
            <a:endParaRPr sz="1050">
              <a:solidFill>
                <a:srgbClr val="569CD6"/>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boolean</a:t>
            </a:r>
            <a:r>
              <a:rPr lang="en" sz="1050">
                <a:solidFill>
                  <a:srgbClr val="D4D4D4"/>
                </a:solidFill>
                <a:latin typeface="Consolas"/>
                <a:ea typeface="Consolas"/>
                <a:cs typeface="Consolas"/>
                <a:sym typeface="Consolas"/>
              </a:rPr>
              <a:t> isGoal()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remainingLetters.isEmpty() &amp;&amp; DICTIONARY.isWord(word);</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p:txBody>
      </p:sp>
      <p:pic>
        <p:nvPicPr>
          <p:cNvPr id="558" name="Google Shape;558;p84">
            <a:hlinkClick r:id="rId3" action="ppaction://hlinksldjump"/>
          </p:cNvPr>
          <p:cNvPicPr preferRelativeResize="0"/>
          <p:nvPr/>
        </p:nvPicPr>
        <p:blipFill rotWithShape="1">
          <a:blip r:embed="rId4">
            <a:alphaModFix/>
          </a:blip>
          <a:srcRect t="25035" b="29971"/>
          <a:stretch/>
        </p:blipFill>
        <p:spPr>
          <a:xfrm>
            <a:off x="7938350" y="2451615"/>
            <a:ext cx="820808" cy="3693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85"/>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This interface lets a class define work for a thread without using inheritance.</a:t>
            </a:r>
            <a:endParaRPr sz="4800" b="1">
              <a:solidFill>
                <a:srgbClr val="FFFFFF"/>
              </a:solidFill>
            </a:endParaRPr>
          </a:p>
        </p:txBody>
      </p:sp>
      <p:sp>
        <p:nvSpPr>
          <p:cNvPr id="564" name="Google Shape;564;p85"/>
          <p:cNvSpPr txBox="1"/>
          <p:nvPr/>
        </p:nvSpPr>
        <p:spPr>
          <a:xfrm>
            <a:off x="593775" y="2859096"/>
            <a:ext cx="8112300" cy="1614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Runnable?</a:t>
            </a:r>
            <a:endParaRPr sz="4800" i="1">
              <a:solidFill>
                <a:schemeClr val="accent1"/>
              </a:solidFill>
            </a:endParaRPr>
          </a:p>
        </p:txBody>
      </p:sp>
      <p:pic>
        <p:nvPicPr>
          <p:cNvPr id="565" name="Google Shape;565;p85">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86"/>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000" b="1">
                <a:solidFill>
                  <a:srgbClr val="FFFFFF"/>
                </a:solidFill>
                <a:latin typeface="Inter"/>
                <a:ea typeface="Inter"/>
                <a:cs typeface="Inter"/>
                <a:sym typeface="Inter"/>
              </a:rPr>
              <a:t>This method pauses the current thread for a specified amount of time.</a:t>
            </a:r>
            <a:endParaRPr sz="4000" b="1">
              <a:solidFill>
                <a:srgbClr val="FFFFFF"/>
              </a:solidFill>
              <a:latin typeface="Inter"/>
              <a:ea typeface="Inter"/>
              <a:cs typeface="Inter"/>
              <a:sym typeface="Inter"/>
            </a:endParaRPr>
          </a:p>
        </p:txBody>
      </p:sp>
      <p:sp>
        <p:nvSpPr>
          <p:cNvPr id="571" name="Google Shape;571;p86"/>
          <p:cNvSpPr txBox="1"/>
          <p:nvPr/>
        </p:nvSpPr>
        <p:spPr>
          <a:xfrm>
            <a:off x="593775"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latin typeface="Inter"/>
                <a:ea typeface="Inter"/>
                <a:cs typeface="Inter"/>
                <a:sym typeface="Inter"/>
              </a:rPr>
              <a:t>What is Thread.sleep()?</a:t>
            </a:r>
            <a:endParaRPr sz="4800" i="1">
              <a:solidFill>
                <a:schemeClr val="accent1"/>
              </a:solidFill>
              <a:latin typeface="Inter"/>
              <a:ea typeface="Inter"/>
              <a:cs typeface="Inter"/>
              <a:sym typeface="Inter"/>
            </a:endParaRPr>
          </a:p>
        </p:txBody>
      </p:sp>
      <p:pic>
        <p:nvPicPr>
          <p:cNvPr id="572" name="Google Shape;572;p86">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87"/>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000" b="1">
                <a:solidFill>
                  <a:srgbClr val="FFFFFF"/>
                </a:solidFill>
              </a:rPr>
              <a:t>This Java abstraction manages a pool of threads and runs tasks without creating threads manually.</a:t>
            </a:r>
            <a:endParaRPr sz="4000" b="1">
              <a:solidFill>
                <a:srgbClr val="FFFFFF"/>
              </a:solidFill>
            </a:endParaRPr>
          </a:p>
        </p:txBody>
      </p:sp>
      <p:sp>
        <p:nvSpPr>
          <p:cNvPr id="578" name="Google Shape;578;p87"/>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ExecutorService?</a:t>
            </a:r>
            <a:endParaRPr sz="4800" i="1">
              <a:solidFill>
                <a:schemeClr val="accent1"/>
              </a:solidFill>
            </a:endParaRPr>
          </a:p>
        </p:txBody>
      </p:sp>
      <p:pic>
        <p:nvPicPr>
          <p:cNvPr id="579" name="Google Shape;579;p87">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88"/>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3900" b="1">
                <a:solidFill>
                  <a:srgbClr val="FFFFFF"/>
                </a:solidFill>
              </a:rPr>
              <a:t>This is used to release waiting threads all at once.</a:t>
            </a:r>
            <a:endParaRPr sz="3900" b="1" i="1">
              <a:solidFill>
                <a:srgbClr val="FFFFFF"/>
              </a:solidFill>
            </a:endParaRPr>
          </a:p>
        </p:txBody>
      </p:sp>
      <p:sp>
        <p:nvSpPr>
          <p:cNvPr id="585" name="Google Shape;585;p88"/>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CountDownLatch?</a:t>
            </a:r>
            <a:endParaRPr sz="4800" i="1">
              <a:solidFill>
                <a:schemeClr val="accent1"/>
              </a:solidFill>
              <a:latin typeface="Courier New"/>
              <a:ea typeface="Courier New"/>
              <a:cs typeface="Courier New"/>
              <a:sym typeface="Courier New"/>
            </a:endParaRPr>
          </a:p>
        </p:txBody>
      </p:sp>
      <p:pic>
        <p:nvPicPr>
          <p:cNvPr id="586" name="Google Shape;586;p88">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89"/>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CODING CHALLENGE!</a:t>
            </a:r>
            <a:endParaRPr sz="4800" b="1">
              <a:solidFill>
                <a:srgbClr val="FFFFFF"/>
              </a:solidFill>
            </a:endParaRPr>
          </a:p>
          <a:p>
            <a:pPr marL="457200" lvl="0" indent="-381000" algn="l" rtl="0">
              <a:spcBef>
                <a:spcPts val="0"/>
              </a:spcBef>
              <a:spcAft>
                <a:spcPts val="0"/>
              </a:spcAft>
              <a:buClr>
                <a:srgbClr val="FFFFFF"/>
              </a:buClr>
              <a:buSzPts val="2400"/>
              <a:buChar char="●"/>
            </a:pPr>
            <a:r>
              <a:rPr lang="en" sz="2400" b="1">
                <a:solidFill>
                  <a:srgbClr val="FFFFFF"/>
                </a:solidFill>
              </a:rPr>
              <a:t>Create a new Java class name </a:t>
            </a:r>
            <a:r>
              <a:rPr lang="en" sz="2400">
                <a:solidFill>
                  <a:srgbClr val="FFFFFF"/>
                </a:solidFill>
                <a:latin typeface="Courier New"/>
                <a:ea typeface="Courier New"/>
                <a:cs typeface="Courier New"/>
                <a:sym typeface="Courier New"/>
              </a:rPr>
              <a:t>Sleeper</a:t>
            </a:r>
            <a:r>
              <a:rPr lang="en" sz="2400" b="1">
                <a:solidFill>
                  <a:srgbClr val="FFFFFF"/>
                </a:solidFill>
              </a:rPr>
              <a:t> with an initializing constructor for number of seconds.</a:t>
            </a:r>
            <a:endParaRPr sz="2400" b="1">
              <a:solidFill>
                <a:srgbClr val="FFFFFF"/>
              </a:solidFill>
            </a:endParaRPr>
          </a:p>
          <a:p>
            <a:pPr marL="457200" lvl="0" indent="-381000" algn="l" rtl="0">
              <a:spcBef>
                <a:spcPts val="0"/>
              </a:spcBef>
              <a:spcAft>
                <a:spcPts val="0"/>
              </a:spcAft>
              <a:buClr>
                <a:srgbClr val="FFFFFF"/>
              </a:buClr>
              <a:buSzPts val="2400"/>
              <a:buChar char="●"/>
            </a:pPr>
            <a:r>
              <a:rPr lang="en" sz="2400" b="1">
                <a:solidFill>
                  <a:srgbClr val="FFFFFF"/>
                </a:solidFill>
              </a:rPr>
              <a:t>Make it a thread using your preferred method.</a:t>
            </a:r>
            <a:endParaRPr sz="2400" b="1">
              <a:solidFill>
                <a:srgbClr val="FFFFFF"/>
              </a:solidFill>
            </a:endParaRPr>
          </a:p>
          <a:p>
            <a:pPr marL="457200" lvl="0" indent="-381000" algn="l" rtl="0">
              <a:spcBef>
                <a:spcPts val="0"/>
              </a:spcBef>
              <a:spcAft>
                <a:spcPts val="0"/>
              </a:spcAft>
              <a:buClr>
                <a:srgbClr val="FFFFFF"/>
              </a:buClr>
              <a:buSzPts val="2400"/>
              <a:buChar char="●"/>
            </a:pPr>
            <a:r>
              <a:rPr lang="en" sz="2400" b="1">
                <a:solidFill>
                  <a:srgbClr val="FFFFFF"/>
                </a:solidFill>
              </a:rPr>
              <a:t>When executing, it should print a message before and after sleeping the given number of seconds.</a:t>
            </a:r>
            <a:endParaRPr sz="2400" b="1">
              <a:solidFill>
                <a:srgbClr val="FFFFFF"/>
              </a:solidFill>
            </a:endParaRPr>
          </a:p>
          <a:p>
            <a:pPr marL="457200" lvl="0" indent="-381000" algn="l" rtl="0">
              <a:spcBef>
                <a:spcPts val="0"/>
              </a:spcBef>
              <a:spcAft>
                <a:spcPts val="0"/>
              </a:spcAft>
              <a:buClr>
                <a:srgbClr val="FFFFFF"/>
              </a:buClr>
              <a:buSzPts val="2400"/>
              <a:buChar char="●"/>
            </a:pPr>
            <a:r>
              <a:rPr lang="en" sz="2400" b="1">
                <a:solidFill>
                  <a:srgbClr val="FFFFFF"/>
                </a:solidFill>
              </a:rPr>
              <a:t>In main, start 5 threads with a random sleep interval of 1-10 seconds.</a:t>
            </a:r>
            <a:endParaRPr sz="2400" b="1">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90"/>
          <p:cNvSpPr txBox="1"/>
          <p:nvPr/>
        </p:nvSpPr>
        <p:spPr>
          <a:xfrm>
            <a:off x="70000" y="155141"/>
            <a:ext cx="4306500" cy="4057500"/>
          </a:xfrm>
          <a:prstGeom prst="rect">
            <a:avLst/>
          </a:prstGeom>
          <a:solidFill>
            <a:srgbClr val="1E1E1E"/>
          </a:solidFill>
          <a:ln w="38100"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Clr>
                <a:schemeClr val="lt1"/>
              </a:buClr>
              <a:buSzPts val="1100"/>
              <a:buFont typeface="Arial"/>
              <a:buNone/>
            </a:pPr>
            <a:r>
              <a:rPr lang="en" sz="1150">
                <a:solidFill>
                  <a:srgbClr val="569CD6"/>
                </a:solidFill>
                <a:highlight>
                  <a:srgbClr val="1E1E1E"/>
                </a:highlight>
                <a:latin typeface="Consolas"/>
                <a:ea typeface="Consolas"/>
                <a:cs typeface="Consolas"/>
                <a:sym typeface="Consolas"/>
              </a:rPr>
              <a:t>public</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class</a:t>
            </a:r>
            <a:r>
              <a:rPr lang="en" sz="1150">
                <a:solidFill>
                  <a:srgbClr val="D4D4D4"/>
                </a:solidFill>
                <a:highlight>
                  <a:srgbClr val="1E1E1E"/>
                </a:highlight>
                <a:latin typeface="Consolas"/>
                <a:ea typeface="Consolas"/>
                <a:cs typeface="Consolas"/>
                <a:sym typeface="Consolas"/>
              </a:rPr>
              <a:t> Sleeper </a:t>
            </a:r>
            <a:r>
              <a:rPr lang="en" sz="1150">
                <a:solidFill>
                  <a:srgbClr val="569CD6"/>
                </a:solidFill>
                <a:highlight>
                  <a:srgbClr val="1E1E1E"/>
                </a:highlight>
                <a:latin typeface="Consolas"/>
                <a:ea typeface="Consolas"/>
                <a:cs typeface="Consolas"/>
                <a:sym typeface="Consolas"/>
              </a:rPr>
              <a:t>implements</a:t>
            </a:r>
            <a:r>
              <a:rPr lang="en" sz="1150">
                <a:solidFill>
                  <a:srgbClr val="D4D4D4"/>
                </a:solidFill>
                <a:highlight>
                  <a:srgbClr val="1E1E1E"/>
                </a:highlight>
                <a:latin typeface="Consolas"/>
                <a:ea typeface="Consolas"/>
                <a:cs typeface="Consolas"/>
                <a:sym typeface="Consolas"/>
              </a:rPr>
              <a:t> Runnable {</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private</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int</a:t>
            </a:r>
            <a:r>
              <a:rPr lang="en" sz="1150">
                <a:solidFill>
                  <a:srgbClr val="D4D4D4"/>
                </a:solidFill>
                <a:highlight>
                  <a:srgbClr val="1E1E1E"/>
                </a:highlight>
                <a:latin typeface="Consolas"/>
                <a:ea typeface="Consolas"/>
                <a:cs typeface="Consolas"/>
                <a:sym typeface="Consolas"/>
              </a:rPr>
              <a:t> sleepTime;</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public</a:t>
            </a:r>
            <a:r>
              <a:rPr lang="en" sz="1150">
                <a:solidFill>
                  <a:srgbClr val="D4D4D4"/>
                </a:solidFill>
                <a:highlight>
                  <a:srgbClr val="1E1E1E"/>
                </a:highlight>
                <a:latin typeface="Consolas"/>
                <a:ea typeface="Consolas"/>
                <a:cs typeface="Consolas"/>
                <a:sym typeface="Consolas"/>
              </a:rPr>
              <a:t> Sleeper(</a:t>
            </a:r>
            <a:r>
              <a:rPr lang="en" sz="1150">
                <a:solidFill>
                  <a:srgbClr val="569CD6"/>
                </a:solidFill>
                <a:highlight>
                  <a:srgbClr val="1E1E1E"/>
                </a:highlight>
                <a:latin typeface="Consolas"/>
                <a:ea typeface="Consolas"/>
                <a:cs typeface="Consolas"/>
                <a:sym typeface="Consolas"/>
              </a:rPr>
              <a:t>int</a:t>
            </a:r>
            <a:r>
              <a:rPr lang="en" sz="1150">
                <a:solidFill>
                  <a:srgbClr val="D4D4D4"/>
                </a:solidFill>
                <a:highlight>
                  <a:srgbClr val="1E1E1E"/>
                </a:highlight>
                <a:latin typeface="Consolas"/>
                <a:ea typeface="Consolas"/>
                <a:cs typeface="Consolas"/>
                <a:sym typeface="Consolas"/>
              </a:rPr>
              <a:t> sleepTime) {</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this</a:t>
            </a:r>
            <a:r>
              <a:rPr lang="en" sz="1150">
                <a:solidFill>
                  <a:srgbClr val="D4D4D4"/>
                </a:solidFill>
                <a:highlight>
                  <a:srgbClr val="1E1E1E"/>
                </a:highlight>
                <a:latin typeface="Consolas"/>
                <a:ea typeface="Consolas"/>
                <a:cs typeface="Consolas"/>
                <a:sym typeface="Consolas"/>
              </a:rPr>
              <a:t>.sleepTime = sleepTime;</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Override</a:t>
            </a:r>
            <a:endParaRPr sz="1150">
              <a:solidFill>
                <a:srgbClr val="569CD6"/>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public</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void</a:t>
            </a:r>
            <a:r>
              <a:rPr lang="en" sz="1150">
                <a:solidFill>
                  <a:srgbClr val="D4D4D4"/>
                </a:solidFill>
                <a:highlight>
                  <a:srgbClr val="1E1E1E"/>
                </a:highlight>
                <a:latin typeface="Consolas"/>
                <a:ea typeface="Consolas"/>
                <a:cs typeface="Consolas"/>
                <a:sym typeface="Consolas"/>
              </a:rPr>
              <a:t> run() {</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System.out.println(</a:t>
            </a:r>
            <a:r>
              <a:rPr lang="en" sz="1150">
                <a:solidFill>
                  <a:srgbClr val="CE9178"/>
                </a:solidFill>
                <a:highlight>
                  <a:srgbClr val="1E1E1E"/>
                </a:highlight>
                <a:latin typeface="Consolas"/>
                <a:ea typeface="Consolas"/>
                <a:cs typeface="Consolas"/>
                <a:sym typeface="Consolas"/>
              </a:rPr>
              <a:t>"Feeling sleepy..."</a:t>
            </a:r>
            <a:r>
              <a:rPr lang="en" sz="1150">
                <a:solidFill>
                  <a:srgbClr val="D4D4D4"/>
                </a:solidFill>
                <a:highlight>
                  <a:srgbClr val="1E1E1E"/>
                </a:highlight>
                <a:latin typeface="Consolas"/>
                <a:ea typeface="Consolas"/>
                <a:cs typeface="Consolas"/>
                <a:sym typeface="Consolas"/>
              </a:rPr>
              <a:t>);</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try</a:t>
            </a:r>
            <a:r>
              <a:rPr lang="en" sz="1150">
                <a:solidFill>
                  <a:srgbClr val="D4D4D4"/>
                </a:solidFill>
                <a:highlight>
                  <a:srgbClr val="1E1E1E"/>
                </a:highlight>
                <a:latin typeface="Consolas"/>
                <a:ea typeface="Consolas"/>
                <a:cs typeface="Consolas"/>
                <a:sym typeface="Consolas"/>
              </a:rPr>
              <a:t> {</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Thread.sleep(sleepTime * </a:t>
            </a:r>
            <a:r>
              <a:rPr lang="en" sz="1150">
                <a:solidFill>
                  <a:srgbClr val="B5CEA8"/>
                </a:solidFill>
                <a:highlight>
                  <a:srgbClr val="1E1E1E"/>
                </a:highlight>
                <a:latin typeface="Consolas"/>
                <a:ea typeface="Consolas"/>
                <a:cs typeface="Consolas"/>
                <a:sym typeface="Consolas"/>
              </a:rPr>
              <a:t>1000</a:t>
            </a:r>
            <a:r>
              <a:rPr lang="en" sz="1150">
                <a:solidFill>
                  <a:srgbClr val="D4D4D4"/>
                </a:solidFill>
                <a:highlight>
                  <a:srgbClr val="1E1E1E"/>
                </a:highlight>
                <a:latin typeface="Consolas"/>
                <a:ea typeface="Consolas"/>
                <a:cs typeface="Consolas"/>
                <a:sym typeface="Consolas"/>
              </a:rPr>
              <a:t>);</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 </a:t>
            </a:r>
            <a:r>
              <a:rPr lang="en" sz="1150">
                <a:solidFill>
                  <a:srgbClr val="569CD6"/>
                </a:solidFill>
                <a:highlight>
                  <a:srgbClr val="1E1E1E"/>
                </a:highlight>
                <a:latin typeface="Consolas"/>
                <a:ea typeface="Consolas"/>
                <a:cs typeface="Consolas"/>
                <a:sym typeface="Consolas"/>
              </a:rPr>
              <a:t>catch</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InterruptedException</a:t>
            </a:r>
            <a:r>
              <a:rPr lang="en" sz="1150">
                <a:solidFill>
                  <a:srgbClr val="D4D4D4"/>
                </a:solidFill>
                <a:highlight>
                  <a:srgbClr val="1E1E1E"/>
                </a:highlight>
                <a:latin typeface="Consolas"/>
                <a:ea typeface="Consolas"/>
                <a:cs typeface="Consolas"/>
                <a:sym typeface="Consolas"/>
              </a:rPr>
              <a:t> e) {}</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System.out.println(</a:t>
            </a:r>
            <a:r>
              <a:rPr lang="en" sz="1150">
                <a:solidFill>
                  <a:srgbClr val="CE9178"/>
                </a:solidFill>
                <a:highlight>
                  <a:srgbClr val="1E1E1E"/>
                </a:highlight>
                <a:latin typeface="Consolas"/>
                <a:ea typeface="Consolas"/>
                <a:cs typeface="Consolas"/>
                <a:sym typeface="Consolas"/>
              </a:rPr>
              <a:t>"Ah, that's better!"</a:t>
            </a:r>
            <a:r>
              <a:rPr lang="en" sz="1150">
                <a:solidFill>
                  <a:srgbClr val="D4D4D4"/>
                </a:solidFill>
                <a:highlight>
                  <a:srgbClr val="1E1E1E"/>
                </a:highlight>
                <a:latin typeface="Consolas"/>
                <a:ea typeface="Consolas"/>
                <a:cs typeface="Consolas"/>
                <a:sym typeface="Consolas"/>
              </a:rPr>
              <a:t>);</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endParaRPr sz="1150">
              <a:solidFill>
                <a:srgbClr val="D4D4D4"/>
              </a:solidFill>
              <a:highlight>
                <a:srgbClr val="1E1E1E"/>
              </a:highlight>
              <a:latin typeface="Consolas"/>
              <a:ea typeface="Consolas"/>
              <a:cs typeface="Consolas"/>
              <a:sym typeface="Consolas"/>
            </a:endParaRPr>
          </a:p>
          <a:p>
            <a:pPr marL="0" lvl="0" indent="0" algn="l" rtl="0">
              <a:lnSpc>
                <a:spcPct val="100000"/>
              </a:lnSpc>
              <a:spcBef>
                <a:spcPts val="0"/>
              </a:spcBef>
              <a:spcAft>
                <a:spcPts val="0"/>
              </a:spcAft>
              <a:buNone/>
            </a:pPr>
            <a:endParaRPr sz="1750">
              <a:solidFill>
                <a:srgbClr val="569CD6"/>
              </a:solidFill>
              <a:latin typeface="Consolas"/>
              <a:ea typeface="Consolas"/>
              <a:cs typeface="Consolas"/>
              <a:sym typeface="Consolas"/>
            </a:endParaRPr>
          </a:p>
        </p:txBody>
      </p:sp>
      <p:sp>
        <p:nvSpPr>
          <p:cNvPr id="597" name="Google Shape;597;p90"/>
          <p:cNvSpPr txBox="1"/>
          <p:nvPr/>
        </p:nvSpPr>
        <p:spPr>
          <a:xfrm>
            <a:off x="4447558" y="2408980"/>
            <a:ext cx="4632000" cy="2616000"/>
          </a:xfrm>
          <a:prstGeom prst="rect">
            <a:avLst/>
          </a:prstGeom>
          <a:solidFill>
            <a:srgbClr val="1E1E1E"/>
          </a:solidFill>
          <a:ln w="38100"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public</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static</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void</a:t>
            </a:r>
            <a:r>
              <a:rPr lang="en" sz="1150">
                <a:solidFill>
                  <a:srgbClr val="D4D4D4"/>
                </a:solidFill>
                <a:highlight>
                  <a:srgbClr val="1E1E1E"/>
                </a:highlight>
                <a:latin typeface="Consolas"/>
                <a:ea typeface="Consolas"/>
                <a:cs typeface="Consolas"/>
                <a:sym typeface="Consolas"/>
              </a:rPr>
              <a:t> main(</a:t>
            </a:r>
            <a:r>
              <a:rPr lang="en" sz="1150">
                <a:solidFill>
                  <a:srgbClr val="569CD6"/>
                </a:solidFill>
                <a:highlight>
                  <a:srgbClr val="1E1E1E"/>
                </a:highlight>
                <a:latin typeface="Consolas"/>
                <a:ea typeface="Consolas"/>
                <a:cs typeface="Consolas"/>
                <a:sym typeface="Consolas"/>
              </a:rPr>
              <a:t>String</a:t>
            </a:r>
            <a:r>
              <a:rPr lang="en" sz="1150">
                <a:solidFill>
                  <a:srgbClr val="D4D4D4"/>
                </a:solidFill>
                <a:highlight>
                  <a:srgbClr val="1E1E1E"/>
                </a:highlight>
                <a:latin typeface="Consolas"/>
                <a:ea typeface="Consolas"/>
                <a:cs typeface="Consolas"/>
                <a:sym typeface="Consolas"/>
              </a:rPr>
              <a:t>[] args) {</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Random</a:t>
            </a:r>
            <a:r>
              <a:rPr lang="en" sz="1150">
                <a:solidFill>
                  <a:srgbClr val="D4D4D4"/>
                </a:solidFill>
                <a:highlight>
                  <a:srgbClr val="1E1E1E"/>
                </a:highlight>
                <a:latin typeface="Consolas"/>
                <a:ea typeface="Consolas"/>
                <a:cs typeface="Consolas"/>
                <a:sym typeface="Consolas"/>
              </a:rPr>
              <a:t> rng = </a:t>
            </a:r>
            <a:r>
              <a:rPr lang="en" sz="1150">
                <a:solidFill>
                  <a:srgbClr val="569CD6"/>
                </a:solidFill>
                <a:highlight>
                  <a:srgbClr val="1E1E1E"/>
                </a:highlight>
                <a:latin typeface="Consolas"/>
                <a:ea typeface="Consolas"/>
                <a:cs typeface="Consolas"/>
                <a:sym typeface="Consolas"/>
              </a:rPr>
              <a:t>new</a:t>
            </a:r>
            <a:r>
              <a:rPr lang="en" sz="1150">
                <a:solidFill>
                  <a:srgbClr val="D4D4D4"/>
                </a:solidFill>
                <a:highlight>
                  <a:srgbClr val="1E1E1E"/>
                </a:highlight>
                <a:latin typeface="Consolas"/>
                <a:ea typeface="Consolas"/>
                <a:cs typeface="Consolas"/>
                <a:sym typeface="Consolas"/>
              </a:rPr>
              <a:t> Random();</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for</a:t>
            </a: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int</a:t>
            </a:r>
            <a:r>
              <a:rPr lang="en" sz="1150">
                <a:solidFill>
                  <a:srgbClr val="D4D4D4"/>
                </a:solidFill>
                <a:highlight>
                  <a:srgbClr val="1E1E1E"/>
                </a:highlight>
                <a:latin typeface="Consolas"/>
                <a:ea typeface="Consolas"/>
                <a:cs typeface="Consolas"/>
                <a:sym typeface="Consolas"/>
              </a:rPr>
              <a:t> i = </a:t>
            </a:r>
            <a:r>
              <a:rPr lang="en" sz="1150">
                <a:solidFill>
                  <a:srgbClr val="B5CEA8"/>
                </a:solidFill>
                <a:highlight>
                  <a:srgbClr val="1E1E1E"/>
                </a:highlight>
                <a:latin typeface="Consolas"/>
                <a:ea typeface="Consolas"/>
                <a:cs typeface="Consolas"/>
                <a:sym typeface="Consolas"/>
              </a:rPr>
              <a:t>0</a:t>
            </a:r>
            <a:r>
              <a:rPr lang="en" sz="1150">
                <a:solidFill>
                  <a:srgbClr val="D4D4D4"/>
                </a:solidFill>
                <a:highlight>
                  <a:srgbClr val="1E1E1E"/>
                </a:highlight>
                <a:latin typeface="Consolas"/>
                <a:ea typeface="Consolas"/>
                <a:cs typeface="Consolas"/>
                <a:sym typeface="Consolas"/>
              </a:rPr>
              <a:t>;i &lt; </a:t>
            </a:r>
            <a:r>
              <a:rPr lang="en" sz="1150">
                <a:solidFill>
                  <a:srgbClr val="B5CEA8"/>
                </a:solidFill>
                <a:highlight>
                  <a:srgbClr val="1E1E1E"/>
                </a:highlight>
                <a:latin typeface="Consolas"/>
                <a:ea typeface="Consolas"/>
                <a:cs typeface="Consolas"/>
                <a:sym typeface="Consolas"/>
              </a:rPr>
              <a:t>5</a:t>
            </a:r>
            <a:r>
              <a:rPr lang="en" sz="1150">
                <a:solidFill>
                  <a:srgbClr val="D4D4D4"/>
                </a:solidFill>
                <a:highlight>
                  <a:srgbClr val="1E1E1E"/>
                </a:highlight>
                <a:latin typeface="Consolas"/>
                <a:ea typeface="Consolas"/>
                <a:cs typeface="Consolas"/>
                <a:sym typeface="Consolas"/>
              </a:rPr>
              <a:t>;++i) {</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int</a:t>
            </a:r>
            <a:r>
              <a:rPr lang="en" sz="1150">
                <a:solidFill>
                  <a:srgbClr val="D4D4D4"/>
                </a:solidFill>
                <a:highlight>
                  <a:srgbClr val="1E1E1E"/>
                </a:highlight>
                <a:latin typeface="Consolas"/>
                <a:ea typeface="Consolas"/>
                <a:cs typeface="Consolas"/>
                <a:sym typeface="Consolas"/>
              </a:rPr>
              <a:t> sleepTime = rng.nextInt(</a:t>
            </a:r>
            <a:r>
              <a:rPr lang="en" sz="1150">
                <a:solidFill>
                  <a:srgbClr val="B5CEA8"/>
                </a:solidFill>
                <a:highlight>
                  <a:srgbClr val="1E1E1E"/>
                </a:highlight>
                <a:latin typeface="Consolas"/>
                <a:ea typeface="Consolas"/>
                <a:cs typeface="Consolas"/>
                <a:sym typeface="Consolas"/>
              </a:rPr>
              <a:t>1</a:t>
            </a:r>
            <a:r>
              <a:rPr lang="en" sz="1150">
                <a:solidFill>
                  <a:srgbClr val="D4D4D4"/>
                </a:solidFill>
                <a:highlight>
                  <a:srgbClr val="1E1E1E"/>
                </a:highlight>
                <a:latin typeface="Consolas"/>
                <a:ea typeface="Consolas"/>
                <a:cs typeface="Consolas"/>
                <a:sym typeface="Consolas"/>
              </a:rPr>
              <a:t>,</a:t>
            </a:r>
            <a:r>
              <a:rPr lang="en" sz="1150">
                <a:solidFill>
                  <a:srgbClr val="B5CEA8"/>
                </a:solidFill>
                <a:highlight>
                  <a:srgbClr val="1E1E1E"/>
                </a:highlight>
                <a:latin typeface="Consolas"/>
                <a:ea typeface="Consolas"/>
                <a:cs typeface="Consolas"/>
                <a:sym typeface="Consolas"/>
              </a:rPr>
              <a:t>11</a:t>
            </a:r>
            <a:r>
              <a:rPr lang="en" sz="1150">
                <a:solidFill>
                  <a:srgbClr val="D4D4D4"/>
                </a:solidFill>
                <a:highlight>
                  <a:srgbClr val="1E1E1E"/>
                </a:highlight>
                <a:latin typeface="Consolas"/>
                <a:ea typeface="Consolas"/>
                <a:cs typeface="Consolas"/>
                <a:sym typeface="Consolas"/>
              </a:rPr>
              <a:t>);</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None/>
            </a:pPr>
            <a:r>
              <a:rPr lang="en" sz="1150">
                <a:solidFill>
                  <a:srgbClr val="D4D4D4"/>
                </a:solidFill>
                <a:highlight>
                  <a:srgbClr val="1E1E1E"/>
                </a:highlight>
                <a:latin typeface="Consolas"/>
                <a:ea typeface="Consolas"/>
                <a:cs typeface="Consolas"/>
                <a:sym typeface="Consolas"/>
              </a:rPr>
              <a:t>            </a:t>
            </a:r>
            <a:r>
              <a:rPr lang="en" sz="1150">
                <a:solidFill>
                  <a:srgbClr val="569CD6"/>
                </a:solidFill>
                <a:highlight>
                  <a:srgbClr val="1E1E1E"/>
                </a:highlight>
                <a:latin typeface="Consolas"/>
                <a:ea typeface="Consolas"/>
                <a:cs typeface="Consolas"/>
                <a:sym typeface="Consolas"/>
              </a:rPr>
              <a:t>new</a:t>
            </a:r>
            <a:r>
              <a:rPr lang="en" sz="1150">
                <a:solidFill>
                  <a:srgbClr val="D4D4D4"/>
                </a:solidFill>
                <a:highlight>
                  <a:srgbClr val="1E1E1E"/>
                </a:highlight>
                <a:latin typeface="Consolas"/>
                <a:ea typeface="Consolas"/>
                <a:cs typeface="Consolas"/>
                <a:sym typeface="Consolas"/>
              </a:rPr>
              <a:t> Thread(</a:t>
            </a:r>
            <a:r>
              <a:rPr lang="en" sz="1150">
                <a:solidFill>
                  <a:srgbClr val="569CD6"/>
                </a:solidFill>
                <a:highlight>
                  <a:srgbClr val="1E1E1E"/>
                </a:highlight>
                <a:latin typeface="Consolas"/>
                <a:ea typeface="Consolas"/>
                <a:cs typeface="Consolas"/>
                <a:sym typeface="Consolas"/>
              </a:rPr>
              <a:t>new</a:t>
            </a:r>
            <a:r>
              <a:rPr lang="en" sz="1150">
                <a:solidFill>
                  <a:srgbClr val="D4D4D4"/>
                </a:solidFill>
                <a:highlight>
                  <a:srgbClr val="1E1E1E"/>
                </a:highlight>
                <a:latin typeface="Consolas"/>
                <a:ea typeface="Consolas"/>
                <a:cs typeface="Consolas"/>
                <a:sym typeface="Consolas"/>
              </a:rPr>
              <a:t> Sleeper(sleepTime)).start();</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    }</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150">
                <a:solidFill>
                  <a:srgbClr val="D4D4D4"/>
                </a:solidFill>
                <a:highlight>
                  <a:srgbClr val="1E1E1E"/>
                </a:highlight>
                <a:latin typeface="Consolas"/>
                <a:ea typeface="Consolas"/>
                <a:cs typeface="Consolas"/>
                <a:sym typeface="Consolas"/>
              </a:rPr>
              <a:t>}</a:t>
            </a:r>
            <a:endParaRPr sz="1150">
              <a:solidFill>
                <a:srgbClr val="D4D4D4"/>
              </a:solidFill>
              <a:highlight>
                <a:srgbClr val="1E1E1E"/>
              </a:highlight>
              <a:latin typeface="Consolas"/>
              <a:ea typeface="Consolas"/>
              <a:cs typeface="Consolas"/>
              <a:sym typeface="Consolas"/>
            </a:endParaRPr>
          </a:p>
          <a:p>
            <a:pPr marL="0" lvl="0" indent="0" algn="l" rtl="0">
              <a:lnSpc>
                <a:spcPct val="135714"/>
              </a:lnSpc>
              <a:spcBef>
                <a:spcPts val="0"/>
              </a:spcBef>
              <a:spcAft>
                <a:spcPts val="0"/>
              </a:spcAft>
              <a:buNone/>
            </a:pPr>
            <a:endParaRPr sz="1150">
              <a:solidFill>
                <a:srgbClr val="569CD6"/>
              </a:solidFill>
              <a:highlight>
                <a:srgbClr val="1E1E1E"/>
              </a:highlight>
              <a:latin typeface="Consolas"/>
              <a:ea typeface="Consolas"/>
              <a:cs typeface="Consolas"/>
              <a:sym typeface="Consolas"/>
            </a:endParaRPr>
          </a:p>
          <a:p>
            <a:pPr marL="0" lvl="0" indent="0" algn="l" rtl="0">
              <a:lnSpc>
                <a:spcPct val="100000"/>
              </a:lnSpc>
              <a:spcBef>
                <a:spcPts val="0"/>
              </a:spcBef>
              <a:spcAft>
                <a:spcPts val="0"/>
              </a:spcAft>
              <a:buNone/>
            </a:pPr>
            <a:endParaRPr sz="1750">
              <a:solidFill>
                <a:srgbClr val="569CD6"/>
              </a:solidFill>
              <a:latin typeface="Consolas"/>
              <a:ea typeface="Consolas"/>
              <a:cs typeface="Consolas"/>
              <a:sym typeface="Consolas"/>
            </a:endParaRPr>
          </a:p>
        </p:txBody>
      </p:sp>
      <p:pic>
        <p:nvPicPr>
          <p:cNvPr id="598" name="Google Shape;598;p90">
            <a:hlinkClick r:id="rId3" action="ppaction://hlinksldjump"/>
          </p:cNvPr>
          <p:cNvPicPr preferRelativeResize="0"/>
          <p:nvPr/>
        </p:nvPicPr>
        <p:blipFill rotWithShape="1">
          <a:blip r:embed="rId4">
            <a:alphaModFix/>
          </a:blip>
          <a:srcRect t="25035" b="29971"/>
          <a:stretch/>
        </p:blipFill>
        <p:spPr>
          <a:xfrm>
            <a:off x="1812850" y="4673615"/>
            <a:ext cx="820808" cy="369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91"/>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200" b="1">
                <a:solidFill>
                  <a:srgbClr val="FFFFFF"/>
                </a:solidFill>
              </a:rPr>
              <a:t>This is a node in a graph that stores a value.</a:t>
            </a:r>
            <a:endParaRPr sz="4200" b="1">
              <a:solidFill>
                <a:srgbClr val="FFFFFF"/>
              </a:solidFill>
            </a:endParaRPr>
          </a:p>
        </p:txBody>
      </p:sp>
      <p:sp>
        <p:nvSpPr>
          <p:cNvPr id="604" name="Google Shape;604;p91"/>
          <p:cNvSpPr txBox="1"/>
          <p:nvPr/>
        </p:nvSpPr>
        <p:spPr>
          <a:xfrm>
            <a:off x="593775" y="2859096"/>
            <a:ext cx="8112300" cy="1614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a vertex?</a:t>
            </a:r>
            <a:endParaRPr sz="4800" i="1">
              <a:solidFill>
                <a:schemeClr val="accent1"/>
              </a:solidFill>
            </a:endParaRPr>
          </a:p>
        </p:txBody>
      </p:sp>
      <p:pic>
        <p:nvPicPr>
          <p:cNvPr id="605" name="Google Shape;605;p91">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92"/>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000" b="1">
                <a:solidFill>
                  <a:srgbClr val="FFFFFF"/>
                </a:solidFill>
              </a:rPr>
              <a:t>Two vertices connected by an edge are called this.</a:t>
            </a:r>
            <a:endParaRPr sz="4000" b="1">
              <a:solidFill>
                <a:srgbClr val="FFFFFF"/>
              </a:solidFill>
            </a:endParaRPr>
          </a:p>
        </p:txBody>
      </p:sp>
      <p:sp>
        <p:nvSpPr>
          <p:cNvPr id="611" name="Google Shape;611;p92"/>
          <p:cNvSpPr txBox="1"/>
          <p:nvPr/>
        </p:nvSpPr>
        <p:spPr>
          <a:xfrm>
            <a:off x="593775"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are neighbors?</a:t>
            </a:r>
            <a:endParaRPr sz="4800" i="1">
              <a:solidFill>
                <a:schemeClr val="accent1"/>
              </a:solidFill>
            </a:endParaRPr>
          </a:p>
        </p:txBody>
      </p:sp>
      <p:pic>
        <p:nvPicPr>
          <p:cNvPr id="612" name="Google Shape;612;p92">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93"/>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100" b="1">
                <a:solidFill>
                  <a:srgbClr val="FFFFFF"/>
                </a:solidFill>
                <a:latin typeface="Inter"/>
                <a:ea typeface="Inter"/>
                <a:cs typeface="Inter"/>
                <a:sym typeface="Inter"/>
              </a:rPr>
              <a:t>This search explores one neighbor deeply before exploring others.</a:t>
            </a:r>
            <a:endParaRPr sz="4100" b="1">
              <a:solidFill>
                <a:srgbClr val="FFFFFF"/>
              </a:solidFill>
              <a:latin typeface="Inter"/>
              <a:ea typeface="Inter"/>
              <a:cs typeface="Inter"/>
              <a:sym typeface="Inter"/>
            </a:endParaRPr>
          </a:p>
        </p:txBody>
      </p:sp>
      <p:sp>
        <p:nvSpPr>
          <p:cNvPr id="618" name="Google Shape;618;p93"/>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latin typeface="Inter"/>
                <a:ea typeface="Inter"/>
                <a:cs typeface="Inter"/>
                <a:sym typeface="Inter"/>
              </a:rPr>
              <a:t>What is a Depth First Search/Path</a:t>
            </a:r>
            <a:endParaRPr sz="4800" i="1">
              <a:solidFill>
                <a:schemeClr val="accent1"/>
              </a:solidFill>
              <a:latin typeface="Inter"/>
              <a:ea typeface="Inter"/>
              <a:cs typeface="Inter"/>
              <a:sym typeface="Inter"/>
            </a:endParaRPr>
          </a:p>
        </p:txBody>
      </p:sp>
      <p:pic>
        <p:nvPicPr>
          <p:cNvPr id="619" name="Google Shape;619;p93">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sp>
        <p:nvSpPr>
          <p:cNvPr id="624" name="Google Shape;624;p94"/>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3900" b="1">
                <a:solidFill>
                  <a:srgbClr val="FFFFFF"/>
                </a:solidFill>
              </a:rPr>
              <a:t>This search guarantees a path with fewest number of edges.</a:t>
            </a:r>
            <a:endParaRPr sz="3900" b="1" i="1">
              <a:solidFill>
                <a:srgbClr val="FFFFFF"/>
              </a:solidFill>
            </a:endParaRPr>
          </a:p>
        </p:txBody>
      </p:sp>
      <p:sp>
        <p:nvSpPr>
          <p:cNvPr id="625" name="Google Shape;625;p94"/>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Clr>
                <a:schemeClr val="lt1"/>
              </a:buClr>
              <a:buSzPts val="1100"/>
              <a:buFont typeface="Arial"/>
              <a:buNone/>
            </a:pPr>
            <a:r>
              <a:rPr lang="en" sz="4800" i="1">
                <a:solidFill>
                  <a:schemeClr val="accent1"/>
                </a:solidFill>
              </a:rPr>
              <a:t>What is a Breadth First Search/Path?</a:t>
            </a:r>
            <a:endParaRPr sz="4800" i="1">
              <a:solidFill>
                <a:schemeClr val="accent1"/>
              </a:solidFill>
            </a:endParaRPr>
          </a:p>
        </p:txBody>
      </p:sp>
      <p:pic>
        <p:nvPicPr>
          <p:cNvPr id="626" name="Google Shape;626;p94">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95"/>
          <p:cNvSpPr/>
          <p:nvPr/>
        </p:nvSpPr>
        <p:spPr>
          <a:xfrm>
            <a:off x="188100" y="91440"/>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ACTIVITY CHALLENGE!</a:t>
            </a:r>
            <a:endParaRPr sz="4800" b="1">
              <a:solidFill>
                <a:srgbClr val="FFFFFF"/>
              </a:solidFill>
            </a:endParaRPr>
          </a:p>
          <a:p>
            <a:pPr marL="0" lvl="0" indent="0" algn="l" rtl="0">
              <a:spcBef>
                <a:spcPts val="0"/>
              </a:spcBef>
              <a:spcAft>
                <a:spcPts val="0"/>
              </a:spcAft>
              <a:buNone/>
            </a:pPr>
            <a:r>
              <a:rPr lang="en" sz="2400" b="1">
                <a:solidFill>
                  <a:srgbClr val="FFFFFF"/>
                </a:solidFill>
              </a:rPr>
              <a:t> Fill in the Adjacency List for the</a:t>
            </a:r>
            <a:endParaRPr sz="2400" b="1">
              <a:solidFill>
                <a:srgbClr val="FFFFFF"/>
              </a:solidFill>
            </a:endParaRPr>
          </a:p>
          <a:p>
            <a:pPr marL="0" lvl="0" indent="0" algn="l" rtl="0">
              <a:spcBef>
                <a:spcPts val="0"/>
              </a:spcBef>
              <a:spcAft>
                <a:spcPts val="0"/>
              </a:spcAft>
              <a:buNone/>
            </a:pPr>
            <a:r>
              <a:rPr lang="en" sz="2400" b="1">
                <a:solidFill>
                  <a:srgbClr val="FFFFFF"/>
                </a:solidFill>
              </a:rPr>
              <a:t> following graph.</a:t>
            </a:r>
            <a:endParaRPr sz="2400" b="1">
              <a:solidFill>
                <a:srgbClr val="FFFFFF"/>
              </a:solidFill>
            </a:endParaRPr>
          </a:p>
        </p:txBody>
      </p:sp>
      <p:pic>
        <p:nvPicPr>
          <p:cNvPr id="632" name="Google Shape;632;p95">
            <a:hlinkClick r:id="rId3" action="ppaction://hlinksldjump"/>
          </p:cNvPr>
          <p:cNvPicPr preferRelativeResize="0"/>
          <p:nvPr/>
        </p:nvPicPr>
        <p:blipFill rotWithShape="1">
          <a:blip r:embed="rId4">
            <a:alphaModFix/>
          </a:blip>
          <a:srcRect t="25035" b="29971"/>
          <a:stretch/>
        </p:blipFill>
        <p:spPr>
          <a:xfrm>
            <a:off x="4160520" y="4709160"/>
            <a:ext cx="820808" cy="369300"/>
          </a:xfrm>
          <a:prstGeom prst="rect">
            <a:avLst/>
          </a:prstGeom>
          <a:noFill/>
          <a:ln>
            <a:noFill/>
          </a:ln>
        </p:spPr>
      </p:pic>
      <p:sp>
        <p:nvSpPr>
          <p:cNvPr id="633" name="Google Shape;633;p95"/>
          <p:cNvSpPr txBox="1"/>
          <p:nvPr/>
        </p:nvSpPr>
        <p:spPr>
          <a:xfrm>
            <a:off x="5545384" y="2947411"/>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Inter"/>
              <a:ea typeface="Inter"/>
              <a:cs typeface="Inter"/>
              <a:sym typeface="Inter"/>
            </a:endParaRPr>
          </a:p>
        </p:txBody>
      </p:sp>
      <p:sp>
        <p:nvSpPr>
          <p:cNvPr id="634" name="Google Shape;634;p95"/>
          <p:cNvSpPr txBox="1"/>
          <p:nvPr/>
        </p:nvSpPr>
        <p:spPr>
          <a:xfrm>
            <a:off x="5937109" y="2947411"/>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b="1">
              <a:solidFill>
                <a:schemeClr val="accent1"/>
              </a:solidFill>
              <a:latin typeface="Inter"/>
              <a:ea typeface="Inter"/>
              <a:cs typeface="Inter"/>
              <a:sym typeface="Inter"/>
            </a:endParaRPr>
          </a:p>
        </p:txBody>
      </p:sp>
      <p:grpSp>
        <p:nvGrpSpPr>
          <p:cNvPr id="635" name="Google Shape;635;p95"/>
          <p:cNvGrpSpPr/>
          <p:nvPr/>
        </p:nvGrpSpPr>
        <p:grpSpPr>
          <a:xfrm>
            <a:off x="1687963" y="1969975"/>
            <a:ext cx="2175900" cy="2351138"/>
            <a:chOff x="6833250" y="2017200"/>
            <a:chExt cx="2175900" cy="2351138"/>
          </a:xfrm>
        </p:grpSpPr>
        <p:sp>
          <p:nvSpPr>
            <p:cNvPr id="636" name="Google Shape;636;p95"/>
            <p:cNvSpPr/>
            <p:nvPr/>
          </p:nvSpPr>
          <p:spPr>
            <a:xfrm>
              <a:off x="7191000" y="201720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A</a:t>
              </a:r>
              <a:endParaRPr>
                <a:latin typeface="Courier New"/>
                <a:ea typeface="Courier New"/>
                <a:cs typeface="Courier New"/>
                <a:sym typeface="Courier New"/>
              </a:endParaRPr>
            </a:p>
          </p:txBody>
        </p:sp>
        <p:sp>
          <p:nvSpPr>
            <p:cNvPr id="637" name="Google Shape;637;p95"/>
            <p:cNvSpPr/>
            <p:nvPr/>
          </p:nvSpPr>
          <p:spPr>
            <a:xfrm>
              <a:off x="6833250" y="2768675"/>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B</a:t>
              </a:r>
              <a:endParaRPr>
                <a:latin typeface="Courier New"/>
                <a:ea typeface="Courier New"/>
                <a:cs typeface="Courier New"/>
                <a:sym typeface="Courier New"/>
              </a:endParaRPr>
            </a:p>
          </p:txBody>
        </p:sp>
        <p:sp>
          <p:nvSpPr>
            <p:cNvPr id="638" name="Google Shape;638;p95"/>
            <p:cNvSpPr/>
            <p:nvPr/>
          </p:nvSpPr>
          <p:spPr>
            <a:xfrm>
              <a:off x="7547538" y="3162275"/>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C</a:t>
              </a:r>
              <a:endParaRPr>
                <a:latin typeface="Courier New"/>
                <a:ea typeface="Courier New"/>
                <a:cs typeface="Courier New"/>
                <a:sym typeface="Courier New"/>
              </a:endParaRPr>
            </a:p>
          </p:txBody>
        </p:sp>
        <p:sp>
          <p:nvSpPr>
            <p:cNvPr id="639" name="Google Shape;639;p95"/>
            <p:cNvSpPr/>
            <p:nvPr/>
          </p:nvSpPr>
          <p:spPr>
            <a:xfrm>
              <a:off x="8158350" y="249861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D</a:t>
              </a:r>
              <a:endParaRPr>
                <a:latin typeface="Courier New"/>
                <a:ea typeface="Courier New"/>
                <a:cs typeface="Courier New"/>
                <a:sym typeface="Courier New"/>
              </a:endParaRPr>
            </a:p>
          </p:txBody>
        </p:sp>
        <p:sp>
          <p:nvSpPr>
            <p:cNvPr id="640" name="Google Shape;640;p95"/>
            <p:cNvSpPr/>
            <p:nvPr/>
          </p:nvSpPr>
          <p:spPr>
            <a:xfrm>
              <a:off x="8216100" y="358091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E</a:t>
              </a:r>
              <a:endParaRPr>
                <a:latin typeface="Courier New"/>
                <a:ea typeface="Courier New"/>
                <a:cs typeface="Courier New"/>
                <a:sym typeface="Courier New"/>
              </a:endParaRPr>
            </a:p>
          </p:txBody>
        </p:sp>
        <p:sp>
          <p:nvSpPr>
            <p:cNvPr id="641" name="Google Shape;641;p95"/>
            <p:cNvSpPr/>
            <p:nvPr/>
          </p:nvSpPr>
          <p:spPr>
            <a:xfrm>
              <a:off x="7024500" y="3974738"/>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F</a:t>
              </a:r>
              <a:endParaRPr>
                <a:latin typeface="Courier New"/>
                <a:ea typeface="Courier New"/>
                <a:cs typeface="Courier New"/>
                <a:sym typeface="Courier New"/>
              </a:endParaRPr>
            </a:p>
          </p:txBody>
        </p:sp>
        <p:sp>
          <p:nvSpPr>
            <p:cNvPr id="642" name="Google Shape;642;p95"/>
            <p:cNvSpPr/>
            <p:nvPr/>
          </p:nvSpPr>
          <p:spPr>
            <a:xfrm>
              <a:off x="8615550" y="295581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G</a:t>
              </a:r>
              <a:endParaRPr>
                <a:latin typeface="Courier New"/>
                <a:ea typeface="Courier New"/>
                <a:cs typeface="Courier New"/>
                <a:sym typeface="Courier New"/>
              </a:endParaRPr>
            </a:p>
          </p:txBody>
        </p:sp>
        <p:cxnSp>
          <p:nvCxnSpPr>
            <p:cNvPr id="643" name="Google Shape;643;p95"/>
            <p:cNvCxnSpPr>
              <a:stCxn id="638" idx="3"/>
              <a:endCxn id="641" idx="7"/>
            </p:cNvCxnSpPr>
            <p:nvPr/>
          </p:nvCxnSpPr>
          <p:spPr>
            <a:xfrm flipH="1">
              <a:off x="7360379" y="3498234"/>
              <a:ext cx="244800" cy="534000"/>
            </a:xfrm>
            <a:prstGeom prst="straightConnector1">
              <a:avLst/>
            </a:prstGeom>
            <a:noFill/>
            <a:ln w="19050" cap="flat" cmpd="sng">
              <a:solidFill>
                <a:srgbClr val="000000"/>
              </a:solidFill>
              <a:prstDash val="solid"/>
              <a:round/>
              <a:headEnd type="none" w="med" len="med"/>
              <a:tailEnd type="none" w="med" len="med"/>
            </a:ln>
          </p:spPr>
        </p:cxnSp>
        <p:cxnSp>
          <p:nvCxnSpPr>
            <p:cNvPr id="644" name="Google Shape;644;p95"/>
            <p:cNvCxnSpPr>
              <a:stCxn id="638" idx="1"/>
              <a:endCxn id="637" idx="5"/>
            </p:cNvCxnSpPr>
            <p:nvPr/>
          </p:nvCxnSpPr>
          <p:spPr>
            <a:xfrm rot="10800000">
              <a:off x="7169279" y="3104716"/>
              <a:ext cx="435900" cy="115200"/>
            </a:xfrm>
            <a:prstGeom prst="straightConnector1">
              <a:avLst/>
            </a:prstGeom>
            <a:noFill/>
            <a:ln w="19050" cap="flat" cmpd="sng">
              <a:solidFill>
                <a:srgbClr val="000000"/>
              </a:solidFill>
              <a:prstDash val="solid"/>
              <a:round/>
              <a:headEnd type="triangle" w="med" len="med"/>
              <a:tailEnd type="none" w="med" len="med"/>
            </a:ln>
          </p:spPr>
        </p:cxnSp>
        <p:cxnSp>
          <p:nvCxnSpPr>
            <p:cNvPr id="645" name="Google Shape;645;p95"/>
            <p:cNvCxnSpPr>
              <a:stCxn id="641" idx="6"/>
              <a:endCxn id="640" idx="3"/>
            </p:cNvCxnSpPr>
            <p:nvPr/>
          </p:nvCxnSpPr>
          <p:spPr>
            <a:xfrm rot="10800000" flipH="1">
              <a:off x="7418100" y="3916838"/>
              <a:ext cx="855600" cy="254700"/>
            </a:xfrm>
            <a:prstGeom prst="straightConnector1">
              <a:avLst/>
            </a:prstGeom>
            <a:noFill/>
            <a:ln w="19050" cap="flat" cmpd="sng">
              <a:solidFill>
                <a:srgbClr val="000000"/>
              </a:solidFill>
              <a:prstDash val="solid"/>
              <a:round/>
              <a:headEnd type="none" w="med" len="med"/>
              <a:tailEnd type="none" w="med" len="med"/>
            </a:ln>
          </p:spPr>
        </p:cxnSp>
        <p:cxnSp>
          <p:nvCxnSpPr>
            <p:cNvPr id="646" name="Google Shape;646;p95"/>
            <p:cNvCxnSpPr>
              <a:stCxn id="638" idx="5"/>
              <a:endCxn id="640" idx="1"/>
            </p:cNvCxnSpPr>
            <p:nvPr/>
          </p:nvCxnSpPr>
          <p:spPr>
            <a:xfrm>
              <a:off x="7883496" y="3498234"/>
              <a:ext cx="390300" cy="140400"/>
            </a:xfrm>
            <a:prstGeom prst="straightConnector1">
              <a:avLst/>
            </a:prstGeom>
            <a:noFill/>
            <a:ln w="19050" cap="flat" cmpd="sng">
              <a:solidFill>
                <a:srgbClr val="000000"/>
              </a:solidFill>
              <a:prstDash val="solid"/>
              <a:round/>
              <a:headEnd type="none" w="med" len="med"/>
              <a:tailEnd type="none" w="med" len="med"/>
            </a:ln>
          </p:spPr>
        </p:cxnSp>
        <p:cxnSp>
          <p:nvCxnSpPr>
            <p:cNvPr id="647" name="Google Shape;647;p95"/>
            <p:cNvCxnSpPr>
              <a:stCxn id="642" idx="1"/>
              <a:endCxn id="639" idx="5"/>
            </p:cNvCxnSpPr>
            <p:nvPr/>
          </p:nvCxnSpPr>
          <p:spPr>
            <a:xfrm rot="10800000">
              <a:off x="8494391" y="2834654"/>
              <a:ext cx="178800" cy="178800"/>
            </a:xfrm>
            <a:prstGeom prst="straightConnector1">
              <a:avLst/>
            </a:prstGeom>
            <a:noFill/>
            <a:ln w="19050" cap="flat" cmpd="sng">
              <a:solidFill>
                <a:srgbClr val="000000"/>
              </a:solidFill>
              <a:prstDash val="solid"/>
              <a:round/>
              <a:headEnd type="none" w="med" len="med"/>
              <a:tailEnd type="none" w="med" len="med"/>
            </a:ln>
          </p:spPr>
        </p:cxnSp>
        <p:cxnSp>
          <p:nvCxnSpPr>
            <p:cNvPr id="648" name="Google Shape;648;p95"/>
            <p:cNvCxnSpPr>
              <a:stCxn id="639" idx="3"/>
              <a:endCxn id="638" idx="7"/>
            </p:cNvCxnSpPr>
            <p:nvPr/>
          </p:nvCxnSpPr>
          <p:spPr>
            <a:xfrm flipH="1">
              <a:off x="7883591" y="2834571"/>
              <a:ext cx="332400" cy="385200"/>
            </a:xfrm>
            <a:prstGeom prst="straightConnector1">
              <a:avLst/>
            </a:prstGeom>
            <a:noFill/>
            <a:ln w="19050" cap="flat" cmpd="sng">
              <a:solidFill>
                <a:srgbClr val="000000"/>
              </a:solidFill>
              <a:prstDash val="solid"/>
              <a:round/>
              <a:headEnd type="none" w="med" len="med"/>
              <a:tailEnd type="triangle" w="med" len="med"/>
            </a:ln>
          </p:spPr>
        </p:cxnSp>
        <p:cxnSp>
          <p:nvCxnSpPr>
            <p:cNvPr id="649" name="Google Shape;649;p95"/>
            <p:cNvCxnSpPr>
              <a:stCxn id="636" idx="6"/>
              <a:endCxn id="639" idx="1"/>
            </p:cNvCxnSpPr>
            <p:nvPr/>
          </p:nvCxnSpPr>
          <p:spPr>
            <a:xfrm>
              <a:off x="7584600" y="2214000"/>
              <a:ext cx="631500" cy="342300"/>
            </a:xfrm>
            <a:prstGeom prst="straightConnector1">
              <a:avLst/>
            </a:prstGeom>
            <a:noFill/>
            <a:ln w="19050" cap="flat" cmpd="sng">
              <a:solidFill>
                <a:srgbClr val="000000"/>
              </a:solidFill>
              <a:prstDash val="solid"/>
              <a:round/>
              <a:headEnd type="triangle" w="med" len="med"/>
              <a:tailEnd type="none" w="med" len="med"/>
            </a:ln>
          </p:spPr>
        </p:cxnSp>
        <p:cxnSp>
          <p:nvCxnSpPr>
            <p:cNvPr id="650" name="Google Shape;650;p95"/>
            <p:cNvCxnSpPr>
              <a:stCxn id="638" idx="6"/>
              <a:endCxn id="642" idx="2"/>
            </p:cNvCxnSpPr>
            <p:nvPr/>
          </p:nvCxnSpPr>
          <p:spPr>
            <a:xfrm rot="10800000" flipH="1">
              <a:off x="7941138" y="3152675"/>
              <a:ext cx="674400" cy="206400"/>
            </a:xfrm>
            <a:prstGeom prst="straightConnector1">
              <a:avLst/>
            </a:prstGeom>
            <a:noFill/>
            <a:ln w="19050" cap="flat" cmpd="sng">
              <a:solidFill>
                <a:srgbClr val="000000"/>
              </a:solidFill>
              <a:prstDash val="solid"/>
              <a:round/>
              <a:headEnd type="triangle" w="med" len="med"/>
              <a:tailEnd type="none" w="med" len="med"/>
            </a:ln>
          </p:spPr>
        </p:cxnSp>
        <p:cxnSp>
          <p:nvCxnSpPr>
            <p:cNvPr id="651" name="Google Shape;651;p95"/>
            <p:cNvCxnSpPr>
              <a:stCxn id="636" idx="3"/>
              <a:endCxn id="637" idx="0"/>
            </p:cNvCxnSpPr>
            <p:nvPr/>
          </p:nvCxnSpPr>
          <p:spPr>
            <a:xfrm flipH="1">
              <a:off x="7029941" y="2353159"/>
              <a:ext cx="218700" cy="415500"/>
            </a:xfrm>
            <a:prstGeom prst="straightConnector1">
              <a:avLst/>
            </a:prstGeom>
            <a:noFill/>
            <a:ln w="19050" cap="flat" cmpd="sng">
              <a:solidFill>
                <a:srgbClr val="000000"/>
              </a:solidFill>
              <a:prstDash val="solid"/>
              <a:round/>
              <a:headEnd type="none" w="med" len="med"/>
              <a:tailEnd type="none" w="med" len="med"/>
            </a:ln>
          </p:spPr>
        </p:cxnSp>
      </p:grpSp>
      <p:graphicFrame>
        <p:nvGraphicFramePr>
          <p:cNvPr id="652" name="Google Shape;652;p95"/>
          <p:cNvGraphicFramePr/>
          <p:nvPr/>
        </p:nvGraphicFramePr>
        <p:xfrm>
          <a:off x="5305925" y="1285225"/>
          <a:ext cx="3340500" cy="3261120"/>
        </p:xfrm>
        <a:graphic>
          <a:graphicData uri="http://schemas.openxmlformats.org/drawingml/2006/table">
            <a:tbl>
              <a:tblPr>
                <a:noFill/>
                <a:tableStyleId>{B317DAE7-6F48-4459-89BA-82DB4F46E07A}</a:tableStyleId>
              </a:tblPr>
              <a:tblGrid>
                <a:gridCol w="998675">
                  <a:extLst>
                    <a:ext uri="{9D8B030D-6E8A-4147-A177-3AD203B41FA5}">
                      <a16:colId xmlns:a16="http://schemas.microsoft.com/office/drawing/2014/main" val="20000"/>
                    </a:ext>
                  </a:extLst>
                </a:gridCol>
                <a:gridCol w="2341825">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 sz="2000" b="1">
                          <a:solidFill>
                            <a:srgbClr val="4A86E8"/>
                          </a:solidFill>
                        </a:rPr>
                        <a:t>Vertex</a:t>
                      </a:r>
                      <a:endParaRPr sz="2000" b="1">
                        <a:solidFill>
                          <a:srgbClr val="4A86E8"/>
                        </a:solidFill>
                      </a:endParaRPr>
                    </a:p>
                  </a:txBody>
                  <a:tcPr marL="91425" marR="91425" marT="91425" marB="91425">
                    <a:lnB w="9525" cap="flat" cmpd="sng">
                      <a:solidFill>
                        <a:schemeClr val="accent1"/>
                      </a:solidFill>
                      <a:prstDash val="solid"/>
                      <a:round/>
                      <a:headEnd type="none" w="sm" len="sm"/>
                      <a:tailEnd type="none" w="sm" len="sm"/>
                    </a:lnB>
                    <a:solidFill>
                      <a:schemeClr val="accent1"/>
                    </a:solidFill>
                  </a:tcPr>
                </a:tc>
                <a:tc>
                  <a:txBody>
                    <a:bodyPr/>
                    <a:lstStyle/>
                    <a:p>
                      <a:pPr marL="0" lvl="0" indent="0" algn="l" rtl="0">
                        <a:spcBef>
                          <a:spcPts val="0"/>
                        </a:spcBef>
                        <a:spcAft>
                          <a:spcPts val="0"/>
                        </a:spcAft>
                        <a:buNone/>
                      </a:pPr>
                      <a:r>
                        <a:rPr lang="en" sz="2000" b="1">
                          <a:solidFill>
                            <a:srgbClr val="4A86E8"/>
                          </a:solidFill>
                        </a:rPr>
                        <a:t>Adjacency List</a:t>
                      </a:r>
                      <a:endParaRPr sz="2000" b="1">
                        <a:solidFill>
                          <a:srgbClr val="4A86E8"/>
                        </a:solidFill>
                      </a:endParaRPr>
                    </a:p>
                  </a:txBody>
                  <a:tcPr marL="91425" marR="91425" marT="91425" marB="91425">
                    <a:lnB w="9525" cap="flat" cmpd="sng">
                      <a:solidFill>
                        <a:schemeClr val="accen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2"/>
                  </a:ext>
                </a:extLst>
              </a:tr>
              <a:tr h="358450">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6"/>
                  </a:ext>
                </a:extLst>
              </a:tr>
              <a:tr h="381000">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tc>
                  <a:txBody>
                    <a:bodyPr/>
                    <a:lstStyle/>
                    <a:p>
                      <a:pPr marL="0" lvl="0" indent="0" algn="l" rtl="0">
                        <a:spcBef>
                          <a:spcPts val="0"/>
                        </a:spcBef>
                        <a:spcAft>
                          <a:spcPts val="0"/>
                        </a:spcAft>
                        <a:buNone/>
                      </a:pPr>
                      <a:endParaRPr/>
                    </a:p>
                  </a:txBody>
                  <a:tcPr marL="91425" marR="91425" marT="91425" marB="91425">
                    <a:lnL w="9525" cap="flat" cmpd="sng">
                      <a:solidFill>
                        <a:schemeClr val="accent1"/>
                      </a:solidFill>
                      <a:prstDash val="solid"/>
                      <a:round/>
                      <a:headEnd type="none" w="sm" len="sm"/>
                      <a:tailEnd type="none" w="sm" len="sm"/>
                    </a:lnL>
                    <a:lnR w="9525" cap="flat" cmpd="sng">
                      <a:solidFill>
                        <a:schemeClr val="accent1"/>
                      </a:solidFill>
                      <a:prstDash val="solid"/>
                      <a:round/>
                      <a:headEnd type="none" w="sm" len="sm"/>
                      <a:tailEnd type="none" w="sm" len="sm"/>
                    </a:lnR>
                    <a:lnT w="9525" cap="flat" cmpd="sng">
                      <a:solidFill>
                        <a:schemeClr val="accent1"/>
                      </a:solidFill>
                      <a:prstDash val="solid"/>
                      <a:round/>
                      <a:headEnd type="none" w="sm" len="sm"/>
                      <a:tailEnd type="none" w="sm" len="sm"/>
                    </a:lnT>
                    <a:lnB w="952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7"/>
                  </a:ext>
                </a:extLst>
              </a:tr>
            </a:tbl>
          </a:graphicData>
        </a:graphic>
      </p:graphicFrame>
      <p:sp>
        <p:nvSpPr>
          <p:cNvPr id="653" name="Google Shape;653;p95"/>
          <p:cNvSpPr txBox="1"/>
          <p:nvPr/>
        </p:nvSpPr>
        <p:spPr>
          <a:xfrm>
            <a:off x="5545375" y="1772875"/>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Inter"/>
                <a:ea typeface="Inter"/>
                <a:cs typeface="Inter"/>
                <a:sym typeface="Inter"/>
              </a:rPr>
              <a:t>A</a:t>
            </a:r>
            <a:endParaRPr sz="1800" b="1">
              <a:solidFill>
                <a:schemeClr val="accent1"/>
              </a:solidFill>
              <a:latin typeface="Inter"/>
              <a:ea typeface="Inter"/>
              <a:cs typeface="Inter"/>
              <a:sym typeface="Inter"/>
            </a:endParaRPr>
          </a:p>
        </p:txBody>
      </p:sp>
      <p:sp>
        <p:nvSpPr>
          <p:cNvPr id="654" name="Google Shape;654;p95"/>
          <p:cNvSpPr txBox="1"/>
          <p:nvPr/>
        </p:nvSpPr>
        <p:spPr>
          <a:xfrm>
            <a:off x="6451400" y="1772875"/>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Inter"/>
                <a:ea typeface="Inter"/>
                <a:cs typeface="Inter"/>
                <a:sym typeface="Inter"/>
              </a:rPr>
              <a:t>B</a:t>
            </a:r>
            <a:endParaRPr sz="1800" b="1">
              <a:solidFill>
                <a:schemeClr val="accent1"/>
              </a:solidFill>
              <a:latin typeface="Inter"/>
              <a:ea typeface="Inter"/>
              <a:cs typeface="Inter"/>
              <a:sym typeface="Inter"/>
            </a:endParaRPr>
          </a:p>
        </p:txBody>
      </p:sp>
      <p:sp>
        <p:nvSpPr>
          <p:cNvPr id="655" name="Google Shape;655;p95"/>
          <p:cNvSpPr txBox="1"/>
          <p:nvPr/>
        </p:nvSpPr>
        <p:spPr>
          <a:xfrm>
            <a:off x="5545375" y="2169550"/>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Inter"/>
                <a:ea typeface="Inter"/>
                <a:cs typeface="Inter"/>
                <a:sym typeface="Inter"/>
              </a:rPr>
              <a:t>B</a:t>
            </a:r>
            <a:endParaRPr sz="1800" b="1">
              <a:solidFill>
                <a:schemeClr val="accent1"/>
              </a:solidFill>
              <a:latin typeface="Inter"/>
              <a:ea typeface="Inter"/>
              <a:cs typeface="Inter"/>
              <a:sym typeface="Inter"/>
            </a:endParaRPr>
          </a:p>
        </p:txBody>
      </p:sp>
      <p:sp>
        <p:nvSpPr>
          <p:cNvPr id="656" name="Google Shape;656;p95"/>
          <p:cNvSpPr txBox="1"/>
          <p:nvPr/>
        </p:nvSpPr>
        <p:spPr>
          <a:xfrm>
            <a:off x="5545375" y="2535675"/>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Inter"/>
                <a:ea typeface="Inter"/>
                <a:cs typeface="Inter"/>
                <a:sym typeface="Inter"/>
              </a:rPr>
              <a:t>C</a:t>
            </a:r>
            <a:endParaRPr sz="1800" b="1">
              <a:solidFill>
                <a:schemeClr val="accent1"/>
              </a:solidFill>
              <a:latin typeface="Inter"/>
              <a:ea typeface="Inter"/>
              <a:cs typeface="Inter"/>
              <a:sym typeface="Inter"/>
            </a:endParaRPr>
          </a:p>
        </p:txBody>
      </p:sp>
      <p:sp>
        <p:nvSpPr>
          <p:cNvPr id="657" name="Google Shape;657;p95"/>
          <p:cNvSpPr txBox="1"/>
          <p:nvPr/>
        </p:nvSpPr>
        <p:spPr>
          <a:xfrm>
            <a:off x="5545375" y="2970169"/>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Inter"/>
                <a:ea typeface="Inter"/>
                <a:cs typeface="Inter"/>
                <a:sym typeface="Inter"/>
              </a:rPr>
              <a:t>D</a:t>
            </a:r>
            <a:endParaRPr sz="1800" b="1">
              <a:solidFill>
                <a:schemeClr val="accent1"/>
              </a:solidFill>
              <a:latin typeface="Inter"/>
              <a:ea typeface="Inter"/>
              <a:cs typeface="Inter"/>
              <a:sym typeface="Inter"/>
            </a:endParaRPr>
          </a:p>
        </p:txBody>
      </p:sp>
      <p:sp>
        <p:nvSpPr>
          <p:cNvPr id="658" name="Google Shape;658;p95"/>
          <p:cNvSpPr txBox="1"/>
          <p:nvPr/>
        </p:nvSpPr>
        <p:spPr>
          <a:xfrm>
            <a:off x="5545375" y="3374280"/>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Inter"/>
                <a:ea typeface="Inter"/>
                <a:cs typeface="Inter"/>
                <a:sym typeface="Inter"/>
              </a:rPr>
              <a:t>E</a:t>
            </a:r>
            <a:endParaRPr sz="1800" b="1">
              <a:solidFill>
                <a:schemeClr val="accent1"/>
              </a:solidFill>
              <a:latin typeface="Inter"/>
              <a:ea typeface="Inter"/>
              <a:cs typeface="Inter"/>
              <a:sym typeface="Inter"/>
            </a:endParaRPr>
          </a:p>
        </p:txBody>
      </p:sp>
      <p:sp>
        <p:nvSpPr>
          <p:cNvPr id="659" name="Google Shape;659;p95"/>
          <p:cNvSpPr txBox="1"/>
          <p:nvPr/>
        </p:nvSpPr>
        <p:spPr>
          <a:xfrm>
            <a:off x="5545375" y="3751973"/>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Inter"/>
                <a:ea typeface="Inter"/>
                <a:cs typeface="Inter"/>
                <a:sym typeface="Inter"/>
              </a:rPr>
              <a:t>F</a:t>
            </a:r>
            <a:endParaRPr sz="1800" b="1">
              <a:solidFill>
                <a:schemeClr val="accent1"/>
              </a:solidFill>
              <a:latin typeface="Inter"/>
              <a:ea typeface="Inter"/>
              <a:cs typeface="Inter"/>
              <a:sym typeface="Inter"/>
            </a:endParaRPr>
          </a:p>
        </p:txBody>
      </p:sp>
      <p:sp>
        <p:nvSpPr>
          <p:cNvPr id="660" name="Google Shape;660;p95"/>
          <p:cNvSpPr txBox="1"/>
          <p:nvPr/>
        </p:nvSpPr>
        <p:spPr>
          <a:xfrm>
            <a:off x="5545375" y="4138250"/>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Inter"/>
                <a:ea typeface="Inter"/>
                <a:cs typeface="Inter"/>
                <a:sym typeface="Inter"/>
              </a:rPr>
              <a:t>G</a:t>
            </a:r>
            <a:endParaRPr sz="1800" b="1">
              <a:solidFill>
                <a:schemeClr val="accent1"/>
              </a:solidFill>
              <a:latin typeface="Inter"/>
              <a:ea typeface="Inter"/>
              <a:cs typeface="Inter"/>
              <a:sym typeface="Inter"/>
            </a:endParaRPr>
          </a:p>
        </p:txBody>
      </p:sp>
      <p:sp>
        <p:nvSpPr>
          <p:cNvPr id="661" name="Google Shape;661;p95"/>
          <p:cNvSpPr txBox="1"/>
          <p:nvPr/>
        </p:nvSpPr>
        <p:spPr>
          <a:xfrm>
            <a:off x="6451400" y="2169550"/>
            <a:ext cx="1762500" cy="39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accent1"/>
                </a:solidFill>
                <a:latin typeface="Inter"/>
                <a:ea typeface="Inter"/>
                <a:cs typeface="Inter"/>
                <a:sym typeface="Inter"/>
              </a:rPr>
              <a:t>A, C</a:t>
            </a:r>
            <a:endParaRPr sz="1800" b="1">
              <a:solidFill>
                <a:schemeClr val="accent1"/>
              </a:solidFill>
              <a:latin typeface="Inter"/>
              <a:ea typeface="Inter"/>
              <a:cs typeface="Inter"/>
              <a:sym typeface="Inter"/>
            </a:endParaRPr>
          </a:p>
        </p:txBody>
      </p:sp>
      <p:sp>
        <p:nvSpPr>
          <p:cNvPr id="662" name="Google Shape;662;p95"/>
          <p:cNvSpPr txBox="1"/>
          <p:nvPr/>
        </p:nvSpPr>
        <p:spPr>
          <a:xfrm>
            <a:off x="6451400" y="2544834"/>
            <a:ext cx="1645200" cy="39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accent1"/>
                </a:solidFill>
                <a:latin typeface="Inter"/>
                <a:ea typeface="Inter"/>
                <a:cs typeface="Inter"/>
                <a:sym typeface="Inter"/>
              </a:rPr>
              <a:t>E, F</a:t>
            </a:r>
            <a:endParaRPr sz="1800" b="1">
              <a:solidFill>
                <a:schemeClr val="accent1"/>
              </a:solidFill>
              <a:latin typeface="Inter"/>
              <a:ea typeface="Inter"/>
              <a:cs typeface="Inter"/>
              <a:sym typeface="Inter"/>
            </a:endParaRPr>
          </a:p>
        </p:txBody>
      </p:sp>
      <p:sp>
        <p:nvSpPr>
          <p:cNvPr id="663" name="Google Shape;663;p95"/>
          <p:cNvSpPr txBox="1"/>
          <p:nvPr/>
        </p:nvSpPr>
        <p:spPr>
          <a:xfrm>
            <a:off x="6451400" y="2961010"/>
            <a:ext cx="1762500" cy="39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accent1"/>
                </a:solidFill>
                <a:latin typeface="Inter"/>
                <a:ea typeface="Inter"/>
                <a:cs typeface="Inter"/>
                <a:sym typeface="Inter"/>
              </a:rPr>
              <a:t>A, C, G</a:t>
            </a:r>
            <a:endParaRPr sz="1800" b="1">
              <a:solidFill>
                <a:schemeClr val="accent1"/>
              </a:solidFill>
              <a:latin typeface="Inter"/>
              <a:ea typeface="Inter"/>
              <a:cs typeface="Inter"/>
              <a:sym typeface="Inter"/>
            </a:endParaRPr>
          </a:p>
        </p:txBody>
      </p:sp>
      <p:sp>
        <p:nvSpPr>
          <p:cNvPr id="664" name="Google Shape;664;p95"/>
          <p:cNvSpPr txBox="1"/>
          <p:nvPr/>
        </p:nvSpPr>
        <p:spPr>
          <a:xfrm>
            <a:off x="6451400" y="3374280"/>
            <a:ext cx="1645200" cy="39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accent1"/>
                </a:solidFill>
                <a:latin typeface="Inter"/>
                <a:ea typeface="Inter"/>
                <a:cs typeface="Inter"/>
                <a:sym typeface="Inter"/>
              </a:rPr>
              <a:t>C, F</a:t>
            </a:r>
            <a:endParaRPr sz="1800" b="1">
              <a:solidFill>
                <a:schemeClr val="accent1"/>
              </a:solidFill>
              <a:latin typeface="Inter"/>
              <a:ea typeface="Inter"/>
              <a:cs typeface="Inter"/>
              <a:sym typeface="Inter"/>
            </a:endParaRPr>
          </a:p>
        </p:txBody>
      </p:sp>
      <p:sp>
        <p:nvSpPr>
          <p:cNvPr id="665" name="Google Shape;665;p95"/>
          <p:cNvSpPr txBox="1"/>
          <p:nvPr/>
        </p:nvSpPr>
        <p:spPr>
          <a:xfrm>
            <a:off x="6451400" y="3751973"/>
            <a:ext cx="1463700" cy="39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accent1"/>
                </a:solidFill>
                <a:latin typeface="Inter"/>
                <a:ea typeface="Inter"/>
                <a:cs typeface="Inter"/>
                <a:sym typeface="Inter"/>
              </a:rPr>
              <a:t>C, E</a:t>
            </a:r>
            <a:endParaRPr sz="1800" b="1">
              <a:solidFill>
                <a:schemeClr val="accent1"/>
              </a:solidFill>
              <a:latin typeface="Inter"/>
              <a:ea typeface="Inter"/>
              <a:cs typeface="Inter"/>
              <a:sym typeface="Inter"/>
            </a:endParaRPr>
          </a:p>
        </p:txBody>
      </p:sp>
      <p:sp>
        <p:nvSpPr>
          <p:cNvPr id="666" name="Google Shape;666;p95"/>
          <p:cNvSpPr txBox="1"/>
          <p:nvPr/>
        </p:nvSpPr>
        <p:spPr>
          <a:xfrm>
            <a:off x="6451400" y="4138250"/>
            <a:ext cx="1645200" cy="396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accent1"/>
                </a:solidFill>
                <a:latin typeface="Inter"/>
                <a:ea typeface="Inter"/>
                <a:cs typeface="Inter"/>
                <a:sym typeface="Inter"/>
              </a:rPr>
              <a:t>C, D</a:t>
            </a:r>
            <a:endParaRPr sz="1800" b="1">
              <a:solidFill>
                <a:schemeClr val="accent1"/>
              </a:solidFill>
              <a:latin typeface="Inter"/>
              <a:ea typeface="Inter"/>
              <a:cs typeface="Inter"/>
              <a:sym typeface="Int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5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5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5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6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6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6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6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6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6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96"/>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200" b="1">
                <a:solidFill>
                  <a:srgbClr val="FFFFFF"/>
                </a:solidFill>
                <a:latin typeface="Inter"/>
                <a:ea typeface="Inter"/>
                <a:cs typeface="Inter"/>
                <a:sym typeface="Inter"/>
              </a:rPr>
              <a:t>This term describes the choice that looks best at the current step of a problem.</a:t>
            </a:r>
            <a:endParaRPr sz="4200" b="1">
              <a:solidFill>
                <a:srgbClr val="FFFFFF"/>
              </a:solidFill>
              <a:latin typeface="Inter"/>
              <a:ea typeface="Inter"/>
              <a:cs typeface="Inter"/>
              <a:sym typeface="Inter"/>
            </a:endParaRPr>
          </a:p>
        </p:txBody>
      </p:sp>
      <p:sp>
        <p:nvSpPr>
          <p:cNvPr id="672" name="Google Shape;672;p96"/>
          <p:cNvSpPr txBox="1"/>
          <p:nvPr/>
        </p:nvSpPr>
        <p:spPr>
          <a:xfrm>
            <a:off x="593775" y="2859096"/>
            <a:ext cx="8112300" cy="1614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latin typeface="Inter"/>
                <a:ea typeface="Inter"/>
                <a:cs typeface="Inter"/>
                <a:sym typeface="Inter"/>
              </a:rPr>
              <a:t>What is a local optimum?</a:t>
            </a:r>
            <a:endParaRPr sz="4800" i="1">
              <a:solidFill>
                <a:schemeClr val="accent1"/>
              </a:solidFill>
              <a:latin typeface="Inter"/>
              <a:ea typeface="Inter"/>
              <a:cs typeface="Inter"/>
              <a:sym typeface="Inter"/>
            </a:endParaRPr>
          </a:p>
        </p:txBody>
      </p:sp>
      <p:pic>
        <p:nvPicPr>
          <p:cNvPr id="673" name="Google Shape;673;p96">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97"/>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000" b="1">
                <a:solidFill>
                  <a:srgbClr val="FFFFFF"/>
                </a:solidFill>
                <a:latin typeface="Inter"/>
                <a:ea typeface="Inter"/>
                <a:cs typeface="Inter"/>
                <a:sym typeface="Inter"/>
              </a:rPr>
              <a:t>This is the number of possible routes a traveling salesman could take when visiting 100 cities.</a:t>
            </a:r>
            <a:endParaRPr sz="4000" b="1">
              <a:solidFill>
                <a:srgbClr val="FFFFFF"/>
              </a:solidFill>
              <a:latin typeface="Inter"/>
              <a:ea typeface="Inter"/>
              <a:cs typeface="Inter"/>
              <a:sym typeface="Inter"/>
            </a:endParaRPr>
          </a:p>
        </p:txBody>
      </p:sp>
      <p:sp>
        <p:nvSpPr>
          <p:cNvPr id="679" name="Google Shape;679;p97"/>
          <p:cNvSpPr txBox="1"/>
          <p:nvPr/>
        </p:nvSpPr>
        <p:spPr>
          <a:xfrm>
            <a:off x="593775"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latin typeface="Inter"/>
                <a:ea typeface="Inter"/>
                <a:cs typeface="Inter"/>
                <a:sym typeface="Inter"/>
              </a:rPr>
              <a:t>What is 100!?</a:t>
            </a:r>
            <a:endParaRPr sz="4800" i="1">
              <a:solidFill>
                <a:schemeClr val="accent1"/>
              </a:solidFill>
              <a:latin typeface="Inter"/>
              <a:ea typeface="Inter"/>
              <a:cs typeface="Inter"/>
              <a:sym typeface="Inter"/>
            </a:endParaRPr>
          </a:p>
        </p:txBody>
      </p:sp>
      <p:pic>
        <p:nvPicPr>
          <p:cNvPr id="680" name="Google Shape;680;p97">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98"/>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Clr>
                <a:schemeClr val="lt1"/>
              </a:buClr>
              <a:buSzPts val="1100"/>
              <a:buFont typeface="Arial"/>
              <a:buNone/>
            </a:pPr>
            <a:r>
              <a:rPr lang="en" sz="3800" b="1">
                <a:solidFill>
                  <a:srgbClr val="FFFFFF"/>
                </a:solidFill>
              </a:rPr>
              <a:t>This greedy algorithm guarantees the lowest total path cost in a weighted graph.</a:t>
            </a:r>
            <a:endParaRPr sz="4100" b="1">
              <a:solidFill>
                <a:srgbClr val="FFFFFF"/>
              </a:solidFill>
            </a:endParaRPr>
          </a:p>
        </p:txBody>
      </p:sp>
      <p:sp>
        <p:nvSpPr>
          <p:cNvPr id="686" name="Google Shape;686;p98"/>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Clr>
                <a:schemeClr val="lt1"/>
              </a:buClr>
              <a:buSzPts val="1100"/>
              <a:buFont typeface="Arial"/>
              <a:buNone/>
            </a:pPr>
            <a:r>
              <a:rPr lang="en" sz="4800" i="1">
                <a:solidFill>
                  <a:schemeClr val="accent1"/>
                </a:solidFill>
                <a:latin typeface="Inter"/>
                <a:ea typeface="Inter"/>
                <a:cs typeface="Inter"/>
                <a:sym typeface="Inter"/>
              </a:rPr>
              <a:t>What is Dijkstra’s algorithm?</a:t>
            </a:r>
            <a:endParaRPr sz="4800" i="1">
              <a:solidFill>
                <a:schemeClr val="accent1"/>
              </a:solidFill>
            </a:endParaRPr>
          </a:p>
        </p:txBody>
      </p:sp>
      <p:pic>
        <p:nvPicPr>
          <p:cNvPr id="687" name="Google Shape;687;p98">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99"/>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Clr>
                <a:schemeClr val="lt1"/>
              </a:buClr>
              <a:buSzPts val="1100"/>
              <a:buFont typeface="Arial"/>
              <a:buNone/>
            </a:pPr>
            <a:r>
              <a:rPr lang="en" sz="3900" b="1">
                <a:solidFill>
                  <a:srgbClr val="FFFFFF"/>
                </a:solidFill>
              </a:rPr>
              <a:t>This allows an algorithm to be sketched out quickly without the burden of formal syntax.</a:t>
            </a:r>
            <a:endParaRPr sz="3900" b="1">
              <a:solidFill>
                <a:srgbClr val="FFFFFF"/>
              </a:solidFill>
            </a:endParaRPr>
          </a:p>
        </p:txBody>
      </p:sp>
      <p:sp>
        <p:nvSpPr>
          <p:cNvPr id="693" name="Google Shape;693;p99"/>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pseudocode?</a:t>
            </a:r>
            <a:endParaRPr sz="4800" i="1">
              <a:solidFill>
                <a:schemeClr val="accent1"/>
              </a:solidFill>
            </a:endParaRPr>
          </a:p>
        </p:txBody>
      </p:sp>
      <p:pic>
        <p:nvPicPr>
          <p:cNvPr id="694" name="Google Shape;694;p99">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100"/>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Clr>
                <a:schemeClr val="lt1"/>
              </a:buClr>
              <a:buSzPts val="1100"/>
              <a:buFont typeface="Arial"/>
              <a:buNone/>
            </a:pPr>
            <a:r>
              <a:rPr lang="en" sz="4500" b="1">
                <a:solidFill>
                  <a:srgbClr val="FFFFFF"/>
                </a:solidFill>
              </a:rPr>
              <a:t>ACTIVITY CHALLENGE!</a:t>
            </a:r>
            <a:endParaRPr sz="4500" b="1">
              <a:solidFill>
                <a:srgbClr val="FFFFFF"/>
              </a:solidFill>
            </a:endParaRPr>
          </a:p>
          <a:p>
            <a:pPr marL="0" lvl="0" indent="0" algn="ctr" rtl="0">
              <a:spcBef>
                <a:spcPts val="0"/>
              </a:spcBef>
              <a:spcAft>
                <a:spcPts val="0"/>
              </a:spcAft>
              <a:buClr>
                <a:schemeClr val="lt1"/>
              </a:buClr>
              <a:buSzPts val="1100"/>
              <a:buFont typeface="Arial"/>
              <a:buNone/>
            </a:pPr>
            <a:endParaRPr sz="4500" b="1">
              <a:solidFill>
                <a:srgbClr val="FFFFFF"/>
              </a:solidFill>
            </a:endParaRPr>
          </a:p>
          <a:p>
            <a:pPr marL="0" lvl="0" indent="0" algn="ctr" rtl="0">
              <a:spcBef>
                <a:spcPts val="0"/>
              </a:spcBef>
              <a:spcAft>
                <a:spcPts val="0"/>
              </a:spcAft>
              <a:buClr>
                <a:schemeClr val="lt1"/>
              </a:buClr>
              <a:buSzPts val="1100"/>
              <a:buFont typeface="Arial"/>
              <a:buNone/>
            </a:pPr>
            <a:endParaRPr sz="2300" b="1">
              <a:solidFill>
                <a:srgbClr val="FFFFFF"/>
              </a:solidFill>
            </a:endParaRPr>
          </a:p>
        </p:txBody>
      </p:sp>
      <p:pic>
        <p:nvPicPr>
          <p:cNvPr id="700" name="Google Shape;700;p100">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
        <p:nvSpPr>
          <p:cNvPr id="701" name="Google Shape;701;p100"/>
          <p:cNvSpPr txBox="1"/>
          <p:nvPr/>
        </p:nvSpPr>
        <p:spPr>
          <a:xfrm>
            <a:off x="3131100" y="1085075"/>
            <a:ext cx="5603100" cy="217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a:solidFill>
                  <a:schemeClr val="dk1"/>
                </a:solidFill>
                <a:latin typeface="Inter"/>
                <a:ea typeface="Inter"/>
                <a:cs typeface="Inter"/>
                <a:sym typeface="Inter"/>
              </a:rPr>
              <a:t>To the left is a list of your favorite activities. You can only do one activity at a time.</a:t>
            </a:r>
            <a:endParaRPr sz="1700">
              <a:solidFill>
                <a:schemeClr val="dk1"/>
              </a:solidFill>
              <a:latin typeface="Inter"/>
              <a:ea typeface="Inter"/>
              <a:cs typeface="Inter"/>
              <a:sym typeface="Inter"/>
            </a:endParaRPr>
          </a:p>
          <a:p>
            <a:pPr marL="0" lvl="0" indent="0" algn="l" rtl="0">
              <a:spcBef>
                <a:spcPts val="0"/>
              </a:spcBef>
              <a:spcAft>
                <a:spcPts val="0"/>
              </a:spcAft>
              <a:buNone/>
            </a:pPr>
            <a:endParaRPr sz="1700">
              <a:solidFill>
                <a:schemeClr val="dk1"/>
              </a:solidFill>
              <a:latin typeface="Inter"/>
              <a:ea typeface="Inter"/>
              <a:cs typeface="Inter"/>
              <a:sym typeface="Inter"/>
            </a:endParaRPr>
          </a:p>
          <a:p>
            <a:pPr marL="0" lvl="0" indent="0" algn="l" rtl="0">
              <a:spcBef>
                <a:spcPts val="0"/>
              </a:spcBef>
              <a:spcAft>
                <a:spcPts val="0"/>
              </a:spcAft>
              <a:buNone/>
            </a:pPr>
            <a:r>
              <a:rPr lang="en" sz="1700">
                <a:solidFill>
                  <a:schemeClr val="dk1"/>
                </a:solidFill>
                <a:latin typeface="Inter"/>
                <a:ea typeface="Inter"/>
                <a:cs typeface="Inter"/>
                <a:sym typeface="Inter"/>
              </a:rPr>
              <a:t>Decide on a greedy strategy for choosing activities and try to fit as many as possible into one day.</a:t>
            </a:r>
            <a:endParaRPr sz="1700">
              <a:solidFill>
                <a:schemeClr val="dk1"/>
              </a:solidFill>
              <a:latin typeface="Inter"/>
              <a:ea typeface="Inter"/>
              <a:cs typeface="Inter"/>
              <a:sym typeface="Inter"/>
            </a:endParaRPr>
          </a:p>
          <a:p>
            <a:pPr marL="0" lvl="0" indent="0" algn="l" rtl="0">
              <a:spcBef>
                <a:spcPts val="0"/>
              </a:spcBef>
              <a:spcAft>
                <a:spcPts val="0"/>
              </a:spcAft>
              <a:buNone/>
            </a:pPr>
            <a:endParaRPr sz="1700">
              <a:solidFill>
                <a:schemeClr val="dk1"/>
              </a:solidFill>
              <a:latin typeface="Inter"/>
              <a:ea typeface="Inter"/>
              <a:cs typeface="Inter"/>
              <a:sym typeface="Inter"/>
            </a:endParaRPr>
          </a:p>
          <a:p>
            <a:pPr marL="0" lvl="0" indent="0" algn="l" rtl="0">
              <a:spcBef>
                <a:spcPts val="0"/>
              </a:spcBef>
              <a:spcAft>
                <a:spcPts val="0"/>
              </a:spcAft>
              <a:buNone/>
            </a:pPr>
            <a:r>
              <a:rPr lang="en" sz="1700">
                <a:solidFill>
                  <a:schemeClr val="dk1"/>
                </a:solidFill>
                <a:latin typeface="Inter"/>
                <a:ea typeface="Inter"/>
                <a:cs typeface="Inter"/>
                <a:sym typeface="Inter"/>
              </a:rPr>
              <a:t>Write down your strategy and the list of activities that you can do by following the strategy.</a:t>
            </a:r>
            <a:endParaRPr sz="1700">
              <a:solidFill>
                <a:schemeClr val="dk1"/>
              </a:solidFill>
              <a:latin typeface="Inter"/>
              <a:ea typeface="Inter"/>
              <a:cs typeface="Inter"/>
              <a:sym typeface="Inter"/>
            </a:endParaRPr>
          </a:p>
        </p:txBody>
      </p:sp>
      <p:sp>
        <p:nvSpPr>
          <p:cNvPr id="702" name="Google Shape;702;p100"/>
          <p:cNvSpPr txBox="1"/>
          <p:nvPr/>
        </p:nvSpPr>
        <p:spPr>
          <a:xfrm>
            <a:off x="3131100" y="3481805"/>
            <a:ext cx="5887800" cy="121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b="1">
                <a:solidFill>
                  <a:schemeClr val="accent1"/>
                </a:solidFill>
                <a:latin typeface="Inter"/>
                <a:ea typeface="Inter"/>
                <a:cs typeface="Inter"/>
                <a:sym typeface="Inter"/>
              </a:rPr>
              <a:t>Pick the activity that ends the earliest:</a:t>
            </a:r>
            <a:br>
              <a:rPr lang="en" sz="1600" b="1">
                <a:solidFill>
                  <a:schemeClr val="accent1"/>
                </a:solidFill>
                <a:latin typeface="Inter"/>
                <a:ea typeface="Inter"/>
                <a:cs typeface="Inter"/>
                <a:sym typeface="Inter"/>
              </a:rPr>
            </a:br>
            <a:br>
              <a:rPr lang="en" sz="1600" b="1">
                <a:solidFill>
                  <a:schemeClr val="accent1"/>
                </a:solidFill>
                <a:latin typeface="Inter"/>
                <a:ea typeface="Inter"/>
                <a:cs typeface="Inter"/>
                <a:sym typeface="Inter"/>
              </a:rPr>
            </a:br>
            <a:r>
              <a:rPr lang="en" sz="1600" b="1">
                <a:solidFill>
                  <a:schemeClr val="accent1"/>
                </a:solidFill>
                <a:latin typeface="Inter"/>
                <a:ea typeface="Inter"/>
                <a:cs typeface="Inter"/>
                <a:sym typeface="Inter"/>
              </a:rPr>
              <a:t>Morning Run → Coffee w/ Friend → Lunch → Movie → Dinner</a:t>
            </a:r>
            <a:endParaRPr sz="1600" b="1">
              <a:solidFill>
                <a:schemeClr val="accent1"/>
              </a:solidFill>
              <a:latin typeface="Inter"/>
              <a:ea typeface="Inter"/>
              <a:cs typeface="Inter"/>
              <a:sym typeface="Inter"/>
            </a:endParaRPr>
          </a:p>
        </p:txBody>
      </p:sp>
      <p:pic>
        <p:nvPicPr>
          <p:cNvPr id="703" name="Google Shape;703;p100"/>
          <p:cNvPicPr preferRelativeResize="0"/>
          <p:nvPr/>
        </p:nvPicPr>
        <p:blipFill>
          <a:blip r:embed="rId5">
            <a:alphaModFix/>
          </a:blip>
          <a:stretch>
            <a:fillRect/>
          </a:stretch>
        </p:blipFill>
        <p:spPr>
          <a:xfrm>
            <a:off x="284850" y="965450"/>
            <a:ext cx="2566220" cy="36115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101"/>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Clr>
                <a:schemeClr val="lt1"/>
              </a:buClr>
              <a:buSzPts val="1100"/>
              <a:buFont typeface="Arial"/>
              <a:buNone/>
            </a:pPr>
            <a:r>
              <a:rPr lang="en" sz="4400" b="1">
                <a:solidFill>
                  <a:srgbClr val="FFFFFF"/>
                </a:solidFill>
              </a:rPr>
              <a:t>An attempted solution at any stage.</a:t>
            </a:r>
            <a:endParaRPr sz="4200" b="1">
              <a:solidFill>
                <a:srgbClr val="FFFFFF"/>
              </a:solidFill>
            </a:endParaRPr>
          </a:p>
        </p:txBody>
      </p:sp>
      <p:sp>
        <p:nvSpPr>
          <p:cNvPr id="709" name="Google Shape;709;p101"/>
          <p:cNvSpPr txBox="1"/>
          <p:nvPr/>
        </p:nvSpPr>
        <p:spPr>
          <a:xfrm>
            <a:off x="593775" y="2859096"/>
            <a:ext cx="8112300" cy="1614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Clr>
                <a:schemeClr val="lt1"/>
              </a:buClr>
              <a:buSzPts val="1100"/>
              <a:buFont typeface="Arial"/>
              <a:buNone/>
            </a:pPr>
            <a:r>
              <a:rPr lang="en" sz="4800" i="1">
                <a:solidFill>
                  <a:schemeClr val="accent1"/>
                </a:solidFill>
              </a:rPr>
              <a:t>What is a configuration?</a:t>
            </a:r>
            <a:endParaRPr sz="4800" i="1">
              <a:solidFill>
                <a:schemeClr val="accent1"/>
              </a:solidFill>
            </a:endParaRPr>
          </a:p>
        </p:txBody>
      </p:sp>
      <p:pic>
        <p:nvPicPr>
          <p:cNvPr id="710" name="Google Shape;710;p101">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02"/>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000" b="1">
                <a:solidFill>
                  <a:srgbClr val="FFFFFF"/>
                </a:solidFill>
              </a:rPr>
              <a:t>This represents one of the next possible choices.</a:t>
            </a:r>
            <a:endParaRPr sz="4000" b="1">
              <a:solidFill>
                <a:srgbClr val="FFFFFF"/>
              </a:solidFill>
            </a:endParaRPr>
          </a:p>
        </p:txBody>
      </p:sp>
      <p:sp>
        <p:nvSpPr>
          <p:cNvPr id="716" name="Google Shape;716;p102"/>
          <p:cNvSpPr txBox="1"/>
          <p:nvPr/>
        </p:nvSpPr>
        <p:spPr>
          <a:xfrm>
            <a:off x="593775"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latin typeface="Inter"/>
                <a:ea typeface="Inter"/>
                <a:cs typeface="Inter"/>
                <a:sym typeface="Inter"/>
              </a:rPr>
              <a:t>What is a successor?</a:t>
            </a:r>
            <a:endParaRPr sz="4800" i="1">
              <a:solidFill>
                <a:schemeClr val="accent1"/>
              </a:solidFill>
              <a:latin typeface="Inter"/>
              <a:ea typeface="Inter"/>
              <a:cs typeface="Inter"/>
              <a:sym typeface="Inter"/>
            </a:endParaRPr>
          </a:p>
        </p:txBody>
      </p:sp>
      <p:pic>
        <p:nvPicPr>
          <p:cNvPr id="717" name="Google Shape;717;p102">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103"/>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100" b="1">
                <a:solidFill>
                  <a:srgbClr val="FFFFFF"/>
                </a:solidFill>
              </a:rPr>
              <a:t>This programming technique is commonly used to implement backtracking algorithms.</a:t>
            </a:r>
            <a:endParaRPr sz="4100" b="1">
              <a:solidFill>
                <a:srgbClr val="FFFFFF"/>
              </a:solidFill>
            </a:endParaRPr>
          </a:p>
        </p:txBody>
      </p:sp>
      <p:sp>
        <p:nvSpPr>
          <p:cNvPr id="723" name="Google Shape;723;p103"/>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recursion?</a:t>
            </a:r>
            <a:endParaRPr sz="4800" i="1">
              <a:solidFill>
                <a:schemeClr val="accent1"/>
              </a:solidFill>
            </a:endParaRPr>
          </a:p>
        </p:txBody>
      </p:sp>
      <p:pic>
        <p:nvPicPr>
          <p:cNvPr id="724" name="Google Shape;724;p103">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p104"/>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3900" b="1">
                <a:solidFill>
                  <a:srgbClr val="FFFFFF"/>
                </a:solidFill>
              </a:rPr>
              <a:t>An optimization technique of abandoning a branch that is invalid.</a:t>
            </a:r>
            <a:endParaRPr sz="3900" b="1" i="1">
              <a:solidFill>
                <a:srgbClr val="FFFFFF"/>
              </a:solidFill>
            </a:endParaRPr>
          </a:p>
        </p:txBody>
      </p:sp>
      <p:sp>
        <p:nvSpPr>
          <p:cNvPr id="730" name="Google Shape;730;p104"/>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pruning?</a:t>
            </a:r>
            <a:endParaRPr sz="4800" i="1">
              <a:solidFill>
                <a:schemeClr val="accent1"/>
              </a:solidFill>
              <a:latin typeface="Courier New"/>
              <a:ea typeface="Courier New"/>
              <a:cs typeface="Courier New"/>
              <a:sym typeface="Courier New"/>
            </a:endParaRPr>
          </a:p>
        </p:txBody>
      </p:sp>
      <p:pic>
        <p:nvPicPr>
          <p:cNvPr id="731" name="Google Shape;731;p104">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105"/>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Clr>
                <a:schemeClr val="lt1"/>
              </a:buClr>
              <a:buSzPts val="1100"/>
              <a:buFont typeface="Arial"/>
              <a:buNone/>
            </a:pPr>
            <a:r>
              <a:rPr lang="en" sz="4500" b="1">
                <a:solidFill>
                  <a:srgbClr val="FFFFFF"/>
                </a:solidFill>
              </a:rPr>
              <a:t>ACTIVITY CHALLENGE!</a:t>
            </a:r>
            <a:endParaRPr sz="4500" b="1">
              <a:solidFill>
                <a:srgbClr val="FFFFFF"/>
              </a:solidFill>
            </a:endParaRPr>
          </a:p>
          <a:p>
            <a:pPr marL="0" lvl="0" indent="0" algn="l" rtl="0">
              <a:spcBef>
                <a:spcPts val="0"/>
              </a:spcBef>
              <a:spcAft>
                <a:spcPts val="0"/>
              </a:spcAft>
              <a:buClr>
                <a:schemeClr val="lt1"/>
              </a:buClr>
              <a:buSzPts val="1100"/>
              <a:buFont typeface="Arial"/>
              <a:buNone/>
            </a:pPr>
            <a:endParaRPr sz="1700">
              <a:solidFill>
                <a:schemeClr val="lt1"/>
              </a:solidFill>
              <a:latin typeface="Calibri"/>
              <a:ea typeface="Calibri"/>
              <a:cs typeface="Calibri"/>
              <a:sym typeface="Calibri"/>
            </a:endParaRPr>
          </a:p>
          <a:p>
            <a:pPr marL="0" lvl="0" indent="0" algn="l" rtl="0">
              <a:spcBef>
                <a:spcPts val="0"/>
              </a:spcBef>
              <a:spcAft>
                <a:spcPts val="0"/>
              </a:spcAft>
              <a:buClr>
                <a:schemeClr val="lt1"/>
              </a:buClr>
              <a:buSzPts val="1100"/>
              <a:buFont typeface="Arial"/>
              <a:buNone/>
            </a:pPr>
            <a:r>
              <a:rPr lang="en" sz="1700">
                <a:solidFill>
                  <a:schemeClr val="accent1"/>
                </a:solidFill>
              </a:rPr>
              <a:t>Pack a 3' by 7' container with the following boxes:</a:t>
            </a:r>
            <a:endParaRPr sz="1700">
              <a:solidFill>
                <a:schemeClr val="accent1"/>
              </a:solidFill>
            </a:endParaRPr>
          </a:p>
          <a:p>
            <a:pPr marL="457200" lvl="0" indent="-336550" algn="l" rtl="0">
              <a:lnSpc>
                <a:spcPct val="115000"/>
              </a:lnSpc>
              <a:spcBef>
                <a:spcPts val="0"/>
              </a:spcBef>
              <a:spcAft>
                <a:spcPts val="0"/>
              </a:spcAft>
              <a:buClr>
                <a:schemeClr val="accent1"/>
              </a:buClr>
              <a:buSzPts val="1700"/>
              <a:buFont typeface="Arial"/>
              <a:buChar char="●"/>
            </a:pPr>
            <a:r>
              <a:rPr lang="en" sz="1700">
                <a:solidFill>
                  <a:schemeClr val="accent1"/>
                </a:solidFill>
              </a:rPr>
              <a:t>2 large boxes (2'x3')</a:t>
            </a:r>
            <a:endParaRPr sz="1700">
              <a:solidFill>
                <a:schemeClr val="accent1"/>
              </a:solidFill>
            </a:endParaRPr>
          </a:p>
          <a:p>
            <a:pPr marL="457200" lvl="0" indent="-336550" algn="l" rtl="0">
              <a:lnSpc>
                <a:spcPct val="115000"/>
              </a:lnSpc>
              <a:spcBef>
                <a:spcPts val="0"/>
              </a:spcBef>
              <a:spcAft>
                <a:spcPts val="0"/>
              </a:spcAft>
              <a:buClr>
                <a:schemeClr val="accent1"/>
              </a:buClr>
              <a:buSzPts val="1700"/>
              <a:buFont typeface="Arial"/>
              <a:buChar char="●"/>
            </a:pPr>
            <a:r>
              <a:rPr lang="en" sz="1700">
                <a:solidFill>
                  <a:schemeClr val="accent1"/>
                </a:solidFill>
              </a:rPr>
              <a:t>4 medium boxes (1'x2')</a:t>
            </a:r>
            <a:endParaRPr sz="1700">
              <a:solidFill>
                <a:schemeClr val="accent1"/>
              </a:solidFill>
            </a:endParaRPr>
          </a:p>
          <a:p>
            <a:pPr marL="457200" lvl="0" indent="-336550" algn="l" rtl="0">
              <a:lnSpc>
                <a:spcPct val="115000"/>
              </a:lnSpc>
              <a:spcBef>
                <a:spcPts val="0"/>
              </a:spcBef>
              <a:spcAft>
                <a:spcPts val="0"/>
              </a:spcAft>
              <a:buClr>
                <a:schemeClr val="accent1"/>
              </a:buClr>
              <a:buSzPts val="1700"/>
              <a:buFont typeface="Arial"/>
              <a:buChar char="●"/>
            </a:pPr>
            <a:r>
              <a:rPr lang="en" sz="1700">
                <a:solidFill>
                  <a:schemeClr val="accent1"/>
                </a:solidFill>
              </a:rPr>
              <a:t>1 small box (1'x1')</a:t>
            </a:r>
            <a:endParaRPr sz="2100" b="1">
              <a:solidFill>
                <a:schemeClr val="accent1"/>
              </a:solidFill>
            </a:endParaRPr>
          </a:p>
        </p:txBody>
      </p:sp>
      <p:graphicFrame>
        <p:nvGraphicFramePr>
          <p:cNvPr id="737" name="Google Shape;737;p105"/>
          <p:cNvGraphicFramePr/>
          <p:nvPr/>
        </p:nvGraphicFramePr>
        <p:xfrm>
          <a:off x="4897100" y="2145975"/>
          <a:ext cx="2679950" cy="1188630"/>
        </p:xfrm>
        <a:graphic>
          <a:graphicData uri="http://schemas.openxmlformats.org/drawingml/2006/table">
            <a:tbl>
              <a:tblPr>
                <a:noFill/>
                <a:tableStyleId>{B317DAE7-6F48-4459-89BA-82DB4F46E07A}</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381000">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graphicFrame>
        <p:nvGraphicFramePr>
          <p:cNvPr id="738" name="Google Shape;738;p105"/>
          <p:cNvGraphicFramePr/>
          <p:nvPr/>
        </p:nvGraphicFramePr>
        <p:xfrm>
          <a:off x="334175" y="3535924"/>
          <a:ext cx="1148550" cy="792420"/>
        </p:xfrm>
        <a:graphic>
          <a:graphicData uri="http://schemas.openxmlformats.org/drawingml/2006/table">
            <a:tbl>
              <a:tblPr>
                <a:noFill/>
                <a:tableStyleId>{B317DAE7-6F48-4459-89BA-82DB4F46E07A}</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03C31"/>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03C31"/>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03C31"/>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03C31"/>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03C31"/>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03C31"/>
                    </a:solidFill>
                  </a:tcPr>
                </a:tc>
                <a:extLst>
                  <a:ext uri="{0D108BD9-81ED-4DB2-BD59-A6C34878D82A}">
                    <a16:rowId xmlns:a16="http://schemas.microsoft.com/office/drawing/2014/main" val="10001"/>
                  </a:ext>
                </a:extLst>
              </a:tr>
            </a:tbl>
          </a:graphicData>
        </a:graphic>
      </p:graphicFrame>
      <p:graphicFrame>
        <p:nvGraphicFramePr>
          <p:cNvPr id="739" name="Google Shape;739;p105"/>
          <p:cNvGraphicFramePr/>
          <p:nvPr/>
        </p:nvGraphicFramePr>
        <p:xfrm>
          <a:off x="1565625" y="3535925"/>
          <a:ext cx="1148550" cy="792420"/>
        </p:xfrm>
        <a:graphic>
          <a:graphicData uri="http://schemas.openxmlformats.org/drawingml/2006/table">
            <a:tbl>
              <a:tblPr>
                <a:noFill/>
                <a:tableStyleId>{B317DAE7-6F48-4459-89BA-82DB4F46E07A}</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03C31"/>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03C31"/>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03C31"/>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03C31"/>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03C31"/>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E03C31"/>
                    </a:solidFill>
                  </a:tcPr>
                </a:tc>
                <a:extLst>
                  <a:ext uri="{0D108BD9-81ED-4DB2-BD59-A6C34878D82A}">
                    <a16:rowId xmlns:a16="http://schemas.microsoft.com/office/drawing/2014/main" val="10001"/>
                  </a:ext>
                </a:extLst>
              </a:tr>
            </a:tbl>
          </a:graphicData>
        </a:graphic>
      </p:graphicFrame>
      <p:graphicFrame>
        <p:nvGraphicFramePr>
          <p:cNvPr id="740" name="Google Shape;740;p105"/>
          <p:cNvGraphicFramePr/>
          <p:nvPr/>
        </p:nvGraphicFramePr>
        <p:xfrm>
          <a:off x="334164" y="3001675"/>
          <a:ext cx="765700" cy="396210"/>
        </p:xfrm>
        <a:graphic>
          <a:graphicData uri="http://schemas.openxmlformats.org/drawingml/2006/table">
            <a:tbl>
              <a:tblPr>
                <a:noFill/>
                <a:tableStyleId>{B317DAE7-6F48-4459-89BA-82DB4F46E07A}</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0"/>
                  </a:ext>
                </a:extLst>
              </a:tr>
            </a:tbl>
          </a:graphicData>
        </a:graphic>
      </p:graphicFrame>
      <p:graphicFrame>
        <p:nvGraphicFramePr>
          <p:cNvPr id="741" name="Google Shape;741;p105"/>
          <p:cNvGraphicFramePr/>
          <p:nvPr/>
        </p:nvGraphicFramePr>
        <p:xfrm>
          <a:off x="2331325" y="2717002"/>
          <a:ext cx="382850" cy="396210"/>
        </p:xfrm>
        <a:graphic>
          <a:graphicData uri="http://schemas.openxmlformats.org/drawingml/2006/table">
            <a:tbl>
              <a:tblPr>
                <a:noFill/>
                <a:tableStyleId>{B317DAE7-6F48-4459-89BA-82DB4F46E07A}</a:tableStyleId>
              </a:tblPr>
              <a:tblGrid>
                <a:gridCol w="382850">
                  <a:extLst>
                    <a:ext uri="{9D8B030D-6E8A-4147-A177-3AD203B41FA5}">
                      <a16:colId xmlns:a16="http://schemas.microsoft.com/office/drawing/2014/main" val="20000"/>
                    </a:ext>
                  </a:extLst>
                </a:gridCol>
              </a:tblGrid>
              <a:tr h="381000">
                <a:tc>
                  <a:txBody>
                    <a:bodyPr/>
                    <a:lstStyle/>
                    <a:p>
                      <a:pPr marL="0" lvl="0" indent="0" algn="ctr" rtl="0">
                        <a:spcBef>
                          <a:spcPts val="0"/>
                        </a:spcBef>
                        <a:spcAft>
                          <a:spcPts val="0"/>
                        </a:spcAft>
                        <a:buNone/>
                      </a:pPr>
                      <a:r>
                        <a:rPr lang="en">
                          <a:latin typeface="Consolas"/>
                          <a:ea typeface="Consolas"/>
                          <a:cs typeface="Consolas"/>
                          <a:sym typeface="Consolas"/>
                        </a:rPr>
                        <a:t>O</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accent5"/>
                    </a:solidFill>
                  </a:tcPr>
                </a:tc>
                <a:extLst>
                  <a:ext uri="{0D108BD9-81ED-4DB2-BD59-A6C34878D82A}">
                    <a16:rowId xmlns:a16="http://schemas.microsoft.com/office/drawing/2014/main" val="10000"/>
                  </a:ext>
                </a:extLst>
              </a:tr>
            </a:tbl>
          </a:graphicData>
        </a:graphic>
      </p:graphicFrame>
      <p:graphicFrame>
        <p:nvGraphicFramePr>
          <p:cNvPr id="742" name="Google Shape;742;p105"/>
          <p:cNvGraphicFramePr/>
          <p:nvPr/>
        </p:nvGraphicFramePr>
        <p:xfrm>
          <a:off x="1311759" y="3001677"/>
          <a:ext cx="765700" cy="396210"/>
        </p:xfrm>
        <a:graphic>
          <a:graphicData uri="http://schemas.openxmlformats.org/drawingml/2006/table">
            <a:tbl>
              <a:tblPr>
                <a:noFill/>
                <a:tableStyleId>{B317DAE7-6F48-4459-89BA-82DB4F46E07A}</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0"/>
                  </a:ext>
                </a:extLst>
              </a:tr>
            </a:tbl>
          </a:graphicData>
        </a:graphic>
      </p:graphicFrame>
      <p:graphicFrame>
        <p:nvGraphicFramePr>
          <p:cNvPr id="743" name="Google Shape;743;p105"/>
          <p:cNvGraphicFramePr/>
          <p:nvPr/>
        </p:nvGraphicFramePr>
        <p:xfrm>
          <a:off x="334164" y="2521275"/>
          <a:ext cx="765700" cy="396210"/>
        </p:xfrm>
        <a:graphic>
          <a:graphicData uri="http://schemas.openxmlformats.org/drawingml/2006/table">
            <a:tbl>
              <a:tblPr>
                <a:noFill/>
                <a:tableStyleId>{B317DAE7-6F48-4459-89BA-82DB4F46E07A}</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0"/>
                  </a:ext>
                </a:extLst>
              </a:tr>
            </a:tbl>
          </a:graphicData>
        </a:graphic>
      </p:graphicFrame>
      <p:graphicFrame>
        <p:nvGraphicFramePr>
          <p:cNvPr id="744" name="Google Shape;744;p105"/>
          <p:cNvGraphicFramePr/>
          <p:nvPr/>
        </p:nvGraphicFramePr>
        <p:xfrm>
          <a:off x="1321681" y="2521277"/>
          <a:ext cx="765700" cy="396210"/>
        </p:xfrm>
        <a:graphic>
          <a:graphicData uri="http://schemas.openxmlformats.org/drawingml/2006/table">
            <a:tbl>
              <a:tblPr>
                <a:noFill/>
                <a:tableStyleId>{B317DAE7-6F48-4459-89BA-82DB4F46E07A}</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0"/>
                  </a:ext>
                </a:extLst>
              </a:tr>
            </a:tbl>
          </a:graphicData>
        </a:graphic>
      </p:graphicFrame>
      <p:sp>
        <p:nvSpPr>
          <p:cNvPr id="745" name="Google Shape;745;p105"/>
          <p:cNvSpPr txBox="1"/>
          <p:nvPr/>
        </p:nvSpPr>
        <p:spPr>
          <a:xfrm>
            <a:off x="4880475" y="3601975"/>
            <a:ext cx="2713200" cy="32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b="1">
                <a:solidFill>
                  <a:schemeClr val="accent1"/>
                </a:solidFill>
                <a:latin typeface="Inter"/>
                <a:ea typeface="Inter"/>
                <a:cs typeface="Inter"/>
                <a:sym typeface="Inter"/>
              </a:rPr>
              <a:t>Worksheet: http://bit.ly/41HQyXr</a:t>
            </a:r>
            <a:endParaRPr sz="1200" b="1">
              <a:solidFill>
                <a:schemeClr val="accent1"/>
              </a:solidFill>
              <a:latin typeface="Inter"/>
              <a:ea typeface="Inter"/>
              <a:cs typeface="Inter"/>
              <a:sym typeface="Inter"/>
            </a:endParaRPr>
          </a:p>
        </p:txBody>
      </p:sp>
      <p:graphicFrame>
        <p:nvGraphicFramePr>
          <p:cNvPr id="746" name="Google Shape;746;p105"/>
          <p:cNvGraphicFramePr/>
          <p:nvPr/>
        </p:nvGraphicFramePr>
        <p:xfrm>
          <a:off x="4897100" y="2136475"/>
          <a:ext cx="2679950" cy="1188630"/>
        </p:xfrm>
        <a:graphic>
          <a:graphicData uri="http://schemas.openxmlformats.org/drawingml/2006/table">
            <a:tbl>
              <a:tblPr>
                <a:noFill/>
                <a:tableStyleId>{B317DAE7-6F48-4459-89BA-82DB4F46E07A}</a:tableStyleId>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381000">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a:latin typeface="Consolas"/>
                          <a:ea typeface="Consolas"/>
                          <a:cs typeface="Consolas"/>
                          <a:sym typeface="Consolas"/>
                        </a:rPr>
                        <a:t>O</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chemeClr val="accent5"/>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a:latin typeface="Consolas"/>
                          <a:ea typeface="Consolas"/>
                          <a:cs typeface="Consolas"/>
                          <a:sym typeface="Consolas"/>
                        </a:rPr>
                        <a:t>R</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a:latin typeface="Consolas"/>
                          <a:ea typeface="Consolas"/>
                          <a:cs typeface="Consolas"/>
                          <a:sym typeface="Consolas"/>
                        </a:rPr>
                        <a:t>Y</a:t>
                      </a:r>
                      <a:endParaRPr>
                        <a:latin typeface="Consolas"/>
                        <a:ea typeface="Consolas"/>
                        <a:cs typeface="Consolas"/>
                        <a:sym typeface="Consolas"/>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2"/>
                  </a:ext>
                </a:extLst>
              </a:tr>
            </a:tbl>
          </a:graphicData>
        </a:graphic>
      </p:graphicFrame>
      <p:pic>
        <p:nvPicPr>
          <p:cNvPr id="747" name="Google Shape;747;p105">
            <a:hlinkClick r:id="rId3" action="ppaction://hlinksldjump"/>
          </p:cNvPr>
          <p:cNvPicPr preferRelativeResize="0"/>
          <p:nvPr/>
        </p:nvPicPr>
        <p:blipFill rotWithShape="1">
          <a:blip r:embed="rId4">
            <a:alphaModFix/>
          </a:blip>
          <a:srcRect t="25035" b="29971"/>
          <a:stretch/>
        </p:blipFill>
        <p:spPr>
          <a:xfrm>
            <a:off x="4160520" y="470916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106"/>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200" b="1">
                <a:solidFill>
                  <a:srgbClr val="FFFFFF"/>
                </a:solidFill>
              </a:rPr>
              <a:t>This is an instance of a class.</a:t>
            </a:r>
            <a:endParaRPr sz="4200" b="1">
              <a:solidFill>
                <a:srgbClr val="FFFFFF"/>
              </a:solidFill>
            </a:endParaRPr>
          </a:p>
        </p:txBody>
      </p:sp>
      <p:sp>
        <p:nvSpPr>
          <p:cNvPr id="753" name="Google Shape;753;p106"/>
          <p:cNvSpPr txBox="1"/>
          <p:nvPr/>
        </p:nvSpPr>
        <p:spPr>
          <a:xfrm>
            <a:off x="593775" y="2859096"/>
            <a:ext cx="8112300" cy="1614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an object?</a:t>
            </a:r>
            <a:endParaRPr sz="4800" i="1">
              <a:solidFill>
                <a:schemeClr val="accent1"/>
              </a:solidFill>
            </a:endParaRPr>
          </a:p>
        </p:txBody>
      </p:sp>
      <p:pic>
        <p:nvPicPr>
          <p:cNvPr id="754" name="Google Shape;754;p106">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107"/>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000" b="1">
                <a:solidFill>
                  <a:srgbClr val="FFFFFF"/>
                </a:solidFill>
              </a:rPr>
              <a:t>The concept that state and behavior are bundled together and hidden from the user of a class.</a:t>
            </a:r>
            <a:endParaRPr sz="4000" b="1">
              <a:solidFill>
                <a:srgbClr val="FFFFFF"/>
              </a:solidFill>
            </a:endParaRPr>
          </a:p>
        </p:txBody>
      </p:sp>
      <p:sp>
        <p:nvSpPr>
          <p:cNvPr id="760" name="Google Shape;760;p107"/>
          <p:cNvSpPr txBox="1"/>
          <p:nvPr/>
        </p:nvSpPr>
        <p:spPr>
          <a:xfrm>
            <a:off x="593775"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latin typeface="Inter"/>
                <a:ea typeface="Inter"/>
                <a:cs typeface="Inter"/>
                <a:sym typeface="Inter"/>
              </a:rPr>
              <a:t>What is encapsulation?</a:t>
            </a:r>
            <a:endParaRPr sz="4800" i="1">
              <a:solidFill>
                <a:schemeClr val="accent1"/>
              </a:solidFill>
              <a:latin typeface="Inter"/>
              <a:ea typeface="Inter"/>
              <a:cs typeface="Inter"/>
              <a:sym typeface="Inter"/>
            </a:endParaRPr>
          </a:p>
        </p:txBody>
      </p:sp>
      <p:pic>
        <p:nvPicPr>
          <p:cNvPr id="761" name="Google Shape;761;p107">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108"/>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Clr>
                <a:schemeClr val="lt1"/>
              </a:buClr>
              <a:buSzPts val="1100"/>
              <a:buFont typeface="Arial"/>
              <a:buNone/>
            </a:pPr>
            <a:r>
              <a:rPr lang="en" sz="4100" b="1">
                <a:solidFill>
                  <a:srgbClr val="FFFFFF"/>
                </a:solidFill>
              </a:rPr>
              <a:t>This Object Oriented Programming concept models an “is‑a” relationship between classes.</a:t>
            </a:r>
            <a:endParaRPr sz="4100" b="1">
              <a:solidFill>
                <a:srgbClr val="FFFFFF"/>
              </a:solidFill>
            </a:endParaRPr>
          </a:p>
        </p:txBody>
      </p:sp>
      <p:sp>
        <p:nvSpPr>
          <p:cNvPr id="767" name="Google Shape;767;p108"/>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inheritance?</a:t>
            </a:r>
            <a:endParaRPr sz="4800" i="1">
              <a:solidFill>
                <a:schemeClr val="accent1"/>
              </a:solidFill>
            </a:endParaRPr>
          </a:p>
        </p:txBody>
      </p:sp>
      <p:pic>
        <p:nvPicPr>
          <p:cNvPr id="768" name="Google Shape;768;p108">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109"/>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3900" b="1">
                <a:solidFill>
                  <a:srgbClr val="FFFFFF"/>
                </a:solidFill>
              </a:rPr>
              <a:t>This technique converts an input value into a numeric value to enable fast comparisons and lookup.</a:t>
            </a:r>
            <a:endParaRPr sz="3900" b="1">
              <a:solidFill>
                <a:srgbClr val="FFFFFF"/>
              </a:solidFill>
            </a:endParaRPr>
          </a:p>
        </p:txBody>
      </p:sp>
      <p:sp>
        <p:nvSpPr>
          <p:cNvPr id="774" name="Google Shape;774;p109"/>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Clr>
                <a:schemeClr val="lt1"/>
              </a:buClr>
              <a:buSzPts val="1100"/>
              <a:buFont typeface="Arial"/>
              <a:buNone/>
            </a:pPr>
            <a:r>
              <a:rPr lang="en" sz="4800" i="1">
                <a:solidFill>
                  <a:schemeClr val="accent1"/>
                </a:solidFill>
              </a:rPr>
              <a:t>What is hashing?</a:t>
            </a:r>
            <a:endParaRPr sz="4800" i="1">
              <a:solidFill>
                <a:schemeClr val="accent1"/>
              </a:solidFill>
            </a:endParaRPr>
          </a:p>
        </p:txBody>
      </p:sp>
      <p:pic>
        <p:nvPicPr>
          <p:cNvPr id="775" name="Google Shape;775;p109">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110"/>
          <p:cNvSpPr/>
          <p:nvPr/>
        </p:nvSpPr>
        <p:spPr>
          <a:xfrm>
            <a:off x="188100" y="870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Clr>
                <a:schemeClr val="lt1"/>
              </a:buClr>
              <a:buSzPts val="1100"/>
              <a:buFont typeface="Arial"/>
              <a:buNone/>
            </a:pPr>
            <a:r>
              <a:rPr lang="en" sz="4300" b="1">
                <a:solidFill>
                  <a:srgbClr val="FFFFFF"/>
                </a:solidFill>
              </a:rPr>
              <a:t>CODING CHALLENGE!</a:t>
            </a:r>
            <a:endParaRPr sz="1900" b="1">
              <a:solidFill>
                <a:srgbClr val="FFFFFF"/>
              </a:solidFill>
            </a:endParaRPr>
          </a:p>
          <a:p>
            <a:pPr marL="0" lvl="0" indent="0" algn="ctr" rtl="0">
              <a:spcBef>
                <a:spcPts val="0"/>
              </a:spcBef>
              <a:spcAft>
                <a:spcPts val="0"/>
              </a:spcAft>
              <a:buClr>
                <a:schemeClr val="lt1"/>
              </a:buClr>
              <a:buSzPts val="1100"/>
              <a:buFont typeface="Arial"/>
              <a:buNone/>
            </a:pPr>
            <a:endParaRPr sz="1900" b="1">
              <a:solidFill>
                <a:srgbClr val="FFFFFF"/>
              </a:solidFill>
            </a:endParaRPr>
          </a:p>
        </p:txBody>
      </p:sp>
      <p:pic>
        <p:nvPicPr>
          <p:cNvPr id="781" name="Google Shape;781;p110">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
        <p:nvSpPr>
          <p:cNvPr id="782" name="Google Shape;782;p110"/>
          <p:cNvSpPr txBox="1"/>
          <p:nvPr/>
        </p:nvSpPr>
        <p:spPr>
          <a:xfrm>
            <a:off x="4629750" y="1864625"/>
            <a:ext cx="4242300" cy="2675700"/>
          </a:xfrm>
          <a:prstGeom prst="rect">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Clr>
                <a:schemeClr val="lt1"/>
              </a:buClr>
              <a:buSzPts val="1100"/>
              <a:buFont typeface="Arial"/>
              <a:buNone/>
            </a:pPr>
            <a:r>
              <a:rPr lang="en" sz="950">
                <a:solidFill>
                  <a:srgbClr val="569CD6"/>
                </a:solidFill>
                <a:latin typeface="Consolas"/>
                <a:ea typeface="Consolas"/>
                <a:cs typeface="Consolas"/>
                <a:sym typeface="Consolas"/>
              </a:rPr>
              <a:t>public</a:t>
            </a: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static</a:t>
            </a: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List</a:t>
            </a:r>
            <a:r>
              <a:rPr lang="en" sz="950">
                <a:solidFill>
                  <a:srgbClr val="D4D4D4"/>
                </a:solidFill>
                <a:latin typeface="Consolas"/>
                <a:ea typeface="Consolas"/>
                <a:cs typeface="Consolas"/>
                <a:sym typeface="Consolas"/>
              </a:rPr>
              <a:t>&lt;</a:t>
            </a:r>
            <a:r>
              <a:rPr lang="en" sz="950">
                <a:solidFill>
                  <a:srgbClr val="569CD6"/>
                </a:solidFill>
                <a:latin typeface="Consolas"/>
                <a:ea typeface="Consolas"/>
                <a:cs typeface="Consolas"/>
                <a:sym typeface="Consolas"/>
              </a:rPr>
              <a:t>String</a:t>
            </a:r>
            <a:r>
              <a:rPr lang="en" sz="950">
                <a:solidFill>
                  <a:srgbClr val="D4D4D4"/>
                </a:solidFill>
                <a:latin typeface="Consolas"/>
                <a:ea typeface="Consolas"/>
                <a:cs typeface="Consolas"/>
                <a:sym typeface="Consolas"/>
              </a:rPr>
              <a:t>&gt; uniqueList(</a:t>
            </a:r>
            <a:r>
              <a:rPr lang="en" sz="950">
                <a:solidFill>
                  <a:srgbClr val="569CD6"/>
                </a:solidFill>
                <a:latin typeface="Consolas"/>
                <a:ea typeface="Consolas"/>
                <a:cs typeface="Consolas"/>
                <a:sym typeface="Consolas"/>
              </a:rPr>
              <a:t>List</a:t>
            </a:r>
            <a:r>
              <a:rPr lang="en" sz="950">
                <a:solidFill>
                  <a:srgbClr val="D4D4D4"/>
                </a:solidFill>
                <a:latin typeface="Consolas"/>
                <a:ea typeface="Consolas"/>
                <a:cs typeface="Consolas"/>
                <a:sym typeface="Consolas"/>
              </a:rPr>
              <a:t>&lt;</a:t>
            </a:r>
            <a:r>
              <a:rPr lang="en" sz="950">
                <a:solidFill>
                  <a:srgbClr val="569CD6"/>
                </a:solidFill>
                <a:latin typeface="Consolas"/>
                <a:ea typeface="Consolas"/>
                <a:cs typeface="Consolas"/>
                <a:sym typeface="Consolas"/>
              </a:rPr>
              <a:t>String</a:t>
            </a:r>
            <a:r>
              <a:rPr lang="en" sz="950">
                <a:solidFill>
                  <a:srgbClr val="D4D4D4"/>
                </a:solidFill>
                <a:latin typeface="Consolas"/>
                <a:ea typeface="Consolas"/>
                <a:cs typeface="Consolas"/>
                <a:sym typeface="Consolas"/>
              </a:rPr>
              <a:t>&gt; strings) {</a:t>
            </a:r>
            <a:endParaRPr sz="9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HashSet</a:t>
            </a:r>
            <a:r>
              <a:rPr lang="en" sz="950">
                <a:solidFill>
                  <a:srgbClr val="D4D4D4"/>
                </a:solidFill>
                <a:latin typeface="Consolas"/>
                <a:ea typeface="Consolas"/>
                <a:cs typeface="Consolas"/>
                <a:sym typeface="Consolas"/>
              </a:rPr>
              <a:t>&lt;</a:t>
            </a:r>
            <a:r>
              <a:rPr lang="en" sz="950">
                <a:solidFill>
                  <a:srgbClr val="569CD6"/>
                </a:solidFill>
                <a:latin typeface="Consolas"/>
                <a:ea typeface="Consolas"/>
                <a:cs typeface="Consolas"/>
                <a:sym typeface="Consolas"/>
              </a:rPr>
              <a:t>String</a:t>
            </a:r>
            <a:r>
              <a:rPr lang="en" sz="950">
                <a:solidFill>
                  <a:srgbClr val="D4D4D4"/>
                </a:solidFill>
                <a:latin typeface="Consolas"/>
                <a:ea typeface="Consolas"/>
                <a:cs typeface="Consolas"/>
                <a:sym typeface="Consolas"/>
              </a:rPr>
              <a:t>&gt; stringSet = </a:t>
            </a:r>
            <a:r>
              <a:rPr lang="en" sz="950">
                <a:solidFill>
                  <a:srgbClr val="569CD6"/>
                </a:solidFill>
                <a:latin typeface="Consolas"/>
                <a:ea typeface="Consolas"/>
                <a:cs typeface="Consolas"/>
                <a:sym typeface="Consolas"/>
              </a:rPr>
              <a:t>new</a:t>
            </a: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HashSet</a:t>
            </a:r>
            <a:r>
              <a:rPr lang="en" sz="950">
                <a:solidFill>
                  <a:srgbClr val="D4D4D4"/>
                </a:solidFill>
                <a:latin typeface="Consolas"/>
                <a:ea typeface="Consolas"/>
                <a:cs typeface="Consolas"/>
                <a:sym typeface="Consolas"/>
              </a:rPr>
              <a:t>&lt;&gt;();</a:t>
            </a:r>
            <a:endParaRPr sz="9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List</a:t>
            </a:r>
            <a:r>
              <a:rPr lang="en" sz="950">
                <a:solidFill>
                  <a:srgbClr val="D4D4D4"/>
                </a:solidFill>
                <a:latin typeface="Consolas"/>
                <a:ea typeface="Consolas"/>
                <a:cs typeface="Consolas"/>
                <a:sym typeface="Consolas"/>
              </a:rPr>
              <a:t>&lt;</a:t>
            </a:r>
            <a:r>
              <a:rPr lang="en" sz="950">
                <a:solidFill>
                  <a:srgbClr val="569CD6"/>
                </a:solidFill>
                <a:latin typeface="Consolas"/>
                <a:ea typeface="Consolas"/>
                <a:cs typeface="Consolas"/>
                <a:sym typeface="Consolas"/>
              </a:rPr>
              <a:t>String</a:t>
            </a:r>
            <a:r>
              <a:rPr lang="en" sz="950">
                <a:solidFill>
                  <a:srgbClr val="D4D4D4"/>
                </a:solidFill>
                <a:latin typeface="Consolas"/>
                <a:ea typeface="Consolas"/>
                <a:cs typeface="Consolas"/>
                <a:sym typeface="Consolas"/>
              </a:rPr>
              <a:t>&gt; uniqueStrings = </a:t>
            </a:r>
            <a:r>
              <a:rPr lang="en" sz="950">
                <a:solidFill>
                  <a:srgbClr val="569CD6"/>
                </a:solidFill>
                <a:latin typeface="Consolas"/>
                <a:ea typeface="Consolas"/>
                <a:cs typeface="Consolas"/>
                <a:sym typeface="Consolas"/>
              </a:rPr>
              <a:t>new</a:t>
            </a: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ArrayList</a:t>
            </a:r>
            <a:r>
              <a:rPr lang="en" sz="950">
                <a:solidFill>
                  <a:srgbClr val="D4D4D4"/>
                </a:solidFill>
                <a:latin typeface="Consolas"/>
                <a:ea typeface="Consolas"/>
                <a:cs typeface="Consolas"/>
                <a:sym typeface="Consolas"/>
              </a:rPr>
              <a:t>&lt;&gt;();</a:t>
            </a:r>
            <a:endParaRPr sz="9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endParaRPr sz="9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for</a:t>
            </a: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String</a:t>
            </a:r>
            <a:r>
              <a:rPr lang="en" sz="950">
                <a:solidFill>
                  <a:srgbClr val="D4D4D4"/>
                </a:solidFill>
                <a:latin typeface="Consolas"/>
                <a:ea typeface="Consolas"/>
                <a:cs typeface="Consolas"/>
                <a:sym typeface="Consolas"/>
              </a:rPr>
              <a:t> string </a:t>
            </a:r>
            <a:r>
              <a:rPr lang="en" sz="950">
                <a:solidFill>
                  <a:srgbClr val="569CD6"/>
                </a:solidFill>
                <a:latin typeface="Consolas"/>
                <a:ea typeface="Consolas"/>
                <a:cs typeface="Consolas"/>
                <a:sym typeface="Consolas"/>
              </a:rPr>
              <a:t>:</a:t>
            </a:r>
            <a:r>
              <a:rPr lang="en" sz="950">
                <a:solidFill>
                  <a:srgbClr val="D4D4D4"/>
                </a:solidFill>
                <a:latin typeface="Consolas"/>
                <a:ea typeface="Consolas"/>
                <a:cs typeface="Consolas"/>
                <a:sym typeface="Consolas"/>
              </a:rPr>
              <a:t> strings) {</a:t>
            </a:r>
            <a:endParaRPr sz="9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if</a:t>
            </a:r>
            <a:r>
              <a:rPr lang="en" sz="950">
                <a:solidFill>
                  <a:srgbClr val="D4D4D4"/>
                </a:solidFill>
                <a:latin typeface="Consolas"/>
                <a:ea typeface="Consolas"/>
                <a:cs typeface="Consolas"/>
                <a:sym typeface="Consolas"/>
              </a:rPr>
              <a:t> (!stringSet.contains(string)) {</a:t>
            </a:r>
            <a:endParaRPr sz="9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uniqueStrings.add(string);</a:t>
            </a:r>
            <a:endParaRPr sz="9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stringSet.add(string);</a:t>
            </a:r>
            <a:endParaRPr sz="9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a:t>
            </a:r>
            <a:endParaRPr sz="9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  }</a:t>
            </a:r>
            <a:endParaRPr sz="9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endParaRPr sz="9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950">
                <a:solidFill>
                  <a:srgbClr val="D4D4D4"/>
                </a:solidFill>
                <a:latin typeface="Consolas"/>
                <a:ea typeface="Consolas"/>
                <a:cs typeface="Consolas"/>
                <a:sym typeface="Consolas"/>
              </a:rPr>
              <a:t>  </a:t>
            </a:r>
            <a:r>
              <a:rPr lang="en" sz="950">
                <a:solidFill>
                  <a:srgbClr val="569CD6"/>
                </a:solidFill>
                <a:latin typeface="Consolas"/>
                <a:ea typeface="Consolas"/>
                <a:cs typeface="Consolas"/>
                <a:sym typeface="Consolas"/>
              </a:rPr>
              <a:t>return</a:t>
            </a:r>
            <a:r>
              <a:rPr lang="en" sz="950">
                <a:solidFill>
                  <a:srgbClr val="D4D4D4"/>
                </a:solidFill>
                <a:latin typeface="Consolas"/>
                <a:ea typeface="Consolas"/>
                <a:cs typeface="Consolas"/>
                <a:sym typeface="Consolas"/>
              </a:rPr>
              <a:t> uniqueStrings;</a:t>
            </a:r>
            <a:endParaRPr sz="9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950">
                <a:solidFill>
                  <a:srgbClr val="D4D4D4"/>
                </a:solidFill>
                <a:latin typeface="Consolas"/>
                <a:ea typeface="Consolas"/>
                <a:cs typeface="Consolas"/>
                <a:sym typeface="Consolas"/>
              </a:rPr>
              <a:t>}</a:t>
            </a:r>
            <a:endParaRPr sz="950">
              <a:solidFill>
                <a:srgbClr val="D4D4D4"/>
              </a:solidFill>
              <a:latin typeface="Consolas"/>
              <a:ea typeface="Consolas"/>
              <a:cs typeface="Consolas"/>
              <a:sym typeface="Consolas"/>
            </a:endParaRPr>
          </a:p>
          <a:p>
            <a:pPr marL="0" lvl="0" indent="0" algn="l" rtl="0">
              <a:spcBef>
                <a:spcPts val="0"/>
              </a:spcBef>
              <a:spcAft>
                <a:spcPts val="0"/>
              </a:spcAft>
              <a:buNone/>
            </a:pPr>
            <a:endParaRPr sz="1200">
              <a:solidFill>
                <a:schemeClr val="lt1"/>
              </a:solidFill>
              <a:latin typeface="Inter"/>
              <a:ea typeface="Inter"/>
              <a:cs typeface="Inter"/>
              <a:sym typeface="Inter"/>
            </a:endParaRPr>
          </a:p>
        </p:txBody>
      </p:sp>
      <p:sp>
        <p:nvSpPr>
          <p:cNvPr id="783" name="Google Shape;783;p110"/>
          <p:cNvSpPr txBox="1"/>
          <p:nvPr/>
        </p:nvSpPr>
        <p:spPr>
          <a:xfrm>
            <a:off x="408125" y="1016475"/>
            <a:ext cx="4104000" cy="2094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lt1"/>
              </a:buClr>
              <a:buSzPts val="1100"/>
              <a:buFont typeface="Arial"/>
              <a:buNone/>
            </a:pPr>
            <a:r>
              <a:rPr lang="en" sz="1700" b="1">
                <a:solidFill>
                  <a:srgbClr val="FFFFFF"/>
                </a:solidFill>
              </a:rPr>
              <a:t>Write a method that given a list of strings</a:t>
            </a:r>
            <a:endParaRPr sz="1700" b="1">
              <a:solidFill>
                <a:srgbClr val="FFFFFF"/>
              </a:solidFill>
            </a:endParaRPr>
          </a:p>
          <a:p>
            <a:pPr marL="457200" lvl="0" indent="-336550" algn="l" rtl="0">
              <a:spcBef>
                <a:spcPts val="0"/>
              </a:spcBef>
              <a:spcAft>
                <a:spcPts val="0"/>
              </a:spcAft>
              <a:buClr>
                <a:srgbClr val="FFFFFF"/>
              </a:buClr>
              <a:buSzPts val="1700"/>
              <a:buChar char="●"/>
            </a:pPr>
            <a:r>
              <a:rPr lang="en" sz="1700" b="1">
                <a:solidFill>
                  <a:srgbClr val="FFFFFF"/>
                </a:solidFill>
              </a:rPr>
              <a:t>Returns a copy of the list with duplicates removed.</a:t>
            </a:r>
            <a:endParaRPr sz="1700" b="1">
              <a:solidFill>
                <a:srgbClr val="FFFFFF"/>
              </a:solidFill>
            </a:endParaRPr>
          </a:p>
          <a:p>
            <a:pPr marL="457200" lvl="0" indent="-336550" algn="l" rtl="0">
              <a:spcBef>
                <a:spcPts val="0"/>
              </a:spcBef>
              <a:spcAft>
                <a:spcPts val="0"/>
              </a:spcAft>
              <a:buClr>
                <a:srgbClr val="FFFFFF"/>
              </a:buClr>
              <a:buSzPts val="1700"/>
              <a:buChar char="●"/>
            </a:pPr>
            <a:r>
              <a:rPr lang="en" sz="1700" b="1">
                <a:solidFill>
                  <a:srgbClr val="FFFFFF"/>
                </a:solidFill>
              </a:rPr>
              <a:t>The strings must remain in their original order</a:t>
            </a:r>
            <a:endParaRPr sz="1700" b="1">
              <a:solidFill>
                <a:srgbClr val="FFFFFF"/>
              </a:solidFill>
            </a:endParaRPr>
          </a:p>
          <a:p>
            <a:pPr marL="457200" lvl="0" indent="-336550" algn="l" rtl="0">
              <a:spcBef>
                <a:spcPts val="0"/>
              </a:spcBef>
              <a:spcAft>
                <a:spcPts val="0"/>
              </a:spcAft>
              <a:buClr>
                <a:srgbClr val="FFFFFF"/>
              </a:buClr>
              <a:buSzPts val="1700"/>
              <a:buChar char="●"/>
            </a:pPr>
            <a:r>
              <a:rPr lang="en" sz="1700" b="1">
                <a:solidFill>
                  <a:srgbClr val="FFFFFF"/>
                </a:solidFill>
              </a:rPr>
              <a:t>Must run in O(n)</a:t>
            </a:r>
            <a:endParaRPr sz="1000">
              <a:solidFill>
                <a:schemeClr val="lt1"/>
              </a:solidFill>
              <a:latin typeface="Inter"/>
              <a:ea typeface="Inter"/>
              <a:cs typeface="Inter"/>
              <a:sym typeface="Int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788" name="Google Shape;788;p111"/>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This is data accessed by more than one thread.</a:t>
            </a:r>
            <a:endParaRPr sz="4800" b="1">
              <a:solidFill>
                <a:srgbClr val="FFFFFF"/>
              </a:solidFill>
            </a:endParaRPr>
          </a:p>
        </p:txBody>
      </p:sp>
      <p:sp>
        <p:nvSpPr>
          <p:cNvPr id="789" name="Google Shape;789;p111"/>
          <p:cNvSpPr txBox="1"/>
          <p:nvPr/>
        </p:nvSpPr>
        <p:spPr>
          <a:xfrm>
            <a:off x="593775" y="2859096"/>
            <a:ext cx="8112300" cy="1614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a shared resource?</a:t>
            </a:r>
            <a:endParaRPr sz="4800" i="1">
              <a:solidFill>
                <a:schemeClr val="accent1"/>
              </a:solidFill>
            </a:endParaRPr>
          </a:p>
        </p:txBody>
      </p:sp>
      <p:pic>
        <p:nvPicPr>
          <p:cNvPr id="790" name="Google Shape;790;p111">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112"/>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000" b="1">
                <a:solidFill>
                  <a:srgbClr val="FFFFFF"/>
                </a:solidFill>
              </a:rPr>
              <a:t>This is used to ensure only one thread enters a critical region at a time.</a:t>
            </a:r>
            <a:endParaRPr sz="4000" b="1">
              <a:solidFill>
                <a:srgbClr val="FFFFFF"/>
              </a:solidFill>
            </a:endParaRPr>
          </a:p>
        </p:txBody>
      </p:sp>
      <p:sp>
        <p:nvSpPr>
          <p:cNvPr id="796" name="Google Shape;796;p112"/>
          <p:cNvSpPr txBox="1"/>
          <p:nvPr/>
        </p:nvSpPr>
        <p:spPr>
          <a:xfrm>
            <a:off x="593775"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a lock?</a:t>
            </a:r>
            <a:endParaRPr sz="4800" i="1">
              <a:solidFill>
                <a:schemeClr val="accent1"/>
              </a:solidFill>
            </a:endParaRPr>
          </a:p>
        </p:txBody>
      </p:sp>
      <p:pic>
        <p:nvPicPr>
          <p:cNvPr id="797" name="Google Shape;797;p112">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113"/>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These two actions release a lock held by a thread.</a:t>
            </a:r>
            <a:endParaRPr sz="4800" b="1">
              <a:solidFill>
                <a:srgbClr val="FFFFFF"/>
              </a:solidFill>
            </a:endParaRPr>
          </a:p>
        </p:txBody>
      </p:sp>
      <p:sp>
        <p:nvSpPr>
          <p:cNvPr id="803" name="Google Shape;803;p113"/>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are unlock and await?</a:t>
            </a:r>
            <a:endParaRPr sz="4800" i="1">
              <a:solidFill>
                <a:schemeClr val="accent1"/>
              </a:solidFill>
            </a:endParaRPr>
          </a:p>
        </p:txBody>
      </p:sp>
      <p:pic>
        <p:nvPicPr>
          <p:cNvPr id="804" name="Google Shape;804;p113">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114"/>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Clr>
                <a:schemeClr val="lt1"/>
              </a:buClr>
              <a:buSzPts val="1100"/>
              <a:buFont typeface="Arial"/>
              <a:buNone/>
            </a:pPr>
            <a:r>
              <a:rPr lang="en" sz="4800" b="1">
                <a:solidFill>
                  <a:srgbClr val="FFFFFF"/>
                </a:solidFill>
              </a:rPr>
              <a:t>CODING CHALLENGE!</a:t>
            </a:r>
            <a:endParaRPr sz="2000" b="1">
              <a:solidFill>
                <a:srgbClr val="FFFFFF"/>
              </a:solidFill>
            </a:endParaRPr>
          </a:p>
          <a:p>
            <a:pPr marL="457200" lvl="0" indent="-349250" algn="l" rtl="0">
              <a:spcBef>
                <a:spcPts val="0"/>
              </a:spcBef>
              <a:spcAft>
                <a:spcPts val="0"/>
              </a:spcAft>
              <a:buClr>
                <a:srgbClr val="FFFFFF"/>
              </a:buClr>
              <a:buSzPts val="1900"/>
              <a:buChar char="●"/>
            </a:pPr>
            <a:r>
              <a:rPr lang="en" sz="1900" b="1">
                <a:solidFill>
                  <a:srgbClr val="FFFFFF"/>
                </a:solidFill>
              </a:rPr>
              <a:t>Create a class named </a:t>
            </a:r>
            <a:r>
              <a:rPr lang="en" sz="1900">
                <a:solidFill>
                  <a:srgbClr val="FFFFFF"/>
                </a:solidFill>
                <a:latin typeface="Courier New"/>
                <a:ea typeface="Courier New"/>
                <a:cs typeface="Courier New"/>
                <a:sym typeface="Courier New"/>
              </a:rPr>
              <a:t>LetterAdder</a:t>
            </a:r>
            <a:endParaRPr sz="1900">
              <a:solidFill>
                <a:srgbClr val="FFFFFF"/>
              </a:solidFill>
              <a:latin typeface="Courier New"/>
              <a:ea typeface="Courier New"/>
              <a:cs typeface="Courier New"/>
              <a:sym typeface="Courier New"/>
            </a:endParaRPr>
          </a:p>
          <a:p>
            <a:pPr marL="457200" lvl="0" indent="-349250" algn="l" rtl="0">
              <a:spcBef>
                <a:spcPts val="0"/>
              </a:spcBef>
              <a:spcAft>
                <a:spcPts val="0"/>
              </a:spcAft>
              <a:buClr>
                <a:srgbClr val="FFFFFF"/>
              </a:buClr>
              <a:buSzPts val="1900"/>
              <a:buChar char="●"/>
            </a:pPr>
            <a:r>
              <a:rPr lang="en" sz="1900" b="1">
                <a:solidFill>
                  <a:srgbClr val="FFFFFF"/>
                </a:solidFill>
              </a:rPr>
              <a:t>Define a constructor that accepts a </a:t>
            </a:r>
            <a:r>
              <a:rPr lang="en" sz="1900">
                <a:solidFill>
                  <a:srgbClr val="FFFFFF"/>
                </a:solidFill>
                <a:latin typeface="Courier New"/>
                <a:ea typeface="Courier New"/>
                <a:cs typeface="Courier New"/>
                <a:sym typeface="Courier New"/>
              </a:rPr>
              <a:t>Map&lt;Character,Integer&gt;</a:t>
            </a:r>
            <a:r>
              <a:rPr lang="en" sz="1900" b="1">
                <a:solidFill>
                  <a:srgbClr val="FFFFFF"/>
                </a:solidFill>
              </a:rPr>
              <a:t> and </a:t>
            </a:r>
            <a:r>
              <a:rPr lang="en" sz="1900" b="1">
                <a:solidFill>
                  <a:srgbClr val="FFFFFF"/>
                </a:solidFill>
                <a:latin typeface="Courier New"/>
                <a:ea typeface="Courier New"/>
                <a:cs typeface="Courier New"/>
                <a:sym typeface="Courier New"/>
              </a:rPr>
              <a:t>Lock</a:t>
            </a:r>
            <a:endParaRPr sz="1900" b="1">
              <a:solidFill>
                <a:srgbClr val="FFFFFF"/>
              </a:solidFill>
              <a:latin typeface="Courier New"/>
              <a:ea typeface="Courier New"/>
              <a:cs typeface="Courier New"/>
              <a:sym typeface="Courier New"/>
            </a:endParaRPr>
          </a:p>
          <a:p>
            <a:pPr marL="457200" lvl="0" indent="-349250" algn="l" rtl="0">
              <a:spcBef>
                <a:spcPts val="0"/>
              </a:spcBef>
              <a:spcAft>
                <a:spcPts val="0"/>
              </a:spcAft>
              <a:buClr>
                <a:srgbClr val="FFFFFF"/>
              </a:buClr>
              <a:buSzPts val="1900"/>
              <a:buChar char="●"/>
            </a:pPr>
            <a:r>
              <a:rPr lang="en" sz="1900" b="1">
                <a:solidFill>
                  <a:srgbClr val="FFFFFF"/>
                </a:solidFill>
              </a:rPr>
              <a:t>Define a </a:t>
            </a:r>
            <a:r>
              <a:rPr lang="en" sz="1900">
                <a:solidFill>
                  <a:srgbClr val="FFFFFF"/>
                </a:solidFill>
                <a:latin typeface="Courier New"/>
                <a:ea typeface="Courier New"/>
                <a:cs typeface="Courier New"/>
                <a:sym typeface="Courier New"/>
              </a:rPr>
              <a:t>run()</a:t>
            </a:r>
            <a:r>
              <a:rPr lang="en" sz="1900" b="1">
                <a:solidFill>
                  <a:srgbClr val="FFFFFF"/>
                </a:solidFill>
              </a:rPr>
              <a:t> method named that does the following:</a:t>
            </a:r>
            <a:endParaRPr sz="1900" b="1">
              <a:solidFill>
                <a:srgbClr val="FFFFFF"/>
              </a:solidFill>
            </a:endParaRPr>
          </a:p>
          <a:p>
            <a:pPr marL="914400" lvl="1" indent="-349250" algn="l" rtl="0">
              <a:spcBef>
                <a:spcPts val="0"/>
              </a:spcBef>
              <a:spcAft>
                <a:spcPts val="0"/>
              </a:spcAft>
              <a:buClr>
                <a:srgbClr val="FFFFFF"/>
              </a:buClr>
              <a:buSzPts val="1900"/>
              <a:buChar char="○"/>
            </a:pPr>
            <a:r>
              <a:rPr lang="en" sz="1900" b="1">
                <a:solidFill>
                  <a:srgbClr val="FFFFFF"/>
                </a:solidFill>
              </a:rPr>
              <a:t>For all letters '</a:t>
            </a:r>
            <a:r>
              <a:rPr lang="en" sz="1900">
                <a:solidFill>
                  <a:srgbClr val="FFFFFF"/>
                </a:solidFill>
                <a:latin typeface="Courier New"/>
                <a:ea typeface="Courier New"/>
                <a:cs typeface="Courier New"/>
                <a:sym typeface="Courier New"/>
              </a:rPr>
              <a:t>A</a:t>
            </a:r>
            <a:r>
              <a:rPr lang="en" sz="1900" b="1">
                <a:solidFill>
                  <a:srgbClr val="FFFFFF"/>
                </a:solidFill>
              </a:rPr>
              <a:t>' - '</a:t>
            </a:r>
            <a:r>
              <a:rPr lang="en" sz="1900">
                <a:solidFill>
                  <a:srgbClr val="FFFFFF"/>
                </a:solidFill>
                <a:latin typeface="Courier New"/>
                <a:ea typeface="Courier New"/>
                <a:cs typeface="Courier New"/>
                <a:sym typeface="Courier New"/>
              </a:rPr>
              <a:t>Z</a:t>
            </a:r>
            <a:r>
              <a:rPr lang="en" sz="1900" b="1">
                <a:solidFill>
                  <a:srgbClr val="FFFFFF"/>
                </a:solidFill>
              </a:rPr>
              <a:t>'</a:t>
            </a:r>
            <a:endParaRPr sz="1900" b="1">
              <a:solidFill>
                <a:srgbClr val="FFFFFF"/>
              </a:solidFill>
            </a:endParaRPr>
          </a:p>
          <a:p>
            <a:pPr marL="1371600" lvl="2" indent="-349250" algn="l" rtl="0">
              <a:spcBef>
                <a:spcPts val="0"/>
              </a:spcBef>
              <a:spcAft>
                <a:spcPts val="0"/>
              </a:spcAft>
              <a:buClr>
                <a:srgbClr val="FFFFFF"/>
              </a:buClr>
              <a:buSzPts val="1900"/>
              <a:buChar char="■"/>
            </a:pPr>
            <a:r>
              <a:rPr lang="en" sz="1900" b="1">
                <a:solidFill>
                  <a:srgbClr val="FFFFFF"/>
                </a:solidFill>
              </a:rPr>
              <a:t>If the letter is not in the map, add it with a value of </a:t>
            </a:r>
            <a:r>
              <a:rPr lang="en" sz="1900">
                <a:solidFill>
                  <a:srgbClr val="FFFFFF"/>
                </a:solidFill>
                <a:latin typeface="Courier New"/>
                <a:ea typeface="Courier New"/>
                <a:cs typeface="Courier New"/>
                <a:sym typeface="Courier New"/>
              </a:rPr>
              <a:t>1</a:t>
            </a:r>
            <a:r>
              <a:rPr lang="en" sz="1900" b="1">
                <a:solidFill>
                  <a:srgbClr val="FFFFFF"/>
                </a:solidFill>
              </a:rPr>
              <a:t>.</a:t>
            </a:r>
            <a:endParaRPr sz="1900" b="1">
              <a:solidFill>
                <a:srgbClr val="FFFFFF"/>
              </a:solidFill>
            </a:endParaRPr>
          </a:p>
          <a:p>
            <a:pPr marL="1371600" lvl="2" indent="-349250" algn="l" rtl="0">
              <a:spcBef>
                <a:spcPts val="0"/>
              </a:spcBef>
              <a:spcAft>
                <a:spcPts val="0"/>
              </a:spcAft>
              <a:buClr>
                <a:srgbClr val="FFFFFF"/>
              </a:buClr>
              <a:buSzPts val="1900"/>
              <a:buChar char="■"/>
            </a:pPr>
            <a:r>
              <a:rPr lang="en" sz="1900" b="1">
                <a:solidFill>
                  <a:srgbClr val="FFFFFF"/>
                </a:solidFill>
              </a:rPr>
              <a:t>Otherwise, increase the count by </a:t>
            </a:r>
            <a:r>
              <a:rPr lang="en" sz="1900">
                <a:solidFill>
                  <a:srgbClr val="FFFFFF"/>
                </a:solidFill>
                <a:latin typeface="Courier New"/>
                <a:ea typeface="Courier New"/>
                <a:cs typeface="Courier New"/>
                <a:sym typeface="Courier New"/>
              </a:rPr>
              <a:t>1</a:t>
            </a:r>
            <a:endParaRPr sz="1900">
              <a:solidFill>
                <a:srgbClr val="FFFFFF"/>
              </a:solidFill>
              <a:latin typeface="Courier New"/>
              <a:ea typeface="Courier New"/>
              <a:cs typeface="Courier New"/>
              <a:sym typeface="Courier New"/>
            </a:endParaRPr>
          </a:p>
          <a:p>
            <a:pPr marL="914400" lvl="1" indent="-349250" algn="l" rtl="0">
              <a:spcBef>
                <a:spcPts val="0"/>
              </a:spcBef>
              <a:spcAft>
                <a:spcPts val="0"/>
              </a:spcAft>
              <a:buClr>
                <a:srgbClr val="FFFFFF"/>
              </a:buClr>
              <a:buSzPts val="1900"/>
              <a:buChar char="○"/>
            </a:pPr>
            <a:r>
              <a:rPr lang="en" sz="1900" b="1">
                <a:solidFill>
                  <a:srgbClr val="FFFFFF"/>
                </a:solidFill>
              </a:rPr>
              <a:t>After adding each letter, pauses for </a:t>
            </a:r>
            <a:r>
              <a:rPr lang="en" sz="1900">
                <a:solidFill>
                  <a:srgbClr val="FFFFFF"/>
                </a:solidFill>
                <a:latin typeface="Consolas"/>
                <a:ea typeface="Consolas"/>
                <a:cs typeface="Consolas"/>
                <a:sym typeface="Consolas"/>
              </a:rPr>
              <a:t>100ms</a:t>
            </a:r>
            <a:endParaRPr sz="1900">
              <a:solidFill>
                <a:srgbClr val="FFFFFF"/>
              </a:solidFill>
              <a:latin typeface="Consolas"/>
              <a:ea typeface="Consolas"/>
              <a:cs typeface="Consolas"/>
              <a:sym typeface="Consolas"/>
            </a:endParaRPr>
          </a:p>
          <a:p>
            <a:pPr marL="457200" lvl="0" indent="-349250" algn="l" rtl="0">
              <a:spcBef>
                <a:spcPts val="0"/>
              </a:spcBef>
              <a:spcAft>
                <a:spcPts val="0"/>
              </a:spcAft>
              <a:buClr>
                <a:srgbClr val="FFFFFF"/>
              </a:buClr>
              <a:buSzPts val="1900"/>
              <a:buChar char="●"/>
            </a:pPr>
            <a:r>
              <a:rPr lang="en" sz="1900" b="1">
                <a:solidFill>
                  <a:srgbClr val="FFFFFF"/>
                </a:solidFill>
              </a:rPr>
              <a:t>Define a </a:t>
            </a:r>
            <a:r>
              <a:rPr lang="en" sz="1900">
                <a:solidFill>
                  <a:srgbClr val="FFFFFF"/>
                </a:solidFill>
                <a:latin typeface="Courier New"/>
                <a:ea typeface="Courier New"/>
                <a:cs typeface="Courier New"/>
                <a:sym typeface="Courier New"/>
              </a:rPr>
              <a:t>main</a:t>
            </a:r>
            <a:r>
              <a:rPr lang="en" sz="1900" b="1">
                <a:solidFill>
                  <a:srgbClr val="FFFFFF"/>
                </a:solidFill>
              </a:rPr>
              <a:t> method that:</a:t>
            </a:r>
            <a:endParaRPr sz="1900" b="1">
              <a:solidFill>
                <a:srgbClr val="FFFFFF"/>
              </a:solidFill>
            </a:endParaRPr>
          </a:p>
          <a:p>
            <a:pPr marL="914400" lvl="1" indent="-349250" algn="l" rtl="0">
              <a:spcBef>
                <a:spcPts val="0"/>
              </a:spcBef>
              <a:spcAft>
                <a:spcPts val="0"/>
              </a:spcAft>
              <a:buClr>
                <a:srgbClr val="FFFFFF"/>
              </a:buClr>
              <a:buSzPts val="1900"/>
              <a:buChar char="○"/>
            </a:pPr>
            <a:r>
              <a:rPr lang="en" sz="1900" b="1">
                <a:solidFill>
                  <a:srgbClr val="FFFFFF"/>
                </a:solidFill>
              </a:rPr>
              <a:t>Starts </a:t>
            </a:r>
            <a:r>
              <a:rPr lang="en" sz="1900">
                <a:solidFill>
                  <a:srgbClr val="FFFFFF"/>
                </a:solidFill>
                <a:latin typeface="Courier New"/>
                <a:ea typeface="Courier New"/>
                <a:cs typeface="Courier New"/>
                <a:sym typeface="Courier New"/>
              </a:rPr>
              <a:t>10</a:t>
            </a:r>
            <a:r>
              <a:rPr lang="en" sz="1900" b="1">
                <a:solidFill>
                  <a:srgbClr val="FFFFFF"/>
                </a:solidFill>
              </a:rPr>
              <a:t> </a:t>
            </a:r>
            <a:r>
              <a:rPr lang="en" sz="1900">
                <a:solidFill>
                  <a:srgbClr val="FFFFFF"/>
                </a:solidFill>
                <a:latin typeface="Courier New"/>
                <a:ea typeface="Courier New"/>
                <a:cs typeface="Courier New"/>
                <a:sym typeface="Courier New"/>
              </a:rPr>
              <a:t>LetterAdder</a:t>
            </a:r>
            <a:r>
              <a:rPr lang="en" sz="1900" b="1">
                <a:solidFill>
                  <a:srgbClr val="FFFFFF"/>
                </a:solidFill>
              </a:rPr>
              <a:t> threads</a:t>
            </a:r>
            <a:endParaRPr sz="1900" b="1">
              <a:solidFill>
                <a:srgbClr val="FFFFFF"/>
              </a:solidFill>
            </a:endParaRPr>
          </a:p>
          <a:p>
            <a:pPr marL="914400" lvl="1" indent="-349250" algn="l" rtl="0">
              <a:spcBef>
                <a:spcPts val="0"/>
              </a:spcBef>
              <a:spcAft>
                <a:spcPts val="0"/>
              </a:spcAft>
              <a:buClr>
                <a:srgbClr val="FFFFFF"/>
              </a:buClr>
              <a:buSzPts val="1900"/>
              <a:buChar char="○"/>
            </a:pPr>
            <a:r>
              <a:rPr lang="en" sz="1900" b="1">
                <a:solidFill>
                  <a:srgbClr val="FFFFFF"/>
                </a:solidFill>
              </a:rPr>
              <a:t>After all threads have finished, prints the </a:t>
            </a:r>
            <a:r>
              <a:rPr lang="en" sz="1900">
                <a:solidFill>
                  <a:srgbClr val="FFFFFF"/>
                </a:solidFill>
                <a:latin typeface="Courier New"/>
                <a:ea typeface="Courier New"/>
                <a:cs typeface="Courier New"/>
                <a:sym typeface="Courier New"/>
              </a:rPr>
              <a:t>Map</a:t>
            </a:r>
            <a:endParaRPr sz="1900">
              <a:solidFill>
                <a:srgbClr val="FFFFFF"/>
              </a:solidFill>
              <a:latin typeface="Courier New"/>
              <a:ea typeface="Courier New"/>
              <a:cs typeface="Courier New"/>
              <a:sym typeface="Courier New"/>
            </a:endParaRPr>
          </a:p>
          <a:p>
            <a:pPr marL="1371600" lvl="2" indent="-349250" algn="l" rtl="0">
              <a:spcBef>
                <a:spcPts val="0"/>
              </a:spcBef>
              <a:spcAft>
                <a:spcPts val="0"/>
              </a:spcAft>
              <a:buClr>
                <a:srgbClr val="FFFFFF"/>
              </a:buClr>
              <a:buSzPts val="1900"/>
              <a:buChar char="■"/>
            </a:pPr>
            <a:r>
              <a:rPr lang="en" sz="1900" b="1">
                <a:solidFill>
                  <a:srgbClr val="FFFFFF"/>
                </a:solidFill>
              </a:rPr>
              <a:t>All letters should have a count of </a:t>
            </a:r>
            <a:r>
              <a:rPr lang="en" sz="1900">
                <a:solidFill>
                  <a:srgbClr val="FFFFFF"/>
                </a:solidFill>
                <a:latin typeface="Courier New"/>
                <a:ea typeface="Courier New"/>
                <a:cs typeface="Courier New"/>
                <a:sym typeface="Courier New"/>
              </a:rPr>
              <a:t>10</a:t>
            </a:r>
            <a:endParaRPr sz="1900">
              <a:solidFill>
                <a:srgbClr val="FFFFFF"/>
              </a:solidFill>
              <a:latin typeface="Courier New"/>
              <a:ea typeface="Courier New"/>
              <a:cs typeface="Courier New"/>
              <a:sym typeface="Courier New"/>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115"/>
          <p:cNvSpPr txBox="1"/>
          <p:nvPr/>
        </p:nvSpPr>
        <p:spPr>
          <a:xfrm>
            <a:off x="96000" y="73925"/>
            <a:ext cx="5922000" cy="4063500"/>
          </a:xfrm>
          <a:prstGeom prst="rect">
            <a:avLst/>
          </a:prstGeom>
          <a:solidFill>
            <a:srgbClr val="000000"/>
          </a:solidFill>
          <a:ln w="19050"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Clr>
                <a:schemeClr val="lt1"/>
              </a:buClr>
              <a:buSzPts val="1100"/>
              <a:buFont typeface="Arial"/>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class</a:t>
            </a:r>
            <a:r>
              <a:rPr lang="en" sz="1050">
                <a:solidFill>
                  <a:srgbClr val="D4D4D4"/>
                </a:solidFill>
                <a:latin typeface="Consolas"/>
                <a:ea typeface="Consolas"/>
                <a:cs typeface="Consolas"/>
                <a:sym typeface="Consolas"/>
              </a:rPr>
              <a:t> LetterAdder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Map</a:t>
            </a:r>
            <a:r>
              <a:rPr lang="en" sz="1050">
                <a:solidFill>
                  <a:srgbClr val="D4D4D4"/>
                </a:solidFill>
                <a:latin typeface="Consolas"/>
                <a:ea typeface="Consolas"/>
                <a:cs typeface="Consolas"/>
                <a:sym typeface="Consolas"/>
              </a:rPr>
              <a:t>&lt;</a:t>
            </a:r>
            <a:r>
              <a:rPr lang="en" sz="1050">
                <a:solidFill>
                  <a:srgbClr val="569CD6"/>
                </a:solidFill>
                <a:latin typeface="Consolas"/>
                <a:ea typeface="Consolas"/>
                <a:cs typeface="Consolas"/>
                <a:sym typeface="Consolas"/>
              </a:rPr>
              <a:t>Character</a:t>
            </a:r>
            <a:r>
              <a:rPr lang="en" sz="1050">
                <a:solidFill>
                  <a:srgbClr val="D4D4D4"/>
                </a:solidFill>
                <a:latin typeface="Consolas"/>
                <a:ea typeface="Consolas"/>
                <a:cs typeface="Consolas"/>
                <a:sym typeface="Consolas"/>
              </a:rPr>
              <a:t>,</a:t>
            </a:r>
            <a:r>
              <a:rPr lang="en" sz="1050">
                <a:solidFill>
                  <a:srgbClr val="569CD6"/>
                </a:solidFill>
                <a:latin typeface="Consolas"/>
                <a:ea typeface="Consolas"/>
                <a:cs typeface="Consolas"/>
                <a:sym typeface="Consolas"/>
              </a:rPr>
              <a:t>Integer</a:t>
            </a:r>
            <a:r>
              <a:rPr lang="en" sz="1050">
                <a:solidFill>
                  <a:srgbClr val="D4D4D4"/>
                </a:solidFill>
                <a:latin typeface="Consolas"/>
                <a:ea typeface="Consolas"/>
                <a:cs typeface="Consolas"/>
                <a:sym typeface="Consolas"/>
              </a:rPr>
              <a:t>&gt; letterCounts;</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Lock</a:t>
            </a:r>
            <a:r>
              <a:rPr lang="en" sz="1050">
                <a:solidFill>
                  <a:srgbClr val="D4D4D4"/>
                </a:solidFill>
                <a:latin typeface="Consolas"/>
                <a:ea typeface="Consolas"/>
                <a:cs typeface="Consolas"/>
                <a:sym typeface="Consolas"/>
              </a:rPr>
              <a:t> lock;</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Clr>
                <a:schemeClr val="lt1"/>
              </a:buClr>
              <a:buSzPts val="1100"/>
              <a:buFont typeface="Arial"/>
              <a:buNone/>
            </a:pP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LetterAdder(</a:t>
            </a:r>
            <a:r>
              <a:rPr lang="en" sz="1050">
                <a:solidFill>
                  <a:srgbClr val="569CD6"/>
                </a:solidFill>
                <a:latin typeface="Consolas"/>
                <a:ea typeface="Consolas"/>
                <a:cs typeface="Consolas"/>
                <a:sym typeface="Consolas"/>
              </a:rPr>
              <a:t>Map</a:t>
            </a:r>
            <a:r>
              <a:rPr lang="en" sz="1050">
                <a:solidFill>
                  <a:srgbClr val="D4D4D4"/>
                </a:solidFill>
                <a:latin typeface="Consolas"/>
                <a:ea typeface="Consolas"/>
                <a:cs typeface="Consolas"/>
                <a:sym typeface="Consolas"/>
              </a:rPr>
              <a:t>&lt;</a:t>
            </a:r>
            <a:r>
              <a:rPr lang="en" sz="1050">
                <a:solidFill>
                  <a:srgbClr val="569CD6"/>
                </a:solidFill>
                <a:latin typeface="Consolas"/>
                <a:ea typeface="Consolas"/>
                <a:cs typeface="Consolas"/>
                <a:sym typeface="Consolas"/>
              </a:rPr>
              <a:t>Character</a:t>
            </a:r>
            <a:r>
              <a:rPr lang="en" sz="1050">
                <a:solidFill>
                  <a:srgbClr val="D4D4D4"/>
                </a:solidFill>
                <a:latin typeface="Consolas"/>
                <a:ea typeface="Consolas"/>
                <a:cs typeface="Consolas"/>
                <a:sym typeface="Consolas"/>
              </a:rPr>
              <a:t>,</a:t>
            </a:r>
            <a:r>
              <a:rPr lang="en" sz="1050">
                <a:solidFill>
                  <a:srgbClr val="569CD6"/>
                </a:solidFill>
                <a:latin typeface="Consolas"/>
                <a:ea typeface="Consolas"/>
                <a:cs typeface="Consolas"/>
                <a:sym typeface="Consolas"/>
              </a:rPr>
              <a:t>Integer</a:t>
            </a:r>
            <a:r>
              <a:rPr lang="en" sz="1050">
                <a:solidFill>
                  <a:srgbClr val="D4D4D4"/>
                </a:solidFill>
                <a:latin typeface="Consolas"/>
                <a:ea typeface="Consolas"/>
                <a:cs typeface="Consolas"/>
                <a:sym typeface="Consolas"/>
              </a:rPr>
              <a:t>&gt; letterCounts,</a:t>
            </a:r>
            <a:r>
              <a:rPr lang="en" sz="1050">
                <a:solidFill>
                  <a:srgbClr val="569CD6"/>
                </a:solidFill>
                <a:latin typeface="Consolas"/>
                <a:ea typeface="Consolas"/>
                <a:cs typeface="Consolas"/>
                <a:sym typeface="Consolas"/>
              </a:rPr>
              <a:t>Lock</a:t>
            </a:r>
            <a:r>
              <a:rPr lang="en" sz="1050">
                <a:solidFill>
                  <a:srgbClr val="D4D4D4"/>
                </a:solidFill>
                <a:latin typeface="Consolas"/>
                <a:ea typeface="Consolas"/>
                <a:cs typeface="Consolas"/>
                <a:sym typeface="Consolas"/>
              </a:rPr>
              <a:t> lock)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.letterCounts = letterCounts;</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.lock = lock;</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Clr>
                <a:schemeClr val="lt1"/>
              </a:buClr>
              <a:buSzPts val="1100"/>
              <a:buFont typeface="Arial"/>
              <a:buNone/>
            </a:pP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void</a:t>
            </a:r>
            <a:r>
              <a:rPr lang="en" sz="1050">
                <a:solidFill>
                  <a:srgbClr val="D4D4D4"/>
                </a:solidFill>
                <a:latin typeface="Consolas"/>
                <a:ea typeface="Consolas"/>
                <a:cs typeface="Consolas"/>
                <a:sym typeface="Consolas"/>
              </a:rPr>
              <a:t> run()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for</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char</a:t>
            </a:r>
            <a:r>
              <a:rPr lang="en" sz="1050">
                <a:solidFill>
                  <a:srgbClr val="D4D4D4"/>
                </a:solidFill>
                <a:latin typeface="Consolas"/>
                <a:ea typeface="Consolas"/>
                <a:cs typeface="Consolas"/>
                <a:sym typeface="Consolas"/>
              </a:rPr>
              <a:t> c = </a:t>
            </a:r>
            <a:r>
              <a:rPr lang="en" sz="1050">
                <a:solidFill>
                  <a:srgbClr val="CE9178"/>
                </a:solidFill>
                <a:latin typeface="Consolas"/>
                <a:ea typeface="Consolas"/>
                <a:cs typeface="Consolas"/>
                <a:sym typeface="Consolas"/>
              </a:rPr>
              <a:t>'A'</a:t>
            </a:r>
            <a:r>
              <a:rPr lang="en" sz="1050">
                <a:solidFill>
                  <a:srgbClr val="D4D4D4"/>
                </a:solidFill>
                <a:latin typeface="Consolas"/>
                <a:ea typeface="Consolas"/>
                <a:cs typeface="Consolas"/>
                <a:sym typeface="Consolas"/>
              </a:rPr>
              <a:t>; c &lt;= </a:t>
            </a:r>
            <a:r>
              <a:rPr lang="en" sz="1050">
                <a:solidFill>
                  <a:srgbClr val="CE9178"/>
                </a:solidFill>
                <a:latin typeface="Consolas"/>
                <a:ea typeface="Consolas"/>
                <a:cs typeface="Consolas"/>
                <a:sym typeface="Consolas"/>
              </a:rPr>
              <a:t>'Z'</a:t>
            </a:r>
            <a:r>
              <a:rPr lang="en" sz="1050">
                <a:solidFill>
                  <a:srgbClr val="D4D4D4"/>
                </a:solidFill>
                <a:latin typeface="Consolas"/>
                <a:ea typeface="Consolas"/>
                <a:cs typeface="Consolas"/>
                <a:sym typeface="Consolas"/>
              </a:rPr>
              <a:t>; c++)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try</a:t>
            </a: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lock.lock();</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if</a:t>
            </a:r>
            <a:r>
              <a:rPr lang="en" sz="1050">
                <a:solidFill>
                  <a:srgbClr val="D4D4D4"/>
                </a:solidFill>
                <a:latin typeface="Consolas"/>
                <a:ea typeface="Consolas"/>
                <a:cs typeface="Consolas"/>
                <a:sym typeface="Consolas"/>
              </a:rPr>
              <a:t> (!letterCounts.containsKey(c))</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letterCounts.put(c,</a:t>
            </a:r>
            <a:r>
              <a:rPr lang="en" sz="1050">
                <a:solidFill>
                  <a:srgbClr val="B5CEA8"/>
                </a:solidFill>
                <a:latin typeface="Consolas"/>
                <a:ea typeface="Consolas"/>
                <a:cs typeface="Consolas"/>
                <a:sym typeface="Consolas"/>
              </a:rPr>
              <a:t>0</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letterCounts.put(c,letterCounts.get(c)+</a:t>
            </a:r>
            <a:r>
              <a:rPr lang="en" sz="1050">
                <a:solidFill>
                  <a:srgbClr val="B5CEA8"/>
                </a:solidFill>
                <a:latin typeface="Consolas"/>
                <a:ea typeface="Consolas"/>
                <a:cs typeface="Consolas"/>
                <a:sym typeface="Consolas"/>
              </a:rPr>
              <a:t>1</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 </a:t>
            </a:r>
            <a:r>
              <a:rPr lang="en" sz="1050">
                <a:solidFill>
                  <a:srgbClr val="569CD6"/>
                </a:solidFill>
                <a:latin typeface="Consolas"/>
                <a:ea typeface="Consolas"/>
                <a:cs typeface="Consolas"/>
                <a:sym typeface="Consolas"/>
              </a:rPr>
              <a:t>finally</a:t>
            </a: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lock.unlock();</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try</a:t>
            </a:r>
            <a:r>
              <a:rPr lang="en" sz="1050">
                <a:solidFill>
                  <a:srgbClr val="D4D4D4"/>
                </a:solidFill>
                <a:latin typeface="Consolas"/>
                <a:ea typeface="Consolas"/>
                <a:cs typeface="Consolas"/>
                <a:sym typeface="Consolas"/>
              </a:rPr>
              <a:t> { Thread.sleep(</a:t>
            </a:r>
            <a:r>
              <a:rPr lang="en" sz="1050">
                <a:solidFill>
                  <a:srgbClr val="B5CEA8"/>
                </a:solidFill>
                <a:latin typeface="Consolas"/>
                <a:ea typeface="Consolas"/>
                <a:cs typeface="Consolas"/>
                <a:sym typeface="Consolas"/>
              </a:rPr>
              <a:t>100</a:t>
            </a:r>
            <a:r>
              <a:rPr lang="en" sz="1050">
                <a:solidFill>
                  <a:srgbClr val="D4D4D4"/>
                </a:solidFill>
                <a:latin typeface="Consolas"/>
                <a:ea typeface="Consolas"/>
                <a:cs typeface="Consolas"/>
                <a:sym typeface="Consolas"/>
              </a:rPr>
              <a:t>); } </a:t>
            </a:r>
            <a:r>
              <a:rPr lang="en" sz="1050">
                <a:solidFill>
                  <a:srgbClr val="569CD6"/>
                </a:solidFill>
                <a:latin typeface="Consolas"/>
                <a:ea typeface="Consolas"/>
                <a:cs typeface="Consolas"/>
                <a:sym typeface="Consolas"/>
              </a:rPr>
              <a:t>catch</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InterruptedException</a:t>
            </a:r>
            <a:r>
              <a:rPr lang="en" sz="1050">
                <a:solidFill>
                  <a:srgbClr val="D4D4D4"/>
                </a:solidFill>
                <a:latin typeface="Consolas"/>
                <a:ea typeface="Consolas"/>
                <a:cs typeface="Consolas"/>
                <a:sym typeface="Consolas"/>
              </a:rPr>
              <a:t> e)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200">
              <a:solidFill>
                <a:schemeClr val="lt1"/>
              </a:solidFill>
              <a:latin typeface="Inter"/>
              <a:ea typeface="Inter"/>
              <a:cs typeface="Inter"/>
              <a:sym typeface="Inter"/>
            </a:endParaRPr>
          </a:p>
        </p:txBody>
      </p:sp>
      <p:sp>
        <p:nvSpPr>
          <p:cNvPr id="815" name="Google Shape;815;p115"/>
          <p:cNvSpPr txBox="1"/>
          <p:nvPr/>
        </p:nvSpPr>
        <p:spPr>
          <a:xfrm>
            <a:off x="3458220" y="1501051"/>
            <a:ext cx="5568000" cy="3538200"/>
          </a:xfrm>
          <a:prstGeom prst="rect">
            <a:avLst/>
          </a:prstGeom>
          <a:solidFill>
            <a:schemeClr val="lt1"/>
          </a:solidFill>
          <a:ln w="19050" cap="flat" cmpd="sng">
            <a:solidFill>
              <a:srgbClr val="4A86E8"/>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static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void</a:t>
            </a:r>
            <a:r>
              <a:rPr lang="en" sz="1050">
                <a:solidFill>
                  <a:srgbClr val="D4D4D4"/>
                </a:solidFill>
                <a:latin typeface="Consolas"/>
                <a:ea typeface="Consolas"/>
                <a:cs typeface="Consolas"/>
                <a:sym typeface="Consolas"/>
              </a:rPr>
              <a:t> main(</a:t>
            </a:r>
            <a:r>
              <a:rPr lang="en" sz="1050">
                <a:solidFill>
                  <a:srgbClr val="569CD6"/>
                </a:solidFill>
                <a:latin typeface="Consolas"/>
                <a:ea typeface="Consolas"/>
                <a:cs typeface="Consolas"/>
                <a:sym typeface="Consolas"/>
              </a:rPr>
              <a:t>String</a:t>
            </a:r>
            <a:r>
              <a:rPr lang="en" sz="1050">
                <a:solidFill>
                  <a:srgbClr val="D4D4D4"/>
                </a:solidFill>
                <a:latin typeface="Consolas"/>
                <a:ea typeface="Consolas"/>
                <a:cs typeface="Consolas"/>
                <a:sym typeface="Consolas"/>
              </a:rPr>
              <a:t>[] args) </a:t>
            </a:r>
            <a:r>
              <a:rPr lang="en" sz="1050">
                <a:solidFill>
                  <a:srgbClr val="569CD6"/>
                </a:solidFill>
                <a:latin typeface="Consolas"/>
                <a:ea typeface="Consolas"/>
                <a:cs typeface="Consolas"/>
                <a:sym typeface="Consolas"/>
              </a:rPr>
              <a:t>throws</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InterruptedException</a:t>
            </a: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Map</a:t>
            </a:r>
            <a:r>
              <a:rPr lang="en" sz="1050">
                <a:solidFill>
                  <a:srgbClr val="D4D4D4"/>
                </a:solidFill>
                <a:latin typeface="Consolas"/>
                <a:ea typeface="Consolas"/>
                <a:cs typeface="Consolas"/>
                <a:sym typeface="Consolas"/>
              </a:rPr>
              <a:t>&lt;</a:t>
            </a:r>
            <a:r>
              <a:rPr lang="en" sz="1050">
                <a:solidFill>
                  <a:srgbClr val="569CD6"/>
                </a:solidFill>
                <a:latin typeface="Consolas"/>
                <a:ea typeface="Consolas"/>
                <a:cs typeface="Consolas"/>
                <a:sym typeface="Consolas"/>
              </a:rPr>
              <a:t>Character</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Integer</a:t>
            </a:r>
            <a:r>
              <a:rPr lang="en" sz="1050">
                <a:solidFill>
                  <a:srgbClr val="D4D4D4"/>
                </a:solidFill>
                <a:latin typeface="Consolas"/>
                <a:ea typeface="Consolas"/>
                <a:cs typeface="Consolas"/>
                <a:sym typeface="Consolas"/>
              </a:rPr>
              <a:t>&gt; letterCounts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HashMap</a:t>
            </a:r>
            <a:r>
              <a:rPr lang="en" sz="1050">
                <a:solidFill>
                  <a:srgbClr val="D4D4D4"/>
                </a:solidFill>
                <a:latin typeface="Consolas"/>
                <a:ea typeface="Consolas"/>
                <a:cs typeface="Consolas"/>
                <a:sym typeface="Consolas"/>
              </a:rPr>
              <a:t>&lt;&gt;();</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Lock</a:t>
            </a:r>
            <a:r>
              <a:rPr lang="en" sz="1050">
                <a:solidFill>
                  <a:srgbClr val="D4D4D4"/>
                </a:solidFill>
                <a:latin typeface="Consolas"/>
                <a:ea typeface="Consolas"/>
                <a:cs typeface="Consolas"/>
                <a:sym typeface="Consolas"/>
              </a:rPr>
              <a:t> lock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ReentrantLock();</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ExecutorService</a:t>
            </a:r>
            <a:r>
              <a:rPr lang="en" sz="1050">
                <a:solidFill>
                  <a:srgbClr val="D4D4D4"/>
                </a:solidFill>
                <a:latin typeface="Consolas"/>
                <a:ea typeface="Consolas"/>
                <a:cs typeface="Consolas"/>
                <a:sym typeface="Consolas"/>
              </a:rPr>
              <a:t> execSvc = Executors.newCachedThreadPool();</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for</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int</a:t>
            </a:r>
            <a:r>
              <a:rPr lang="en" sz="1050">
                <a:solidFill>
                  <a:srgbClr val="D4D4D4"/>
                </a:solidFill>
                <a:latin typeface="Consolas"/>
                <a:ea typeface="Consolas"/>
                <a:cs typeface="Consolas"/>
                <a:sym typeface="Consolas"/>
              </a:rPr>
              <a:t> i = </a:t>
            </a:r>
            <a:r>
              <a:rPr lang="en" sz="1050">
                <a:solidFill>
                  <a:srgbClr val="B5CEA8"/>
                </a:solidFill>
                <a:latin typeface="Consolas"/>
                <a:ea typeface="Consolas"/>
                <a:cs typeface="Consolas"/>
                <a:sym typeface="Consolas"/>
              </a:rPr>
              <a:t>0</a:t>
            </a:r>
            <a:r>
              <a:rPr lang="en" sz="1050">
                <a:solidFill>
                  <a:srgbClr val="D4D4D4"/>
                </a:solidFill>
                <a:latin typeface="Consolas"/>
                <a:ea typeface="Consolas"/>
                <a:cs typeface="Consolas"/>
                <a:sym typeface="Consolas"/>
              </a:rPr>
              <a:t>; i &lt; </a:t>
            </a:r>
            <a:r>
              <a:rPr lang="en" sz="1050">
                <a:solidFill>
                  <a:srgbClr val="B5CEA8"/>
                </a:solidFill>
                <a:latin typeface="Consolas"/>
                <a:ea typeface="Consolas"/>
                <a:cs typeface="Consolas"/>
                <a:sym typeface="Consolas"/>
              </a:rPr>
              <a:t>10</a:t>
            </a:r>
            <a:r>
              <a:rPr lang="en" sz="1050">
                <a:solidFill>
                  <a:srgbClr val="D4D4D4"/>
                </a:solidFill>
                <a:latin typeface="Consolas"/>
                <a:ea typeface="Consolas"/>
                <a:cs typeface="Consolas"/>
                <a:sym typeface="Consolas"/>
              </a:rPr>
              <a:t>; i++)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LetterAdder</a:t>
            </a:r>
            <a:r>
              <a:rPr lang="en" sz="1050">
                <a:solidFill>
                  <a:srgbClr val="D4D4D4"/>
                </a:solidFill>
                <a:latin typeface="Consolas"/>
                <a:ea typeface="Consolas"/>
                <a:cs typeface="Consolas"/>
                <a:sym typeface="Consolas"/>
              </a:rPr>
              <a:t> adder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LetterAdder(letterCounts, lock);</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execSvc.execute(adder</a:t>
            </a:r>
            <a:r>
              <a:rPr lang="en" sz="1050">
                <a:solidFill>
                  <a:srgbClr val="569CD6"/>
                </a:solidFill>
                <a:latin typeface="Consolas"/>
                <a:ea typeface="Consolas"/>
                <a:cs typeface="Consolas"/>
                <a:sym typeface="Consolas"/>
              </a:rPr>
              <a:t>::</a:t>
            </a:r>
            <a:r>
              <a:rPr lang="en" sz="1050">
                <a:solidFill>
                  <a:srgbClr val="D4D4D4"/>
                </a:solidFill>
                <a:latin typeface="Consolas"/>
                <a:ea typeface="Consolas"/>
                <a:cs typeface="Consolas"/>
                <a:sym typeface="Consolas"/>
              </a:rPr>
              <a:t>run);</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execSvc.shutdown();</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execSvc.awaitTermination(</a:t>
            </a:r>
            <a:r>
              <a:rPr lang="en" sz="1050">
                <a:solidFill>
                  <a:srgbClr val="B5CEA8"/>
                </a:solidFill>
                <a:latin typeface="Consolas"/>
                <a:ea typeface="Consolas"/>
                <a:cs typeface="Consolas"/>
                <a:sym typeface="Consolas"/>
              </a:rPr>
              <a:t>5</a:t>
            </a:r>
            <a:r>
              <a:rPr lang="en" sz="1050">
                <a:solidFill>
                  <a:srgbClr val="D4D4D4"/>
                </a:solidFill>
                <a:latin typeface="Consolas"/>
                <a:ea typeface="Consolas"/>
                <a:cs typeface="Consolas"/>
                <a:sym typeface="Consolas"/>
              </a:rPr>
              <a:t>, TimeUnit.</a:t>
            </a:r>
            <a:r>
              <a:rPr lang="en" sz="1050">
                <a:solidFill>
                  <a:srgbClr val="B5CEA8"/>
                </a:solidFill>
                <a:latin typeface="Consolas"/>
                <a:ea typeface="Consolas"/>
                <a:cs typeface="Consolas"/>
                <a:sym typeface="Consolas"/>
              </a:rPr>
              <a:t>SECONDS</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System.out.println(letterCounts);</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Clr>
                <a:schemeClr val="lt1"/>
              </a:buClr>
              <a:buSzPts val="1100"/>
              <a:buFont typeface="Arial"/>
              <a:buNone/>
            </a:pP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marL="0" lvl="0" indent="0" algn="l" rtl="0">
              <a:spcBef>
                <a:spcPts val="0"/>
              </a:spcBef>
              <a:spcAft>
                <a:spcPts val="0"/>
              </a:spcAft>
              <a:buNone/>
            </a:pPr>
            <a:endParaRPr sz="1200">
              <a:solidFill>
                <a:schemeClr val="lt1"/>
              </a:solidFill>
              <a:latin typeface="Inter"/>
              <a:ea typeface="Inter"/>
              <a:cs typeface="Inter"/>
              <a:sym typeface="Inter"/>
            </a:endParaRPr>
          </a:p>
        </p:txBody>
      </p:sp>
      <p:pic>
        <p:nvPicPr>
          <p:cNvPr id="816" name="Google Shape;816;p115">
            <a:hlinkClick r:id="rId3" action="ppaction://hlinksldjump"/>
          </p:cNvPr>
          <p:cNvPicPr preferRelativeResize="0"/>
          <p:nvPr/>
        </p:nvPicPr>
        <p:blipFill rotWithShape="1">
          <a:blip r:embed="rId4">
            <a:alphaModFix/>
          </a:blip>
          <a:srcRect t="25035" b="29971"/>
          <a:stretch/>
        </p:blipFill>
        <p:spPr>
          <a:xfrm>
            <a:off x="1260250" y="4597465"/>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20"/>
        <p:cNvGrpSpPr/>
        <p:nvPr/>
      </p:nvGrpSpPr>
      <p:grpSpPr>
        <a:xfrm>
          <a:off x="0" y="0"/>
          <a:ext cx="0" cy="0"/>
          <a:chOff x="0" y="0"/>
          <a:chExt cx="0" cy="0"/>
        </a:xfrm>
      </p:grpSpPr>
      <p:sp>
        <p:nvSpPr>
          <p:cNvPr id="821" name="Google Shape;821;p116"/>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CODING CHALLENGE!</a:t>
            </a:r>
            <a:endParaRPr sz="4800" b="1">
              <a:solidFill>
                <a:srgbClr val="FFFFFF"/>
              </a:solidFill>
            </a:endParaRPr>
          </a:p>
          <a:p>
            <a:pPr marL="0" lvl="0" indent="0" algn="l" rtl="0">
              <a:spcBef>
                <a:spcPts val="0"/>
              </a:spcBef>
              <a:spcAft>
                <a:spcPts val="0"/>
              </a:spcAft>
              <a:buNone/>
            </a:pPr>
            <a:endParaRPr sz="2000" b="1">
              <a:solidFill>
                <a:srgbClr val="FFFFFF"/>
              </a:solidFill>
            </a:endParaRPr>
          </a:p>
          <a:p>
            <a:pPr marL="457200" lvl="0" indent="-355600" algn="l" rtl="0">
              <a:spcBef>
                <a:spcPts val="0"/>
              </a:spcBef>
              <a:spcAft>
                <a:spcPts val="0"/>
              </a:spcAft>
              <a:buClr>
                <a:srgbClr val="FFFFFF"/>
              </a:buClr>
              <a:buSzPts val="2000"/>
              <a:buAutoNum type="arabicPeriod"/>
            </a:pPr>
            <a:r>
              <a:rPr lang="en" sz="2000" b="1">
                <a:solidFill>
                  <a:srgbClr val="FFFFFF"/>
                </a:solidFill>
              </a:rPr>
              <a:t>Download </a:t>
            </a:r>
            <a:r>
              <a:rPr lang="en" sz="2000">
                <a:solidFill>
                  <a:srgbClr val="FFFFFF"/>
                </a:solidFill>
                <a:latin typeface="Courier New"/>
                <a:ea typeface="Courier New"/>
                <a:cs typeface="Courier New"/>
                <a:sym typeface="Courier New"/>
              </a:rPr>
              <a:t>http://holly.cs.rit.edu:20001/dragonball.zip</a:t>
            </a:r>
            <a:endParaRPr sz="2000">
              <a:solidFill>
                <a:srgbClr val="FFFFFF"/>
              </a:solidFill>
              <a:latin typeface="Courier New"/>
              <a:ea typeface="Courier New"/>
              <a:cs typeface="Courier New"/>
              <a:sym typeface="Courier New"/>
            </a:endParaRPr>
          </a:p>
          <a:p>
            <a:pPr marL="457200" lvl="0" indent="-355600" algn="l" rtl="0">
              <a:spcBef>
                <a:spcPts val="0"/>
              </a:spcBef>
              <a:spcAft>
                <a:spcPts val="0"/>
              </a:spcAft>
              <a:buClr>
                <a:srgbClr val="FFFFFF"/>
              </a:buClr>
              <a:buSzPts val="2000"/>
              <a:buAutoNum type="arabicPeriod"/>
            </a:pPr>
            <a:r>
              <a:rPr lang="en" sz="2000" b="1">
                <a:solidFill>
                  <a:srgbClr val="FFFFFF"/>
                </a:solidFill>
              </a:rPr>
              <a:t>The cannon fires fireballs of various colors.</a:t>
            </a:r>
            <a:endParaRPr sz="2000" b="1">
              <a:solidFill>
                <a:srgbClr val="FFFFFF"/>
              </a:solidFill>
            </a:endParaRPr>
          </a:p>
          <a:p>
            <a:pPr marL="457200" lvl="0" indent="-355600" algn="l" rtl="0">
              <a:spcBef>
                <a:spcPts val="0"/>
              </a:spcBef>
              <a:spcAft>
                <a:spcPts val="0"/>
              </a:spcAft>
              <a:buClr>
                <a:srgbClr val="FFFFFF"/>
              </a:buClr>
              <a:buSzPts val="2000"/>
              <a:buAutoNum type="arabicPeriod"/>
            </a:pPr>
            <a:r>
              <a:rPr lang="en" sz="2000" b="1">
                <a:solidFill>
                  <a:srgbClr val="FFFFFF"/>
                </a:solidFill>
              </a:rPr>
              <a:t>Only dragons of the same color can catch a fireball of their color.</a:t>
            </a:r>
            <a:endParaRPr sz="2000" b="1">
              <a:solidFill>
                <a:srgbClr val="FFFFFF"/>
              </a:solidFill>
            </a:endParaRPr>
          </a:p>
          <a:p>
            <a:pPr marL="457200" lvl="0" indent="-355600" algn="l" rtl="0">
              <a:spcBef>
                <a:spcPts val="0"/>
              </a:spcBef>
              <a:spcAft>
                <a:spcPts val="0"/>
              </a:spcAft>
              <a:buClr>
                <a:srgbClr val="FFFFFF"/>
              </a:buClr>
              <a:buSzPts val="2000"/>
              <a:buAutoNum type="arabicPeriod"/>
            </a:pPr>
            <a:r>
              <a:rPr lang="en" sz="2000" b="1">
                <a:solidFill>
                  <a:srgbClr val="FFFFFF"/>
                </a:solidFill>
              </a:rPr>
              <a:t>As long as the cannon is not empty</a:t>
            </a:r>
            <a:endParaRPr sz="2000" b="1">
              <a:solidFill>
                <a:srgbClr val="FFFFFF"/>
              </a:solidFill>
            </a:endParaRPr>
          </a:p>
          <a:p>
            <a:pPr marL="914400" lvl="1" indent="-355600" algn="l" rtl="0">
              <a:spcBef>
                <a:spcPts val="0"/>
              </a:spcBef>
              <a:spcAft>
                <a:spcPts val="0"/>
              </a:spcAft>
              <a:buClr>
                <a:srgbClr val="FFFFFF"/>
              </a:buClr>
              <a:buSzPts val="2000"/>
              <a:buAutoNum type="alphaLcPeriod"/>
            </a:pPr>
            <a:r>
              <a:rPr lang="en" sz="2000" b="1">
                <a:solidFill>
                  <a:srgbClr val="FFFFFF"/>
                </a:solidFill>
              </a:rPr>
              <a:t>Each dragon will wait until they see the cannon is ready to fire a fireball of their color (Dragons can "peek" at the cannon)</a:t>
            </a:r>
            <a:endParaRPr sz="2000" b="1">
              <a:solidFill>
                <a:srgbClr val="FFFFFF"/>
              </a:solidFill>
            </a:endParaRPr>
          </a:p>
          <a:p>
            <a:pPr marL="914400" lvl="1" indent="-355600" algn="l" rtl="0">
              <a:spcBef>
                <a:spcPts val="0"/>
              </a:spcBef>
              <a:spcAft>
                <a:spcPts val="0"/>
              </a:spcAft>
              <a:buClr>
                <a:srgbClr val="FFFFFF"/>
              </a:buClr>
              <a:buSzPts val="2000"/>
              <a:buAutoNum type="alphaLcPeriod"/>
            </a:pPr>
            <a:r>
              <a:rPr lang="en" sz="2000" b="1">
                <a:solidFill>
                  <a:srgbClr val="FFFFFF"/>
                </a:solidFill>
              </a:rPr>
              <a:t>When a dragon sees that the cannon will fire their color, they will stop waiting, the cannon will fire, and they will catch the fireball.</a:t>
            </a:r>
            <a:endParaRPr sz="2000" b="1">
              <a:solidFill>
                <a:srgbClr val="FFFFFF"/>
              </a:solidFill>
            </a:endParaRPr>
          </a:p>
          <a:p>
            <a:pPr marL="457200" lvl="0" indent="-355600" algn="l" rtl="0">
              <a:spcBef>
                <a:spcPts val="0"/>
              </a:spcBef>
              <a:spcAft>
                <a:spcPts val="0"/>
              </a:spcAft>
              <a:buClr>
                <a:srgbClr val="FFFFFF"/>
              </a:buClr>
              <a:buSzPts val="2000"/>
              <a:buAutoNum type="arabicPeriod"/>
            </a:pPr>
            <a:r>
              <a:rPr lang="en" sz="2000" b="1">
                <a:solidFill>
                  <a:srgbClr val="FFFFFF"/>
                </a:solidFill>
              </a:rPr>
              <a:t>Additional instructions in the zip file.</a:t>
            </a:r>
            <a:endParaRPr sz="2000" b="1">
              <a:solidFill>
                <a:srgbClr val="FFFF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117"/>
          <p:cNvSpPr txBox="1"/>
          <p:nvPr/>
        </p:nvSpPr>
        <p:spPr>
          <a:xfrm>
            <a:off x="98475" y="21307"/>
            <a:ext cx="6801900" cy="2759100"/>
          </a:xfrm>
          <a:prstGeom prst="rect">
            <a:avLst/>
          </a:prstGeom>
          <a:solidFill>
            <a:schemeClr val="lt1"/>
          </a:solidFill>
          <a:ln w="9525"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class</a:t>
            </a:r>
            <a:r>
              <a:rPr lang="en" sz="1050">
                <a:solidFill>
                  <a:srgbClr val="D4D4D4"/>
                </a:solidFill>
                <a:latin typeface="Consolas"/>
                <a:ea typeface="Consolas"/>
                <a:cs typeface="Consolas"/>
                <a:sym typeface="Consolas"/>
              </a:rPr>
              <a:t> Dragon </a:t>
            </a:r>
            <a:r>
              <a:rPr lang="en" sz="1050">
                <a:solidFill>
                  <a:srgbClr val="569CD6"/>
                </a:solidFill>
                <a:latin typeface="Consolas"/>
                <a:ea typeface="Consolas"/>
                <a:cs typeface="Consolas"/>
                <a:sym typeface="Consolas"/>
              </a:rPr>
              <a:t>implements</a:t>
            </a:r>
            <a:r>
              <a:rPr lang="en" sz="1050">
                <a:solidFill>
                  <a:srgbClr val="D4D4D4"/>
                </a:solidFill>
                <a:latin typeface="Consolas"/>
                <a:ea typeface="Consolas"/>
                <a:cs typeface="Consolas"/>
                <a:sym typeface="Consolas"/>
              </a:rPr>
              <a:t> Runnable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Cannon</a:t>
            </a:r>
            <a:r>
              <a:rPr lang="en" sz="1050">
                <a:solidFill>
                  <a:srgbClr val="D4D4D4"/>
                </a:solidFill>
                <a:latin typeface="Consolas"/>
                <a:ea typeface="Consolas"/>
                <a:cs typeface="Consolas"/>
                <a:sym typeface="Consolas"/>
              </a:rPr>
              <a:t> cannon;</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Color</a:t>
            </a:r>
            <a:r>
              <a:rPr lang="en" sz="1050">
                <a:solidFill>
                  <a:srgbClr val="D4D4D4"/>
                </a:solidFill>
                <a:latin typeface="Consolas"/>
                <a:ea typeface="Consolas"/>
                <a:cs typeface="Consolas"/>
                <a:sym typeface="Consolas"/>
              </a:rPr>
              <a:t> color;</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Lock</a:t>
            </a:r>
            <a:r>
              <a:rPr lang="en" sz="1050">
                <a:solidFill>
                  <a:srgbClr val="D4D4D4"/>
                </a:solidFill>
                <a:latin typeface="Consolas"/>
                <a:ea typeface="Consolas"/>
                <a:cs typeface="Consolas"/>
                <a:sym typeface="Consolas"/>
              </a:rPr>
              <a:t> cannonLock;</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Condition</a:t>
            </a:r>
            <a:r>
              <a:rPr lang="en" sz="1050">
                <a:solidFill>
                  <a:srgbClr val="D4D4D4"/>
                </a:solidFill>
                <a:latin typeface="Consolas"/>
                <a:ea typeface="Consolas"/>
                <a:cs typeface="Consolas"/>
                <a:sym typeface="Consolas"/>
              </a:rPr>
              <a:t> colorCondition;</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Dragon(</a:t>
            </a:r>
            <a:r>
              <a:rPr lang="en" sz="1050">
                <a:solidFill>
                  <a:srgbClr val="569CD6"/>
                </a:solidFill>
                <a:latin typeface="Consolas"/>
                <a:ea typeface="Consolas"/>
                <a:cs typeface="Consolas"/>
                <a:sym typeface="Consolas"/>
              </a:rPr>
              <a:t>Color</a:t>
            </a:r>
            <a:r>
              <a:rPr lang="en" sz="1050">
                <a:solidFill>
                  <a:srgbClr val="D4D4D4"/>
                </a:solidFill>
                <a:latin typeface="Consolas"/>
                <a:ea typeface="Consolas"/>
                <a:cs typeface="Consolas"/>
                <a:sym typeface="Consolas"/>
              </a:rPr>
              <a:t> color, </a:t>
            </a:r>
            <a:r>
              <a:rPr lang="en" sz="1050">
                <a:solidFill>
                  <a:srgbClr val="569CD6"/>
                </a:solidFill>
                <a:latin typeface="Consolas"/>
                <a:ea typeface="Consolas"/>
                <a:cs typeface="Consolas"/>
                <a:sym typeface="Consolas"/>
              </a:rPr>
              <a:t>Cannon</a:t>
            </a:r>
            <a:r>
              <a:rPr lang="en" sz="1050">
                <a:solidFill>
                  <a:srgbClr val="D4D4D4"/>
                </a:solidFill>
                <a:latin typeface="Consolas"/>
                <a:ea typeface="Consolas"/>
                <a:cs typeface="Consolas"/>
                <a:sym typeface="Consolas"/>
              </a:rPr>
              <a:t> cannon, </a:t>
            </a:r>
            <a:r>
              <a:rPr lang="en" sz="1050">
                <a:solidFill>
                  <a:srgbClr val="569CD6"/>
                </a:solidFill>
                <a:latin typeface="Consolas"/>
                <a:ea typeface="Consolas"/>
                <a:cs typeface="Consolas"/>
                <a:sym typeface="Consolas"/>
              </a:rPr>
              <a:t>Lock</a:t>
            </a:r>
            <a:r>
              <a:rPr lang="en" sz="1050">
                <a:solidFill>
                  <a:srgbClr val="D4D4D4"/>
                </a:solidFill>
                <a:latin typeface="Consolas"/>
                <a:ea typeface="Consolas"/>
                <a:cs typeface="Consolas"/>
                <a:sym typeface="Consolas"/>
              </a:rPr>
              <a:t> cannonLock, </a:t>
            </a:r>
            <a:r>
              <a:rPr lang="en" sz="1050">
                <a:solidFill>
                  <a:srgbClr val="569CD6"/>
                </a:solidFill>
                <a:latin typeface="Consolas"/>
                <a:ea typeface="Consolas"/>
                <a:cs typeface="Consolas"/>
                <a:sym typeface="Consolas"/>
              </a:rPr>
              <a:t>Condition</a:t>
            </a:r>
            <a:r>
              <a:rPr lang="en" sz="1050">
                <a:solidFill>
                  <a:srgbClr val="D4D4D4"/>
                </a:solidFill>
                <a:latin typeface="Consolas"/>
                <a:ea typeface="Consolas"/>
                <a:cs typeface="Consolas"/>
                <a:sym typeface="Consolas"/>
              </a:rPr>
              <a:t> colorCondition)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.cannon = cannon;</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.color = color;</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.cannonLock = cannonLock;</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.colorCondition = colorCondition;</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p:txBody>
      </p:sp>
      <p:sp>
        <p:nvSpPr>
          <p:cNvPr id="827" name="Google Shape;827;p117"/>
          <p:cNvSpPr txBox="1"/>
          <p:nvPr/>
        </p:nvSpPr>
        <p:spPr>
          <a:xfrm>
            <a:off x="667550" y="26450"/>
            <a:ext cx="6512700" cy="5110200"/>
          </a:xfrm>
          <a:prstGeom prst="rect">
            <a:avLst/>
          </a:prstGeom>
          <a:solidFill>
            <a:schemeClr val="lt1"/>
          </a:solidFill>
          <a:ln w="9525"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Override</a:t>
            </a:r>
            <a:endParaRPr sz="1000">
              <a:solidFill>
                <a:srgbClr val="569CD6"/>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public</a:t>
            </a: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void</a:t>
            </a:r>
            <a:r>
              <a:rPr lang="en" sz="1000">
                <a:solidFill>
                  <a:srgbClr val="D4D4D4"/>
                </a:solidFill>
                <a:latin typeface="Consolas"/>
                <a:ea typeface="Consolas"/>
                <a:cs typeface="Consolas"/>
                <a:sym typeface="Consolas"/>
              </a:rPr>
              <a:t> run() {</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try</a:t>
            </a: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while</a:t>
            </a: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true</a:t>
            </a: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cannonLock.lock();</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while</a:t>
            </a:r>
            <a:r>
              <a:rPr lang="en" sz="1000">
                <a:solidFill>
                  <a:srgbClr val="D4D4D4"/>
                </a:solidFill>
                <a:latin typeface="Consolas"/>
                <a:ea typeface="Consolas"/>
                <a:cs typeface="Consolas"/>
                <a:sym typeface="Consolas"/>
              </a:rPr>
              <a:t> (!cannon.isEmpty() &amp;&amp; cannon.peek() != color) {</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try</a:t>
            </a: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System.out.println(</a:t>
            </a:r>
            <a:r>
              <a:rPr lang="en" sz="1000">
                <a:solidFill>
                  <a:srgbClr val="569CD6"/>
                </a:solidFill>
                <a:latin typeface="Consolas"/>
                <a:ea typeface="Consolas"/>
                <a:cs typeface="Consolas"/>
                <a:sym typeface="Consolas"/>
              </a:rPr>
              <a:t>this</a:t>
            </a:r>
            <a:r>
              <a:rPr lang="en" sz="1000">
                <a:solidFill>
                  <a:srgbClr val="D4D4D4"/>
                </a:solidFill>
                <a:latin typeface="Consolas"/>
                <a:ea typeface="Consolas"/>
                <a:cs typeface="Consolas"/>
                <a:sym typeface="Consolas"/>
              </a:rPr>
              <a:t> + </a:t>
            </a:r>
            <a:r>
              <a:rPr lang="en" sz="1000">
                <a:solidFill>
                  <a:srgbClr val="CE9178"/>
                </a:solidFill>
                <a:latin typeface="Consolas"/>
                <a:ea typeface="Consolas"/>
                <a:cs typeface="Consolas"/>
                <a:sym typeface="Consolas"/>
              </a:rPr>
              <a:t>" waits for "</a:t>
            </a:r>
            <a:r>
              <a:rPr lang="en" sz="1000">
                <a:solidFill>
                  <a:srgbClr val="D4D4D4"/>
                </a:solidFill>
                <a:latin typeface="Consolas"/>
                <a:ea typeface="Consolas"/>
                <a:cs typeface="Consolas"/>
                <a:sym typeface="Consolas"/>
              </a:rPr>
              <a:t> + color + </a:t>
            </a:r>
            <a:r>
              <a:rPr lang="en" sz="1000">
                <a:solidFill>
                  <a:srgbClr val="CE9178"/>
                </a:solidFill>
                <a:latin typeface="Consolas"/>
                <a:ea typeface="Consolas"/>
                <a:cs typeface="Consolas"/>
                <a:sym typeface="Consolas"/>
              </a:rPr>
              <a:t>" fireball..."</a:t>
            </a:r>
            <a:r>
              <a:rPr lang="en" sz="1000">
                <a:solidFill>
                  <a:srgbClr val="D4D4D4"/>
                </a:solidFill>
                <a:latin typeface="Consolas"/>
                <a:ea typeface="Consolas"/>
                <a:cs typeface="Consolas"/>
                <a:sym typeface="Consolas"/>
              </a:rPr>
              <a:t>);</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colorCondition.await();</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 </a:t>
            </a:r>
            <a:r>
              <a:rPr lang="en" sz="1000">
                <a:solidFill>
                  <a:srgbClr val="569CD6"/>
                </a:solidFill>
                <a:latin typeface="Consolas"/>
                <a:ea typeface="Consolas"/>
                <a:cs typeface="Consolas"/>
                <a:sym typeface="Consolas"/>
              </a:rPr>
              <a:t>catch</a:t>
            </a: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InterruptedException</a:t>
            </a:r>
            <a:r>
              <a:rPr lang="en" sz="1000">
                <a:solidFill>
                  <a:srgbClr val="D4D4D4"/>
                </a:solidFill>
                <a:latin typeface="Consolas"/>
                <a:ea typeface="Consolas"/>
                <a:cs typeface="Consolas"/>
                <a:sym typeface="Consolas"/>
              </a:rPr>
              <a:t> e) { e.printStackTrace(); }</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colorCondition.signalAll();</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if</a:t>
            </a:r>
            <a:r>
              <a:rPr lang="en" sz="1000">
                <a:solidFill>
                  <a:srgbClr val="D4D4D4"/>
                </a:solidFill>
                <a:latin typeface="Consolas"/>
                <a:ea typeface="Consolas"/>
                <a:cs typeface="Consolas"/>
                <a:sym typeface="Consolas"/>
              </a:rPr>
              <a:t> (cannon.isEmpty())</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break</a:t>
            </a:r>
            <a:r>
              <a:rPr lang="en" sz="1000">
                <a:solidFill>
                  <a:srgbClr val="D4D4D4"/>
                </a:solidFill>
                <a:latin typeface="Consolas"/>
                <a:ea typeface="Consolas"/>
                <a:cs typeface="Consolas"/>
                <a:sym typeface="Consolas"/>
              </a:rPr>
              <a:t>;</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System.out.println(</a:t>
            </a:r>
            <a:r>
              <a:rPr lang="en" sz="1000">
                <a:solidFill>
                  <a:srgbClr val="569CD6"/>
                </a:solidFill>
                <a:latin typeface="Consolas"/>
                <a:ea typeface="Consolas"/>
                <a:cs typeface="Consolas"/>
                <a:sym typeface="Consolas"/>
              </a:rPr>
              <a:t>this</a:t>
            </a:r>
            <a:r>
              <a:rPr lang="en" sz="1000">
                <a:solidFill>
                  <a:srgbClr val="D4D4D4"/>
                </a:solidFill>
                <a:latin typeface="Consolas"/>
                <a:ea typeface="Consolas"/>
                <a:cs typeface="Consolas"/>
                <a:sym typeface="Consolas"/>
              </a:rPr>
              <a:t> + </a:t>
            </a:r>
            <a:r>
              <a:rPr lang="en" sz="1000">
                <a:solidFill>
                  <a:srgbClr val="CE9178"/>
                </a:solidFill>
                <a:latin typeface="Consolas"/>
                <a:ea typeface="Consolas"/>
                <a:cs typeface="Consolas"/>
                <a:sym typeface="Consolas"/>
              </a:rPr>
              <a:t>" catches "</a:t>
            </a:r>
            <a:r>
              <a:rPr lang="en" sz="1000">
                <a:solidFill>
                  <a:srgbClr val="D4D4D4"/>
                </a:solidFill>
                <a:latin typeface="Consolas"/>
                <a:ea typeface="Consolas"/>
                <a:cs typeface="Consolas"/>
                <a:sym typeface="Consolas"/>
              </a:rPr>
              <a:t> + cannon.fire() + </a:t>
            </a:r>
            <a:r>
              <a:rPr lang="en" sz="1000">
                <a:solidFill>
                  <a:srgbClr val="CE9178"/>
                </a:solidFill>
                <a:latin typeface="Consolas"/>
                <a:ea typeface="Consolas"/>
                <a:cs typeface="Consolas"/>
                <a:sym typeface="Consolas"/>
              </a:rPr>
              <a:t>" fireball!"</a:t>
            </a:r>
            <a:r>
              <a:rPr lang="en" sz="1000">
                <a:solidFill>
                  <a:srgbClr val="D4D4D4"/>
                </a:solidFill>
                <a:latin typeface="Consolas"/>
                <a:ea typeface="Consolas"/>
                <a:cs typeface="Consolas"/>
                <a:sym typeface="Consolas"/>
              </a:rPr>
              <a:t>);</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colorCondition.signalAll();</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cannonLock.unlock();</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 </a:t>
            </a:r>
            <a:r>
              <a:rPr lang="en" sz="1000">
                <a:solidFill>
                  <a:srgbClr val="569CD6"/>
                </a:solidFill>
                <a:latin typeface="Consolas"/>
                <a:ea typeface="Consolas"/>
                <a:cs typeface="Consolas"/>
                <a:sym typeface="Consolas"/>
              </a:rPr>
              <a:t>finally</a:t>
            </a: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cannonLock.unlock();</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Override</a:t>
            </a:r>
            <a:endParaRPr sz="1000">
              <a:solidFill>
                <a:srgbClr val="569CD6"/>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public</a:t>
            </a: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String</a:t>
            </a:r>
            <a:r>
              <a:rPr lang="en" sz="1000">
                <a:solidFill>
                  <a:srgbClr val="D4D4D4"/>
                </a:solidFill>
                <a:latin typeface="Consolas"/>
                <a:ea typeface="Consolas"/>
                <a:cs typeface="Consolas"/>
                <a:sym typeface="Consolas"/>
              </a:rPr>
              <a:t> toString() {</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r>
              <a:rPr lang="en" sz="1000">
                <a:solidFill>
                  <a:srgbClr val="569CD6"/>
                </a:solidFill>
                <a:latin typeface="Consolas"/>
                <a:ea typeface="Consolas"/>
                <a:cs typeface="Consolas"/>
                <a:sym typeface="Consolas"/>
              </a:rPr>
              <a:t>return</a:t>
            </a:r>
            <a:r>
              <a:rPr lang="en" sz="1000">
                <a:solidFill>
                  <a:srgbClr val="D4D4D4"/>
                </a:solidFill>
                <a:latin typeface="Consolas"/>
                <a:ea typeface="Consolas"/>
                <a:cs typeface="Consolas"/>
                <a:sym typeface="Consolas"/>
              </a:rPr>
              <a:t> color + </a:t>
            </a:r>
            <a:r>
              <a:rPr lang="en" sz="1000">
                <a:solidFill>
                  <a:srgbClr val="CE9178"/>
                </a:solidFill>
                <a:latin typeface="Consolas"/>
                <a:ea typeface="Consolas"/>
                <a:cs typeface="Consolas"/>
                <a:sym typeface="Consolas"/>
              </a:rPr>
              <a:t>" Dragon"</a:t>
            </a:r>
            <a:r>
              <a:rPr lang="en" sz="1000">
                <a:solidFill>
                  <a:srgbClr val="D4D4D4"/>
                </a:solidFill>
                <a:latin typeface="Consolas"/>
                <a:ea typeface="Consolas"/>
                <a:cs typeface="Consolas"/>
                <a:sym typeface="Consolas"/>
              </a:rPr>
              <a:t>;</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    }</a:t>
            </a:r>
            <a:endParaRPr sz="100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00">
                <a:solidFill>
                  <a:srgbClr val="D4D4D4"/>
                </a:solidFill>
                <a:latin typeface="Consolas"/>
                <a:ea typeface="Consolas"/>
                <a:cs typeface="Consolas"/>
                <a:sym typeface="Consolas"/>
              </a:rPr>
              <a:t>}</a:t>
            </a:r>
            <a:endParaRPr sz="1000">
              <a:solidFill>
                <a:srgbClr val="D4D4D4"/>
              </a:solidFill>
              <a:latin typeface="Consolas"/>
              <a:ea typeface="Consolas"/>
              <a:cs typeface="Consolas"/>
              <a:sym typeface="Consolas"/>
            </a:endParaRPr>
          </a:p>
        </p:txBody>
      </p:sp>
      <p:sp>
        <p:nvSpPr>
          <p:cNvPr id="828" name="Google Shape;828;p117"/>
          <p:cNvSpPr txBox="1"/>
          <p:nvPr/>
        </p:nvSpPr>
        <p:spPr>
          <a:xfrm>
            <a:off x="2051400" y="2162993"/>
            <a:ext cx="7092600" cy="2978400"/>
          </a:xfrm>
          <a:prstGeom prst="rect">
            <a:avLst/>
          </a:prstGeom>
          <a:solidFill>
            <a:schemeClr val="lt1"/>
          </a:solidFill>
          <a:ln w="9525" cap="flat" cmpd="sng">
            <a:solidFill>
              <a:srgbClr val="4A86E8"/>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class</a:t>
            </a:r>
            <a:r>
              <a:rPr lang="en" sz="1050">
                <a:solidFill>
                  <a:srgbClr val="D4D4D4"/>
                </a:solidFill>
                <a:latin typeface="Consolas"/>
                <a:ea typeface="Consolas"/>
                <a:cs typeface="Consolas"/>
                <a:sym typeface="Consolas"/>
              </a:rPr>
              <a:t> Main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static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void</a:t>
            </a:r>
            <a:r>
              <a:rPr lang="en" sz="1050">
                <a:solidFill>
                  <a:srgbClr val="D4D4D4"/>
                </a:solidFill>
                <a:latin typeface="Consolas"/>
                <a:ea typeface="Consolas"/>
                <a:cs typeface="Consolas"/>
                <a:sym typeface="Consolas"/>
              </a:rPr>
              <a:t> main(</a:t>
            </a:r>
            <a:r>
              <a:rPr lang="en" sz="1050">
                <a:solidFill>
                  <a:srgbClr val="569CD6"/>
                </a:solidFill>
                <a:latin typeface="Consolas"/>
                <a:ea typeface="Consolas"/>
                <a:cs typeface="Consolas"/>
                <a:sym typeface="Consolas"/>
              </a:rPr>
              <a:t>String</a:t>
            </a:r>
            <a:r>
              <a:rPr lang="en" sz="1050">
                <a:solidFill>
                  <a:srgbClr val="D4D4D4"/>
                </a:solidFill>
                <a:latin typeface="Consolas"/>
                <a:ea typeface="Consolas"/>
                <a:cs typeface="Consolas"/>
                <a:sym typeface="Consolas"/>
              </a:rPr>
              <a:t>[] args)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final</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int</a:t>
            </a:r>
            <a:r>
              <a:rPr lang="en" sz="1050">
                <a:solidFill>
                  <a:srgbClr val="D4D4D4"/>
                </a:solidFill>
                <a:latin typeface="Consolas"/>
                <a:ea typeface="Consolas"/>
                <a:cs typeface="Consolas"/>
                <a:sym typeface="Consolas"/>
              </a:rPr>
              <a:t> NUMBER_OF_FIREBALLS = </a:t>
            </a:r>
            <a:r>
              <a:rPr lang="en" sz="1050">
                <a:solidFill>
                  <a:srgbClr val="B5CEA8"/>
                </a:solidFill>
                <a:latin typeface="Consolas"/>
                <a:ea typeface="Consolas"/>
                <a:cs typeface="Consolas"/>
                <a:sym typeface="Consolas"/>
              </a:rPr>
              <a:t>20</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Cannon</a:t>
            </a:r>
            <a:r>
              <a:rPr lang="en" sz="1050">
                <a:solidFill>
                  <a:srgbClr val="D4D4D4"/>
                </a:solidFill>
                <a:latin typeface="Consolas"/>
                <a:ea typeface="Consolas"/>
                <a:cs typeface="Consolas"/>
                <a:sym typeface="Consolas"/>
              </a:rPr>
              <a:t> cannon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Cannon(NUMBER_OF_FIREBALLS);</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Lock</a:t>
            </a:r>
            <a:r>
              <a:rPr lang="en" sz="1050">
                <a:solidFill>
                  <a:srgbClr val="D4D4D4"/>
                </a:solidFill>
                <a:latin typeface="Consolas"/>
                <a:ea typeface="Consolas"/>
                <a:cs typeface="Consolas"/>
                <a:sym typeface="Consolas"/>
              </a:rPr>
              <a:t> cannonLock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ReentrantLock();</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Condition</a:t>
            </a:r>
            <a:r>
              <a:rPr lang="en" sz="1050">
                <a:solidFill>
                  <a:srgbClr val="D4D4D4"/>
                </a:solidFill>
                <a:latin typeface="Consolas"/>
                <a:ea typeface="Consolas"/>
                <a:cs typeface="Consolas"/>
                <a:sym typeface="Consolas"/>
              </a:rPr>
              <a:t> colorCondition = cannonLock.newCondition();</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for</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Color</a:t>
            </a:r>
            <a:r>
              <a:rPr lang="en" sz="1050">
                <a:solidFill>
                  <a:srgbClr val="D4D4D4"/>
                </a:solidFill>
                <a:latin typeface="Consolas"/>
                <a:ea typeface="Consolas"/>
                <a:cs typeface="Consolas"/>
                <a:sym typeface="Consolas"/>
              </a:rPr>
              <a:t> color </a:t>
            </a:r>
            <a:r>
              <a:rPr lang="en" sz="1050">
                <a:solidFill>
                  <a:srgbClr val="569CD6"/>
                </a:solidFill>
                <a:latin typeface="Consolas"/>
                <a:ea typeface="Consolas"/>
                <a:cs typeface="Consolas"/>
                <a:sym typeface="Consolas"/>
              </a:rPr>
              <a:t>:</a:t>
            </a:r>
            <a:r>
              <a:rPr lang="en" sz="1050">
                <a:solidFill>
                  <a:srgbClr val="D4D4D4"/>
                </a:solidFill>
                <a:latin typeface="Consolas"/>
                <a:ea typeface="Consolas"/>
                <a:cs typeface="Consolas"/>
                <a:sym typeface="Consolas"/>
              </a:rPr>
              <a:t> Color.values())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Thread</a:t>
            </a:r>
            <a:r>
              <a:rPr lang="en" sz="1050">
                <a:solidFill>
                  <a:srgbClr val="D4D4D4"/>
                </a:solidFill>
                <a:latin typeface="Consolas"/>
                <a:ea typeface="Consolas"/>
                <a:cs typeface="Consolas"/>
                <a:sym typeface="Consolas"/>
              </a:rPr>
              <a:t> dragon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Thread(</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Dragon(color, cannon, cannonLock, colorCondition));</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dragon.start();</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35714"/>
              </a:lnSpc>
              <a:spcBef>
                <a:spcPts val="0"/>
              </a:spcBef>
              <a:spcAft>
                <a:spcPts val="0"/>
              </a:spcAft>
              <a:buNone/>
            </a:pP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p:txBody>
      </p:sp>
      <p:pic>
        <p:nvPicPr>
          <p:cNvPr id="829" name="Google Shape;829;p117">
            <a:hlinkClick r:id="rId3" action="ppaction://hlinksldjump"/>
          </p:cNvPr>
          <p:cNvPicPr preferRelativeResize="0"/>
          <p:nvPr/>
        </p:nvPicPr>
        <p:blipFill rotWithShape="1">
          <a:blip r:embed="rId4">
            <a:alphaModFix/>
          </a:blip>
          <a:srcRect t="25035" b="29971"/>
          <a:stretch/>
        </p:blipFill>
        <p:spPr>
          <a:xfrm>
            <a:off x="7809825" y="946465"/>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p118"/>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Vertices connected by at least one path are in the same one of these.</a:t>
            </a:r>
            <a:endParaRPr sz="4800" b="1">
              <a:solidFill>
                <a:srgbClr val="FFFFFF"/>
              </a:solidFill>
            </a:endParaRPr>
          </a:p>
        </p:txBody>
      </p:sp>
      <p:sp>
        <p:nvSpPr>
          <p:cNvPr id="835" name="Google Shape;835;p118"/>
          <p:cNvSpPr txBox="1"/>
          <p:nvPr/>
        </p:nvSpPr>
        <p:spPr>
          <a:xfrm>
            <a:off x="593775" y="2859096"/>
            <a:ext cx="8112300" cy="1614900"/>
          </a:xfrm>
          <a:prstGeom prst="rect">
            <a:avLst/>
          </a:prstGeom>
          <a:noFill/>
          <a:ln>
            <a:noFill/>
          </a:ln>
        </p:spPr>
        <p:txBody>
          <a:bodyPr spcFirstLastPara="1" wrap="square" lIns="91425" tIns="91425" rIns="91425" bIns="91425" anchor="ctr" anchorCtr="0">
            <a:normAutofit lnSpcReduction="10000"/>
          </a:bodyPr>
          <a:lstStyle/>
          <a:p>
            <a:pPr marL="0" lvl="0" indent="0" algn="ctr" rtl="0">
              <a:spcBef>
                <a:spcPts val="0"/>
              </a:spcBef>
              <a:spcAft>
                <a:spcPts val="0"/>
              </a:spcAft>
              <a:buNone/>
            </a:pPr>
            <a:r>
              <a:rPr lang="en" sz="4800" i="1">
                <a:solidFill>
                  <a:schemeClr val="accent1"/>
                </a:solidFill>
              </a:rPr>
              <a:t>What is a connected component?</a:t>
            </a:r>
            <a:endParaRPr sz="4800" i="1">
              <a:solidFill>
                <a:schemeClr val="accent1"/>
              </a:solidFill>
            </a:endParaRPr>
          </a:p>
        </p:txBody>
      </p:sp>
      <p:pic>
        <p:nvPicPr>
          <p:cNvPr id="836" name="Google Shape;836;p118">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40"/>
        <p:cNvGrpSpPr/>
        <p:nvPr/>
      </p:nvGrpSpPr>
      <p:grpSpPr>
        <a:xfrm>
          <a:off x="0" y="0"/>
          <a:ext cx="0" cy="0"/>
          <a:chOff x="0" y="0"/>
          <a:chExt cx="0" cy="0"/>
        </a:xfrm>
      </p:grpSpPr>
      <p:sp>
        <p:nvSpPr>
          <p:cNvPr id="841" name="Google Shape;841;p119"/>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Clr>
                <a:schemeClr val="lt1"/>
              </a:buClr>
              <a:buSzPts val="1100"/>
              <a:buFont typeface="Arial"/>
              <a:buNone/>
            </a:pPr>
            <a:r>
              <a:rPr lang="en" sz="4000" b="1">
                <a:solidFill>
                  <a:srgbClr val="FFFFFF"/>
                </a:solidFill>
              </a:rPr>
              <a:t>This path-finding algorithm is implemented with a queue and a map. </a:t>
            </a:r>
            <a:endParaRPr sz="4000" b="1">
              <a:solidFill>
                <a:srgbClr val="FFFFFF"/>
              </a:solidFill>
            </a:endParaRPr>
          </a:p>
        </p:txBody>
      </p:sp>
      <p:sp>
        <p:nvSpPr>
          <p:cNvPr id="842" name="Google Shape;842;p119"/>
          <p:cNvSpPr txBox="1"/>
          <p:nvPr/>
        </p:nvSpPr>
        <p:spPr>
          <a:xfrm>
            <a:off x="593775"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Clr>
                <a:schemeClr val="lt1"/>
              </a:buClr>
              <a:buSzPts val="1100"/>
              <a:buFont typeface="Arial"/>
              <a:buNone/>
            </a:pPr>
            <a:r>
              <a:rPr lang="en" sz="4800" i="1">
                <a:solidFill>
                  <a:schemeClr val="accent1"/>
                </a:solidFill>
              </a:rPr>
              <a:t>What is Breadth First Path?</a:t>
            </a:r>
            <a:endParaRPr sz="4800" i="1">
              <a:solidFill>
                <a:schemeClr val="accent1"/>
              </a:solidFill>
            </a:endParaRPr>
          </a:p>
          <a:p>
            <a:pPr marL="0" lvl="0" indent="0" algn="l" rtl="0">
              <a:spcBef>
                <a:spcPts val="0"/>
              </a:spcBef>
              <a:spcAft>
                <a:spcPts val="0"/>
              </a:spcAft>
              <a:buNone/>
            </a:pPr>
            <a:endParaRPr sz="4800" i="1">
              <a:solidFill>
                <a:schemeClr val="accent1"/>
              </a:solidFill>
            </a:endParaRPr>
          </a:p>
        </p:txBody>
      </p:sp>
      <p:pic>
        <p:nvPicPr>
          <p:cNvPr id="843" name="Google Shape;843;p119">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sp>
        <p:nvSpPr>
          <p:cNvPr id="848" name="Google Shape;848;p120"/>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Clr>
                <a:schemeClr val="lt1"/>
              </a:buClr>
              <a:buSzPts val="1100"/>
              <a:buFont typeface="Arial"/>
              <a:buNone/>
            </a:pPr>
            <a:r>
              <a:rPr lang="en" sz="3800" b="1">
                <a:solidFill>
                  <a:srgbClr val="FFFFFF"/>
                </a:solidFill>
              </a:rPr>
              <a:t>This can cause a graph search to revisit the same vertices repeatedly.</a:t>
            </a:r>
            <a:endParaRPr sz="3800" b="1">
              <a:solidFill>
                <a:srgbClr val="FFFFFF"/>
              </a:solidFill>
            </a:endParaRPr>
          </a:p>
        </p:txBody>
      </p:sp>
      <p:sp>
        <p:nvSpPr>
          <p:cNvPr id="849" name="Google Shape;849;p120"/>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Clr>
                <a:schemeClr val="lt1"/>
              </a:buClr>
              <a:buSzPts val="1100"/>
              <a:buFont typeface="Arial"/>
              <a:buNone/>
            </a:pPr>
            <a:r>
              <a:rPr lang="en" sz="4800" i="1">
                <a:solidFill>
                  <a:schemeClr val="accent1"/>
                </a:solidFill>
              </a:rPr>
              <a:t>What is a cycle?</a:t>
            </a:r>
            <a:endParaRPr sz="4800" i="1">
              <a:solidFill>
                <a:schemeClr val="accent1"/>
              </a:solidFill>
            </a:endParaRPr>
          </a:p>
        </p:txBody>
      </p:sp>
      <p:pic>
        <p:nvPicPr>
          <p:cNvPr id="850" name="Google Shape;850;p120">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121"/>
          <p:cNvSpPr/>
          <p:nvPr/>
        </p:nvSpPr>
        <p:spPr>
          <a:xfrm>
            <a:off x="192024" y="91440"/>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ACTIVITY CHALLENGE!</a:t>
            </a:r>
            <a:endParaRPr sz="4800" b="1">
              <a:solidFill>
                <a:srgbClr val="FFFFFF"/>
              </a:solidFill>
            </a:endParaRPr>
          </a:p>
          <a:p>
            <a:pPr marL="0" lvl="0" indent="0" algn="ctr" rtl="0">
              <a:spcBef>
                <a:spcPts val="0"/>
              </a:spcBef>
              <a:spcAft>
                <a:spcPts val="0"/>
              </a:spcAft>
              <a:buNone/>
            </a:pPr>
            <a:r>
              <a:rPr lang="en" sz="2400" b="1">
                <a:solidFill>
                  <a:srgbClr val="FFFFFF"/>
                </a:solidFill>
              </a:rPr>
              <a:t>Find the path from A to F in graph below using a Depth First Search.  Visit neighbors in alphabetic order.</a:t>
            </a:r>
            <a:endParaRPr sz="2400" b="1">
              <a:solidFill>
                <a:srgbClr val="FFFFFF"/>
              </a:solidFill>
            </a:endParaRPr>
          </a:p>
        </p:txBody>
      </p:sp>
      <p:sp>
        <p:nvSpPr>
          <p:cNvPr id="856" name="Google Shape;856;p121"/>
          <p:cNvSpPr/>
          <p:nvPr/>
        </p:nvSpPr>
        <p:spPr>
          <a:xfrm>
            <a:off x="6676825" y="2737475"/>
            <a:ext cx="2160900" cy="1503900"/>
          </a:xfrm>
          <a:prstGeom prst="rect">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pic>
        <p:nvPicPr>
          <p:cNvPr id="857" name="Google Shape;857;p121">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pic>
        <p:nvPicPr>
          <p:cNvPr id="858" name="Google Shape;858;p121">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grpSp>
        <p:nvGrpSpPr>
          <p:cNvPr id="859" name="Google Shape;859;p121"/>
          <p:cNvGrpSpPr/>
          <p:nvPr/>
        </p:nvGrpSpPr>
        <p:grpSpPr>
          <a:xfrm>
            <a:off x="327975" y="2008700"/>
            <a:ext cx="2673450" cy="2353113"/>
            <a:chOff x="327975" y="1691200"/>
            <a:chExt cx="2673450" cy="2353113"/>
          </a:xfrm>
        </p:grpSpPr>
        <p:sp>
          <p:nvSpPr>
            <p:cNvPr id="860" name="Google Shape;860;p121"/>
            <p:cNvSpPr/>
            <p:nvPr/>
          </p:nvSpPr>
          <p:spPr>
            <a:xfrm>
              <a:off x="2607800" y="169120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A</a:t>
              </a:r>
              <a:endParaRPr>
                <a:latin typeface="Courier New"/>
                <a:ea typeface="Courier New"/>
                <a:cs typeface="Courier New"/>
                <a:sym typeface="Courier New"/>
              </a:endParaRPr>
            </a:p>
          </p:txBody>
        </p:sp>
        <p:sp>
          <p:nvSpPr>
            <p:cNvPr id="861" name="Google Shape;861;p121"/>
            <p:cNvSpPr/>
            <p:nvPr/>
          </p:nvSpPr>
          <p:spPr>
            <a:xfrm>
              <a:off x="327975" y="169120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B</a:t>
              </a:r>
              <a:endParaRPr>
                <a:latin typeface="Courier New"/>
                <a:ea typeface="Courier New"/>
                <a:cs typeface="Courier New"/>
                <a:sym typeface="Courier New"/>
              </a:endParaRPr>
            </a:p>
          </p:txBody>
        </p:sp>
        <p:sp>
          <p:nvSpPr>
            <p:cNvPr id="862" name="Google Shape;862;p121"/>
            <p:cNvSpPr/>
            <p:nvPr/>
          </p:nvSpPr>
          <p:spPr>
            <a:xfrm>
              <a:off x="1467888" y="2768775"/>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C</a:t>
              </a:r>
              <a:endParaRPr>
                <a:latin typeface="Courier New"/>
                <a:ea typeface="Courier New"/>
                <a:cs typeface="Courier New"/>
                <a:sym typeface="Courier New"/>
              </a:endParaRPr>
            </a:p>
          </p:txBody>
        </p:sp>
        <p:sp>
          <p:nvSpPr>
            <p:cNvPr id="863" name="Google Shape;863;p121"/>
            <p:cNvSpPr/>
            <p:nvPr/>
          </p:nvSpPr>
          <p:spPr>
            <a:xfrm>
              <a:off x="2607825" y="276876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D</a:t>
              </a:r>
              <a:endParaRPr>
                <a:latin typeface="Courier New"/>
                <a:ea typeface="Courier New"/>
                <a:cs typeface="Courier New"/>
                <a:sym typeface="Courier New"/>
              </a:endParaRPr>
            </a:p>
          </p:txBody>
        </p:sp>
        <p:sp>
          <p:nvSpPr>
            <p:cNvPr id="864" name="Google Shape;864;p121"/>
            <p:cNvSpPr/>
            <p:nvPr/>
          </p:nvSpPr>
          <p:spPr>
            <a:xfrm>
              <a:off x="327975" y="276876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E</a:t>
              </a:r>
              <a:endParaRPr>
                <a:latin typeface="Courier New"/>
                <a:ea typeface="Courier New"/>
                <a:cs typeface="Courier New"/>
                <a:sym typeface="Courier New"/>
              </a:endParaRPr>
            </a:p>
          </p:txBody>
        </p:sp>
        <p:sp>
          <p:nvSpPr>
            <p:cNvPr id="865" name="Google Shape;865;p121"/>
            <p:cNvSpPr/>
            <p:nvPr/>
          </p:nvSpPr>
          <p:spPr>
            <a:xfrm>
              <a:off x="1047975" y="365071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F</a:t>
              </a:r>
              <a:endParaRPr>
                <a:latin typeface="Courier New"/>
                <a:ea typeface="Courier New"/>
                <a:cs typeface="Courier New"/>
                <a:sym typeface="Courier New"/>
              </a:endParaRPr>
            </a:p>
          </p:txBody>
        </p:sp>
        <p:sp>
          <p:nvSpPr>
            <p:cNvPr id="866" name="Google Shape;866;p121"/>
            <p:cNvSpPr/>
            <p:nvPr/>
          </p:nvSpPr>
          <p:spPr>
            <a:xfrm>
              <a:off x="1910400" y="365071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G</a:t>
              </a:r>
              <a:endParaRPr>
                <a:latin typeface="Courier New"/>
                <a:ea typeface="Courier New"/>
                <a:cs typeface="Courier New"/>
                <a:sym typeface="Courier New"/>
              </a:endParaRPr>
            </a:p>
          </p:txBody>
        </p:sp>
        <p:cxnSp>
          <p:nvCxnSpPr>
            <p:cNvPr id="867" name="Google Shape;867;p121"/>
            <p:cNvCxnSpPr>
              <a:stCxn id="860" idx="2"/>
              <a:endCxn id="861" idx="6"/>
            </p:cNvCxnSpPr>
            <p:nvPr/>
          </p:nvCxnSpPr>
          <p:spPr>
            <a:xfrm rot="10800000">
              <a:off x="721700" y="1888000"/>
              <a:ext cx="1886100" cy="0"/>
            </a:xfrm>
            <a:prstGeom prst="straightConnector1">
              <a:avLst/>
            </a:prstGeom>
            <a:noFill/>
            <a:ln w="28575" cap="flat" cmpd="sng">
              <a:solidFill>
                <a:srgbClr val="000000"/>
              </a:solidFill>
              <a:prstDash val="solid"/>
              <a:round/>
              <a:headEnd type="none" w="med" len="med"/>
              <a:tailEnd type="triangle" w="med" len="med"/>
            </a:ln>
          </p:spPr>
        </p:cxnSp>
        <p:cxnSp>
          <p:nvCxnSpPr>
            <p:cNvPr id="868" name="Google Shape;868;p121"/>
            <p:cNvCxnSpPr>
              <a:stCxn id="862" idx="1"/>
              <a:endCxn id="861" idx="5"/>
            </p:cNvCxnSpPr>
            <p:nvPr/>
          </p:nvCxnSpPr>
          <p:spPr>
            <a:xfrm rot="10800000">
              <a:off x="663929" y="2027216"/>
              <a:ext cx="861600" cy="799200"/>
            </a:xfrm>
            <a:prstGeom prst="straightConnector1">
              <a:avLst/>
            </a:prstGeom>
            <a:noFill/>
            <a:ln w="28575" cap="flat" cmpd="sng">
              <a:solidFill>
                <a:srgbClr val="000000"/>
              </a:solidFill>
              <a:prstDash val="solid"/>
              <a:round/>
              <a:headEnd type="none" w="med" len="med"/>
              <a:tailEnd type="triangle" w="med" len="med"/>
            </a:ln>
          </p:spPr>
        </p:cxnSp>
        <p:cxnSp>
          <p:nvCxnSpPr>
            <p:cNvPr id="869" name="Google Shape;869;p121"/>
            <p:cNvCxnSpPr>
              <a:stCxn id="862" idx="2"/>
              <a:endCxn id="864" idx="6"/>
            </p:cNvCxnSpPr>
            <p:nvPr/>
          </p:nvCxnSpPr>
          <p:spPr>
            <a:xfrm rot="10800000">
              <a:off x="721488" y="2965575"/>
              <a:ext cx="746400" cy="0"/>
            </a:xfrm>
            <a:prstGeom prst="straightConnector1">
              <a:avLst/>
            </a:prstGeom>
            <a:noFill/>
            <a:ln w="28575" cap="flat" cmpd="sng">
              <a:solidFill>
                <a:srgbClr val="000000"/>
              </a:solidFill>
              <a:prstDash val="solid"/>
              <a:round/>
              <a:headEnd type="triangle" w="med" len="med"/>
              <a:tailEnd type="none" w="med" len="med"/>
            </a:ln>
          </p:spPr>
        </p:cxnSp>
        <p:cxnSp>
          <p:nvCxnSpPr>
            <p:cNvPr id="870" name="Google Shape;870;p121"/>
            <p:cNvCxnSpPr>
              <a:stCxn id="864" idx="0"/>
              <a:endCxn id="861" idx="4"/>
            </p:cNvCxnSpPr>
            <p:nvPr/>
          </p:nvCxnSpPr>
          <p:spPr>
            <a:xfrm rot="10800000">
              <a:off x="524775" y="2084763"/>
              <a:ext cx="0" cy="684000"/>
            </a:xfrm>
            <a:prstGeom prst="straightConnector1">
              <a:avLst/>
            </a:prstGeom>
            <a:noFill/>
            <a:ln w="28575" cap="flat" cmpd="sng">
              <a:solidFill>
                <a:srgbClr val="000000"/>
              </a:solidFill>
              <a:prstDash val="solid"/>
              <a:round/>
              <a:headEnd type="none" w="med" len="med"/>
              <a:tailEnd type="none" w="med" len="med"/>
            </a:ln>
          </p:spPr>
        </p:cxnSp>
        <p:cxnSp>
          <p:nvCxnSpPr>
            <p:cNvPr id="871" name="Google Shape;871;p121"/>
            <p:cNvCxnSpPr>
              <a:stCxn id="862" idx="6"/>
              <a:endCxn id="863" idx="2"/>
            </p:cNvCxnSpPr>
            <p:nvPr/>
          </p:nvCxnSpPr>
          <p:spPr>
            <a:xfrm>
              <a:off x="1861488" y="2965575"/>
              <a:ext cx="746400" cy="0"/>
            </a:xfrm>
            <a:prstGeom prst="straightConnector1">
              <a:avLst/>
            </a:prstGeom>
            <a:noFill/>
            <a:ln w="28575" cap="flat" cmpd="sng">
              <a:solidFill>
                <a:srgbClr val="000000"/>
              </a:solidFill>
              <a:prstDash val="solid"/>
              <a:round/>
              <a:headEnd type="none" w="med" len="med"/>
              <a:tailEnd type="none" w="med" len="med"/>
            </a:ln>
          </p:spPr>
        </p:cxnSp>
        <p:cxnSp>
          <p:nvCxnSpPr>
            <p:cNvPr id="872" name="Google Shape;872;p121"/>
            <p:cNvCxnSpPr>
              <a:stCxn id="864" idx="5"/>
              <a:endCxn id="865" idx="1"/>
            </p:cNvCxnSpPr>
            <p:nvPr/>
          </p:nvCxnSpPr>
          <p:spPr>
            <a:xfrm>
              <a:off x="663934" y="3104721"/>
              <a:ext cx="441600" cy="603600"/>
            </a:xfrm>
            <a:prstGeom prst="straightConnector1">
              <a:avLst/>
            </a:prstGeom>
            <a:noFill/>
            <a:ln w="28575" cap="flat" cmpd="sng">
              <a:solidFill>
                <a:srgbClr val="000000"/>
              </a:solidFill>
              <a:prstDash val="solid"/>
              <a:round/>
              <a:headEnd type="none" w="med" len="med"/>
              <a:tailEnd type="none" w="med" len="med"/>
            </a:ln>
          </p:spPr>
        </p:cxnSp>
        <p:cxnSp>
          <p:nvCxnSpPr>
            <p:cNvPr id="873" name="Google Shape;873;p121"/>
            <p:cNvCxnSpPr>
              <a:stCxn id="865" idx="6"/>
              <a:endCxn id="866" idx="2"/>
            </p:cNvCxnSpPr>
            <p:nvPr/>
          </p:nvCxnSpPr>
          <p:spPr>
            <a:xfrm>
              <a:off x="1441575" y="3847513"/>
              <a:ext cx="468900" cy="0"/>
            </a:xfrm>
            <a:prstGeom prst="straightConnector1">
              <a:avLst/>
            </a:prstGeom>
            <a:noFill/>
            <a:ln w="28575" cap="flat" cmpd="sng">
              <a:solidFill>
                <a:srgbClr val="000000"/>
              </a:solidFill>
              <a:prstDash val="solid"/>
              <a:round/>
              <a:headEnd type="none" w="med" len="med"/>
              <a:tailEnd type="none" w="med" len="med"/>
            </a:ln>
          </p:spPr>
        </p:cxnSp>
        <p:cxnSp>
          <p:nvCxnSpPr>
            <p:cNvPr id="874" name="Google Shape;874;p121"/>
            <p:cNvCxnSpPr>
              <a:stCxn id="866" idx="7"/>
              <a:endCxn id="863" idx="3"/>
            </p:cNvCxnSpPr>
            <p:nvPr/>
          </p:nvCxnSpPr>
          <p:spPr>
            <a:xfrm rot="10800000" flipH="1">
              <a:off x="2246359" y="3104754"/>
              <a:ext cx="419100" cy="603600"/>
            </a:xfrm>
            <a:prstGeom prst="straightConnector1">
              <a:avLst/>
            </a:prstGeom>
            <a:noFill/>
            <a:ln w="28575" cap="flat" cmpd="sng">
              <a:solidFill>
                <a:srgbClr val="000000"/>
              </a:solidFill>
              <a:prstDash val="solid"/>
              <a:round/>
              <a:headEnd type="triangle" w="med" len="med"/>
              <a:tailEnd type="none" w="med" len="med"/>
            </a:ln>
          </p:spPr>
        </p:cxnSp>
        <p:cxnSp>
          <p:nvCxnSpPr>
            <p:cNvPr id="875" name="Google Shape;875;p121"/>
            <p:cNvCxnSpPr>
              <a:stCxn id="860" idx="4"/>
              <a:endCxn id="863" idx="0"/>
            </p:cNvCxnSpPr>
            <p:nvPr/>
          </p:nvCxnSpPr>
          <p:spPr>
            <a:xfrm>
              <a:off x="2804600" y="2084800"/>
              <a:ext cx="0" cy="684000"/>
            </a:xfrm>
            <a:prstGeom prst="straightConnector1">
              <a:avLst/>
            </a:prstGeom>
            <a:noFill/>
            <a:ln w="28575" cap="flat" cmpd="sng">
              <a:solidFill>
                <a:srgbClr val="000000"/>
              </a:solidFill>
              <a:prstDash val="solid"/>
              <a:round/>
              <a:headEnd type="none" w="med" len="med"/>
              <a:tailEnd type="none" w="med" len="med"/>
            </a:ln>
          </p:spPr>
        </p:cxnSp>
      </p:grpSp>
      <p:graphicFrame>
        <p:nvGraphicFramePr>
          <p:cNvPr id="876" name="Google Shape;876;p121"/>
          <p:cNvGraphicFramePr/>
          <p:nvPr/>
        </p:nvGraphicFramePr>
        <p:xfrm>
          <a:off x="3510825" y="2953250"/>
          <a:ext cx="2825900" cy="396210"/>
        </p:xfrm>
        <a:graphic>
          <a:graphicData uri="http://schemas.openxmlformats.org/drawingml/2006/table">
            <a:tbl>
              <a:tblPr>
                <a:noFill/>
                <a:tableStyleId>{B317DAE7-6F48-4459-89BA-82DB4F46E07A}</a:tableStyleId>
              </a:tblPr>
              <a:tblGrid>
                <a:gridCol w="403700">
                  <a:extLst>
                    <a:ext uri="{9D8B030D-6E8A-4147-A177-3AD203B41FA5}">
                      <a16:colId xmlns:a16="http://schemas.microsoft.com/office/drawing/2014/main" val="20000"/>
                    </a:ext>
                  </a:extLst>
                </a:gridCol>
                <a:gridCol w="403700">
                  <a:extLst>
                    <a:ext uri="{9D8B030D-6E8A-4147-A177-3AD203B41FA5}">
                      <a16:colId xmlns:a16="http://schemas.microsoft.com/office/drawing/2014/main" val="20001"/>
                    </a:ext>
                  </a:extLst>
                </a:gridCol>
                <a:gridCol w="403700">
                  <a:extLst>
                    <a:ext uri="{9D8B030D-6E8A-4147-A177-3AD203B41FA5}">
                      <a16:colId xmlns:a16="http://schemas.microsoft.com/office/drawing/2014/main" val="20002"/>
                    </a:ext>
                  </a:extLst>
                </a:gridCol>
                <a:gridCol w="403700">
                  <a:extLst>
                    <a:ext uri="{9D8B030D-6E8A-4147-A177-3AD203B41FA5}">
                      <a16:colId xmlns:a16="http://schemas.microsoft.com/office/drawing/2014/main" val="20003"/>
                    </a:ext>
                  </a:extLst>
                </a:gridCol>
                <a:gridCol w="403700">
                  <a:extLst>
                    <a:ext uri="{9D8B030D-6E8A-4147-A177-3AD203B41FA5}">
                      <a16:colId xmlns:a16="http://schemas.microsoft.com/office/drawing/2014/main" val="20004"/>
                    </a:ext>
                  </a:extLst>
                </a:gridCol>
                <a:gridCol w="403700">
                  <a:extLst>
                    <a:ext uri="{9D8B030D-6E8A-4147-A177-3AD203B41FA5}">
                      <a16:colId xmlns:a16="http://schemas.microsoft.com/office/drawing/2014/main" val="20005"/>
                    </a:ext>
                  </a:extLst>
                </a:gridCol>
                <a:gridCol w="403700">
                  <a:extLst>
                    <a:ext uri="{9D8B030D-6E8A-4147-A177-3AD203B41FA5}">
                      <a16:colId xmlns:a16="http://schemas.microsoft.com/office/drawing/2014/main" val="20006"/>
                    </a:ext>
                  </a:extLst>
                </a:gridCol>
              </a:tblGrid>
              <a:tr h="337725">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rgbClr val="FFFF00"/>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877" name="Google Shape;877;p121"/>
          <p:cNvSpPr txBox="1"/>
          <p:nvPr/>
        </p:nvSpPr>
        <p:spPr>
          <a:xfrm>
            <a:off x="3520755" y="2948427"/>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A</a:t>
            </a:r>
            <a:endParaRPr b="1">
              <a:solidFill>
                <a:schemeClr val="accent1"/>
              </a:solidFill>
              <a:latin typeface="Inter"/>
              <a:ea typeface="Inter"/>
              <a:cs typeface="Inter"/>
              <a:sym typeface="Inter"/>
            </a:endParaRPr>
          </a:p>
        </p:txBody>
      </p:sp>
      <p:sp>
        <p:nvSpPr>
          <p:cNvPr id="878" name="Google Shape;878;p121"/>
          <p:cNvSpPr txBox="1"/>
          <p:nvPr/>
        </p:nvSpPr>
        <p:spPr>
          <a:xfrm>
            <a:off x="3934480" y="2948427"/>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B</a:t>
            </a:r>
            <a:endParaRPr b="1">
              <a:solidFill>
                <a:schemeClr val="accent1"/>
              </a:solidFill>
              <a:latin typeface="Inter"/>
              <a:ea typeface="Inter"/>
              <a:cs typeface="Inter"/>
              <a:sym typeface="Inter"/>
            </a:endParaRPr>
          </a:p>
        </p:txBody>
      </p:sp>
      <p:sp>
        <p:nvSpPr>
          <p:cNvPr id="879" name="Google Shape;879;p121"/>
          <p:cNvSpPr txBox="1"/>
          <p:nvPr/>
        </p:nvSpPr>
        <p:spPr>
          <a:xfrm>
            <a:off x="5153647" y="2948427"/>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D</a:t>
            </a:r>
            <a:endParaRPr b="1">
              <a:solidFill>
                <a:schemeClr val="accent1"/>
              </a:solidFill>
              <a:latin typeface="Inter"/>
              <a:ea typeface="Inter"/>
              <a:cs typeface="Inter"/>
              <a:sym typeface="Inter"/>
            </a:endParaRPr>
          </a:p>
        </p:txBody>
      </p:sp>
      <p:sp>
        <p:nvSpPr>
          <p:cNvPr id="880" name="Google Shape;880;p121"/>
          <p:cNvSpPr txBox="1"/>
          <p:nvPr/>
        </p:nvSpPr>
        <p:spPr>
          <a:xfrm>
            <a:off x="4337209" y="2948427"/>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E</a:t>
            </a:r>
            <a:endParaRPr b="1">
              <a:solidFill>
                <a:schemeClr val="accent1"/>
              </a:solidFill>
              <a:latin typeface="Inter"/>
              <a:ea typeface="Inter"/>
              <a:cs typeface="Inter"/>
              <a:sym typeface="Inter"/>
            </a:endParaRPr>
          </a:p>
        </p:txBody>
      </p:sp>
      <p:sp>
        <p:nvSpPr>
          <p:cNvPr id="881" name="Google Shape;881;p121"/>
          <p:cNvSpPr txBox="1"/>
          <p:nvPr/>
        </p:nvSpPr>
        <p:spPr>
          <a:xfrm>
            <a:off x="4761933" y="2948427"/>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C</a:t>
            </a:r>
            <a:endParaRPr b="1">
              <a:solidFill>
                <a:schemeClr val="accent1"/>
              </a:solidFill>
              <a:latin typeface="Inter"/>
              <a:ea typeface="Inter"/>
              <a:cs typeface="Inter"/>
              <a:sym typeface="Inter"/>
            </a:endParaRPr>
          </a:p>
        </p:txBody>
      </p:sp>
      <p:sp>
        <p:nvSpPr>
          <p:cNvPr id="882" name="Google Shape;882;p121"/>
          <p:cNvSpPr txBox="1"/>
          <p:nvPr/>
        </p:nvSpPr>
        <p:spPr>
          <a:xfrm>
            <a:off x="5545384" y="2948427"/>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G</a:t>
            </a:r>
            <a:endParaRPr b="1">
              <a:solidFill>
                <a:schemeClr val="accent1"/>
              </a:solidFill>
              <a:latin typeface="Inter"/>
              <a:ea typeface="Inter"/>
              <a:cs typeface="Inter"/>
              <a:sym typeface="Inter"/>
            </a:endParaRPr>
          </a:p>
        </p:txBody>
      </p:sp>
      <p:sp>
        <p:nvSpPr>
          <p:cNvPr id="883" name="Google Shape;883;p121"/>
          <p:cNvSpPr txBox="1"/>
          <p:nvPr/>
        </p:nvSpPr>
        <p:spPr>
          <a:xfrm>
            <a:off x="5937109" y="2948427"/>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F</a:t>
            </a:r>
            <a:endParaRPr b="1">
              <a:solidFill>
                <a:schemeClr val="accent1"/>
              </a:solidFill>
              <a:latin typeface="Inter"/>
              <a:ea typeface="Inter"/>
              <a:cs typeface="Inter"/>
              <a:sym typeface="Inter"/>
            </a:endParaRPr>
          </a:p>
        </p:txBody>
      </p:sp>
      <p:sp>
        <p:nvSpPr>
          <p:cNvPr id="884" name="Google Shape;884;p121"/>
          <p:cNvSpPr txBox="1"/>
          <p:nvPr/>
        </p:nvSpPr>
        <p:spPr>
          <a:xfrm>
            <a:off x="8249369" y="2822800"/>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86E8"/>
                </a:solidFill>
                <a:latin typeface="Inter"/>
                <a:ea typeface="Inter"/>
                <a:cs typeface="Inter"/>
                <a:sym typeface="Inter"/>
              </a:rPr>
              <a:t>A</a:t>
            </a:r>
            <a:endParaRPr b="1">
              <a:solidFill>
                <a:srgbClr val="4A86E8"/>
              </a:solidFill>
              <a:latin typeface="Inter"/>
              <a:ea typeface="Inter"/>
              <a:cs typeface="Inter"/>
              <a:sym typeface="Inter"/>
            </a:endParaRPr>
          </a:p>
        </p:txBody>
      </p:sp>
      <p:sp>
        <p:nvSpPr>
          <p:cNvPr id="885" name="Google Shape;885;p121"/>
          <p:cNvSpPr txBox="1"/>
          <p:nvPr/>
        </p:nvSpPr>
        <p:spPr>
          <a:xfrm>
            <a:off x="7285794" y="3756050"/>
            <a:ext cx="367500" cy="338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86E8"/>
                </a:solidFill>
                <a:latin typeface="Inter"/>
                <a:ea typeface="Inter"/>
                <a:cs typeface="Inter"/>
                <a:sym typeface="Inter"/>
              </a:rPr>
              <a:t>B</a:t>
            </a:r>
            <a:endParaRPr b="1">
              <a:solidFill>
                <a:srgbClr val="4A86E8"/>
              </a:solidFill>
              <a:latin typeface="Inter"/>
              <a:ea typeface="Inter"/>
              <a:cs typeface="Inter"/>
              <a:sym typeface="Inter"/>
            </a:endParaRPr>
          </a:p>
        </p:txBody>
      </p:sp>
      <p:sp>
        <p:nvSpPr>
          <p:cNvPr id="886" name="Google Shape;886;p121"/>
          <p:cNvSpPr txBox="1"/>
          <p:nvPr/>
        </p:nvSpPr>
        <p:spPr>
          <a:xfrm>
            <a:off x="7730819" y="3062250"/>
            <a:ext cx="367500" cy="36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86E8"/>
                </a:solidFill>
                <a:latin typeface="Inter"/>
                <a:ea typeface="Inter"/>
                <a:cs typeface="Inter"/>
                <a:sym typeface="Inter"/>
              </a:rPr>
              <a:t>D</a:t>
            </a:r>
            <a:endParaRPr b="1">
              <a:solidFill>
                <a:srgbClr val="4A86E8"/>
              </a:solidFill>
              <a:latin typeface="Inter"/>
              <a:ea typeface="Inter"/>
              <a:cs typeface="Inter"/>
              <a:sym typeface="Inter"/>
            </a:endParaRPr>
          </a:p>
        </p:txBody>
      </p:sp>
      <p:sp>
        <p:nvSpPr>
          <p:cNvPr id="887" name="Google Shape;887;p121"/>
          <p:cNvSpPr txBox="1"/>
          <p:nvPr/>
        </p:nvSpPr>
        <p:spPr>
          <a:xfrm>
            <a:off x="7363319" y="3299045"/>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86E8"/>
                </a:solidFill>
                <a:latin typeface="Inter"/>
                <a:ea typeface="Inter"/>
                <a:cs typeface="Inter"/>
                <a:sym typeface="Inter"/>
              </a:rPr>
              <a:t>E</a:t>
            </a:r>
            <a:endParaRPr b="1">
              <a:solidFill>
                <a:srgbClr val="4A86E8"/>
              </a:solidFill>
              <a:latin typeface="Inter"/>
              <a:ea typeface="Inter"/>
              <a:cs typeface="Inter"/>
              <a:sym typeface="Inter"/>
            </a:endParaRPr>
          </a:p>
        </p:txBody>
      </p:sp>
      <p:sp>
        <p:nvSpPr>
          <p:cNvPr id="888" name="Google Shape;888;p121"/>
          <p:cNvSpPr txBox="1"/>
          <p:nvPr/>
        </p:nvSpPr>
        <p:spPr>
          <a:xfrm>
            <a:off x="6820619" y="3181086"/>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86E8"/>
                </a:solidFill>
                <a:latin typeface="Inter"/>
                <a:ea typeface="Inter"/>
                <a:cs typeface="Inter"/>
                <a:sym typeface="Inter"/>
              </a:rPr>
              <a:t>C</a:t>
            </a:r>
            <a:endParaRPr b="1">
              <a:solidFill>
                <a:srgbClr val="4A86E8"/>
              </a:solidFill>
              <a:latin typeface="Inter"/>
              <a:ea typeface="Inter"/>
              <a:cs typeface="Inter"/>
              <a:sym typeface="Inter"/>
            </a:endParaRPr>
          </a:p>
        </p:txBody>
      </p:sp>
      <p:sp>
        <p:nvSpPr>
          <p:cNvPr id="889" name="Google Shape;889;p121"/>
          <p:cNvSpPr txBox="1"/>
          <p:nvPr/>
        </p:nvSpPr>
        <p:spPr>
          <a:xfrm>
            <a:off x="7994619" y="3641036"/>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86E8"/>
                </a:solidFill>
                <a:latin typeface="Inter"/>
                <a:ea typeface="Inter"/>
                <a:cs typeface="Inter"/>
                <a:sym typeface="Inter"/>
              </a:rPr>
              <a:t>G</a:t>
            </a:r>
            <a:endParaRPr b="1">
              <a:solidFill>
                <a:srgbClr val="4A86E8"/>
              </a:solidFill>
              <a:latin typeface="Inter"/>
              <a:ea typeface="Inter"/>
              <a:cs typeface="Inter"/>
              <a:sym typeface="Inter"/>
            </a:endParaRPr>
          </a:p>
        </p:txBody>
      </p:sp>
      <p:sp>
        <p:nvSpPr>
          <p:cNvPr id="890" name="Google Shape;890;p121"/>
          <p:cNvSpPr txBox="1"/>
          <p:nvPr/>
        </p:nvSpPr>
        <p:spPr>
          <a:xfrm>
            <a:off x="6820619" y="3875805"/>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4A86E8"/>
                </a:solidFill>
                <a:latin typeface="Inter"/>
                <a:ea typeface="Inter"/>
                <a:cs typeface="Inter"/>
                <a:sym typeface="Inter"/>
              </a:rPr>
              <a:t>F</a:t>
            </a:r>
            <a:endParaRPr b="1">
              <a:solidFill>
                <a:srgbClr val="4A86E8"/>
              </a:solidFill>
              <a:latin typeface="Inter"/>
              <a:ea typeface="Inter"/>
              <a:cs typeface="Inter"/>
              <a:sym typeface="Inter"/>
            </a:endParaRPr>
          </a:p>
        </p:txBody>
      </p:sp>
      <p:sp>
        <p:nvSpPr>
          <p:cNvPr id="891" name="Google Shape;891;p121"/>
          <p:cNvSpPr txBox="1"/>
          <p:nvPr/>
        </p:nvSpPr>
        <p:spPr>
          <a:xfrm>
            <a:off x="6676825" y="2352075"/>
            <a:ext cx="1497900" cy="338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a:solidFill>
                  <a:schemeClr val="accent1"/>
                </a:solidFill>
                <a:latin typeface="Inter"/>
                <a:ea typeface="Inter"/>
                <a:cs typeface="Inter"/>
                <a:sym typeface="Inter"/>
              </a:rPr>
              <a:t>Visited</a:t>
            </a:r>
            <a:endParaRPr b="1">
              <a:solidFill>
                <a:schemeClr val="accent1"/>
              </a:solidFill>
              <a:latin typeface="Inter"/>
              <a:ea typeface="Inter"/>
              <a:cs typeface="Inter"/>
              <a:sym typeface="Int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8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7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8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8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8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8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8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7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8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82"/>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8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8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pic>
        <p:nvPicPr>
          <p:cNvPr id="896" name="Google Shape;896;p122">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
        <p:nvSpPr>
          <p:cNvPr id="897" name="Google Shape;897;p122"/>
          <p:cNvSpPr/>
          <p:nvPr/>
        </p:nvSpPr>
        <p:spPr>
          <a:xfrm>
            <a:off x="192024" y="91440"/>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ACTIVITY CHALLENGE!</a:t>
            </a:r>
            <a:endParaRPr sz="4800" b="1">
              <a:solidFill>
                <a:srgbClr val="FFFFFF"/>
              </a:solidFill>
            </a:endParaRPr>
          </a:p>
          <a:p>
            <a:pPr marL="0" lvl="0" indent="0" algn="ctr" rtl="0">
              <a:spcBef>
                <a:spcPts val="0"/>
              </a:spcBef>
              <a:spcAft>
                <a:spcPts val="0"/>
              </a:spcAft>
              <a:buNone/>
            </a:pPr>
            <a:r>
              <a:rPr lang="en" sz="2400" b="1">
                <a:solidFill>
                  <a:srgbClr val="FFFFFF"/>
                </a:solidFill>
              </a:rPr>
              <a:t>Find the path from A to F in graph below using a Breadth First Search.  Visit neighbors in alphabetic order.</a:t>
            </a:r>
            <a:endParaRPr sz="2400" b="1">
              <a:solidFill>
                <a:srgbClr val="FFFFFF"/>
              </a:solidFill>
            </a:endParaRPr>
          </a:p>
        </p:txBody>
      </p:sp>
      <p:pic>
        <p:nvPicPr>
          <p:cNvPr id="898" name="Google Shape;898;p122">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
        <p:nvSpPr>
          <p:cNvPr id="899" name="Google Shape;899;p122"/>
          <p:cNvSpPr txBox="1"/>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sz="1000">
                <a:solidFill>
                  <a:srgbClr val="666666"/>
                </a:solidFill>
                <a:latin typeface="Roboto"/>
                <a:ea typeface="Roboto"/>
                <a:cs typeface="Roboto"/>
                <a:sym typeface="Roboto"/>
              </a:rPr>
              <a:t>47</a:t>
            </a:fld>
            <a:endParaRPr sz="1000">
              <a:solidFill>
                <a:srgbClr val="666666"/>
              </a:solidFill>
              <a:latin typeface="Roboto"/>
              <a:ea typeface="Roboto"/>
              <a:cs typeface="Roboto"/>
              <a:sym typeface="Roboto"/>
            </a:endParaRPr>
          </a:p>
        </p:txBody>
      </p:sp>
      <p:sp>
        <p:nvSpPr>
          <p:cNvPr id="900" name="Google Shape;900;p122"/>
          <p:cNvSpPr txBox="1"/>
          <p:nvPr/>
        </p:nvSpPr>
        <p:spPr>
          <a:xfrm>
            <a:off x="3520750" y="3726375"/>
            <a:ext cx="2073600" cy="369300"/>
          </a:xfrm>
          <a:prstGeom prst="rect">
            <a:avLst/>
          </a:prstGeom>
          <a:noFill/>
          <a:ln w="19050"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1"/>
                </a:solidFill>
              </a:rPr>
              <a:t>Path (A to F)</a:t>
            </a:r>
            <a:endParaRPr>
              <a:solidFill>
                <a:schemeClr val="accent1"/>
              </a:solidFill>
            </a:endParaRPr>
          </a:p>
          <a:p>
            <a:pPr marL="0" lvl="0" indent="0" algn="l" rtl="0">
              <a:spcBef>
                <a:spcPts val="0"/>
              </a:spcBef>
              <a:spcAft>
                <a:spcPts val="0"/>
              </a:spcAft>
              <a:buNone/>
            </a:pPr>
            <a:endParaRPr b="1">
              <a:solidFill>
                <a:srgbClr val="FF0000"/>
              </a:solidFill>
              <a:latin typeface="Proxima Nova"/>
              <a:ea typeface="Proxima Nova"/>
              <a:cs typeface="Proxima Nova"/>
              <a:sym typeface="Proxima Nova"/>
            </a:endParaRPr>
          </a:p>
        </p:txBody>
      </p:sp>
      <p:grpSp>
        <p:nvGrpSpPr>
          <p:cNvPr id="901" name="Google Shape;901;p122"/>
          <p:cNvGrpSpPr/>
          <p:nvPr/>
        </p:nvGrpSpPr>
        <p:grpSpPr>
          <a:xfrm>
            <a:off x="327975" y="2008700"/>
            <a:ext cx="2673450" cy="2353113"/>
            <a:chOff x="327975" y="1691200"/>
            <a:chExt cx="2673450" cy="2353113"/>
          </a:xfrm>
        </p:grpSpPr>
        <p:sp>
          <p:nvSpPr>
            <p:cNvPr id="902" name="Google Shape;902;p122"/>
            <p:cNvSpPr/>
            <p:nvPr/>
          </p:nvSpPr>
          <p:spPr>
            <a:xfrm>
              <a:off x="2607800" y="169120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A</a:t>
              </a:r>
              <a:endParaRPr>
                <a:latin typeface="Courier New"/>
                <a:ea typeface="Courier New"/>
                <a:cs typeface="Courier New"/>
                <a:sym typeface="Courier New"/>
              </a:endParaRPr>
            </a:p>
          </p:txBody>
        </p:sp>
        <p:sp>
          <p:nvSpPr>
            <p:cNvPr id="903" name="Google Shape;903;p122"/>
            <p:cNvSpPr/>
            <p:nvPr/>
          </p:nvSpPr>
          <p:spPr>
            <a:xfrm>
              <a:off x="327975" y="1691200"/>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B</a:t>
              </a:r>
              <a:endParaRPr>
                <a:latin typeface="Courier New"/>
                <a:ea typeface="Courier New"/>
                <a:cs typeface="Courier New"/>
                <a:sym typeface="Courier New"/>
              </a:endParaRPr>
            </a:p>
          </p:txBody>
        </p:sp>
        <p:sp>
          <p:nvSpPr>
            <p:cNvPr id="904" name="Google Shape;904;p122"/>
            <p:cNvSpPr/>
            <p:nvPr/>
          </p:nvSpPr>
          <p:spPr>
            <a:xfrm>
              <a:off x="1467888" y="2768775"/>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C</a:t>
              </a:r>
              <a:endParaRPr>
                <a:latin typeface="Courier New"/>
                <a:ea typeface="Courier New"/>
                <a:cs typeface="Courier New"/>
                <a:sym typeface="Courier New"/>
              </a:endParaRPr>
            </a:p>
          </p:txBody>
        </p:sp>
        <p:sp>
          <p:nvSpPr>
            <p:cNvPr id="905" name="Google Shape;905;p122"/>
            <p:cNvSpPr/>
            <p:nvPr/>
          </p:nvSpPr>
          <p:spPr>
            <a:xfrm>
              <a:off x="2607825" y="276876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D</a:t>
              </a:r>
              <a:endParaRPr>
                <a:latin typeface="Courier New"/>
                <a:ea typeface="Courier New"/>
                <a:cs typeface="Courier New"/>
                <a:sym typeface="Courier New"/>
              </a:endParaRPr>
            </a:p>
          </p:txBody>
        </p:sp>
        <p:sp>
          <p:nvSpPr>
            <p:cNvPr id="906" name="Google Shape;906;p122"/>
            <p:cNvSpPr/>
            <p:nvPr/>
          </p:nvSpPr>
          <p:spPr>
            <a:xfrm>
              <a:off x="327975" y="276876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E</a:t>
              </a:r>
              <a:endParaRPr>
                <a:latin typeface="Courier New"/>
                <a:ea typeface="Courier New"/>
                <a:cs typeface="Courier New"/>
                <a:sym typeface="Courier New"/>
              </a:endParaRPr>
            </a:p>
          </p:txBody>
        </p:sp>
        <p:sp>
          <p:nvSpPr>
            <p:cNvPr id="907" name="Google Shape;907;p122"/>
            <p:cNvSpPr/>
            <p:nvPr/>
          </p:nvSpPr>
          <p:spPr>
            <a:xfrm>
              <a:off x="1047975" y="365071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F</a:t>
              </a:r>
              <a:endParaRPr>
                <a:latin typeface="Courier New"/>
                <a:ea typeface="Courier New"/>
                <a:cs typeface="Courier New"/>
                <a:sym typeface="Courier New"/>
              </a:endParaRPr>
            </a:p>
          </p:txBody>
        </p:sp>
        <p:sp>
          <p:nvSpPr>
            <p:cNvPr id="908" name="Google Shape;908;p122"/>
            <p:cNvSpPr/>
            <p:nvPr/>
          </p:nvSpPr>
          <p:spPr>
            <a:xfrm>
              <a:off x="1910400" y="3650713"/>
              <a:ext cx="393600" cy="393600"/>
            </a:xfrm>
            <a:prstGeom prst="ellipse">
              <a:avLst/>
            </a:prstGeom>
            <a:solidFill>
              <a:srgbClr val="FFFFFF"/>
            </a:solid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r" rtl="0">
                <a:spcBef>
                  <a:spcPts val="0"/>
                </a:spcBef>
                <a:spcAft>
                  <a:spcPts val="0"/>
                </a:spcAft>
                <a:buNone/>
              </a:pPr>
              <a:r>
                <a:rPr lang="en">
                  <a:latin typeface="Courier New"/>
                  <a:ea typeface="Courier New"/>
                  <a:cs typeface="Courier New"/>
                  <a:sym typeface="Courier New"/>
                </a:rPr>
                <a:t>G</a:t>
              </a:r>
              <a:endParaRPr>
                <a:latin typeface="Courier New"/>
                <a:ea typeface="Courier New"/>
                <a:cs typeface="Courier New"/>
                <a:sym typeface="Courier New"/>
              </a:endParaRPr>
            </a:p>
          </p:txBody>
        </p:sp>
        <p:cxnSp>
          <p:nvCxnSpPr>
            <p:cNvPr id="909" name="Google Shape;909;p122"/>
            <p:cNvCxnSpPr>
              <a:stCxn id="902" idx="2"/>
              <a:endCxn id="903" idx="6"/>
            </p:cNvCxnSpPr>
            <p:nvPr/>
          </p:nvCxnSpPr>
          <p:spPr>
            <a:xfrm rot="10800000">
              <a:off x="721700" y="1888000"/>
              <a:ext cx="1886100" cy="0"/>
            </a:xfrm>
            <a:prstGeom prst="straightConnector1">
              <a:avLst/>
            </a:prstGeom>
            <a:noFill/>
            <a:ln w="28575" cap="flat" cmpd="sng">
              <a:solidFill>
                <a:srgbClr val="000000"/>
              </a:solidFill>
              <a:prstDash val="solid"/>
              <a:round/>
              <a:headEnd type="none" w="med" len="med"/>
              <a:tailEnd type="triangle" w="med" len="med"/>
            </a:ln>
          </p:spPr>
        </p:cxnSp>
        <p:cxnSp>
          <p:nvCxnSpPr>
            <p:cNvPr id="910" name="Google Shape;910;p122"/>
            <p:cNvCxnSpPr>
              <a:stCxn id="904" idx="1"/>
              <a:endCxn id="903" idx="5"/>
            </p:cNvCxnSpPr>
            <p:nvPr/>
          </p:nvCxnSpPr>
          <p:spPr>
            <a:xfrm rot="10800000">
              <a:off x="663929" y="2027216"/>
              <a:ext cx="861600" cy="799200"/>
            </a:xfrm>
            <a:prstGeom prst="straightConnector1">
              <a:avLst/>
            </a:prstGeom>
            <a:noFill/>
            <a:ln w="28575" cap="flat" cmpd="sng">
              <a:solidFill>
                <a:srgbClr val="000000"/>
              </a:solidFill>
              <a:prstDash val="solid"/>
              <a:round/>
              <a:headEnd type="none" w="med" len="med"/>
              <a:tailEnd type="triangle" w="med" len="med"/>
            </a:ln>
          </p:spPr>
        </p:cxnSp>
        <p:cxnSp>
          <p:nvCxnSpPr>
            <p:cNvPr id="911" name="Google Shape;911;p122"/>
            <p:cNvCxnSpPr>
              <a:stCxn id="904" idx="2"/>
              <a:endCxn id="906" idx="6"/>
            </p:cNvCxnSpPr>
            <p:nvPr/>
          </p:nvCxnSpPr>
          <p:spPr>
            <a:xfrm rot="10800000">
              <a:off x="721488" y="2965575"/>
              <a:ext cx="746400" cy="0"/>
            </a:xfrm>
            <a:prstGeom prst="straightConnector1">
              <a:avLst/>
            </a:prstGeom>
            <a:noFill/>
            <a:ln w="28575" cap="flat" cmpd="sng">
              <a:solidFill>
                <a:srgbClr val="000000"/>
              </a:solidFill>
              <a:prstDash val="solid"/>
              <a:round/>
              <a:headEnd type="triangle" w="med" len="med"/>
              <a:tailEnd type="none" w="med" len="med"/>
            </a:ln>
          </p:spPr>
        </p:cxnSp>
        <p:cxnSp>
          <p:nvCxnSpPr>
            <p:cNvPr id="912" name="Google Shape;912;p122"/>
            <p:cNvCxnSpPr>
              <a:stCxn id="906" idx="0"/>
              <a:endCxn id="903" idx="4"/>
            </p:cNvCxnSpPr>
            <p:nvPr/>
          </p:nvCxnSpPr>
          <p:spPr>
            <a:xfrm rot="10800000">
              <a:off x="524775" y="2084763"/>
              <a:ext cx="0" cy="684000"/>
            </a:xfrm>
            <a:prstGeom prst="straightConnector1">
              <a:avLst/>
            </a:prstGeom>
            <a:noFill/>
            <a:ln w="28575" cap="flat" cmpd="sng">
              <a:solidFill>
                <a:srgbClr val="000000"/>
              </a:solidFill>
              <a:prstDash val="solid"/>
              <a:round/>
              <a:headEnd type="none" w="med" len="med"/>
              <a:tailEnd type="none" w="med" len="med"/>
            </a:ln>
          </p:spPr>
        </p:cxnSp>
        <p:cxnSp>
          <p:nvCxnSpPr>
            <p:cNvPr id="913" name="Google Shape;913;p122"/>
            <p:cNvCxnSpPr>
              <a:stCxn id="904" idx="6"/>
              <a:endCxn id="905" idx="2"/>
            </p:cNvCxnSpPr>
            <p:nvPr/>
          </p:nvCxnSpPr>
          <p:spPr>
            <a:xfrm>
              <a:off x="1861488" y="2965575"/>
              <a:ext cx="746400" cy="0"/>
            </a:xfrm>
            <a:prstGeom prst="straightConnector1">
              <a:avLst/>
            </a:prstGeom>
            <a:noFill/>
            <a:ln w="28575" cap="flat" cmpd="sng">
              <a:solidFill>
                <a:srgbClr val="000000"/>
              </a:solidFill>
              <a:prstDash val="solid"/>
              <a:round/>
              <a:headEnd type="none" w="med" len="med"/>
              <a:tailEnd type="none" w="med" len="med"/>
            </a:ln>
          </p:spPr>
        </p:cxnSp>
        <p:cxnSp>
          <p:nvCxnSpPr>
            <p:cNvPr id="914" name="Google Shape;914;p122"/>
            <p:cNvCxnSpPr>
              <a:stCxn id="906" idx="5"/>
              <a:endCxn id="907" idx="1"/>
            </p:cNvCxnSpPr>
            <p:nvPr/>
          </p:nvCxnSpPr>
          <p:spPr>
            <a:xfrm>
              <a:off x="663934" y="3104721"/>
              <a:ext cx="441600" cy="603600"/>
            </a:xfrm>
            <a:prstGeom prst="straightConnector1">
              <a:avLst/>
            </a:prstGeom>
            <a:noFill/>
            <a:ln w="28575" cap="flat" cmpd="sng">
              <a:solidFill>
                <a:srgbClr val="000000"/>
              </a:solidFill>
              <a:prstDash val="solid"/>
              <a:round/>
              <a:headEnd type="none" w="med" len="med"/>
              <a:tailEnd type="none" w="med" len="med"/>
            </a:ln>
          </p:spPr>
        </p:cxnSp>
        <p:cxnSp>
          <p:nvCxnSpPr>
            <p:cNvPr id="915" name="Google Shape;915;p122"/>
            <p:cNvCxnSpPr>
              <a:stCxn id="907" idx="6"/>
              <a:endCxn id="908" idx="2"/>
            </p:cNvCxnSpPr>
            <p:nvPr/>
          </p:nvCxnSpPr>
          <p:spPr>
            <a:xfrm>
              <a:off x="1441575" y="3847513"/>
              <a:ext cx="468900" cy="0"/>
            </a:xfrm>
            <a:prstGeom prst="straightConnector1">
              <a:avLst/>
            </a:prstGeom>
            <a:noFill/>
            <a:ln w="28575" cap="flat" cmpd="sng">
              <a:solidFill>
                <a:srgbClr val="000000"/>
              </a:solidFill>
              <a:prstDash val="solid"/>
              <a:round/>
              <a:headEnd type="none" w="med" len="med"/>
              <a:tailEnd type="none" w="med" len="med"/>
            </a:ln>
          </p:spPr>
        </p:cxnSp>
        <p:cxnSp>
          <p:nvCxnSpPr>
            <p:cNvPr id="916" name="Google Shape;916;p122"/>
            <p:cNvCxnSpPr>
              <a:stCxn id="908" idx="7"/>
              <a:endCxn id="905" idx="3"/>
            </p:cNvCxnSpPr>
            <p:nvPr/>
          </p:nvCxnSpPr>
          <p:spPr>
            <a:xfrm rot="10800000" flipH="1">
              <a:off x="2246359" y="3104754"/>
              <a:ext cx="419100" cy="603600"/>
            </a:xfrm>
            <a:prstGeom prst="straightConnector1">
              <a:avLst/>
            </a:prstGeom>
            <a:noFill/>
            <a:ln w="28575" cap="flat" cmpd="sng">
              <a:solidFill>
                <a:srgbClr val="000000"/>
              </a:solidFill>
              <a:prstDash val="solid"/>
              <a:round/>
              <a:headEnd type="triangle" w="med" len="med"/>
              <a:tailEnd type="none" w="med" len="med"/>
            </a:ln>
          </p:spPr>
        </p:cxnSp>
        <p:cxnSp>
          <p:nvCxnSpPr>
            <p:cNvPr id="917" name="Google Shape;917;p122"/>
            <p:cNvCxnSpPr>
              <a:stCxn id="902" idx="4"/>
              <a:endCxn id="905" idx="0"/>
            </p:cNvCxnSpPr>
            <p:nvPr/>
          </p:nvCxnSpPr>
          <p:spPr>
            <a:xfrm>
              <a:off x="2804600" y="2084800"/>
              <a:ext cx="0" cy="684000"/>
            </a:xfrm>
            <a:prstGeom prst="straightConnector1">
              <a:avLst/>
            </a:prstGeom>
            <a:noFill/>
            <a:ln w="28575" cap="flat" cmpd="sng">
              <a:solidFill>
                <a:srgbClr val="000000"/>
              </a:solidFill>
              <a:prstDash val="solid"/>
              <a:round/>
              <a:headEnd type="none" w="med" len="med"/>
              <a:tailEnd type="none" w="med" len="med"/>
            </a:ln>
          </p:spPr>
        </p:cxnSp>
      </p:grpSp>
      <p:sp>
        <p:nvSpPr>
          <p:cNvPr id="918" name="Google Shape;918;p122"/>
          <p:cNvSpPr txBox="1"/>
          <p:nvPr/>
        </p:nvSpPr>
        <p:spPr>
          <a:xfrm>
            <a:off x="4761925" y="3710925"/>
            <a:ext cx="1266600" cy="400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accent1"/>
                </a:solidFill>
              </a:rPr>
              <a:t>A B E F</a:t>
            </a:r>
            <a:endParaRPr b="1">
              <a:solidFill>
                <a:schemeClr val="accent1"/>
              </a:solidFill>
            </a:endParaRPr>
          </a:p>
        </p:txBody>
      </p:sp>
      <p:graphicFrame>
        <p:nvGraphicFramePr>
          <p:cNvPr id="919" name="Google Shape;919;p122"/>
          <p:cNvGraphicFramePr/>
          <p:nvPr/>
        </p:nvGraphicFramePr>
        <p:xfrm>
          <a:off x="6482840" y="1764650"/>
          <a:ext cx="2277400" cy="2826450"/>
        </p:xfrm>
        <a:graphic>
          <a:graphicData uri="http://schemas.openxmlformats.org/drawingml/2006/table">
            <a:tbl>
              <a:tblPr>
                <a:noFill/>
                <a:tableStyleId>{B317DAE7-6F48-4459-89BA-82DB4F46E07A}</a:tableStyleId>
              </a:tblPr>
              <a:tblGrid>
                <a:gridCol w="817325">
                  <a:extLst>
                    <a:ext uri="{9D8B030D-6E8A-4147-A177-3AD203B41FA5}">
                      <a16:colId xmlns:a16="http://schemas.microsoft.com/office/drawing/2014/main" val="20000"/>
                    </a:ext>
                  </a:extLst>
                </a:gridCol>
                <a:gridCol w="1460075">
                  <a:extLst>
                    <a:ext uri="{9D8B030D-6E8A-4147-A177-3AD203B41FA5}">
                      <a16:colId xmlns:a16="http://schemas.microsoft.com/office/drawing/2014/main" val="20001"/>
                    </a:ext>
                  </a:extLst>
                </a:gridCol>
              </a:tblGrid>
              <a:tr h="359325">
                <a:tc>
                  <a:txBody>
                    <a:bodyPr/>
                    <a:lstStyle/>
                    <a:p>
                      <a:pPr marL="0" lvl="0" indent="0" algn="ctr" rtl="0">
                        <a:spcBef>
                          <a:spcPts val="0"/>
                        </a:spcBef>
                        <a:spcAft>
                          <a:spcPts val="0"/>
                        </a:spcAft>
                        <a:buNone/>
                      </a:pPr>
                      <a:r>
                        <a:rPr lang="en" sz="1000" b="1">
                          <a:solidFill>
                            <a:srgbClr val="4A86E8"/>
                          </a:solidFill>
                        </a:rPr>
                        <a:t>Vertex</a:t>
                      </a:r>
                      <a:endParaRPr sz="1000" b="1">
                        <a:solidFill>
                          <a:srgbClr val="4A86E8"/>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1000" b="1">
                          <a:solidFill>
                            <a:srgbClr val="4A86E8"/>
                          </a:solidFill>
                        </a:rPr>
                        <a:t>Predecessor</a:t>
                      </a:r>
                      <a:endParaRPr sz="1000" b="1">
                        <a:solidFill>
                          <a:srgbClr val="4A86E8"/>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296900">
                <a:tc>
                  <a:txBody>
                    <a:bodyPr/>
                    <a:lstStyle/>
                    <a:p>
                      <a:pPr marL="0" lvl="0" indent="0" algn="ctr"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l"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359325">
                <a:tc>
                  <a:txBody>
                    <a:bodyPr/>
                    <a:lstStyle/>
                    <a:p>
                      <a:pPr marL="0" lvl="0" indent="0" algn="ctr"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2"/>
                  </a:ext>
                </a:extLst>
              </a:tr>
              <a:tr h="359325">
                <a:tc>
                  <a:txBody>
                    <a:bodyPr/>
                    <a:lstStyle/>
                    <a:p>
                      <a:pPr marL="0" lvl="0" indent="0" algn="ctr"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3"/>
                  </a:ext>
                </a:extLst>
              </a:tr>
              <a:tr h="359325">
                <a:tc>
                  <a:txBody>
                    <a:bodyPr/>
                    <a:lstStyle/>
                    <a:p>
                      <a:pPr marL="0" lvl="0" indent="0" algn="ctr"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4"/>
                  </a:ext>
                </a:extLst>
              </a:tr>
              <a:tr h="359325">
                <a:tc>
                  <a:txBody>
                    <a:bodyPr/>
                    <a:lstStyle/>
                    <a:p>
                      <a:pPr marL="0" lvl="0" indent="0" algn="ctr"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5"/>
                  </a:ext>
                </a:extLst>
              </a:tr>
              <a:tr h="359325">
                <a:tc>
                  <a:txBody>
                    <a:bodyPr/>
                    <a:lstStyle/>
                    <a:p>
                      <a:pPr marL="0" lvl="0" indent="0" algn="ctr"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6"/>
                  </a:ext>
                </a:extLst>
              </a:tr>
              <a:tr h="0">
                <a:tc>
                  <a:txBody>
                    <a:bodyPr/>
                    <a:lstStyle/>
                    <a:p>
                      <a:pPr marL="0" lvl="0" indent="0" algn="ctr"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solidFill>
                      <a:srgbClr val="4A86E8"/>
                    </a:solidFill>
                  </a:tcPr>
                </a:tc>
                <a:tc>
                  <a:txBody>
                    <a:bodyPr/>
                    <a:lstStyle/>
                    <a:p>
                      <a:pPr marL="0" lvl="0" indent="0" algn="ctr" rtl="0">
                        <a:spcBef>
                          <a:spcPts val="0"/>
                        </a:spcBef>
                        <a:spcAft>
                          <a:spcPts val="0"/>
                        </a:spcAft>
                        <a:buNone/>
                      </a:pPr>
                      <a:endParaRPr sz="1000"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solidFill>
                      <a:srgbClr val="4A86E8"/>
                    </a:solidFill>
                  </a:tcPr>
                </a:tc>
                <a:extLst>
                  <a:ext uri="{0D108BD9-81ED-4DB2-BD59-A6C34878D82A}">
                    <a16:rowId xmlns:a16="http://schemas.microsoft.com/office/drawing/2014/main" val="10007"/>
                  </a:ext>
                </a:extLst>
              </a:tr>
            </a:tbl>
          </a:graphicData>
        </a:graphic>
      </p:graphicFrame>
      <p:graphicFrame>
        <p:nvGraphicFramePr>
          <p:cNvPr id="920" name="Google Shape;920;p122"/>
          <p:cNvGraphicFramePr/>
          <p:nvPr/>
        </p:nvGraphicFramePr>
        <p:xfrm>
          <a:off x="3510825" y="2953250"/>
          <a:ext cx="2825900" cy="396210"/>
        </p:xfrm>
        <a:graphic>
          <a:graphicData uri="http://schemas.openxmlformats.org/drawingml/2006/table">
            <a:tbl>
              <a:tblPr>
                <a:noFill/>
                <a:tableStyleId>{B317DAE7-6F48-4459-89BA-82DB4F46E07A}</a:tableStyleId>
              </a:tblPr>
              <a:tblGrid>
                <a:gridCol w="403700">
                  <a:extLst>
                    <a:ext uri="{9D8B030D-6E8A-4147-A177-3AD203B41FA5}">
                      <a16:colId xmlns:a16="http://schemas.microsoft.com/office/drawing/2014/main" val="20000"/>
                    </a:ext>
                  </a:extLst>
                </a:gridCol>
                <a:gridCol w="403700">
                  <a:extLst>
                    <a:ext uri="{9D8B030D-6E8A-4147-A177-3AD203B41FA5}">
                      <a16:colId xmlns:a16="http://schemas.microsoft.com/office/drawing/2014/main" val="20001"/>
                    </a:ext>
                  </a:extLst>
                </a:gridCol>
                <a:gridCol w="403700">
                  <a:extLst>
                    <a:ext uri="{9D8B030D-6E8A-4147-A177-3AD203B41FA5}">
                      <a16:colId xmlns:a16="http://schemas.microsoft.com/office/drawing/2014/main" val="20002"/>
                    </a:ext>
                  </a:extLst>
                </a:gridCol>
                <a:gridCol w="403700">
                  <a:extLst>
                    <a:ext uri="{9D8B030D-6E8A-4147-A177-3AD203B41FA5}">
                      <a16:colId xmlns:a16="http://schemas.microsoft.com/office/drawing/2014/main" val="20003"/>
                    </a:ext>
                  </a:extLst>
                </a:gridCol>
                <a:gridCol w="403700">
                  <a:extLst>
                    <a:ext uri="{9D8B030D-6E8A-4147-A177-3AD203B41FA5}">
                      <a16:colId xmlns:a16="http://schemas.microsoft.com/office/drawing/2014/main" val="20004"/>
                    </a:ext>
                  </a:extLst>
                </a:gridCol>
                <a:gridCol w="403700">
                  <a:extLst>
                    <a:ext uri="{9D8B030D-6E8A-4147-A177-3AD203B41FA5}">
                      <a16:colId xmlns:a16="http://schemas.microsoft.com/office/drawing/2014/main" val="20005"/>
                    </a:ext>
                  </a:extLst>
                </a:gridCol>
                <a:gridCol w="403700">
                  <a:extLst>
                    <a:ext uri="{9D8B030D-6E8A-4147-A177-3AD203B41FA5}">
                      <a16:colId xmlns:a16="http://schemas.microsoft.com/office/drawing/2014/main" val="20006"/>
                    </a:ext>
                  </a:extLst>
                </a:gridCol>
              </a:tblGrid>
              <a:tr h="337725">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rgbClr val="FFFF00"/>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921" name="Google Shape;921;p122"/>
          <p:cNvSpPr txBox="1"/>
          <p:nvPr/>
        </p:nvSpPr>
        <p:spPr>
          <a:xfrm>
            <a:off x="3520755" y="2954550"/>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A</a:t>
            </a:r>
            <a:endParaRPr b="1">
              <a:solidFill>
                <a:schemeClr val="accent1"/>
              </a:solidFill>
              <a:latin typeface="Inter"/>
              <a:ea typeface="Inter"/>
              <a:cs typeface="Inter"/>
              <a:sym typeface="Inter"/>
            </a:endParaRPr>
          </a:p>
        </p:txBody>
      </p:sp>
      <p:sp>
        <p:nvSpPr>
          <p:cNvPr id="922" name="Google Shape;922;p122"/>
          <p:cNvSpPr txBox="1"/>
          <p:nvPr/>
        </p:nvSpPr>
        <p:spPr>
          <a:xfrm>
            <a:off x="3934480" y="2953211"/>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B</a:t>
            </a:r>
            <a:endParaRPr b="1">
              <a:solidFill>
                <a:schemeClr val="accent1"/>
              </a:solidFill>
              <a:latin typeface="Inter"/>
              <a:ea typeface="Inter"/>
              <a:cs typeface="Inter"/>
              <a:sym typeface="Inter"/>
            </a:endParaRPr>
          </a:p>
        </p:txBody>
      </p:sp>
      <p:sp>
        <p:nvSpPr>
          <p:cNvPr id="923" name="Google Shape;923;p122"/>
          <p:cNvSpPr txBox="1"/>
          <p:nvPr/>
        </p:nvSpPr>
        <p:spPr>
          <a:xfrm>
            <a:off x="4348209" y="2953211"/>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D</a:t>
            </a:r>
            <a:endParaRPr b="1">
              <a:solidFill>
                <a:schemeClr val="accent1"/>
              </a:solidFill>
              <a:latin typeface="Inter"/>
              <a:ea typeface="Inter"/>
              <a:cs typeface="Inter"/>
              <a:sym typeface="Inter"/>
            </a:endParaRPr>
          </a:p>
        </p:txBody>
      </p:sp>
      <p:sp>
        <p:nvSpPr>
          <p:cNvPr id="924" name="Google Shape;924;p122"/>
          <p:cNvSpPr txBox="1"/>
          <p:nvPr/>
        </p:nvSpPr>
        <p:spPr>
          <a:xfrm>
            <a:off x="4761934" y="2947411"/>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E</a:t>
            </a:r>
            <a:endParaRPr b="1">
              <a:solidFill>
                <a:schemeClr val="accent1"/>
              </a:solidFill>
              <a:latin typeface="Inter"/>
              <a:ea typeface="Inter"/>
              <a:cs typeface="Inter"/>
              <a:sym typeface="Inter"/>
            </a:endParaRPr>
          </a:p>
        </p:txBody>
      </p:sp>
      <p:sp>
        <p:nvSpPr>
          <p:cNvPr id="925" name="Google Shape;925;p122"/>
          <p:cNvSpPr txBox="1"/>
          <p:nvPr/>
        </p:nvSpPr>
        <p:spPr>
          <a:xfrm>
            <a:off x="5153658" y="2947411"/>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C</a:t>
            </a:r>
            <a:endParaRPr b="1">
              <a:solidFill>
                <a:schemeClr val="accent1"/>
              </a:solidFill>
              <a:latin typeface="Inter"/>
              <a:ea typeface="Inter"/>
              <a:cs typeface="Inter"/>
              <a:sym typeface="Inter"/>
            </a:endParaRPr>
          </a:p>
        </p:txBody>
      </p:sp>
      <p:sp>
        <p:nvSpPr>
          <p:cNvPr id="926" name="Google Shape;926;p122"/>
          <p:cNvSpPr txBox="1"/>
          <p:nvPr/>
        </p:nvSpPr>
        <p:spPr>
          <a:xfrm>
            <a:off x="5545384" y="2947411"/>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G</a:t>
            </a:r>
            <a:endParaRPr b="1">
              <a:solidFill>
                <a:schemeClr val="accent1"/>
              </a:solidFill>
              <a:latin typeface="Inter"/>
              <a:ea typeface="Inter"/>
              <a:cs typeface="Inter"/>
              <a:sym typeface="Inter"/>
            </a:endParaRPr>
          </a:p>
        </p:txBody>
      </p:sp>
      <p:sp>
        <p:nvSpPr>
          <p:cNvPr id="927" name="Google Shape;927;p122"/>
          <p:cNvSpPr txBox="1"/>
          <p:nvPr/>
        </p:nvSpPr>
        <p:spPr>
          <a:xfrm>
            <a:off x="5937109" y="2947411"/>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F</a:t>
            </a:r>
            <a:endParaRPr b="1">
              <a:solidFill>
                <a:schemeClr val="accent1"/>
              </a:solidFill>
              <a:latin typeface="Inter"/>
              <a:ea typeface="Inter"/>
              <a:cs typeface="Inter"/>
              <a:sym typeface="Inter"/>
            </a:endParaRPr>
          </a:p>
        </p:txBody>
      </p:sp>
      <p:sp>
        <p:nvSpPr>
          <p:cNvPr id="928" name="Google Shape;928;p122"/>
          <p:cNvSpPr txBox="1"/>
          <p:nvPr/>
        </p:nvSpPr>
        <p:spPr>
          <a:xfrm>
            <a:off x="6746069" y="2123975"/>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A</a:t>
            </a:r>
            <a:endParaRPr b="1">
              <a:solidFill>
                <a:schemeClr val="accent1"/>
              </a:solidFill>
              <a:latin typeface="Inter"/>
              <a:ea typeface="Inter"/>
              <a:cs typeface="Inter"/>
              <a:sym typeface="Inter"/>
            </a:endParaRPr>
          </a:p>
        </p:txBody>
      </p:sp>
      <p:sp>
        <p:nvSpPr>
          <p:cNvPr id="929" name="Google Shape;929;p122"/>
          <p:cNvSpPr txBox="1"/>
          <p:nvPr/>
        </p:nvSpPr>
        <p:spPr>
          <a:xfrm>
            <a:off x="7635486" y="2122175"/>
            <a:ext cx="624000" cy="36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Null</a:t>
            </a:r>
            <a:endParaRPr b="1">
              <a:solidFill>
                <a:schemeClr val="accent1"/>
              </a:solidFill>
              <a:latin typeface="Inter"/>
              <a:ea typeface="Inter"/>
              <a:cs typeface="Inter"/>
              <a:sym typeface="Inter"/>
            </a:endParaRPr>
          </a:p>
        </p:txBody>
      </p:sp>
      <p:sp>
        <p:nvSpPr>
          <p:cNvPr id="930" name="Google Shape;930;p122"/>
          <p:cNvSpPr txBox="1"/>
          <p:nvPr/>
        </p:nvSpPr>
        <p:spPr>
          <a:xfrm>
            <a:off x="3520750" y="2948743"/>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300" b="1">
                <a:solidFill>
                  <a:srgbClr val="FF0000"/>
                </a:solidFill>
                <a:latin typeface="Inter"/>
                <a:ea typeface="Inter"/>
                <a:cs typeface="Inter"/>
                <a:sym typeface="Inter"/>
              </a:rPr>
              <a:t>/</a:t>
            </a:r>
            <a:endParaRPr sz="2300" b="1">
              <a:solidFill>
                <a:srgbClr val="FF0000"/>
              </a:solidFill>
              <a:latin typeface="Inter"/>
              <a:ea typeface="Inter"/>
              <a:cs typeface="Inter"/>
              <a:sym typeface="Inter"/>
            </a:endParaRPr>
          </a:p>
        </p:txBody>
      </p:sp>
      <p:sp>
        <p:nvSpPr>
          <p:cNvPr id="931" name="Google Shape;931;p122"/>
          <p:cNvSpPr txBox="1"/>
          <p:nvPr/>
        </p:nvSpPr>
        <p:spPr>
          <a:xfrm>
            <a:off x="6746069" y="2456000"/>
            <a:ext cx="367500" cy="338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B</a:t>
            </a:r>
            <a:endParaRPr b="1">
              <a:solidFill>
                <a:schemeClr val="accent1"/>
              </a:solidFill>
              <a:latin typeface="Inter"/>
              <a:ea typeface="Inter"/>
              <a:cs typeface="Inter"/>
              <a:sym typeface="Inter"/>
            </a:endParaRPr>
          </a:p>
        </p:txBody>
      </p:sp>
      <p:sp>
        <p:nvSpPr>
          <p:cNvPr id="932" name="Google Shape;932;p122"/>
          <p:cNvSpPr txBox="1"/>
          <p:nvPr/>
        </p:nvSpPr>
        <p:spPr>
          <a:xfrm>
            <a:off x="6746069" y="2815375"/>
            <a:ext cx="367500" cy="36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D</a:t>
            </a:r>
            <a:endParaRPr b="1">
              <a:solidFill>
                <a:schemeClr val="accent1"/>
              </a:solidFill>
              <a:latin typeface="Inter"/>
              <a:ea typeface="Inter"/>
              <a:cs typeface="Inter"/>
              <a:sym typeface="Inter"/>
            </a:endParaRPr>
          </a:p>
        </p:txBody>
      </p:sp>
      <p:sp>
        <p:nvSpPr>
          <p:cNvPr id="933" name="Google Shape;933;p122"/>
          <p:cNvSpPr txBox="1"/>
          <p:nvPr/>
        </p:nvSpPr>
        <p:spPr>
          <a:xfrm>
            <a:off x="7763736" y="2442350"/>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A</a:t>
            </a:r>
            <a:endParaRPr b="1">
              <a:solidFill>
                <a:schemeClr val="accent1"/>
              </a:solidFill>
              <a:latin typeface="Inter"/>
              <a:ea typeface="Inter"/>
              <a:cs typeface="Inter"/>
              <a:sym typeface="Inter"/>
            </a:endParaRPr>
          </a:p>
        </p:txBody>
      </p:sp>
      <p:sp>
        <p:nvSpPr>
          <p:cNvPr id="934" name="Google Shape;934;p122"/>
          <p:cNvSpPr txBox="1"/>
          <p:nvPr/>
        </p:nvSpPr>
        <p:spPr>
          <a:xfrm>
            <a:off x="7763736" y="2817175"/>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A</a:t>
            </a:r>
            <a:endParaRPr b="1">
              <a:solidFill>
                <a:schemeClr val="accent1"/>
              </a:solidFill>
              <a:latin typeface="Inter"/>
              <a:ea typeface="Inter"/>
              <a:cs typeface="Inter"/>
              <a:sym typeface="Inter"/>
            </a:endParaRPr>
          </a:p>
        </p:txBody>
      </p:sp>
      <p:sp>
        <p:nvSpPr>
          <p:cNvPr id="935" name="Google Shape;935;p122"/>
          <p:cNvSpPr txBox="1"/>
          <p:nvPr/>
        </p:nvSpPr>
        <p:spPr>
          <a:xfrm>
            <a:off x="3934475" y="2981068"/>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300" b="1">
                <a:solidFill>
                  <a:srgbClr val="FF0000"/>
                </a:solidFill>
                <a:latin typeface="Inter"/>
                <a:ea typeface="Inter"/>
                <a:cs typeface="Inter"/>
                <a:sym typeface="Inter"/>
              </a:rPr>
              <a:t>/</a:t>
            </a:r>
            <a:endParaRPr sz="2300" b="1">
              <a:solidFill>
                <a:srgbClr val="FF0000"/>
              </a:solidFill>
              <a:latin typeface="Inter"/>
              <a:ea typeface="Inter"/>
              <a:cs typeface="Inter"/>
              <a:sym typeface="Inter"/>
            </a:endParaRPr>
          </a:p>
        </p:txBody>
      </p:sp>
      <p:sp>
        <p:nvSpPr>
          <p:cNvPr id="936" name="Google Shape;936;p122"/>
          <p:cNvSpPr txBox="1"/>
          <p:nvPr/>
        </p:nvSpPr>
        <p:spPr>
          <a:xfrm>
            <a:off x="6746069" y="3177870"/>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E</a:t>
            </a:r>
            <a:endParaRPr b="1">
              <a:solidFill>
                <a:schemeClr val="accent1"/>
              </a:solidFill>
              <a:latin typeface="Inter"/>
              <a:ea typeface="Inter"/>
              <a:cs typeface="Inter"/>
              <a:sym typeface="Inter"/>
            </a:endParaRPr>
          </a:p>
        </p:txBody>
      </p:sp>
      <p:sp>
        <p:nvSpPr>
          <p:cNvPr id="937" name="Google Shape;937;p122"/>
          <p:cNvSpPr txBox="1"/>
          <p:nvPr/>
        </p:nvSpPr>
        <p:spPr>
          <a:xfrm>
            <a:off x="7763736" y="3177870"/>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B</a:t>
            </a:r>
            <a:endParaRPr b="1">
              <a:solidFill>
                <a:schemeClr val="accent1"/>
              </a:solidFill>
              <a:latin typeface="Inter"/>
              <a:ea typeface="Inter"/>
              <a:cs typeface="Inter"/>
              <a:sym typeface="Inter"/>
            </a:endParaRPr>
          </a:p>
        </p:txBody>
      </p:sp>
      <p:sp>
        <p:nvSpPr>
          <p:cNvPr id="938" name="Google Shape;938;p122"/>
          <p:cNvSpPr txBox="1"/>
          <p:nvPr/>
        </p:nvSpPr>
        <p:spPr>
          <a:xfrm>
            <a:off x="4348204" y="2948743"/>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300" b="1">
                <a:solidFill>
                  <a:srgbClr val="FF0000"/>
                </a:solidFill>
                <a:latin typeface="Inter"/>
                <a:ea typeface="Inter"/>
                <a:cs typeface="Inter"/>
                <a:sym typeface="Inter"/>
              </a:rPr>
              <a:t>/</a:t>
            </a:r>
            <a:endParaRPr sz="2300" b="1">
              <a:solidFill>
                <a:srgbClr val="FF0000"/>
              </a:solidFill>
              <a:latin typeface="Inter"/>
              <a:ea typeface="Inter"/>
              <a:cs typeface="Inter"/>
              <a:sym typeface="Inter"/>
            </a:endParaRPr>
          </a:p>
        </p:txBody>
      </p:sp>
      <p:sp>
        <p:nvSpPr>
          <p:cNvPr id="939" name="Google Shape;939;p122"/>
          <p:cNvSpPr txBox="1"/>
          <p:nvPr/>
        </p:nvSpPr>
        <p:spPr>
          <a:xfrm>
            <a:off x="6746069" y="3536161"/>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C</a:t>
            </a:r>
            <a:endParaRPr b="1">
              <a:solidFill>
                <a:schemeClr val="accent1"/>
              </a:solidFill>
              <a:latin typeface="Inter"/>
              <a:ea typeface="Inter"/>
              <a:cs typeface="Inter"/>
              <a:sym typeface="Inter"/>
            </a:endParaRPr>
          </a:p>
        </p:txBody>
      </p:sp>
      <p:sp>
        <p:nvSpPr>
          <p:cNvPr id="940" name="Google Shape;940;p122"/>
          <p:cNvSpPr txBox="1"/>
          <p:nvPr/>
        </p:nvSpPr>
        <p:spPr>
          <a:xfrm>
            <a:off x="7763736" y="3517861"/>
            <a:ext cx="3675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D</a:t>
            </a:r>
            <a:endParaRPr b="1">
              <a:solidFill>
                <a:schemeClr val="accent1"/>
              </a:solidFill>
              <a:latin typeface="Inter"/>
              <a:ea typeface="Inter"/>
              <a:cs typeface="Inter"/>
              <a:sym typeface="Inter"/>
            </a:endParaRPr>
          </a:p>
        </p:txBody>
      </p:sp>
      <p:sp>
        <p:nvSpPr>
          <p:cNvPr id="941" name="Google Shape;941;p122"/>
          <p:cNvSpPr txBox="1"/>
          <p:nvPr/>
        </p:nvSpPr>
        <p:spPr>
          <a:xfrm>
            <a:off x="6746069" y="3896536"/>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G</a:t>
            </a:r>
            <a:endParaRPr b="1">
              <a:solidFill>
                <a:schemeClr val="accent1"/>
              </a:solidFill>
              <a:latin typeface="Inter"/>
              <a:ea typeface="Inter"/>
              <a:cs typeface="Inter"/>
              <a:sym typeface="Inter"/>
            </a:endParaRPr>
          </a:p>
        </p:txBody>
      </p:sp>
      <p:sp>
        <p:nvSpPr>
          <p:cNvPr id="942" name="Google Shape;942;p122"/>
          <p:cNvSpPr txBox="1"/>
          <p:nvPr/>
        </p:nvSpPr>
        <p:spPr>
          <a:xfrm>
            <a:off x="5142642" y="2948743"/>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lt1"/>
              </a:buClr>
              <a:buSzPts val="1100"/>
              <a:buFont typeface="Arial"/>
              <a:buNone/>
            </a:pPr>
            <a:r>
              <a:rPr lang="en" sz="2300" b="1">
                <a:solidFill>
                  <a:srgbClr val="FF0000"/>
                </a:solidFill>
                <a:latin typeface="Inter"/>
                <a:ea typeface="Inter"/>
                <a:cs typeface="Inter"/>
                <a:sym typeface="Inter"/>
              </a:rPr>
              <a:t>/</a:t>
            </a:r>
            <a:endParaRPr sz="2300" b="1">
              <a:solidFill>
                <a:srgbClr val="FF0000"/>
              </a:solidFill>
              <a:latin typeface="Inter"/>
              <a:ea typeface="Inter"/>
              <a:cs typeface="Inter"/>
              <a:sym typeface="Inter"/>
            </a:endParaRPr>
          </a:p>
        </p:txBody>
      </p:sp>
      <p:sp>
        <p:nvSpPr>
          <p:cNvPr id="943" name="Google Shape;943;p122"/>
          <p:cNvSpPr txBox="1"/>
          <p:nvPr/>
        </p:nvSpPr>
        <p:spPr>
          <a:xfrm>
            <a:off x="7763736" y="3878236"/>
            <a:ext cx="367500" cy="402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D</a:t>
            </a:r>
            <a:endParaRPr b="1">
              <a:solidFill>
                <a:schemeClr val="accent1"/>
              </a:solidFill>
              <a:latin typeface="Inter"/>
              <a:ea typeface="Inter"/>
              <a:cs typeface="Inter"/>
              <a:sym typeface="Inter"/>
            </a:endParaRPr>
          </a:p>
        </p:txBody>
      </p:sp>
      <p:sp>
        <p:nvSpPr>
          <p:cNvPr id="944" name="Google Shape;944;p122"/>
          <p:cNvSpPr txBox="1"/>
          <p:nvPr/>
        </p:nvSpPr>
        <p:spPr>
          <a:xfrm>
            <a:off x="4739929" y="2948743"/>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300" b="1">
                <a:solidFill>
                  <a:srgbClr val="FF0000"/>
                </a:solidFill>
                <a:latin typeface="Inter"/>
                <a:ea typeface="Inter"/>
                <a:cs typeface="Inter"/>
                <a:sym typeface="Inter"/>
              </a:rPr>
              <a:t>/</a:t>
            </a:r>
            <a:endParaRPr sz="2300" b="1">
              <a:solidFill>
                <a:srgbClr val="FF0000"/>
              </a:solidFill>
              <a:latin typeface="Inter"/>
              <a:ea typeface="Inter"/>
              <a:cs typeface="Inter"/>
              <a:sym typeface="Inter"/>
            </a:endParaRPr>
          </a:p>
        </p:txBody>
      </p:sp>
      <p:sp>
        <p:nvSpPr>
          <p:cNvPr id="945" name="Google Shape;945;p122"/>
          <p:cNvSpPr txBox="1"/>
          <p:nvPr/>
        </p:nvSpPr>
        <p:spPr>
          <a:xfrm>
            <a:off x="6746069" y="4230880"/>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F</a:t>
            </a:r>
            <a:endParaRPr b="1">
              <a:solidFill>
                <a:schemeClr val="accent1"/>
              </a:solidFill>
              <a:latin typeface="Inter"/>
              <a:ea typeface="Inter"/>
              <a:cs typeface="Inter"/>
              <a:sym typeface="Inter"/>
            </a:endParaRPr>
          </a:p>
        </p:txBody>
      </p:sp>
      <p:sp>
        <p:nvSpPr>
          <p:cNvPr id="946" name="Google Shape;946;p122"/>
          <p:cNvSpPr txBox="1"/>
          <p:nvPr/>
        </p:nvSpPr>
        <p:spPr>
          <a:xfrm>
            <a:off x="7763736" y="4230880"/>
            <a:ext cx="367500" cy="365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E</a:t>
            </a:r>
            <a:endParaRPr b="1">
              <a:solidFill>
                <a:schemeClr val="accent1"/>
              </a:solidFill>
              <a:latin typeface="Inter"/>
              <a:ea typeface="Inter"/>
              <a:cs typeface="Inter"/>
              <a:sym typeface="Inter"/>
            </a:endParaRPr>
          </a:p>
        </p:txBody>
      </p:sp>
      <p:sp>
        <p:nvSpPr>
          <p:cNvPr id="947" name="Google Shape;947;p122"/>
          <p:cNvSpPr txBox="1"/>
          <p:nvPr/>
        </p:nvSpPr>
        <p:spPr>
          <a:xfrm>
            <a:off x="5545367" y="2948743"/>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lt1"/>
              </a:buClr>
              <a:buSzPts val="1100"/>
              <a:buFont typeface="Arial"/>
              <a:buNone/>
            </a:pPr>
            <a:r>
              <a:rPr lang="en" sz="2300" b="1">
                <a:solidFill>
                  <a:srgbClr val="FF0000"/>
                </a:solidFill>
                <a:latin typeface="Inter"/>
                <a:ea typeface="Inter"/>
                <a:cs typeface="Inter"/>
                <a:sym typeface="Inter"/>
              </a:rPr>
              <a:t>/</a:t>
            </a:r>
            <a:endParaRPr sz="2300" b="1">
              <a:solidFill>
                <a:srgbClr val="FF0000"/>
              </a:solidFill>
              <a:latin typeface="Inter"/>
              <a:ea typeface="Inter"/>
              <a:cs typeface="Inter"/>
              <a:sym typeface="Inter"/>
            </a:endParaRPr>
          </a:p>
        </p:txBody>
      </p:sp>
      <p:sp>
        <p:nvSpPr>
          <p:cNvPr id="948" name="Google Shape;948;p122"/>
          <p:cNvSpPr/>
          <p:nvPr/>
        </p:nvSpPr>
        <p:spPr>
          <a:xfrm>
            <a:off x="5949864" y="2976350"/>
            <a:ext cx="367500" cy="3384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3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2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3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3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3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3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3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3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25"/>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2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39"/>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4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41"/>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4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4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927"/>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4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94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94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94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94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9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123"/>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400" b="1">
                <a:solidFill>
                  <a:srgbClr val="FFFFFF"/>
                </a:solidFill>
              </a:rPr>
              <a:t>This describes the best possible overall solution to a problem.</a:t>
            </a:r>
            <a:endParaRPr sz="4400" b="1">
              <a:solidFill>
                <a:srgbClr val="FFFFFF"/>
              </a:solidFill>
            </a:endParaRPr>
          </a:p>
        </p:txBody>
      </p:sp>
      <p:sp>
        <p:nvSpPr>
          <p:cNvPr id="954" name="Google Shape;954;p123"/>
          <p:cNvSpPr txBox="1"/>
          <p:nvPr/>
        </p:nvSpPr>
        <p:spPr>
          <a:xfrm>
            <a:off x="593775" y="2859096"/>
            <a:ext cx="8112300" cy="1614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the global optimum?</a:t>
            </a:r>
            <a:endParaRPr sz="4800" i="1">
              <a:solidFill>
                <a:schemeClr val="accent1"/>
              </a:solidFill>
            </a:endParaRPr>
          </a:p>
        </p:txBody>
      </p:sp>
      <p:pic>
        <p:nvPicPr>
          <p:cNvPr id="955" name="Google Shape;955;p123">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p124"/>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000" b="1">
                <a:solidFill>
                  <a:srgbClr val="FFFFFF"/>
                </a:solidFill>
              </a:rPr>
              <a:t>This greedy path‑finding strategy always picks the lowest‑cost outgoing edge.</a:t>
            </a:r>
            <a:endParaRPr sz="4000" b="1">
              <a:solidFill>
                <a:srgbClr val="FFFFFF"/>
              </a:solidFill>
            </a:endParaRPr>
          </a:p>
        </p:txBody>
      </p:sp>
      <p:sp>
        <p:nvSpPr>
          <p:cNvPr id="961" name="Google Shape;961;p124"/>
          <p:cNvSpPr txBox="1"/>
          <p:nvPr/>
        </p:nvSpPr>
        <p:spPr>
          <a:xfrm>
            <a:off x="593775"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nearest neighbor?</a:t>
            </a:r>
            <a:endParaRPr sz="4800" i="1">
              <a:solidFill>
                <a:schemeClr val="accent1"/>
              </a:solidFill>
            </a:endParaRPr>
          </a:p>
        </p:txBody>
      </p:sp>
      <p:pic>
        <p:nvPicPr>
          <p:cNvPr id="962" name="Google Shape;962;p124">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125"/>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000" b="1">
                <a:solidFill>
                  <a:srgbClr val="FFFFFF"/>
                </a:solidFill>
              </a:rPr>
              <a:t>In Djikstra's algorithm, this data structure replaces a priority queue to deal with path distance updates.</a:t>
            </a:r>
            <a:endParaRPr sz="4000" b="1">
              <a:solidFill>
                <a:srgbClr val="FFFFFF"/>
              </a:solidFill>
            </a:endParaRPr>
          </a:p>
        </p:txBody>
      </p:sp>
      <p:sp>
        <p:nvSpPr>
          <p:cNvPr id="968" name="Google Shape;968;p125"/>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a tuple queue?</a:t>
            </a:r>
            <a:endParaRPr sz="4800" i="1">
              <a:solidFill>
                <a:schemeClr val="accent1"/>
              </a:solidFill>
            </a:endParaRPr>
          </a:p>
        </p:txBody>
      </p:sp>
      <p:pic>
        <p:nvPicPr>
          <p:cNvPr id="969" name="Google Shape;969;p125">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p126"/>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ACTIVITY CHALLENGE!</a:t>
            </a:r>
            <a:endParaRPr sz="4800" b="1">
              <a:solidFill>
                <a:srgbClr val="FFFFFF"/>
              </a:solidFill>
            </a:endParaRPr>
          </a:p>
          <a:p>
            <a:pPr marL="0" lvl="0" indent="0" algn="ctr" rtl="0">
              <a:spcBef>
                <a:spcPts val="0"/>
              </a:spcBef>
              <a:spcAft>
                <a:spcPts val="0"/>
              </a:spcAft>
              <a:buNone/>
            </a:pPr>
            <a:r>
              <a:rPr lang="en" sz="2000" b="1">
                <a:solidFill>
                  <a:srgbClr val="FFFFFF"/>
                </a:solidFill>
              </a:rPr>
              <a:t>Using the Nearest Neighbor algorithm, find the path and total distance from A to F</a:t>
            </a:r>
            <a:endParaRPr sz="2000" b="1">
              <a:solidFill>
                <a:srgbClr val="FFFFFF"/>
              </a:solidFill>
            </a:endParaRPr>
          </a:p>
        </p:txBody>
      </p:sp>
      <p:pic>
        <p:nvPicPr>
          <p:cNvPr id="975" name="Google Shape;975;p126">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graphicFrame>
        <p:nvGraphicFramePr>
          <p:cNvPr id="976" name="Google Shape;976;p126"/>
          <p:cNvGraphicFramePr/>
          <p:nvPr/>
        </p:nvGraphicFramePr>
        <p:xfrm>
          <a:off x="5536450" y="2240075"/>
          <a:ext cx="2825900" cy="396210"/>
        </p:xfrm>
        <a:graphic>
          <a:graphicData uri="http://schemas.openxmlformats.org/drawingml/2006/table">
            <a:tbl>
              <a:tblPr>
                <a:noFill/>
                <a:tableStyleId>{B317DAE7-6F48-4459-89BA-82DB4F46E07A}</a:tableStyleId>
              </a:tblPr>
              <a:tblGrid>
                <a:gridCol w="403700">
                  <a:extLst>
                    <a:ext uri="{9D8B030D-6E8A-4147-A177-3AD203B41FA5}">
                      <a16:colId xmlns:a16="http://schemas.microsoft.com/office/drawing/2014/main" val="20000"/>
                    </a:ext>
                  </a:extLst>
                </a:gridCol>
                <a:gridCol w="403700">
                  <a:extLst>
                    <a:ext uri="{9D8B030D-6E8A-4147-A177-3AD203B41FA5}">
                      <a16:colId xmlns:a16="http://schemas.microsoft.com/office/drawing/2014/main" val="20001"/>
                    </a:ext>
                  </a:extLst>
                </a:gridCol>
                <a:gridCol w="403700">
                  <a:extLst>
                    <a:ext uri="{9D8B030D-6E8A-4147-A177-3AD203B41FA5}">
                      <a16:colId xmlns:a16="http://schemas.microsoft.com/office/drawing/2014/main" val="20002"/>
                    </a:ext>
                  </a:extLst>
                </a:gridCol>
                <a:gridCol w="403700">
                  <a:extLst>
                    <a:ext uri="{9D8B030D-6E8A-4147-A177-3AD203B41FA5}">
                      <a16:colId xmlns:a16="http://schemas.microsoft.com/office/drawing/2014/main" val="20003"/>
                    </a:ext>
                  </a:extLst>
                </a:gridCol>
                <a:gridCol w="403700">
                  <a:extLst>
                    <a:ext uri="{9D8B030D-6E8A-4147-A177-3AD203B41FA5}">
                      <a16:colId xmlns:a16="http://schemas.microsoft.com/office/drawing/2014/main" val="20004"/>
                    </a:ext>
                  </a:extLst>
                </a:gridCol>
                <a:gridCol w="403700">
                  <a:extLst>
                    <a:ext uri="{9D8B030D-6E8A-4147-A177-3AD203B41FA5}">
                      <a16:colId xmlns:a16="http://schemas.microsoft.com/office/drawing/2014/main" val="20005"/>
                    </a:ext>
                  </a:extLst>
                </a:gridCol>
                <a:gridCol w="403700">
                  <a:extLst>
                    <a:ext uri="{9D8B030D-6E8A-4147-A177-3AD203B41FA5}">
                      <a16:colId xmlns:a16="http://schemas.microsoft.com/office/drawing/2014/main" val="20006"/>
                    </a:ext>
                  </a:extLst>
                </a:gridCol>
              </a:tblGrid>
              <a:tr h="337725">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rgbClr val="FFFF00"/>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977" name="Google Shape;977;p126"/>
          <p:cNvSpPr txBox="1"/>
          <p:nvPr/>
        </p:nvSpPr>
        <p:spPr>
          <a:xfrm>
            <a:off x="5536450" y="2240075"/>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A</a:t>
            </a:r>
            <a:endParaRPr b="1">
              <a:solidFill>
                <a:schemeClr val="accent1"/>
              </a:solidFill>
              <a:latin typeface="Inter"/>
              <a:ea typeface="Inter"/>
              <a:cs typeface="Inter"/>
              <a:sym typeface="Inter"/>
            </a:endParaRPr>
          </a:p>
        </p:txBody>
      </p:sp>
      <p:sp>
        <p:nvSpPr>
          <p:cNvPr id="978" name="Google Shape;978;p126"/>
          <p:cNvSpPr txBox="1"/>
          <p:nvPr/>
        </p:nvSpPr>
        <p:spPr>
          <a:xfrm>
            <a:off x="5958005" y="2240075"/>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B</a:t>
            </a:r>
            <a:endParaRPr b="1">
              <a:solidFill>
                <a:schemeClr val="accent1"/>
              </a:solidFill>
              <a:latin typeface="Inter"/>
              <a:ea typeface="Inter"/>
              <a:cs typeface="Inter"/>
              <a:sym typeface="Inter"/>
            </a:endParaRPr>
          </a:p>
        </p:txBody>
      </p:sp>
      <p:sp>
        <p:nvSpPr>
          <p:cNvPr id="979" name="Google Shape;979;p126"/>
          <p:cNvSpPr txBox="1"/>
          <p:nvPr/>
        </p:nvSpPr>
        <p:spPr>
          <a:xfrm>
            <a:off x="6379559" y="2240075"/>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D</a:t>
            </a:r>
            <a:endParaRPr b="1">
              <a:solidFill>
                <a:schemeClr val="accent1"/>
              </a:solidFill>
              <a:latin typeface="Inter"/>
              <a:ea typeface="Inter"/>
              <a:cs typeface="Inter"/>
              <a:sym typeface="Inter"/>
            </a:endParaRPr>
          </a:p>
        </p:txBody>
      </p:sp>
      <p:sp>
        <p:nvSpPr>
          <p:cNvPr id="980" name="Google Shape;980;p126"/>
          <p:cNvSpPr txBox="1"/>
          <p:nvPr/>
        </p:nvSpPr>
        <p:spPr>
          <a:xfrm>
            <a:off x="7151759" y="2240075"/>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E</a:t>
            </a:r>
            <a:endParaRPr b="1">
              <a:solidFill>
                <a:schemeClr val="accent1"/>
              </a:solidFill>
              <a:latin typeface="Inter"/>
              <a:ea typeface="Inter"/>
              <a:cs typeface="Inter"/>
              <a:sym typeface="Inter"/>
            </a:endParaRPr>
          </a:p>
        </p:txBody>
      </p:sp>
      <p:sp>
        <p:nvSpPr>
          <p:cNvPr id="981" name="Google Shape;981;p126"/>
          <p:cNvSpPr txBox="1"/>
          <p:nvPr/>
        </p:nvSpPr>
        <p:spPr>
          <a:xfrm>
            <a:off x="6765659" y="2240075"/>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G</a:t>
            </a:r>
            <a:endParaRPr b="1">
              <a:solidFill>
                <a:schemeClr val="accent1"/>
              </a:solidFill>
              <a:latin typeface="Inter"/>
              <a:ea typeface="Inter"/>
              <a:cs typeface="Inter"/>
              <a:sym typeface="Inter"/>
            </a:endParaRPr>
          </a:p>
        </p:txBody>
      </p:sp>
      <p:sp>
        <p:nvSpPr>
          <p:cNvPr id="982" name="Google Shape;982;p126"/>
          <p:cNvSpPr txBox="1"/>
          <p:nvPr/>
        </p:nvSpPr>
        <p:spPr>
          <a:xfrm>
            <a:off x="7573309" y="2240075"/>
            <a:ext cx="367500" cy="396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F</a:t>
            </a:r>
            <a:endParaRPr b="1">
              <a:solidFill>
                <a:schemeClr val="accent1"/>
              </a:solidFill>
              <a:latin typeface="Inter"/>
              <a:ea typeface="Inter"/>
              <a:cs typeface="Inter"/>
              <a:sym typeface="Inter"/>
            </a:endParaRPr>
          </a:p>
        </p:txBody>
      </p:sp>
      <p:pic>
        <p:nvPicPr>
          <p:cNvPr id="983" name="Google Shape;983;p126"/>
          <p:cNvPicPr preferRelativeResize="0"/>
          <p:nvPr/>
        </p:nvPicPr>
        <p:blipFill rotWithShape="1">
          <a:blip r:embed="rId5">
            <a:alphaModFix/>
          </a:blip>
          <a:srcRect l="18627" t="30203" r="16919" b="11792"/>
          <a:stretch/>
        </p:blipFill>
        <p:spPr>
          <a:xfrm>
            <a:off x="438000" y="2011707"/>
            <a:ext cx="4607124" cy="2315880"/>
          </a:xfrm>
          <a:prstGeom prst="rect">
            <a:avLst/>
          </a:prstGeom>
          <a:solidFill>
            <a:srgbClr val="4A86E8"/>
          </a:solidFill>
          <a:ln w="76200" cap="flat" cmpd="sng">
            <a:solidFill>
              <a:schemeClr val="accent1"/>
            </a:solidFill>
            <a:prstDash val="solid"/>
            <a:round/>
            <a:headEnd type="none" w="sm" len="sm"/>
            <a:tailEnd type="none" w="sm" len="sm"/>
          </a:ln>
        </p:spPr>
      </p:pic>
      <p:graphicFrame>
        <p:nvGraphicFramePr>
          <p:cNvPr id="984" name="Google Shape;984;p126"/>
          <p:cNvGraphicFramePr/>
          <p:nvPr/>
        </p:nvGraphicFramePr>
        <p:xfrm>
          <a:off x="5735050" y="2791200"/>
          <a:ext cx="2422200" cy="396210"/>
        </p:xfrm>
        <a:graphic>
          <a:graphicData uri="http://schemas.openxmlformats.org/drawingml/2006/table">
            <a:tbl>
              <a:tblPr>
                <a:noFill/>
                <a:tableStyleId>{B317DAE7-6F48-4459-89BA-82DB4F46E07A}</a:tableStyleId>
              </a:tblPr>
              <a:tblGrid>
                <a:gridCol w="403700">
                  <a:extLst>
                    <a:ext uri="{9D8B030D-6E8A-4147-A177-3AD203B41FA5}">
                      <a16:colId xmlns:a16="http://schemas.microsoft.com/office/drawing/2014/main" val="20000"/>
                    </a:ext>
                  </a:extLst>
                </a:gridCol>
                <a:gridCol w="403700">
                  <a:extLst>
                    <a:ext uri="{9D8B030D-6E8A-4147-A177-3AD203B41FA5}">
                      <a16:colId xmlns:a16="http://schemas.microsoft.com/office/drawing/2014/main" val="20001"/>
                    </a:ext>
                  </a:extLst>
                </a:gridCol>
                <a:gridCol w="403700">
                  <a:extLst>
                    <a:ext uri="{9D8B030D-6E8A-4147-A177-3AD203B41FA5}">
                      <a16:colId xmlns:a16="http://schemas.microsoft.com/office/drawing/2014/main" val="20002"/>
                    </a:ext>
                  </a:extLst>
                </a:gridCol>
                <a:gridCol w="403700">
                  <a:extLst>
                    <a:ext uri="{9D8B030D-6E8A-4147-A177-3AD203B41FA5}">
                      <a16:colId xmlns:a16="http://schemas.microsoft.com/office/drawing/2014/main" val="20003"/>
                    </a:ext>
                  </a:extLst>
                </a:gridCol>
                <a:gridCol w="403700">
                  <a:extLst>
                    <a:ext uri="{9D8B030D-6E8A-4147-A177-3AD203B41FA5}">
                      <a16:colId xmlns:a16="http://schemas.microsoft.com/office/drawing/2014/main" val="20004"/>
                    </a:ext>
                  </a:extLst>
                </a:gridCol>
                <a:gridCol w="403700">
                  <a:extLst>
                    <a:ext uri="{9D8B030D-6E8A-4147-A177-3AD203B41FA5}">
                      <a16:colId xmlns:a16="http://schemas.microsoft.com/office/drawing/2014/main" val="20005"/>
                    </a:ext>
                  </a:extLst>
                </a:gridCol>
              </a:tblGrid>
              <a:tr h="337725">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rgbClr val="FFFF00"/>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endParaRPr b="1">
                        <a:solidFill>
                          <a:schemeClr val="accent1"/>
                        </a:solidFill>
                      </a:endParaRPr>
                    </a:p>
                  </a:txBody>
                  <a:tcPr marL="91425" marR="91425" marT="91425" marB="91425">
                    <a:lnL w="28575" cap="flat" cmpd="sng">
                      <a:solidFill>
                        <a:schemeClr val="accent1"/>
                      </a:solidFill>
                      <a:prstDash val="solid"/>
                      <a:round/>
                      <a:headEnd type="none" w="sm" len="sm"/>
                      <a:tailEnd type="none" w="sm" len="sm"/>
                    </a:lnL>
                    <a:lnR w="28575" cap="flat" cmpd="sng">
                      <a:solidFill>
                        <a:schemeClr val="accent1"/>
                      </a:solidFill>
                      <a:prstDash val="solid"/>
                      <a:round/>
                      <a:headEnd type="none" w="sm" len="sm"/>
                      <a:tailEnd type="none" w="sm" len="sm"/>
                    </a:lnR>
                    <a:lnT w="28575" cap="flat" cmpd="sng">
                      <a:solidFill>
                        <a:schemeClr val="accent1"/>
                      </a:solidFill>
                      <a:prstDash val="solid"/>
                      <a:round/>
                      <a:headEnd type="none" w="sm" len="sm"/>
                      <a:tailEnd type="none" w="sm" len="sm"/>
                    </a:lnT>
                    <a:lnB w="28575" cap="flat" cmpd="sng">
                      <a:solidFill>
                        <a:schemeClr val="accent1"/>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985" name="Google Shape;985;p126"/>
          <p:cNvSpPr txBox="1"/>
          <p:nvPr/>
        </p:nvSpPr>
        <p:spPr>
          <a:xfrm>
            <a:off x="7151750" y="2240068"/>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300" b="1">
                <a:solidFill>
                  <a:srgbClr val="FF0000"/>
                </a:solidFill>
                <a:latin typeface="Inter"/>
                <a:ea typeface="Inter"/>
                <a:cs typeface="Inter"/>
                <a:sym typeface="Inter"/>
              </a:rPr>
              <a:t>/</a:t>
            </a:r>
            <a:endParaRPr sz="2300" b="1">
              <a:solidFill>
                <a:srgbClr val="FF0000"/>
              </a:solidFill>
              <a:latin typeface="Inter"/>
              <a:ea typeface="Inter"/>
              <a:cs typeface="Inter"/>
              <a:sym typeface="Inter"/>
            </a:endParaRPr>
          </a:p>
        </p:txBody>
      </p:sp>
      <p:sp>
        <p:nvSpPr>
          <p:cNvPr id="986" name="Google Shape;986;p126"/>
          <p:cNvSpPr txBox="1"/>
          <p:nvPr/>
        </p:nvSpPr>
        <p:spPr>
          <a:xfrm>
            <a:off x="5735050" y="2792500"/>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4</a:t>
            </a:r>
            <a:endParaRPr b="1">
              <a:solidFill>
                <a:schemeClr val="accent1"/>
              </a:solidFill>
              <a:latin typeface="Inter"/>
              <a:ea typeface="Inter"/>
              <a:cs typeface="Inter"/>
              <a:sym typeface="Inter"/>
            </a:endParaRPr>
          </a:p>
        </p:txBody>
      </p:sp>
      <p:sp>
        <p:nvSpPr>
          <p:cNvPr id="987" name="Google Shape;987;p126"/>
          <p:cNvSpPr txBox="1"/>
          <p:nvPr/>
        </p:nvSpPr>
        <p:spPr>
          <a:xfrm>
            <a:off x="6156600" y="2792500"/>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2</a:t>
            </a:r>
            <a:endParaRPr b="1">
              <a:solidFill>
                <a:schemeClr val="accent1"/>
              </a:solidFill>
              <a:latin typeface="Inter"/>
              <a:ea typeface="Inter"/>
              <a:cs typeface="Inter"/>
              <a:sym typeface="Inter"/>
            </a:endParaRPr>
          </a:p>
        </p:txBody>
      </p:sp>
      <p:sp>
        <p:nvSpPr>
          <p:cNvPr id="988" name="Google Shape;988;p126"/>
          <p:cNvSpPr txBox="1"/>
          <p:nvPr/>
        </p:nvSpPr>
        <p:spPr>
          <a:xfrm>
            <a:off x="6578150" y="2792500"/>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11</a:t>
            </a:r>
            <a:endParaRPr b="1">
              <a:solidFill>
                <a:schemeClr val="accent1"/>
              </a:solidFill>
              <a:latin typeface="Inter"/>
              <a:ea typeface="Inter"/>
              <a:cs typeface="Inter"/>
              <a:sym typeface="Inter"/>
            </a:endParaRPr>
          </a:p>
        </p:txBody>
      </p:sp>
      <p:sp>
        <p:nvSpPr>
          <p:cNvPr id="989" name="Google Shape;989;p126"/>
          <p:cNvSpPr txBox="1"/>
          <p:nvPr/>
        </p:nvSpPr>
        <p:spPr>
          <a:xfrm>
            <a:off x="6964250" y="2792500"/>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chemeClr val="accent1"/>
                </a:solidFill>
                <a:latin typeface="Inter"/>
                <a:ea typeface="Inter"/>
                <a:cs typeface="Inter"/>
                <a:sym typeface="Inter"/>
              </a:rPr>
              <a:t>6</a:t>
            </a:r>
            <a:endParaRPr b="1">
              <a:solidFill>
                <a:schemeClr val="accent1"/>
              </a:solidFill>
              <a:latin typeface="Inter"/>
              <a:ea typeface="Inter"/>
              <a:cs typeface="Inter"/>
              <a:sym typeface="Inter"/>
            </a:endParaRPr>
          </a:p>
        </p:txBody>
      </p:sp>
      <p:sp>
        <p:nvSpPr>
          <p:cNvPr id="990" name="Google Shape;990;p126"/>
          <p:cNvSpPr txBox="1"/>
          <p:nvPr/>
        </p:nvSpPr>
        <p:spPr>
          <a:xfrm>
            <a:off x="7350350" y="2792500"/>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a:solidFill>
                  <a:schemeClr val="accent1"/>
                </a:solidFill>
                <a:latin typeface="Inter"/>
                <a:ea typeface="Inter"/>
                <a:cs typeface="Inter"/>
                <a:sym typeface="Inter"/>
              </a:rPr>
              <a:t>10</a:t>
            </a:r>
            <a:endParaRPr sz="1300" b="1">
              <a:solidFill>
                <a:schemeClr val="accent1"/>
              </a:solidFill>
              <a:latin typeface="Inter"/>
              <a:ea typeface="Inter"/>
              <a:cs typeface="Inter"/>
              <a:sym typeface="Inter"/>
            </a:endParaRPr>
          </a:p>
        </p:txBody>
      </p:sp>
      <p:sp>
        <p:nvSpPr>
          <p:cNvPr id="991" name="Google Shape;991;p126"/>
          <p:cNvSpPr txBox="1"/>
          <p:nvPr/>
        </p:nvSpPr>
        <p:spPr>
          <a:xfrm>
            <a:off x="6964250" y="2792493"/>
            <a:ext cx="367500" cy="393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300" b="1">
                <a:solidFill>
                  <a:srgbClr val="FF0000"/>
                </a:solidFill>
                <a:latin typeface="Inter"/>
                <a:ea typeface="Inter"/>
                <a:cs typeface="Inter"/>
                <a:sym typeface="Inter"/>
              </a:rPr>
              <a:t>/</a:t>
            </a:r>
            <a:endParaRPr sz="2300" b="1">
              <a:solidFill>
                <a:srgbClr val="FF0000"/>
              </a:solidFill>
              <a:latin typeface="Inter"/>
              <a:ea typeface="Inter"/>
              <a:cs typeface="Inter"/>
              <a:sym typeface="Inter"/>
            </a:endParaRPr>
          </a:p>
        </p:txBody>
      </p:sp>
      <p:sp>
        <p:nvSpPr>
          <p:cNvPr id="992" name="Google Shape;992;p126"/>
          <p:cNvSpPr txBox="1"/>
          <p:nvPr/>
        </p:nvSpPr>
        <p:spPr>
          <a:xfrm>
            <a:off x="7753550" y="2795950"/>
            <a:ext cx="414300" cy="393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300" b="1">
                <a:solidFill>
                  <a:srgbClr val="4A86E8"/>
                </a:solidFill>
                <a:latin typeface="Inter"/>
                <a:ea typeface="Inter"/>
                <a:cs typeface="Inter"/>
                <a:sym typeface="Inter"/>
              </a:rPr>
              <a:t>27</a:t>
            </a:r>
            <a:endParaRPr sz="1300" b="1">
              <a:solidFill>
                <a:srgbClr val="4A86E8"/>
              </a:solidFill>
              <a:latin typeface="Inter"/>
              <a:ea typeface="Inter"/>
              <a:cs typeface="Inter"/>
              <a:sym typeface="Int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7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8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7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8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8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8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8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8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9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9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8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sp>
        <p:nvSpPr>
          <p:cNvPr id="997" name="Google Shape;997;p127"/>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ACTIVITY CHALLENGE!</a:t>
            </a:r>
            <a:endParaRPr sz="2400" b="1">
              <a:solidFill>
                <a:srgbClr val="FFFFFF"/>
              </a:solidFill>
            </a:endParaRPr>
          </a:p>
        </p:txBody>
      </p:sp>
      <p:pic>
        <p:nvPicPr>
          <p:cNvPr id="998" name="Google Shape;998;p127">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pic>
        <p:nvPicPr>
          <p:cNvPr id="999" name="Google Shape;999;p127"/>
          <p:cNvPicPr preferRelativeResize="0"/>
          <p:nvPr/>
        </p:nvPicPr>
        <p:blipFill>
          <a:blip r:embed="rId5">
            <a:alphaModFix/>
          </a:blip>
          <a:stretch>
            <a:fillRect/>
          </a:stretch>
        </p:blipFill>
        <p:spPr>
          <a:xfrm>
            <a:off x="284850" y="1684901"/>
            <a:ext cx="2947901" cy="2769374"/>
          </a:xfrm>
          <a:prstGeom prst="rect">
            <a:avLst/>
          </a:prstGeom>
          <a:noFill/>
          <a:ln w="19050" cap="flat" cmpd="sng">
            <a:solidFill>
              <a:schemeClr val="accent1"/>
            </a:solidFill>
            <a:prstDash val="solid"/>
            <a:round/>
            <a:headEnd type="none" w="sm" len="sm"/>
            <a:tailEnd type="none" w="sm" len="sm"/>
          </a:ln>
        </p:spPr>
      </p:pic>
      <p:graphicFrame>
        <p:nvGraphicFramePr>
          <p:cNvPr id="1000" name="Google Shape;1000;p127"/>
          <p:cNvGraphicFramePr/>
          <p:nvPr/>
        </p:nvGraphicFramePr>
        <p:xfrm>
          <a:off x="3348028" y="1289225"/>
          <a:ext cx="5467950" cy="3171020"/>
        </p:xfrm>
        <a:graphic>
          <a:graphicData uri="http://schemas.openxmlformats.org/drawingml/2006/table">
            <a:tbl>
              <a:tblPr>
                <a:noFill/>
                <a:tableStyleId>{B317DAE7-6F48-4459-89BA-82DB4F46E07A}</a:tableStyleId>
              </a:tblPr>
              <a:tblGrid>
                <a:gridCol w="637300">
                  <a:extLst>
                    <a:ext uri="{9D8B030D-6E8A-4147-A177-3AD203B41FA5}">
                      <a16:colId xmlns:a16="http://schemas.microsoft.com/office/drawing/2014/main" val="20000"/>
                    </a:ext>
                  </a:extLst>
                </a:gridCol>
                <a:gridCol w="684125">
                  <a:extLst>
                    <a:ext uri="{9D8B030D-6E8A-4147-A177-3AD203B41FA5}">
                      <a16:colId xmlns:a16="http://schemas.microsoft.com/office/drawing/2014/main" val="20001"/>
                    </a:ext>
                  </a:extLst>
                </a:gridCol>
                <a:gridCol w="570675">
                  <a:extLst>
                    <a:ext uri="{9D8B030D-6E8A-4147-A177-3AD203B41FA5}">
                      <a16:colId xmlns:a16="http://schemas.microsoft.com/office/drawing/2014/main" val="20002"/>
                    </a:ext>
                  </a:extLst>
                </a:gridCol>
                <a:gridCol w="538100">
                  <a:extLst>
                    <a:ext uri="{9D8B030D-6E8A-4147-A177-3AD203B41FA5}">
                      <a16:colId xmlns:a16="http://schemas.microsoft.com/office/drawing/2014/main" val="20003"/>
                    </a:ext>
                  </a:extLst>
                </a:gridCol>
                <a:gridCol w="607550">
                  <a:extLst>
                    <a:ext uri="{9D8B030D-6E8A-4147-A177-3AD203B41FA5}">
                      <a16:colId xmlns:a16="http://schemas.microsoft.com/office/drawing/2014/main" val="20004"/>
                    </a:ext>
                  </a:extLst>
                </a:gridCol>
                <a:gridCol w="607550">
                  <a:extLst>
                    <a:ext uri="{9D8B030D-6E8A-4147-A177-3AD203B41FA5}">
                      <a16:colId xmlns:a16="http://schemas.microsoft.com/office/drawing/2014/main" val="20005"/>
                    </a:ext>
                  </a:extLst>
                </a:gridCol>
                <a:gridCol w="607550">
                  <a:extLst>
                    <a:ext uri="{9D8B030D-6E8A-4147-A177-3AD203B41FA5}">
                      <a16:colId xmlns:a16="http://schemas.microsoft.com/office/drawing/2014/main" val="20006"/>
                    </a:ext>
                  </a:extLst>
                </a:gridCol>
                <a:gridCol w="607550">
                  <a:extLst>
                    <a:ext uri="{9D8B030D-6E8A-4147-A177-3AD203B41FA5}">
                      <a16:colId xmlns:a16="http://schemas.microsoft.com/office/drawing/2014/main" val="20007"/>
                    </a:ext>
                  </a:extLst>
                </a:gridCol>
                <a:gridCol w="607550">
                  <a:extLst>
                    <a:ext uri="{9D8B030D-6E8A-4147-A177-3AD203B41FA5}">
                      <a16:colId xmlns:a16="http://schemas.microsoft.com/office/drawing/2014/main" val="20008"/>
                    </a:ext>
                  </a:extLst>
                </a:gridCol>
              </a:tblGrid>
              <a:tr h="383275">
                <a:tc>
                  <a:txBody>
                    <a:bodyPr/>
                    <a:lstStyle/>
                    <a:p>
                      <a:pPr marL="0" lvl="0" indent="0" algn="ctr" rtl="0">
                        <a:spcBef>
                          <a:spcPts val="0"/>
                        </a:spcBef>
                        <a:spcAft>
                          <a:spcPts val="0"/>
                        </a:spcAft>
                        <a:buNone/>
                      </a:pPr>
                      <a:r>
                        <a:rPr lang="en" sz="900" b="1">
                          <a:solidFill>
                            <a:srgbClr val="4A86E8"/>
                          </a:solidFill>
                        </a:rPr>
                        <a:t>Iteration</a:t>
                      </a:r>
                      <a:endParaRPr sz="900" b="1">
                        <a:solidFill>
                          <a:srgbClr val="4A86E8"/>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900" b="1">
                          <a:solidFill>
                            <a:srgbClr val="4A86E8"/>
                          </a:solidFill>
                        </a:rPr>
                        <a:t>Finalized Vertex</a:t>
                      </a:r>
                      <a:endParaRPr sz="900" b="1">
                        <a:solidFill>
                          <a:srgbClr val="4A86E8"/>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900" b="1">
                          <a:solidFill>
                            <a:srgbClr val="4A86E8"/>
                          </a:solidFill>
                        </a:rPr>
                        <a:t>A</a:t>
                      </a:r>
                      <a:endParaRPr sz="900" b="1">
                        <a:solidFill>
                          <a:srgbClr val="4A86E8"/>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900" b="1">
                          <a:solidFill>
                            <a:srgbClr val="4A86E8"/>
                          </a:solidFill>
                        </a:rPr>
                        <a:t>B</a:t>
                      </a:r>
                      <a:endParaRPr sz="900" b="1">
                        <a:solidFill>
                          <a:srgbClr val="4A86E8"/>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900" b="1">
                          <a:solidFill>
                            <a:srgbClr val="4A86E8"/>
                          </a:solidFill>
                        </a:rPr>
                        <a:t>C</a:t>
                      </a:r>
                      <a:endParaRPr sz="900" b="1">
                        <a:solidFill>
                          <a:srgbClr val="4A86E8"/>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900" b="1">
                          <a:solidFill>
                            <a:srgbClr val="4A86E8"/>
                          </a:solidFill>
                        </a:rPr>
                        <a:t>D</a:t>
                      </a:r>
                      <a:endParaRPr sz="900" b="1">
                        <a:solidFill>
                          <a:srgbClr val="4A86E8"/>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900" b="1">
                          <a:solidFill>
                            <a:srgbClr val="4A86E8"/>
                          </a:solidFill>
                        </a:rPr>
                        <a:t>E</a:t>
                      </a:r>
                      <a:endParaRPr sz="900" b="1">
                        <a:solidFill>
                          <a:srgbClr val="4A86E8"/>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900" b="1">
                          <a:solidFill>
                            <a:srgbClr val="4A86E8"/>
                          </a:solidFill>
                        </a:rPr>
                        <a:t>F</a:t>
                      </a:r>
                      <a:endParaRPr sz="900" b="1">
                        <a:solidFill>
                          <a:srgbClr val="4A86E8"/>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1"/>
                    </a:solidFill>
                  </a:tcPr>
                </a:tc>
                <a:tc>
                  <a:txBody>
                    <a:bodyPr/>
                    <a:lstStyle/>
                    <a:p>
                      <a:pPr marL="0" lvl="0" indent="0" algn="ctr" rtl="0">
                        <a:spcBef>
                          <a:spcPts val="0"/>
                        </a:spcBef>
                        <a:spcAft>
                          <a:spcPts val="0"/>
                        </a:spcAft>
                        <a:buNone/>
                      </a:pPr>
                      <a:r>
                        <a:rPr lang="en" sz="900" b="1">
                          <a:solidFill>
                            <a:srgbClr val="4A86E8"/>
                          </a:solidFill>
                        </a:rPr>
                        <a:t>G</a:t>
                      </a:r>
                      <a:endParaRPr sz="900" b="1">
                        <a:solidFill>
                          <a:srgbClr val="4A86E8"/>
                        </a:solidFill>
                      </a:endParaRPr>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297300">
                <a:tc>
                  <a:txBody>
                    <a:bodyPr/>
                    <a:lstStyle/>
                    <a:p>
                      <a:pPr marL="0" lvl="0" indent="0" algn="ctr" rtl="0">
                        <a:spcBef>
                          <a:spcPts val="0"/>
                        </a:spcBef>
                        <a:spcAft>
                          <a:spcPts val="0"/>
                        </a:spcAft>
                        <a:buNone/>
                      </a:pPr>
                      <a:r>
                        <a:rPr lang="en" sz="1000">
                          <a:latin typeface="Consolas"/>
                          <a:ea typeface="Consolas"/>
                          <a:cs typeface="Consolas"/>
                          <a:sym typeface="Consolas"/>
                        </a:rPr>
                        <a:t>0</a:t>
                      </a:r>
                      <a:endParaRPr sz="1000">
                        <a:latin typeface="Consolas"/>
                        <a:ea typeface="Consolas"/>
                        <a:cs typeface="Consolas"/>
                        <a:sym typeface="Consolas"/>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66666"/>
                    </a:solidFill>
                  </a:tcPr>
                </a:tc>
                <a:tc>
                  <a:txBody>
                    <a:bodyPr/>
                    <a:lstStyle/>
                    <a:p>
                      <a:pPr marL="0" lvl="0" indent="0" algn="ctr" rtl="0">
                        <a:spcBef>
                          <a:spcPts val="0"/>
                        </a:spcBef>
                        <a:spcAft>
                          <a:spcPts val="0"/>
                        </a:spcAft>
                        <a:buNone/>
                      </a:pPr>
                      <a:r>
                        <a:rPr lang="en" sz="1000" b="1"/>
                        <a:t>0,null</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b="1"/>
                        <a:t>∞,null</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b="1"/>
                        <a:t>∞,null</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b="1"/>
                        <a:t>∞,null</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b="1"/>
                        <a:t>∞,null</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b="1"/>
                        <a:t>∞,null</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000" b="1"/>
                        <a:t>∞,null</a:t>
                      </a:r>
                      <a:endParaRPr sz="1000" b="1"/>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97300">
                <a:tc>
                  <a:txBody>
                    <a:bodyPr/>
                    <a:lstStyle/>
                    <a:p>
                      <a:pPr marL="0" lvl="0" indent="0" algn="ctr" rtl="0">
                        <a:spcBef>
                          <a:spcPts val="0"/>
                        </a:spcBef>
                        <a:spcAft>
                          <a:spcPts val="0"/>
                        </a:spcAft>
                        <a:buNone/>
                      </a:pPr>
                      <a:r>
                        <a:rPr lang="en" sz="1000">
                          <a:latin typeface="Consolas"/>
                          <a:ea typeface="Consolas"/>
                          <a:cs typeface="Consolas"/>
                          <a:sym typeface="Consolas"/>
                        </a:rPr>
                        <a:t>1</a:t>
                      </a:r>
                      <a:endParaRPr sz="1000">
                        <a:latin typeface="Consolas"/>
                        <a:ea typeface="Consolas"/>
                        <a:cs typeface="Consolas"/>
                        <a:sym typeface="Consolas"/>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Clr>
                          <a:schemeClr val="lt1"/>
                        </a:buClr>
                        <a:buSzPts val="1100"/>
                        <a:buFont typeface="Arial"/>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97300">
                <a:tc>
                  <a:txBody>
                    <a:bodyPr/>
                    <a:lstStyle/>
                    <a:p>
                      <a:pPr marL="0" lvl="0" indent="0" algn="ctr" rtl="0">
                        <a:spcBef>
                          <a:spcPts val="0"/>
                        </a:spcBef>
                        <a:spcAft>
                          <a:spcPts val="0"/>
                        </a:spcAft>
                        <a:buNone/>
                      </a:pPr>
                      <a:r>
                        <a:rPr lang="en" sz="1000">
                          <a:latin typeface="Consolas"/>
                          <a:ea typeface="Consolas"/>
                          <a:cs typeface="Consolas"/>
                          <a:sym typeface="Consolas"/>
                        </a:rPr>
                        <a:t>2</a:t>
                      </a:r>
                      <a:endParaRPr sz="1000">
                        <a:latin typeface="Consolas"/>
                        <a:ea typeface="Consolas"/>
                        <a:cs typeface="Consolas"/>
                        <a:sym typeface="Consolas"/>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97300">
                <a:tc>
                  <a:txBody>
                    <a:bodyPr/>
                    <a:lstStyle/>
                    <a:p>
                      <a:pPr marL="0" lvl="0" indent="0" algn="ctr" rtl="0">
                        <a:spcBef>
                          <a:spcPts val="0"/>
                        </a:spcBef>
                        <a:spcAft>
                          <a:spcPts val="0"/>
                        </a:spcAft>
                        <a:buNone/>
                      </a:pPr>
                      <a:r>
                        <a:rPr lang="en" sz="1000">
                          <a:latin typeface="Consolas"/>
                          <a:ea typeface="Consolas"/>
                          <a:cs typeface="Consolas"/>
                          <a:sym typeface="Consolas"/>
                        </a:rPr>
                        <a:t>3</a:t>
                      </a:r>
                      <a:endParaRPr sz="1000">
                        <a:latin typeface="Consolas"/>
                        <a:ea typeface="Consolas"/>
                        <a:cs typeface="Consolas"/>
                        <a:sym typeface="Consolas"/>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97300">
                <a:tc>
                  <a:txBody>
                    <a:bodyPr/>
                    <a:lstStyle/>
                    <a:p>
                      <a:pPr marL="0" lvl="0" indent="0" algn="ctr" rtl="0">
                        <a:spcBef>
                          <a:spcPts val="0"/>
                        </a:spcBef>
                        <a:spcAft>
                          <a:spcPts val="0"/>
                        </a:spcAft>
                        <a:buNone/>
                      </a:pPr>
                      <a:r>
                        <a:rPr lang="en" sz="1000">
                          <a:latin typeface="Consolas"/>
                          <a:ea typeface="Consolas"/>
                          <a:cs typeface="Consolas"/>
                          <a:sym typeface="Consolas"/>
                        </a:rPr>
                        <a:t>4</a:t>
                      </a:r>
                      <a:endParaRPr sz="1000">
                        <a:latin typeface="Consolas"/>
                        <a:ea typeface="Consolas"/>
                        <a:cs typeface="Consolas"/>
                        <a:sym typeface="Consolas"/>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97300">
                <a:tc>
                  <a:txBody>
                    <a:bodyPr/>
                    <a:lstStyle/>
                    <a:p>
                      <a:pPr marL="0" lvl="0" indent="0" algn="ctr" rtl="0">
                        <a:spcBef>
                          <a:spcPts val="0"/>
                        </a:spcBef>
                        <a:spcAft>
                          <a:spcPts val="0"/>
                        </a:spcAft>
                        <a:buNone/>
                      </a:pPr>
                      <a:r>
                        <a:rPr lang="en" sz="1000">
                          <a:latin typeface="Consolas"/>
                          <a:ea typeface="Consolas"/>
                          <a:cs typeface="Consolas"/>
                          <a:sym typeface="Consolas"/>
                        </a:rPr>
                        <a:t>5</a:t>
                      </a:r>
                      <a:endParaRPr sz="1000">
                        <a:latin typeface="Consolas"/>
                        <a:ea typeface="Consolas"/>
                        <a:cs typeface="Consolas"/>
                        <a:sym typeface="Consolas"/>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67100">
                <a:tc>
                  <a:txBody>
                    <a:bodyPr/>
                    <a:lstStyle/>
                    <a:p>
                      <a:pPr marL="0" lvl="0" indent="0" algn="ctr" rtl="0">
                        <a:spcBef>
                          <a:spcPts val="0"/>
                        </a:spcBef>
                        <a:spcAft>
                          <a:spcPts val="0"/>
                        </a:spcAft>
                        <a:buNone/>
                      </a:pPr>
                      <a:r>
                        <a:rPr lang="en" sz="1000">
                          <a:latin typeface="Consolas"/>
                          <a:ea typeface="Consolas"/>
                          <a:cs typeface="Consolas"/>
                          <a:sym typeface="Consolas"/>
                        </a:rPr>
                        <a:t>6</a:t>
                      </a:r>
                      <a:endParaRPr sz="1000">
                        <a:latin typeface="Consolas"/>
                        <a:ea typeface="Consolas"/>
                        <a:cs typeface="Consolas"/>
                        <a:sym typeface="Consolas"/>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97300">
                <a:tc>
                  <a:txBody>
                    <a:bodyPr/>
                    <a:lstStyle/>
                    <a:p>
                      <a:pPr marL="0" lvl="0" indent="0" algn="ctr" rtl="0">
                        <a:spcBef>
                          <a:spcPts val="0"/>
                        </a:spcBef>
                        <a:spcAft>
                          <a:spcPts val="0"/>
                        </a:spcAft>
                        <a:buNone/>
                      </a:pPr>
                      <a:r>
                        <a:rPr lang="en" sz="1000">
                          <a:latin typeface="Consolas"/>
                          <a:ea typeface="Consolas"/>
                          <a:cs typeface="Consolas"/>
                          <a:sym typeface="Consolas"/>
                        </a:rPr>
                        <a:t>7</a:t>
                      </a:r>
                      <a:endParaRPr sz="100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endParaRPr sz="1000">
                        <a:solidFill>
                          <a:srgbClr val="EE0000"/>
                        </a:solidFill>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bl>
          </a:graphicData>
        </a:graphic>
      </p:graphicFrame>
      <p:sp>
        <p:nvSpPr>
          <p:cNvPr id="1001" name="Google Shape;1001;p127"/>
          <p:cNvSpPr txBox="1"/>
          <p:nvPr/>
        </p:nvSpPr>
        <p:spPr>
          <a:xfrm>
            <a:off x="4025050" y="2081625"/>
            <a:ext cx="644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rgbClr val="EE0000"/>
                </a:solidFill>
                <a:latin typeface="Inter"/>
                <a:ea typeface="Inter"/>
                <a:cs typeface="Inter"/>
                <a:sym typeface="Inter"/>
              </a:rPr>
              <a:t>A</a:t>
            </a:r>
            <a:endParaRPr sz="1000">
              <a:solidFill>
                <a:srgbClr val="EE0000"/>
              </a:solidFill>
              <a:latin typeface="Inter"/>
              <a:ea typeface="Inter"/>
              <a:cs typeface="Inter"/>
              <a:sym typeface="Inter"/>
            </a:endParaRPr>
          </a:p>
        </p:txBody>
      </p:sp>
      <p:sp>
        <p:nvSpPr>
          <p:cNvPr id="1002" name="Google Shape;1002;p127"/>
          <p:cNvSpPr txBox="1"/>
          <p:nvPr/>
        </p:nvSpPr>
        <p:spPr>
          <a:xfrm>
            <a:off x="4669450" y="2081625"/>
            <a:ext cx="5706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EE0000"/>
                </a:solidFill>
                <a:latin typeface="Inter"/>
                <a:ea typeface="Inter"/>
                <a:cs typeface="Inter"/>
                <a:sym typeface="Inter"/>
              </a:rPr>
              <a:t>✔</a:t>
            </a:r>
            <a:endParaRPr sz="1200">
              <a:solidFill>
                <a:srgbClr val="EE0000"/>
              </a:solidFill>
              <a:latin typeface="Inter"/>
              <a:ea typeface="Inter"/>
              <a:cs typeface="Inter"/>
              <a:sym typeface="Inter"/>
            </a:endParaRPr>
          </a:p>
        </p:txBody>
      </p:sp>
      <p:sp>
        <p:nvSpPr>
          <p:cNvPr id="1003" name="Google Shape;1003;p127"/>
          <p:cNvSpPr txBox="1"/>
          <p:nvPr/>
        </p:nvSpPr>
        <p:spPr>
          <a:xfrm>
            <a:off x="5240050" y="2081625"/>
            <a:ext cx="5382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03C31"/>
                </a:solidFill>
                <a:latin typeface="Inter"/>
                <a:ea typeface="Inter"/>
                <a:cs typeface="Inter"/>
                <a:sym typeface="Inter"/>
              </a:rPr>
              <a:t>11,A</a:t>
            </a:r>
            <a:endParaRPr sz="1000" b="1">
              <a:solidFill>
                <a:srgbClr val="E03C31"/>
              </a:solidFill>
              <a:latin typeface="Inter"/>
              <a:ea typeface="Inter"/>
              <a:cs typeface="Inter"/>
              <a:sym typeface="Inter"/>
            </a:endParaRPr>
          </a:p>
        </p:txBody>
      </p:sp>
      <p:sp>
        <p:nvSpPr>
          <p:cNvPr id="1004" name="Google Shape;1004;p127"/>
          <p:cNvSpPr txBox="1"/>
          <p:nvPr/>
        </p:nvSpPr>
        <p:spPr>
          <a:xfrm>
            <a:off x="5778225" y="20816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lt1"/>
              </a:buClr>
              <a:buSzPts val="1100"/>
              <a:buFont typeface="Arial"/>
              <a:buNone/>
            </a:pPr>
            <a:r>
              <a:rPr lang="en" sz="1000" b="1">
                <a:solidFill>
                  <a:schemeClr val="lt1"/>
                </a:solidFill>
              </a:rPr>
              <a:t>∞,null</a:t>
            </a:r>
            <a:endParaRPr sz="1000" b="1">
              <a:solidFill>
                <a:schemeClr val="lt1"/>
              </a:solidFill>
              <a:latin typeface="Inter"/>
              <a:ea typeface="Inter"/>
              <a:cs typeface="Inter"/>
              <a:sym typeface="Inter"/>
            </a:endParaRPr>
          </a:p>
        </p:txBody>
      </p:sp>
      <p:sp>
        <p:nvSpPr>
          <p:cNvPr id="1005" name="Google Shape;1005;p127"/>
          <p:cNvSpPr txBox="1"/>
          <p:nvPr/>
        </p:nvSpPr>
        <p:spPr>
          <a:xfrm>
            <a:off x="6381000" y="20816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03C31"/>
                </a:solidFill>
              </a:rPr>
              <a:t>5, A</a:t>
            </a:r>
            <a:endParaRPr sz="1000" b="1">
              <a:solidFill>
                <a:srgbClr val="E03C31"/>
              </a:solidFill>
              <a:latin typeface="Inter"/>
              <a:ea typeface="Inter"/>
              <a:cs typeface="Inter"/>
              <a:sym typeface="Inter"/>
            </a:endParaRPr>
          </a:p>
        </p:txBody>
      </p:sp>
      <p:sp>
        <p:nvSpPr>
          <p:cNvPr id="1006" name="Google Shape;1006;p127"/>
          <p:cNvSpPr txBox="1"/>
          <p:nvPr/>
        </p:nvSpPr>
        <p:spPr>
          <a:xfrm>
            <a:off x="6993325" y="20816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∞,null</a:t>
            </a:r>
            <a:endParaRPr sz="1000" b="1">
              <a:solidFill>
                <a:schemeClr val="lt1"/>
              </a:solidFill>
              <a:latin typeface="Inter"/>
              <a:ea typeface="Inter"/>
              <a:cs typeface="Inter"/>
              <a:sym typeface="Inter"/>
            </a:endParaRPr>
          </a:p>
        </p:txBody>
      </p:sp>
      <p:sp>
        <p:nvSpPr>
          <p:cNvPr id="1007" name="Google Shape;1007;p127"/>
          <p:cNvSpPr txBox="1"/>
          <p:nvPr/>
        </p:nvSpPr>
        <p:spPr>
          <a:xfrm>
            <a:off x="7605650" y="20816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∞,null</a:t>
            </a:r>
            <a:endParaRPr sz="1000" b="1">
              <a:solidFill>
                <a:schemeClr val="lt1"/>
              </a:solidFill>
              <a:latin typeface="Inter"/>
              <a:ea typeface="Inter"/>
              <a:cs typeface="Inter"/>
              <a:sym typeface="Inter"/>
            </a:endParaRPr>
          </a:p>
        </p:txBody>
      </p:sp>
      <p:sp>
        <p:nvSpPr>
          <p:cNvPr id="1008" name="Google Shape;1008;p127"/>
          <p:cNvSpPr txBox="1"/>
          <p:nvPr/>
        </p:nvSpPr>
        <p:spPr>
          <a:xfrm>
            <a:off x="8217975" y="20816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∞,null</a:t>
            </a:r>
            <a:endParaRPr sz="1000" b="1">
              <a:solidFill>
                <a:schemeClr val="lt1"/>
              </a:solidFill>
              <a:latin typeface="Inter"/>
              <a:ea typeface="Inter"/>
              <a:cs typeface="Inter"/>
              <a:sym typeface="Inter"/>
            </a:endParaRPr>
          </a:p>
        </p:txBody>
      </p:sp>
      <p:sp>
        <p:nvSpPr>
          <p:cNvPr id="1009" name="Google Shape;1009;p127"/>
          <p:cNvSpPr txBox="1"/>
          <p:nvPr/>
        </p:nvSpPr>
        <p:spPr>
          <a:xfrm>
            <a:off x="4025050" y="2417025"/>
            <a:ext cx="644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E0000"/>
                </a:solidFill>
                <a:latin typeface="Inter"/>
                <a:ea typeface="Inter"/>
                <a:cs typeface="Inter"/>
                <a:sym typeface="Inter"/>
              </a:rPr>
              <a:t>D</a:t>
            </a:r>
            <a:endParaRPr sz="1000" b="1">
              <a:solidFill>
                <a:srgbClr val="EE0000"/>
              </a:solidFill>
              <a:latin typeface="Inter"/>
              <a:ea typeface="Inter"/>
              <a:cs typeface="Inter"/>
              <a:sym typeface="Inter"/>
            </a:endParaRPr>
          </a:p>
        </p:txBody>
      </p:sp>
      <p:sp>
        <p:nvSpPr>
          <p:cNvPr id="1010" name="Google Shape;1010;p127"/>
          <p:cNvSpPr txBox="1"/>
          <p:nvPr/>
        </p:nvSpPr>
        <p:spPr>
          <a:xfrm>
            <a:off x="5240050" y="2417025"/>
            <a:ext cx="5382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latin typeface="Inter"/>
                <a:ea typeface="Inter"/>
                <a:cs typeface="Inter"/>
                <a:sym typeface="Inter"/>
              </a:rPr>
              <a:t>11,A</a:t>
            </a:r>
            <a:endParaRPr sz="1000" b="1">
              <a:solidFill>
                <a:schemeClr val="lt1"/>
              </a:solidFill>
              <a:latin typeface="Inter"/>
              <a:ea typeface="Inter"/>
              <a:cs typeface="Inter"/>
              <a:sym typeface="Inter"/>
            </a:endParaRPr>
          </a:p>
        </p:txBody>
      </p:sp>
      <p:sp>
        <p:nvSpPr>
          <p:cNvPr id="1011" name="Google Shape;1011;p127"/>
          <p:cNvSpPr txBox="1"/>
          <p:nvPr/>
        </p:nvSpPr>
        <p:spPr>
          <a:xfrm>
            <a:off x="5778225" y="24170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03C31"/>
                </a:solidFill>
              </a:rPr>
              <a:t>7,D</a:t>
            </a:r>
            <a:endParaRPr sz="1000" b="1">
              <a:solidFill>
                <a:srgbClr val="E03C31"/>
              </a:solidFill>
              <a:latin typeface="Inter"/>
              <a:ea typeface="Inter"/>
              <a:cs typeface="Inter"/>
              <a:sym typeface="Inter"/>
            </a:endParaRPr>
          </a:p>
        </p:txBody>
      </p:sp>
      <p:sp>
        <p:nvSpPr>
          <p:cNvPr id="1012" name="Google Shape;1012;p127"/>
          <p:cNvSpPr txBox="1"/>
          <p:nvPr/>
        </p:nvSpPr>
        <p:spPr>
          <a:xfrm>
            <a:off x="6381000" y="24170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E0000"/>
                </a:solidFill>
                <a:latin typeface="Inter"/>
                <a:ea typeface="Inter"/>
                <a:cs typeface="Inter"/>
                <a:sym typeface="Inter"/>
              </a:rPr>
              <a:t>✔</a:t>
            </a:r>
            <a:endParaRPr sz="1000" b="1">
              <a:solidFill>
                <a:srgbClr val="EE0000"/>
              </a:solidFill>
              <a:latin typeface="Inter"/>
              <a:ea typeface="Inter"/>
              <a:cs typeface="Inter"/>
              <a:sym typeface="Inter"/>
            </a:endParaRPr>
          </a:p>
        </p:txBody>
      </p:sp>
      <p:sp>
        <p:nvSpPr>
          <p:cNvPr id="1013" name="Google Shape;1013;p127"/>
          <p:cNvSpPr txBox="1"/>
          <p:nvPr/>
        </p:nvSpPr>
        <p:spPr>
          <a:xfrm>
            <a:off x="6998100" y="24170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∞,null</a:t>
            </a:r>
            <a:endParaRPr sz="1000" b="1">
              <a:solidFill>
                <a:schemeClr val="lt1"/>
              </a:solidFill>
              <a:latin typeface="Inter"/>
              <a:ea typeface="Inter"/>
              <a:cs typeface="Inter"/>
              <a:sym typeface="Inter"/>
            </a:endParaRPr>
          </a:p>
        </p:txBody>
      </p:sp>
      <p:sp>
        <p:nvSpPr>
          <p:cNvPr id="1014" name="Google Shape;1014;p127"/>
          <p:cNvSpPr txBox="1"/>
          <p:nvPr/>
        </p:nvSpPr>
        <p:spPr>
          <a:xfrm>
            <a:off x="7608038" y="24170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∞,null</a:t>
            </a:r>
            <a:endParaRPr sz="1000" b="1">
              <a:solidFill>
                <a:schemeClr val="lt1"/>
              </a:solidFill>
              <a:latin typeface="Inter"/>
              <a:ea typeface="Inter"/>
              <a:cs typeface="Inter"/>
              <a:sym typeface="Inter"/>
            </a:endParaRPr>
          </a:p>
        </p:txBody>
      </p:sp>
      <p:sp>
        <p:nvSpPr>
          <p:cNvPr id="1015" name="Google Shape;1015;p127"/>
          <p:cNvSpPr txBox="1"/>
          <p:nvPr/>
        </p:nvSpPr>
        <p:spPr>
          <a:xfrm>
            <a:off x="8217975" y="24170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03C31"/>
                </a:solidFill>
              </a:rPr>
              <a:t>25,D</a:t>
            </a:r>
            <a:endParaRPr sz="1000" b="1">
              <a:solidFill>
                <a:srgbClr val="E03C31"/>
              </a:solidFill>
              <a:latin typeface="Inter"/>
              <a:ea typeface="Inter"/>
              <a:cs typeface="Inter"/>
              <a:sym typeface="Inter"/>
            </a:endParaRPr>
          </a:p>
        </p:txBody>
      </p:sp>
      <p:sp>
        <p:nvSpPr>
          <p:cNvPr id="1016" name="Google Shape;1016;p127"/>
          <p:cNvSpPr txBox="1"/>
          <p:nvPr/>
        </p:nvSpPr>
        <p:spPr>
          <a:xfrm>
            <a:off x="5782350" y="27524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E0000"/>
                </a:solidFill>
                <a:latin typeface="Inter"/>
                <a:ea typeface="Inter"/>
                <a:cs typeface="Inter"/>
                <a:sym typeface="Inter"/>
              </a:rPr>
              <a:t>✔</a:t>
            </a:r>
            <a:endParaRPr sz="1000" b="1">
              <a:solidFill>
                <a:srgbClr val="EE0000"/>
              </a:solidFill>
              <a:latin typeface="Inter"/>
              <a:ea typeface="Inter"/>
              <a:cs typeface="Inter"/>
              <a:sym typeface="Inter"/>
            </a:endParaRPr>
          </a:p>
        </p:txBody>
      </p:sp>
      <p:sp>
        <p:nvSpPr>
          <p:cNvPr id="1017" name="Google Shape;1017;p127"/>
          <p:cNvSpPr txBox="1"/>
          <p:nvPr/>
        </p:nvSpPr>
        <p:spPr>
          <a:xfrm>
            <a:off x="5256125" y="2752425"/>
            <a:ext cx="5382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03C31"/>
                </a:solidFill>
                <a:latin typeface="Inter"/>
                <a:ea typeface="Inter"/>
                <a:cs typeface="Inter"/>
                <a:sym typeface="Inter"/>
              </a:rPr>
              <a:t>10,C</a:t>
            </a:r>
            <a:endParaRPr sz="1000" b="1">
              <a:solidFill>
                <a:srgbClr val="E03C31"/>
              </a:solidFill>
              <a:latin typeface="Inter"/>
              <a:ea typeface="Inter"/>
              <a:cs typeface="Inter"/>
              <a:sym typeface="Inter"/>
            </a:endParaRPr>
          </a:p>
        </p:txBody>
      </p:sp>
      <p:sp>
        <p:nvSpPr>
          <p:cNvPr id="1018" name="Google Shape;1018;p127"/>
          <p:cNvSpPr txBox="1"/>
          <p:nvPr/>
        </p:nvSpPr>
        <p:spPr>
          <a:xfrm>
            <a:off x="6994525" y="27524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∞,null</a:t>
            </a:r>
            <a:endParaRPr sz="1000" b="1">
              <a:solidFill>
                <a:schemeClr val="lt1"/>
              </a:solidFill>
              <a:latin typeface="Inter"/>
              <a:ea typeface="Inter"/>
              <a:cs typeface="Inter"/>
              <a:sym typeface="Inter"/>
            </a:endParaRPr>
          </a:p>
        </p:txBody>
      </p:sp>
      <p:sp>
        <p:nvSpPr>
          <p:cNvPr id="1019" name="Google Shape;1019;p127"/>
          <p:cNvSpPr txBox="1"/>
          <p:nvPr/>
        </p:nvSpPr>
        <p:spPr>
          <a:xfrm>
            <a:off x="7606250" y="27524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∞,null</a:t>
            </a:r>
            <a:endParaRPr sz="1000" b="1">
              <a:solidFill>
                <a:schemeClr val="lt1"/>
              </a:solidFill>
              <a:latin typeface="Inter"/>
              <a:ea typeface="Inter"/>
              <a:cs typeface="Inter"/>
              <a:sym typeface="Inter"/>
            </a:endParaRPr>
          </a:p>
        </p:txBody>
      </p:sp>
      <p:sp>
        <p:nvSpPr>
          <p:cNvPr id="1020" name="Google Shape;1020;p127"/>
          <p:cNvSpPr txBox="1"/>
          <p:nvPr/>
        </p:nvSpPr>
        <p:spPr>
          <a:xfrm>
            <a:off x="8206700" y="27524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25,D</a:t>
            </a:r>
            <a:endParaRPr sz="1000" b="1">
              <a:solidFill>
                <a:schemeClr val="lt1"/>
              </a:solidFill>
              <a:latin typeface="Inter"/>
              <a:ea typeface="Inter"/>
              <a:cs typeface="Inter"/>
              <a:sym typeface="Inter"/>
            </a:endParaRPr>
          </a:p>
        </p:txBody>
      </p:sp>
      <p:sp>
        <p:nvSpPr>
          <p:cNvPr id="1021" name="Google Shape;1021;p127"/>
          <p:cNvSpPr txBox="1"/>
          <p:nvPr/>
        </p:nvSpPr>
        <p:spPr>
          <a:xfrm>
            <a:off x="5221475" y="3087825"/>
            <a:ext cx="5706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EE0000"/>
                </a:solidFill>
                <a:latin typeface="Inter"/>
                <a:ea typeface="Inter"/>
                <a:cs typeface="Inter"/>
                <a:sym typeface="Inter"/>
              </a:rPr>
              <a:t>✔</a:t>
            </a:r>
            <a:endParaRPr sz="1200">
              <a:solidFill>
                <a:srgbClr val="EE0000"/>
              </a:solidFill>
              <a:latin typeface="Inter"/>
              <a:ea typeface="Inter"/>
              <a:cs typeface="Inter"/>
              <a:sym typeface="Inter"/>
            </a:endParaRPr>
          </a:p>
        </p:txBody>
      </p:sp>
      <p:sp>
        <p:nvSpPr>
          <p:cNvPr id="1022" name="Google Shape;1022;p127"/>
          <p:cNvSpPr txBox="1"/>
          <p:nvPr/>
        </p:nvSpPr>
        <p:spPr>
          <a:xfrm>
            <a:off x="6993325" y="30878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03C31"/>
                </a:solidFill>
              </a:rPr>
              <a:t>11,B</a:t>
            </a:r>
            <a:endParaRPr sz="1000" b="1">
              <a:solidFill>
                <a:srgbClr val="E03C31"/>
              </a:solidFill>
              <a:latin typeface="Inter"/>
              <a:ea typeface="Inter"/>
              <a:cs typeface="Inter"/>
              <a:sym typeface="Inter"/>
            </a:endParaRPr>
          </a:p>
        </p:txBody>
      </p:sp>
      <p:sp>
        <p:nvSpPr>
          <p:cNvPr id="1023" name="Google Shape;1023;p127"/>
          <p:cNvSpPr txBox="1"/>
          <p:nvPr/>
        </p:nvSpPr>
        <p:spPr>
          <a:xfrm>
            <a:off x="7605650" y="30878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lt1"/>
                </a:solidFill>
              </a:rPr>
              <a:t>∞,null</a:t>
            </a:r>
            <a:endParaRPr sz="1200">
              <a:solidFill>
                <a:schemeClr val="lt1"/>
              </a:solidFill>
              <a:latin typeface="Inter"/>
              <a:ea typeface="Inter"/>
              <a:cs typeface="Inter"/>
              <a:sym typeface="Inter"/>
            </a:endParaRPr>
          </a:p>
        </p:txBody>
      </p:sp>
      <p:sp>
        <p:nvSpPr>
          <p:cNvPr id="1024" name="Google Shape;1024;p127"/>
          <p:cNvSpPr txBox="1"/>
          <p:nvPr/>
        </p:nvSpPr>
        <p:spPr>
          <a:xfrm>
            <a:off x="8217975" y="30878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25,D</a:t>
            </a:r>
            <a:endParaRPr sz="1000" b="1">
              <a:solidFill>
                <a:schemeClr val="lt1"/>
              </a:solidFill>
              <a:latin typeface="Inter"/>
              <a:ea typeface="Inter"/>
              <a:cs typeface="Inter"/>
              <a:sym typeface="Inter"/>
            </a:endParaRPr>
          </a:p>
        </p:txBody>
      </p:sp>
      <p:sp>
        <p:nvSpPr>
          <p:cNvPr id="1025" name="Google Shape;1025;p127"/>
          <p:cNvSpPr txBox="1"/>
          <p:nvPr/>
        </p:nvSpPr>
        <p:spPr>
          <a:xfrm>
            <a:off x="6993325" y="343427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E0000"/>
                </a:solidFill>
                <a:latin typeface="Inter"/>
                <a:ea typeface="Inter"/>
                <a:cs typeface="Inter"/>
                <a:sym typeface="Inter"/>
              </a:rPr>
              <a:t>✔</a:t>
            </a:r>
            <a:endParaRPr sz="1000" b="1">
              <a:solidFill>
                <a:srgbClr val="EE0000"/>
              </a:solidFill>
              <a:latin typeface="Inter"/>
              <a:ea typeface="Inter"/>
              <a:cs typeface="Inter"/>
              <a:sym typeface="Inter"/>
            </a:endParaRPr>
          </a:p>
        </p:txBody>
      </p:sp>
      <p:sp>
        <p:nvSpPr>
          <p:cNvPr id="1026" name="Google Shape;1026;p127"/>
          <p:cNvSpPr txBox="1"/>
          <p:nvPr/>
        </p:nvSpPr>
        <p:spPr>
          <a:xfrm>
            <a:off x="7608050" y="34232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03C31"/>
                </a:solidFill>
              </a:rPr>
              <a:t>17,E</a:t>
            </a:r>
            <a:endParaRPr sz="1000" b="1">
              <a:solidFill>
                <a:srgbClr val="E03C31"/>
              </a:solidFill>
              <a:latin typeface="Inter"/>
              <a:ea typeface="Inter"/>
              <a:cs typeface="Inter"/>
              <a:sym typeface="Inter"/>
            </a:endParaRPr>
          </a:p>
        </p:txBody>
      </p:sp>
      <p:sp>
        <p:nvSpPr>
          <p:cNvPr id="1027" name="Google Shape;1027;p127"/>
          <p:cNvSpPr txBox="1"/>
          <p:nvPr/>
        </p:nvSpPr>
        <p:spPr>
          <a:xfrm>
            <a:off x="8217975" y="3423225"/>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chemeClr val="lt1"/>
                </a:solidFill>
              </a:rPr>
              <a:t>25,D</a:t>
            </a:r>
            <a:endParaRPr sz="1000" b="1">
              <a:solidFill>
                <a:schemeClr val="lt1"/>
              </a:solidFill>
              <a:latin typeface="Inter"/>
              <a:ea typeface="Inter"/>
              <a:cs typeface="Inter"/>
              <a:sym typeface="Inter"/>
            </a:endParaRPr>
          </a:p>
        </p:txBody>
      </p:sp>
      <p:sp>
        <p:nvSpPr>
          <p:cNvPr id="1028" name="Google Shape;1028;p127"/>
          <p:cNvSpPr txBox="1"/>
          <p:nvPr/>
        </p:nvSpPr>
        <p:spPr>
          <a:xfrm>
            <a:off x="7605650" y="3773044"/>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EE0000"/>
                </a:solidFill>
                <a:latin typeface="Inter"/>
                <a:ea typeface="Inter"/>
                <a:cs typeface="Inter"/>
                <a:sym typeface="Inter"/>
              </a:rPr>
              <a:t>✔</a:t>
            </a:r>
            <a:endParaRPr sz="1200">
              <a:solidFill>
                <a:srgbClr val="EE0000"/>
              </a:solidFill>
              <a:latin typeface="Inter"/>
              <a:ea typeface="Inter"/>
              <a:cs typeface="Inter"/>
              <a:sym typeface="Inter"/>
            </a:endParaRPr>
          </a:p>
        </p:txBody>
      </p:sp>
      <p:sp>
        <p:nvSpPr>
          <p:cNvPr id="1029" name="Google Shape;1029;p127"/>
          <p:cNvSpPr txBox="1"/>
          <p:nvPr/>
        </p:nvSpPr>
        <p:spPr>
          <a:xfrm>
            <a:off x="8206700" y="3773050"/>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03C31"/>
                </a:solidFill>
              </a:rPr>
              <a:t>19,F</a:t>
            </a:r>
            <a:endParaRPr sz="1000" b="1">
              <a:solidFill>
                <a:srgbClr val="E03C31"/>
              </a:solidFill>
              <a:latin typeface="Inter"/>
              <a:ea typeface="Inter"/>
              <a:cs typeface="Inter"/>
              <a:sym typeface="Inter"/>
            </a:endParaRPr>
          </a:p>
        </p:txBody>
      </p:sp>
      <p:sp>
        <p:nvSpPr>
          <p:cNvPr id="1030" name="Google Shape;1030;p127"/>
          <p:cNvSpPr txBox="1"/>
          <p:nvPr/>
        </p:nvSpPr>
        <p:spPr>
          <a:xfrm>
            <a:off x="8206700" y="4140544"/>
            <a:ext cx="6075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E0000"/>
                </a:solidFill>
                <a:latin typeface="Inter"/>
                <a:ea typeface="Inter"/>
                <a:cs typeface="Inter"/>
                <a:sym typeface="Inter"/>
              </a:rPr>
              <a:t>✔</a:t>
            </a:r>
            <a:endParaRPr sz="1000" b="1">
              <a:solidFill>
                <a:srgbClr val="EE0000"/>
              </a:solidFill>
              <a:latin typeface="Inter"/>
              <a:ea typeface="Inter"/>
              <a:cs typeface="Inter"/>
              <a:sym typeface="Inter"/>
            </a:endParaRPr>
          </a:p>
        </p:txBody>
      </p:sp>
      <p:sp>
        <p:nvSpPr>
          <p:cNvPr id="1031" name="Google Shape;1031;p127"/>
          <p:cNvSpPr txBox="1"/>
          <p:nvPr/>
        </p:nvSpPr>
        <p:spPr>
          <a:xfrm>
            <a:off x="4025050" y="2752425"/>
            <a:ext cx="644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E0000"/>
                </a:solidFill>
                <a:latin typeface="Inter"/>
                <a:ea typeface="Inter"/>
                <a:cs typeface="Inter"/>
                <a:sym typeface="Inter"/>
              </a:rPr>
              <a:t>C</a:t>
            </a:r>
            <a:endParaRPr sz="1000" b="1">
              <a:solidFill>
                <a:srgbClr val="EE0000"/>
              </a:solidFill>
              <a:latin typeface="Inter"/>
              <a:ea typeface="Inter"/>
              <a:cs typeface="Inter"/>
              <a:sym typeface="Inter"/>
            </a:endParaRPr>
          </a:p>
        </p:txBody>
      </p:sp>
      <p:sp>
        <p:nvSpPr>
          <p:cNvPr id="1032" name="Google Shape;1032;p127"/>
          <p:cNvSpPr txBox="1"/>
          <p:nvPr/>
        </p:nvSpPr>
        <p:spPr>
          <a:xfrm>
            <a:off x="4025050" y="3087813"/>
            <a:ext cx="644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E0000"/>
                </a:solidFill>
                <a:latin typeface="Inter"/>
                <a:ea typeface="Inter"/>
                <a:cs typeface="Inter"/>
                <a:sym typeface="Inter"/>
              </a:rPr>
              <a:t>B</a:t>
            </a:r>
            <a:endParaRPr sz="1000" b="1">
              <a:solidFill>
                <a:srgbClr val="EE0000"/>
              </a:solidFill>
              <a:latin typeface="Inter"/>
              <a:ea typeface="Inter"/>
              <a:cs typeface="Inter"/>
              <a:sym typeface="Inter"/>
            </a:endParaRPr>
          </a:p>
        </p:txBody>
      </p:sp>
      <p:sp>
        <p:nvSpPr>
          <p:cNvPr id="1033" name="Google Shape;1033;p127"/>
          <p:cNvSpPr txBox="1"/>
          <p:nvPr/>
        </p:nvSpPr>
        <p:spPr>
          <a:xfrm>
            <a:off x="4025050" y="3434275"/>
            <a:ext cx="644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E0000"/>
                </a:solidFill>
                <a:latin typeface="Inter"/>
                <a:ea typeface="Inter"/>
                <a:cs typeface="Inter"/>
                <a:sym typeface="Inter"/>
              </a:rPr>
              <a:t>E</a:t>
            </a:r>
            <a:endParaRPr sz="1000" b="1">
              <a:solidFill>
                <a:srgbClr val="EE0000"/>
              </a:solidFill>
              <a:latin typeface="Inter"/>
              <a:ea typeface="Inter"/>
              <a:cs typeface="Inter"/>
              <a:sym typeface="Inter"/>
            </a:endParaRPr>
          </a:p>
        </p:txBody>
      </p:sp>
      <p:sp>
        <p:nvSpPr>
          <p:cNvPr id="1034" name="Google Shape;1034;p127"/>
          <p:cNvSpPr txBox="1"/>
          <p:nvPr/>
        </p:nvSpPr>
        <p:spPr>
          <a:xfrm>
            <a:off x="4025050" y="3780273"/>
            <a:ext cx="644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E0000"/>
                </a:solidFill>
                <a:latin typeface="Inter"/>
                <a:ea typeface="Inter"/>
                <a:cs typeface="Inter"/>
                <a:sym typeface="Inter"/>
              </a:rPr>
              <a:t>F</a:t>
            </a:r>
            <a:endParaRPr sz="1000" b="1">
              <a:solidFill>
                <a:srgbClr val="EE0000"/>
              </a:solidFill>
              <a:latin typeface="Inter"/>
              <a:ea typeface="Inter"/>
              <a:cs typeface="Inter"/>
              <a:sym typeface="Inter"/>
            </a:endParaRPr>
          </a:p>
        </p:txBody>
      </p:sp>
      <p:sp>
        <p:nvSpPr>
          <p:cNvPr id="1035" name="Google Shape;1035;p127"/>
          <p:cNvSpPr txBox="1"/>
          <p:nvPr/>
        </p:nvSpPr>
        <p:spPr>
          <a:xfrm>
            <a:off x="4025050" y="4126275"/>
            <a:ext cx="644400" cy="335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EE0000"/>
                </a:solidFill>
                <a:latin typeface="Inter"/>
                <a:ea typeface="Inter"/>
                <a:cs typeface="Inter"/>
                <a:sym typeface="Inter"/>
              </a:rPr>
              <a:t>G</a:t>
            </a:r>
            <a:endParaRPr sz="1000" b="1">
              <a:solidFill>
                <a:srgbClr val="EE0000"/>
              </a:solidFill>
              <a:latin typeface="Inter"/>
              <a:ea typeface="Inter"/>
              <a:cs typeface="Inter"/>
              <a:sym typeface="Inter"/>
            </a:endParaRPr>
          </a:p>
        </p:txBody>
      </p:sp>
      <p:sp>
        <p:nvSpPr>
          <p:cNvPr id="1036" name="Google Shape;1036;p127"/>
          <p:cNvSpPr txBox="1"/>
          <p:nvPr/>
        </p:nvSpPr>
        <p:spPr>
          <a:xfrm>
            <a:off x="284850" y="995150"/>
            <a:ext cx="2947800" cy="560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Find the path and distance from </a:t>
            </a:r>
            <a:r>
              <a:rPr lang="en">
                <a:solidFill>
                  <a:schemeClr val="accent1"/>
                </a:solidFill>
              </a:rPr>
              <a:t>A</a:t>
            </a:r>
            <a:r>
              <a:rPr lang="en">
                <a:solidFill>
                  <a:schemeClr val="dk1"/>
                </a:solidFill>
              </a:rPr>
              <a:t> to </a:t>
            </a:r>
            <a:r>
              <a:rPr lang="en">
                <a:solidFill>
                  <a:schemeClr val="accent1"/>
                </a:solidFill>
              </a:rPr>
              <a:t>G</a:t>
            </a:r>
            <a:r>
              <a:rPr lang="en">
                <a:solidFill>
                  <a:schemeClr val="dk1"/>
                </a:solidFill>
              </a:rPr>
              <a:t> using Dijkstra's algorithm</a:t>
            </a:r>
            <a:endParaRPr>
              <a:solidFill>
                <a:schemeClr val="dk1"/>
              </a:solidFill>
            </a:endParaRPr>
          </a:p>
        </p:txBody>
      </p:sp>
      <p:sp>
        <p:nvSpPr>
          <p:cNvPr id="1037" name="Google Shape;1037;p127"/>
          <p:cNvSpPr txBox="1"/>
          <p:nvPr/>
        </p:nvSpPr>
        <p:spPr>
          <a:xfrm>
            <a:off x="188100" y="4754400"/>
            <a:ext cx="3596100" cy="335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rgbClr val="4A86E8"/>
                </a:solidFill>
                <a:latin typeface="Inter"/>
                <a:ea typeface="Inter"/>
                <a:cs typeface="Inter"/>
                <a:sym typeface="Inter"/>
              </a:rPr>
              <a:t>Worksheet: https://bit.ly/4ewGkAB</a:t>
            </a:r>
            <a:endParaRPr b="1">
              <a:solidFill>
                <a:srgbClr val="4A86E8"/>
              </a:solidFill>
              <a:latin typeface="Inter"/>
              <a:ea typeface="Inter"/>
              <a:cs typeface="Inter"/>
              <a:sym typeface="Int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0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0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0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0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0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0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1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1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01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01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1031"/>
                                        </p:tgtEl>
                                        <p:attrNameLst>
                                          <p:attrName>style.visibility</p:attrName>
                                        </p:attrNameLst>
                                      </p:cBhvr>
                                      <p:to>
                                        <p:strVal val="visible"/>
                                      </p:to>
                                    </p:set>
                                  </p:childTnLst>
                                </p:cTn>
                              </p:par>
                            </p:childTnLst>
                          </p:cTn>
                        </p:par>
                        <p:par>
                          <p:cTn id="49" fill="hold">
                            <p:stCondLst>
                              <p:cond delay="0"/>
                            </p:stCondLst>
                            <p:childTnLst>
                              <p:par>
                                <p:cTn id="50" presetID="1" presetClass="entr" presetSubtype="0" fill="hold" nodeType="afterEffect">
                                  <p:stCondLst>
                                    <p:cond delay="0"/>
                                  </p:stCondLst>
                                  <p:childTnLst>
                                    <p:set>
                                      <p:cBhvr>
                                        <p:cTn id="51" dur="1" fill="hold">
                                          <p:stCondLst>
                                            <p:cond delay="0"/>
                                          </p:stCondLst>
                                        </p:cTn>
                                        <p:tgtEl>
                                          <p:spTgt spid="101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017"/>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1018"/>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1019"/>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1020"/>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032"/>
                                        </p:tgtEl>
                                        <p:attrNameLst>
                                          <p:attrName>style.visibility</p:attrName>
                                        </p:attrNameLst>
                                      </p:cBhvr>
                                      <p:to>
                                        <p:strVal val="visible"/>
                                      </p:to>
                                    </p:set>
                                  </p:childTnLst>
                                </p:cTn>
                              </p:par>
                              <p:par>
                                <p:cTn id="68" presetID="1" presetClass="entr" presetSubtype="0" fill="hold" nodeType="withEffect">
                                  <p:stCondLst>
                                    <p:cond delay="0"/>
                                  </p:stCondLst>
                                  <p:childTnLst>
                                    <p:set>
                                      <p:cBhvr>
                                        <p:cTn id="69" dur="1" fill="hold">
                                          <p:stCondLst>
                                            <p:cond delay="0"/>
                                          </p:stCondLst>
                                        </p:cTn>
                                        <p:tgtEl>
                                          <p:spTgt spid="1021"/>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102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1023"/>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1024"/>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1033"/>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1025"/>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1026"/>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clickEffect">
                                  <p:stCondLst>
                                    <p:cond delay="0"/>
                                  </p:stCondLst>
                                  <p:childTnLst>
                                    <p:set>
                                      <p:cBhvr>
                                        <p:cTn id="93" dur="1" fill="hold">
                                          <p:stCondLst>
                                            <p:cond delay="0"/>
                                          </p:stCondLst>
                                        </p:cTn>
                                        <p:tgtEl>
                                          <p:spTgt spid="1027"/>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1034"/>
                                        </p:tgtEl>
                                        <p:attrNameLst>
                                          <p:attrName>style.visibility</p:attrName>
                                        </p:attrNameLst>
                                      </p:cBhvr>
                                      <p:to>
                                        <p:strVal val="visible"/>
                                      </p:to>
                                    </p:set>
                                  </p:childTnLst>
                                </p:cTn>
                              </p:par>
                              <p:par>
                                <p:cTn id="98" presetID="1" presetClass="entr" presetSubtype="0" fill="hold" nodeType="withEffect">
                                  <p:stCondLst>
                                    <p:cond delay="0"/>
                                  </p:stCondLst>
                                  <p:childTnLst>
                                    <p:set>
                                      <p:cBhvr>
                                        <p:cTn id="99" dur="1" fill="hold">
                                          <p:stCondLst>
                                            <p:cond delay="0"/>
                                          </p:stCondLst>
                                        </p:cTn>
                                        <p:tgtEl>
                                          <p:spTgt spid="1028"/>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nodeType="clickEffect">
                                  <p:stCondLst>
                                    <p:cond delay="0"/>
                                  </p:stCondLst>
                                  <p:childTnLst>
                                    <p:set>
                                      <p:cBhvr>
                                        <p:cTn id="103" dur="1" fill="hold">
                                          <p:stCondLst>
                                            <p:cond delay="0"/>
                                          </p:stCondLst>
                                        </p:cTn>
                                        <p:tgtEl>
                                          <p:spTgt spid="1029"/>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1035"/>
                                        </p:tgtEl>
                                        <p:attrNameLst>
                                          <p:attrName>style.visibility</p:attrName>
                                        </p:attrNameLst>
                                      </p:cBhvr>
                                      <p:to>
                                        <p:strVal val="visible"/>
                                      </p:to>
                                    </p:set>
                                  </p:childTnLst>
                                </p:cTn>
                              </p:par>
                              <p:par>
                                <p:cTn id="108" presetID="1" presetClass="entr" presetSubtype="0" fill="hold" nodeType="withEffect">
                                  <p:stCondLst>
                                    <p:cond delay="0"/>
                                  </p:stCondLst>
                                  <p:childTnLst>
                                    <p:set>
                                      <p:cBhvr>
                                        <p:cTn id="109"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p128"/>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Backtracking relies on this data structure’s last‑in, first‑out behavior.</a:t>
            </a:r>
            <a:endParaRPr sz="4800" b="1">
              <a:solidFill>
                <a:srgbClr val="FFFFFF"/>
              </a:solidFill>
            </a:endParaRPr>
          </a:p>
        </p:txBody>
      </p:sp>
      <p:sp>
        <p:nvSpPr>
          <p:cNvPr id="1043" name="Google Shape;1043;p128"/>
          <p:cNvSpPr txBox="1"/>
          <p:nvPr/>
        </p:nvSpPr>
        <p:spPr>
          <a:xfrm>
            <a:off x="593775" y="2859096"/>
            <a:ext cx="8112300" cy="1614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a stack?</a:t>
            </a:r>
            <a:endParaRPr sz="4800" i="1">
              <a:solidFill>
                <a:schemeClr val="accent1"/>
              </a:solidFill>
            </a:endParaRPr>
          </a:p>
        </p:txBody>
      </p:sp>
      <p:pic>
        <p:nvPicPr>
          <p:cNvPr id="1044" name="Google Shape;1044;p128">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p129"/>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Clr>
                <a:schemeClr val="lt1"/>
              </a:buClr>
              <a:buSzPts val="1100"/>
              <a:buFont typeface="Arial"/>
              <a:buNone/>
            </a:pPr>
            <a:r>
              <a:rPr lang="en" sz="4000" b="1">
                <a:solidFill>
                  <a:srgbClr val="FFFFFF"/>
                </a:solidFill>
              </a:rPr>
              <a:t>These two configurations determine if the algorithm has reached a complete solution.</a:t>
            </a:r>
            <a:endParaRPr sz="4000" b="1">
              <a:solidFill>
                <a:srgbClr val="FFFFFF"/>
              </a:solidFill>
            </a:endParaRPr>
          </a:p>
        </p:txBody>
      </p:sp>
      <p:sp>
        <p:nvSpPr>
          <p:cNvPr id="1050" name="Google Shape;1050;p129"/>
          <p:cNvSpPr txBox="1"/>
          <p:nvPr/>
        </p:nvSpPr>
        <p:spPr>
          <a:xfrm>
            <a:off x="593775"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are valid and goal configurations?</a:t>
            </a:r>
            <a:endParaRPr sz="4800" i="1">
              <a:solidFill>
                <a:schemeClr val="accent1"/>
              </a:solidFill>
            </a:endParaRPr>
          </a:p>
        </p:txBody>
      </p:sp>
      <p:pic>
        <p:nvPicPr>
          <p:cNvPr id="1051" name="Google Shape;1051;p129">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130"/>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Clr>
                <a:schemeClr val="lt1"/>
              </a:buClr>
              <a:buSzPts val="1100"/>
              <a:buFont typeface="Arial"/>
              <a:buNone/>
            </a:pPr>
            <a:r>
              <a:rPr lang="en" sz="4000" b="1">
                <a:solidFill>
                  <a:srgbClr val="FFFFFF"/>
                </a:solidFill>
              </a:rPr>
              <a:t>This operation avoids making changes to a single shared state.</a:t>
            </a:r>
            <a:endParaRPr sz="4300" b="1">
              <a:solidFill>
                <a:srgbClr val="FFFFFF"/>
              </a:solidFill>
            </a:endParaRPr>
          </a:p>
        </p:txBody>
      </p:sp>
      <p:sp>
        <p:nvSpPr>
          <p:cNvPr id="1057" name="Google Shape;1057;p130"/>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Clr>
                <a:schemeClr val="lt1"/>
              </a:buClr>
              <a:buSzPts val="1100"/>
              <a:buFont typeface="Arial"/>
              <a:buNone/>
            </a:pPr>
            <a:r>
              <a:rPr lang="en" sz="4800" i="1">
                <a:solidFill>
                  <a:schemeClr val="accent1"/>
                </a:solidFill>
              </a:rPr>
              <a:t>What is a deep copy?</a:t>
            </a:r>
            <a:endParaRPr sz="4800" i="1">
              <a:solidFill>
                <a:schemeClr val="accent1"/>
              </a:solidFill>
            </a:endParaRPr>
          </a:p>
        </p:txBody>
      </p:sp>
      <p:pic>
        <p:nvPicPr>
          <p:cNvPr id="1058" name="Google Shape;1058;p130">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p131"/>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ACTIVITY CHALLENGE!</a:t>
            </a:r>
            <a:endParaRPr sz="4800" b="1">
              <a:solidFill>
                <a:srgbClr val="FFFFFF"/>
              </a:solidFill>
            </a:endParaRPr>
          </a:p>
          <a:p>
            <a:pPr marL="0" lvl="0" indent="0" algn="ctr" rtl="0">
              <a:spcBef>
                <a:spcPts val="0"/>
              </a:spcBef>
              <a:spcAft>
                <a:spcPts val="0"/>
              </a:spcAft>
              <a:buClr>
                <a:schemeClr val="lt1"/>
              </a:buClr>
              <a:buSzPts val="1100"/>
              <a:buFont typeface="Arial"/>
              <a:buNone/>
            </a:pPr>
            <a:r>
              <a:rPr lang="en" sz="1800">
                <a:solidFill>
                  <a:srgbClr val="FFFFFF"/>
                </a:solidFill>
              </a:rPr>
              <a:t>Consider a maze represented as 2D character array. Walls are represented by </a:t>
            </a:r>
            <a:r>
              <a:rPr lang="en" sz="1800">
                <a:solidFill>
                  <a:srgbClr val="FFFFFF"/>
                </a:solidFill>
                <a:latin typeface="Courier New"/>
                <a:ea typeface="Courier New"/>
                <a:cs typeface="Courier New"/>
                <a:sym typeface="Courier New"/>
              </a:rPr>
              <a:t>#</a:t>
            </a:r>
            <a:r>
              <a:rPr lang="en" sz="1800">
                <a:solidFill>
                  <a:srgbClr val="FFFFFF"/>
                </a:solidFill>
              </a:rPr>
              <a:t> and paths are represented by a space. Arrive at a backtracking solution that would allow you to find a path from </a:t>
            </a:r>
            <a:r>
              <a:rPr lang="en" sz="1800">
                <a:solidFill>
                  <a:srgbClr val="FFFFFF"/>
                </a:solidFill>
                <a:latin typeface="Courier New"/>
                <a:ea typeface="Courier New"/>
                <a:cs typeface="Courier New"/>
                <a:sym typeface="Courier New"/>
              </a:rPr>
              <a:t>S</a:t>
            </a:r>
            <a:r>
              <a:rPr lang="en" sz="1800">
                <a:solidFill>
                  <a:srgbClr val="FFFFFF"/>
                </a:solidFill>
              </a:rPr>
              <a:t> to </a:t>
            </a:r>
            <a:r>
              <a:rPr lang="en" sz="1800">
                <a:solidFill>
                  <a:srgbClr val="FFFFFF"/>
                </a:solidFill>
                <a:latin typeface="Courier New"/>
                <a:ea typeface="Courier New"/>
                <a:cs typeface="Courier New"/>
                <a:sym typeface="Courier New"/>
              </a:rPr>
              <a:t>E.</a:t>
            </a:r>
            <a:endParaRPr sz="1800">
              <a:solidFill>
                <a:srgbClr val="FFFFFF"/>
              </a:solidFill>
              <a:latin typeface="Courier New"/>
              <a:ea typeface="Courier New"/>
              <a:cs typeface="Courier New"/>
              <a:sym typeface="Courier New"/>
            </a:endParaRPr>
          </a:p>
        </p:txBody>
      </p:sp>
      <p:pic>
        <p:nvPicPr>
          <p:cNvPr id="1064" name="Google Shape;1064;p131">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graphicFrame>
        <p:nvGraphicFramePr>
          <p:cNvPr id="1065" name="Google Shape;1065;p131"/>
          <p:cNvGraphicFramePr/>
          <p:nvPr/>
        </p:nvGraphicFramePr>
        <p:xfrm>
          <a:off x="3057000" y="2033250"/>
          <a:ext cx="5736850" cy="3447970"/>
        </p:xfrm>
        <a:graphic>
          <a:graphicData uri="http://schemas.openxmlformats.org/drawingml/2006/table">
            <a:tbl>
              <a:tblPr>
                <a:noFill/>
                <a:tableStyleId>{B317DAE7-6F48-4459-89BA-82DB4F46E07A}</a:tableStyleId>
              </a:tblPr>
              <a:tblGrid>
                <a:gridCol w="5736850">
                  <a:extLst>
                    <a:ext uri="{9D8B030D-6E8A-4147-A177-3AD203B41FA5}">
                      <a16:colId xmlns:a16="http://schemas.microsoft.com/office/drawing/2014/main" val="20000"/>
                    </a:ext>
                  </a:extLst>
                </a:gridCol>
              </a:tblGrid>
              <a:tr h="209975">
                <a:tc>
                  <a:txBody>
                    <a:bodyPr/>
                    <a:lstStyle/>
                    <a:p>
                      <a:pPr marL="0" lvl="0" indent="0" algn="l" rtl="0">
                        <a:spcBef>
                          <a:spcPts val="0"/>
                        </a:spcBef>
                        <a:spcAft>
                          <a:spcPts val="0"/>
                        </a:spcAft>
                        <a:buNone/>
                      </a:pPr>
                      <a:r>
                        <a:rPr lang="en" sz="1200" b="1">
                          <a:solidFill>
                            <a:srgbClr val="4A86E8"/>
                          </a:solidFill>
                        </a:rPr>
                        <a:t>List the fields that would be included in the </a:t>
                      </a:r>
                      <a:r>
                        <a:rPr lang="en" sz="1200" b="1" i="1" u="sng">
                          <a:solidFill>
                            <a:srgbClr val="4A86E8"/>
                          </a:solidFill>
                        </a:rPr>
                        <a:t>state</a:t>
                      </a:r>
                      <a:r>
                        <a:rPr lang="en" sz="1200" b="1">
                          <a:solidFill>
                            <a:srgbClr val="4A86E8"/>
                          </a:solidFill>
                        </a:rPr>
                        <a:t> of your Configuration?</a:t>
                      </a:r>
                      <a:endParaRPr sz="1200">
                        <a:solidFill>
                          <a:srgbClr val="4A86E8"/>
                        </a:solidFill>
                      </a:endParaRPr>
                    </a:p>
                  </a:txBody>
                  <a:tcPr marL="91425" marR="91425" marT="91425" marB="91425">
                    <a:solidFill>
                      <a:schemeClr val="accent1"/>
                    </a:solidFill>
                  </a:tcPr>
                </a:tc>
                <a:extLst>
                  <a:ext uri="{0D108BD9-81ED-4DB2-BD59-A6C34878D82A}">
                    <a16:rowId xmlns:a16="http://schemas.microsoft.com/office/drawing/2014/main" val="10000"/>
                  </a:ext>
                </a:extLst>
              </a:tr>
              <a:tr h="393050">
                <a:tc>
                  <a:txBody>
                    <a:bodyPr/>
                    <a:lstStyle/>
                    <a:p>
                      <a:endParaRPr lang="en-US" dirty="0"/>
                    </a:p>
                  </a:txBody>
                  <a:tcPr/>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sz="1200" b="1">
                          <a:solidFill>
                            <a:srgbClr val="4A86E8"/>
                          </a:solidFill>
                        </a:rPr>
                        <a:t>How would you create </a:t>
                      </a:r>
                      <a:r>
                        <a:rPr lang="en" sz="1200" b="1" i="1" u="sng">
                          <a:solidFill>
                            <a:srgbClr val="4A86E8"/>
                          </a:solidFill>
                        </a:rPr>
                        <a:t>successor</a:t>
                      </a:r>
                      <a:r>
                        <a:rPr lang="en" sz="1200" b="1">
                          <a:solidFill>
                            <a:srgbClr val="4A86E8"/>
                          </a:solidFill>
                        </a:rPr>
                        <a:t> configurations?</a:t>
                      </a:r>
                      <a:endParaRPr sz="1200">
                        <a:solidFill>
                          <a:srgbClr val="4A86E8"/>
                        </a:solidFill>
                      </a:endParaRPr>
                    </a:p>
                  </a:txBody>
                  <a:tcPr marL="91425" marR="91425" marT="91425" marB="91425">
                    <a:solidFill>
                      <a:schemeClr val="accent1"/>
                    </a:solidFill>
                  </a:tcPr>
                </a:tc>
                <a:extLst>
                  <a:ext uri="{0D108BD9-81ED-4DB2-BD59-A6C34878D82A}">
                    <a16:rowId xmlns:a16="http://schemas.microsoft.com/office/drawing/2014/main" val="10002"/>
                  </a:ext>
                </a:extLst>
              </a:tr>
              <a:tr h="649325">
                <a:tc>
                  <a:txBody>
                    <a:bodyPr/>
                    <a:lstStyle/>
                    <a:p>
                      <a:endParaRPr lang="en-US"/>
                    </a:p>
                  </a:txBody>
                  <a:tcPr/>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 sz="1200" b="1" dirty="0">
                          <a:solidFill>
                            <a:srgbClr val="4A86E8"/>
                          </a:solidFill>
                        </a:rPr>
                        <a:t>What would be a good </a:t>
                      </a:r>
                      <a:r>
                        <a:rPr lang="en" sz="1200" b="1" i="1" u="sng" dirty="0">
                          <a:solidFill>
                            <a:srgbClr val="4A86E8"/>
                          </a:solidFill>
                        </a:rPr>
                        <a:t>pruning</a:t>
                      </a:r>
                      <a:r>
                        <a:rPr lang="en" sz="1200" b="1" dirty="0">
                          <a:solidFill>
                            <a:srgbClr val="4A86E8"/>
                          </a:solidFill>
                        </a:rPr>
                        <a:t> strategy?</a:t>
                      </a:r>
                      <a:endParaRPr sz="1200" dirty="0">
                        <a:solidFill>
                          <a:srgbClr val="4A86E8"/>
                        </a:solidFill>
                      </a:endParaRPr>
                    </a:p>
                  </a:txBody>
                  <a:tcPr marL="91425" marR="91425" marT="91425" marB="91425">
                    <a:solidFill>
                      <a:schemeClr val="accent1"/>
                    </a:solidFill>
                  </a:tcPr>
                </a:tc>
                <a:extLst>
                  <a:ext uri="{0D108BD9-81ED-4DB2-BD59-A6C34878D82A}">
                    <a16:rowId xmlns:a16="http://schemas.microsoft.com/office/drawing/2014/main" val="10004"/>
                  </a:ext>
                </a:extLst>
              </a:tr>
              <a:tr h="442300">
                <a:tc>
                  <a:txBody>
                    <a:bodyPr/>
                    <a:lstStyle/>
                    <a:p>
                      <a:endParaRPr lang="en-US" dirty="0"/>
                    </a:p>
                  </a:txBody>
                  <a:tcPr/>
                </a:tc>
                <a:extLst>
                  <a:ext uri="{0D108BD9-81ED-4DB2-BD59-A6C34878D82A}">
                    <a16:rowId xmlns:a16="http://schemas.microsoft.com/office/drawing/2014/main" val="10005"/>
                  </a:ext>
                </a:extLst>
              </a:tr>
              <a:tr h="0">
                <a:tc>
                  <a:txBody>
                    <a:bodyPr/>
                    <a:lstStyle/>
                    <a:p>
                      <a:pPr marL="0" lvl="0" indent="0" algn="l" rtl="0">
                        <a:spcBef>
                          <a:spcPts val="0"/>
                        </a:spcBef>
                        <a:spcAft>
                          <a:spcPts val="0"/>
                        </a:spcAft>
                        <a:buNone/>
                      </a:pPr>
                      <a:r>
                        <a:rPr lang="en" sz="1200" b="1" dirty="0">
                          <a:solidFill>
                            <a:srgbClr val="4A86E8"/>
                          </a:solidFill>
                        </a:rPr>
                        <a:t>How would you know that a Configuration is the </a:t>
                      </a:r>
                      <a:r>
                        <a:rPr lang="en" sz="1200" b="1" i="1" u="sng" dirty="0">
                          <a:solidFill>
                            <a:srgbClr val="4A86E8"/>
                          </a:solidFill>
                        </a:rPr>
                        <a:t>goal</a:t>
                      </a:r>
                      <a:r>
                        <a:rPr lang="en" sz="1200" b="1" dirty="0">
                          <a:solidFill>
                            <a:srgbClr val="4A86E8"/>
                          </a:solidFill>
                        </a:rPr>
                        <a:t>?</a:t>
                      </a:r>
                      <a:endParaRPr sz="1200" dirty="0">
                        <a:solidFill>
                          <a:srgbClr val="4A86E8"/>
                        </a:solidFill>
                      </a:endParaRPr>
                    </a:p>
                  </a:txBody>
                  <a:tcPr marL="91425" marR="91425" marT="91425" marB="91425">
                    <a:solidFill>
                      <a:schemeClr val="accent1"/>
                    </a:solidFill>
                  </a:tcPr>
                </a:tc>
                <a:extLst>
                  <a:ext uri="{0D108BD9-81ED-4DB2-BD59-A6C34878D82A}">
                    <a16:rowId xmlns:a16="http://schemas.microsoft.com/office/drawing/2014/main" val="10006"/>
                  </a:ext>
                </a:extLst>
              </a:tr>
              <a:tr h="500375">
                <a:tc>
                  <a:txBody>
                    <a:bodyPr/>
                    <a:lstStyle/>
                    <a:p>
                      <a:endParaRPr lang="en-US" dirty="0"/>
                    </a:p>
                  </a:txBody>
                  <a:tcPr/>
                </a:tc>
                <a:extLst>
                  <a:ext uri="{0D108BD9-81ED-4DB2-BD59-A6C34878D82A}">
                    <a16:rowId xmlns:a16="http://schemas.microsoft.com/office/drawing/2014/main" val="10007"/>
                  </a:ext>
                </a:extLst>
              </a:tr>
            </a:tbl>
          </a:graphicData>
        </a:graphic>
      </p:graphicFrame>
      <p:sp>
        <p:nvSpPr>
          <p:cNvPr id="1066" name="Google Shape;1066;p131"/>
          <p:cNvSpPr txBox="1"/>
          <p:nvPr/>
        </p:nvSpPr>
        <p:spPr>
          <a:xfrm>
            <a:off x="775025" y="1926975"/>
            <a:ext cx="1518000" cy="257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lt1"/>
              </a:buClr>
              <a:buSzPts val="1100"/>
              <a:buFont typeface="Arial"/>
              <a:buNone/>
            </a:pPr>
            <a:r>
              <a:rPr lang="en" sz="1600" b="1">
                <a:solidFill>
                  <a:schemeClr val="accent1"/>
                </a:solidFill>
                <a:latin typeface="Courier New"/>
                <a:ea typeface="Courier New"/>
                <a:cs typeface="Courier New"/>
                <a:sym typeface="Courier New"/>
              </a:rPr>
              <a:t>##########</a:t>
            </a:r>
            <a:endParaRPr sz="1600" b="1">
              <a:solidFill>
                <a:schemeClr val="accent1"/>
              </a:solidFill>
              <a:latin typeface="Courier New"/>
              <a:ea typeface="Courier New"/>
              <a:cs typeface="Courier New"/>
              <a:sym typeface="Courier New"/>
            </a:endParaRPr>
          </a:p>
          <a:p>
            <a:pPr marL="0" lvl="0" indent="0" algn="l" rtl="0">
              <a:spcBef>
                <a:spcPts val="0"/>
              </a:spcBef>
              <a:spcAft>
                <a:spcPts val="0"/>
              </a:spcAft>
              <a:buClr>
                <a:schemeClr val="lt1"/>
              </a:buClr>
              <a:buSzPts val="1100"/>
              <a:buFont typeface="Arial"/>
              <a:buNone/>
            </a:pPr>
            <a:r>
              <a:rPr lang="en" sz="1600" b="1">
                <a:solidFill>
                  <a:schemeClr val="accent1"/>
                </a:solidFill>
                <a:latin typeface="Courier New"/>
                <a:ea typeface="Courier New"/>
                <a:cs typeface="Courier New"/>
                <a:sym typeface="Courier New"/>
              </a:rPr>
              <a:t>S #   #  #</a:t>
            </a:r>
            <a:endParaRPr sz="1600" b="1">
              <a:solidFill>
                <a:schemeClr val="accent1"/>
              </a:solidFill>
              <a:latin typeface="Courier New"/>
              <a:ea typeface="Courier New"/>
              <a:cs typeface="Courier New"/>
              <a:sym typeface="Courier New"/>
            </a:endParaRPr>
          </a:p>
          <a:p>
            <a:pPr marL="0" lvl="0" indent="0" algn="l" rtl="0">
              <a:spcBef>
                <a:spcPts val="0"/>
              </a:spcBef>
              <a:spcAft>
                <a:spcPts val="0"/>
              </a:spcAft>
              <a:buClr>
                <a:schemeClr val="lt1"/>
              </a:buClr>
              <a:buSzPts val="1100"/>
              <a:buFont typeface="Arial"/>
              <a:buNone/>
            </a:pPr>
            <a:r>
              <a:rPr lang="en" sz="1600" b="1">
                <a:solidFill>
                  <a:schemeClr val="accent1"/>
                </a:solidFill>
                <a:latin typeface="Courier New"/>
                <a:ea typeface="Courier New"/>
                <a:cs typeface="Courier New"/>
                <a:sym typeface="Courier New"/>
              </a:rPr>
              <a:t># # # # ##</a:t>
            </a:r>
            <a:endParaRPr sz="1600" b="1">
              <a:solidFill>
                <a:schemeClr val="accent1"/>
              </a:solidFill>
              <a:latin typeface="Courier New"/>
              <a:ea typeface="Courier New"/>
              <a:cs typeface="Courier New"/>
              <a:sym typeface="Courier New"/>
            </a:endParaRPr>
          </a:p>
          <a:p>
            <a:pPr marL="0" lvl="0" indent="0" algn="l" rtl="0">
              <a:spcBef>
                <a:spcPts val="0"/>
              </a:spcBef>
              <a:spcAft>
                <a:spcPts val="0"/>
              </a:spcAft>
              <a:buClr>
                <a:schemeClr val="lt1"/>
              </a:buClr>
              <a:buSzPts val="1100"/>
              <a:buFont typeface="Arial"/>
              <a:buNone/>
            </a:pPr>
            <a:r>
              <a:rPr lang="en" sz="1600" b="1">
                <a:solidFill>
                  <a:schemeClr val="accent1"/>
                </a:solidFill>
                <a:latin typeface="Courier New"/>
                <a:ea typeface="Courier New"/>
                <a:cs typeface="Courier New"/>
                <a:sym typeface="Courier New"/>
              </a:rPr>
              <a:t>#   #   ##</a:t>
            </a:r>
            <a:endParaRPr sz="1600" b="1">
              <a:solidFill>
                <a:schemeClr val="accent1"/>
              </a:solidFill>
              <a:latin typeface="Courier New"/>
              <a:ea typeface="Courier New"/>
              <a:cs typeface="Courier New"/>
              <a:sym typeface="Courier New"/>
            </a:endParaRPr>
          </a:p>
          <a:p>
            <a:pPr marL="0" lvl="0" indent="0" algn="l" rtl="0">
              <a:spcBef>
                <a:spcPts val="0"/>
              </a:spcBef>
              <a:spcAft>
                <a:spcPts val="0"/>
              </a:spcAft>
              <a:buClr>
                <a:schemeClr val="lt1"/>
              </a:buClr>
              <a:buSzPts val="1100"/>
              <a:buFont typeface="Arial"/>
              <a:buNone/>
            </a:pPr>
            <a:r>
              <a:rPr lang="en" sz="1600" b="1">
                <a:solidFill>
                  <a:schemeClr val="accent1"/>
                </a:solidFill>
                <a:latin typeface="Courier New"/>
                <a:ea typeface="Courier New"/>
                <a:cs typeface="Courier New"/>
                <a:sym typeface="Courier New"/>
              </a:rPr>
              <a:t>### ### ##</a:t>
            </a:r>
            <a:endParaRPr sz="1600" b="1">
              <a:solidFill>
                <a:schemeClr val="accent1"/>
              </a:solidFill>
              <a:latin typeface="Courier New"/>
              <a:ea typeface="Courier New"/>
              <a:cs typeface="Courier New"/>
              <a:sym typeface="Courier New"/>
            </a:endParaRPr>
          </a:p>
          <a:p>
            <a:pPr marL="0" lvl="0" indent="0" algn="l" rtl="0">
              <a:spcBef>
                <a:spcPts val="0"/>
              </a:spcBef>
              <a:spcAft>
                <a:spcPts val="0"/>
              </a:spcAft>
              <a:buClr>
                <a:schemeClr val="lt1"/>
              </a:buClr>
              <a:buSzPts val="1100"/>
              <a:buFont typeface="Arial"/>
              <a:buNone/>
            </a:pPr>
            <a:r>
              <a:rPr lang="en" sz="1600" b="1">
                <a:solidFill>
                  <a:schemeClr val="accent1"/>
                </a:solidFill>
                <a:latin typeface="Courier New"/>
                <a:ea typeface="Courier New"/>
                <a:cs typeface="Courier New"/>
                <a:sym typeface="Courier New"/>
              </a:rPr>
              <a:t>#     #  #</a:t>
            </a:r>
            <a:endParaRPr sz="1600" b="1">
              <a:solidFill>
                <a:schemeClr val="accent1"/>
              </a:solidFill>
              <a:latin typeface="Courier New"/>
              <a:ea typeface="Courier New"/>
              <a:cs typeface="Courier New"/>
              <a:sym typeface="Courier New"/>
            </a:endParaRPr>
          </a:p>
          <a:p>
            <a:pPr marL="0" lvl="0" indent="0" algn="l" rtl="0">
              <a:spcBef>
                <a:spcPts val="0"/>
              </a:spcBef>
              <a:spcAft>
                <a:spcPts val="0"/>
              </a:spcAft>
              <a:buClr>
                <a:schemeClr val="lt1"/>
              </a:buClr>
              <a:buSzPts val="1100"/>
              <a:buFont typeface="Arial"/>
              <a:buNone/>
            </a:pPr>
            <a:r>
              <a:rPr lang="en" sz="1600" b="1">
                <a:solidFill>
                  <a:schemeClr val="accent1"/>
                </a:solidFill>
                <a:latin typeface="Courier New"/>
                <a:ea typeface="Courier New"/>
                <a:cs typeface="Courier New"/>
                <a:sym typeface="Courier New"/>
              </a:rPr>
              <a:t># ### ## #</a:t>
            </a:r>
            <a:endParaRPr sz="1600" b="1">
              <a:solidFill>
                <a:schemeClr val="accent1"/>
              </a:solidFill>
              <a:latin typeface="Courier New"/>
              <a:ea typeface="Courier New"/>
              <a:cs typeface="Courier New"/>
              <a:sym typeface="Courier New"/>
            </a:endParaRPr>
          </a:p>
          <a:p>
            <a:pPr marL="0" lvl="0" indent="0" algn="l" rtl="0">
              <a:spcBef>
                <a:spcPts val="0"/>
              </a:spcBef>
              <a:spcAft>
                <a:spcPts val="0"/>
              </a:spcAft>
              <a:buClr>
                <a:schemeClr val="lt1"/>
              </a:buClr>
              <a:buSzPts val="1100"/>
              <a:buFont typeface="Arial"/>
              <a:buNone/>
            </a:pPr>
            <a:r>
              <a:rPr lang="en" sz="1600" b="1">
                <a:solidFill>
                  <a:schemeClr val="accent1"/>
                </a:solidFill>
                <a:latin typeface="Courier New"/>
                <a:ea typeface="Courier New"/>
                <a:cs typeface="Courier New"/>
                <a:sym typeface="Courier New"/>
              </a:rPr>
              <a:t># #    # #</a:t>
            </a:r>
            <a:endParaRPr sz="1600" b="1">
              <a:solidFill>
                <a:schemeClr val="accent1"/>
              </a:solidFill>
              <a:latin typeface="Courier New"/>
              <a:ea typeface="Courier New"/>
              <a:cs typeface="Courier New"/>
              <a:sym typeface="Courier New"/>
            </a:endParaRPr>
          </a:p>
          <a:p>
            <a:pPr marL="0" lvl="0" indent="0" algn="l" rtl="0">
              <a:spcBef>
                <a:spcPts val="0"/>
              </a:spcBef>
              <a:spcAft>
                <a:spcPts val="0"/>
              </a:spcAft>
              <a:buClr>
                <a:schemeClr val="lt1"/>
              </a:buClr>
              <a:buSzPts val="1100"/>
              <a:buFont typeface="Arial"/>
              <a:buNone/>
            </a:pPr>
            <a:r>
              <a:rPr lang="en" sz="1600" b="1">
                <a:solidFill>
                  <a:schemeClr val="accent1"/>
                </a:solidFill>
                <a:latin typeface="Courier New"/>
                <a:ea typeface="Courier New"/>
                <a:cs typeface="Courier New"/>
                <a:sym typeface="Courier New"/>
              </a:rPr>
              <a:t># # ##   #</a:t>
            </a:r>
            <a:endParaRPr sz="1600" b="1">
              <a:solidFill>
                <a:schemeClr val="accent1"/>
              </a:solidFill>
              <a:latin typeface="Courier New"/>
              <a:ea typeface="Courier New"/>
              <a:cs typeface="Courier New"/>
              <a:sym typeface="Courier New"/>
            </a:endParaRPr>
          </a:p>
          <a:p>
            <a:pPr marL="0" lvl="0" indent="0" algn="l" rtl="0">
              <a:spcBef>
                <a:spcPts val="0"/>
              </a:spcBef>
              <a:spcAft>
                <a:spcPts val="0"/>
              </a:spcAft>
              <a:buClr>
                <a:schemeClr val="lt1"/>
              </a:buClr>
              <a:buSzPts val="1100"/>
              <a:buFont typeface="Arial"/>
              <a:buNone/>
            </a:pPr>
            <a:r>
              <a:rPr lang="en" sz="1600" b="1">
                <a:solidFill>
                  <a:schemeClr val="accent1"/>
                </a:solidFill>
                <a:latin typeface="Courier New"/>
                <a:ea typeface="Courier New"/>
                <a:cs typeface="Courier New"/>
                <a:sym typeface="Courier New"/>
              </a:rPr>
              <a:t>########E#</a:t>
            </a:r>
            <a:endParaRPr sz="1600" b="1">
              <a:solidFill>
                <a:schemeClr val="accent1"/>
              </a:solidFill>
              <a:latin typeface="Courier New"/>
              <a:ea typeface="Courier New"/>
              <a:cs typeface="Courier New"/>
              <a:sym typeface="Courier New"/>
            </a:endParaRPr>
          </a:p>
          <a:p>
            <a:pPr marL="0" lvl="0" indent="0" algn="l" rtl="0">
              <a:spcBef>
                <a:spcPts val="0"/>
              </a:spcBef>
              <a:spcAft>
                <a:spcPts val="0"/>
              </a:spcAft>
              <a:buNone/>
            </a:pPr>
            <a:endParaRPr sz="1200">
              <a:solidFill>
                <a:schemeClr val="lt1"/>
              </a:solidFill>
              <a:latin typeface="Inter"/>
              <a:ea typeface="Inter"/>
              <a:cs typeface="Inter"/>
              <a:sym typeface="Inter"/>
            </a:endParaRPr>
          </a:p>
        </p:txBody>
      </p:sp>
      <p:sp>
        <p:nvSpPr>
          <p:cNvPr id="1067" name="Google Shape;1067;p131"/>
          <p:cNvSpPr txBox="1"/>
          <p:nvPr/>
        </p:nvSpPr>
        <p:spPr>
          <a:xfrm>
            <a:off x="3056950" y="2417887"/>
            <a:ext cx="4388400" cy="307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bg1"/>
                </a:solidFill>
                <a:latin typeface="Inter"/>
                <a:ea typeface="Inter"/>
                <a:cs typeface="Inter"/>
                <a:sym typeface="Inter"/>
              </a:rPr>
              <a:t>2D character array, current row and column</a:t>
            </a:r>
            <a:r>
              <a:rPr lang="en" sz="1200" dirty="0">
                <a:solidFill>
                  <a:srgbClr val="FF0000"/>
                </a:solidFill>
                <a:latin typeface="Inter"/>
                <a:ea typeface="Inter"/>
                <a:cs typeface="Inter"/>
                <a:sym typeface="Inter"/>
              </a:rPr>
              <a:t>. </a:t>
            </a:r>
            <a:endParaRPr sz="1200" dirty="0">
              <a:solidFill>
                <a:srgbClr val="FF0000"/>
              </a:solidFill>
              <a:latin typeface="Inter"/>
              <a:ea typeface="Inter"/>
              <a:cs typeface="Inter"/>
              <a:sym typeface="Inter"/>
            </a:endParaRPr>
          </a:p>
        </p:txBody>
      </p:sp>
      <p:sp>
        <p:nvSpPr>
          <p:cNvPr id="1068" name="Google Shape;1068;p131"/>
          <p:cNvSpPr txBox="1"/>
          <p:nvPr/>
        </p:nvSpPr>
        <p:spPr>
          <a:xfrm>
            <a:off x="3056950" y="3123297"/>
            <a:ext cx="5736900" cy="488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bg1"/>
                </a:solidFill>
                <a:latin typeface="Inter"/>
                <a:ea typeface="Inter"/>
                <a:cs typeface="Inter"/>
                <a:sym typeface="Inter"/>
              </a:rPr>
              <a:t>Make a deep copy of the array, mark the current row and column as a wall, create 4 successors - 1 for each move direction. </a:t>
            </a:r>
            <a:endParaRPr sz="1200" dirty="0">
              <a:solidFill>
                <a:schemeClr val="bg1"/>
              </a:solidFill>
              <a:latin typeface="Inter"/>
              <a:ea typeface="Inter"/>
              <a:cs typeface="Inter"/>
              <a:sym typeface="Inter"/>
            </a:endParaRPr>
          </a:p>
        </p:txBody>
      </p:sp>
      <p:sp>
        <p:nvSpPr>
          <p:cNvPr id="1069" name="Google Shape;1069;p131"/>
          <p:cNvSpPr txBox="1"/>
          <p:nvPr/>
        </p:nvSpPr>
        <p:spPr>
          <a:xfrm>
            <a:off x="3040975" y="4215149"/>
            <a:ext cx="5328000" cy="307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bg1"/>
                </a:solidFill>
                <a:latin typeface="Inter"/>
                <a:ea typeface="Inter"/>
                <a:cs typeface="Inter"/>
                <a:sym typeface="Inter"/>
              </a:rPr>
              <a:t>Prune successors where row and column is out of bounds or is a wall.</a:t>
            </a:r>
            <a:endParaRPr sz="1200" dirty="0">
              <a:solidFill>
                <a:schemeClr val="bg1"/>
              </a:solidFill>
              <a:latin typeface="Inter"/>
              <a:ea typeface="Inter"/>
              <a:cs typeface="Inter"/>
              <a:sym typeface="Inter"/>
            </a:endParaRPr>
          </a:p>
        </p:txBody>
      </p:sp>
      <p:sp>
        <p:nvSpPr>
          <p:cNvPr id="1070" name="Google Shape;1070;p131"/>
          <p:cNvSpPr txBox="1"/>
          <p:nvPr/>
        </p:nvSpPr>
        <p:spPr>
          <a:xfrm>
            <a:off x="3056950" y="5043867"/>
            <a:ext cx="5447100" cy="3075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bg1"/>
                </a:solidFill>
                <a:latin typeface="Inter"/>
                <a:ea typeface="Inter"/>
                <a:cs typeface="Inter"/>
                <a:sym typeface="Inter"/>
              </a:rPr>
              <a:t>The successor is valid and the row and col is </a:t>
            </a:r>
            <a:r>
              <a:rPr lang="en" sz="1200" dirty="0">
                <a:solidFill>
                  <a:schemeClr val="bg1"/>
                </a:solidFill>
                <a:latin typeface="Courier New"/>
                <a:ea typeface="Courier New"/>
                <a:cs typeface="Courier New"/>
                <a:sym typeface="Courier New"/>
              </a:rPr>
              <a:t>E</a:t>
            </a:r>
            <a:r>
              <a:rPr lang="en" sz="1200" dirty="0">
                <a:solidFill>
                  <a:schemeClr val="bg1"/>
                </a:solidFill>
                <a:latin typeface="Inter"/>
                <a:ea typeface="Inter"/>
                <a:cs typeface="Inter"/>
                <a:sym typeface="Inter"/>
              </a:rPr>
              <a:t>.</a:t>
            </a:r>
            <a:endParaRPr sz="1200" dirty="0">
              <a:solidFill>
                <a:schemeClr val="bg1"/>
              </a:solidFill>
              <a:latin typeface="Inter"/>
              <a:ea typeface="Inter"/>
              <a:cs typeface="Inter"/>
              <a:sym typeface="Inte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6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p132"/>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ACTIVITY CHALLENGE!</a:t>
            </a:r>
            <a:endParaRPr sz="4800" b="1">
              <a:solidFill>
                <a:srgbClr val="FFFFFF"/>
              </a:solidFill>
            </a:endParaRPr>
          </a:p>
          <a:p>
            <a:pPr marL="0" lvl="0" indent="0" algn="ctr" rtl="0">
              <a:spcBef>
                <a:spcPts val="0"/>
              </a:spcBef>
              <a:spcAft>
                <a:spcPts val="0"/>
              </a:spcAft>
              <a:buClr>
                <a:schemeClr val="lt1"/>
              </a:buClr>
              <a:buSzPts val="1100"/>
              <a:buFont typeface="Arial"/>
              <a:buNone/>
            </a:pPr>
            <a:endParaRPr sz="1300" b="1">
              <a:solidFill>
                <a:srgbClr val="FFFFFF"/>
              </a:solidFill>
            </a:endParaRPr>
          </a:p>
        </p:txBody>
      </p:sp>
      <p:graphicFrame>
        <p:nvGraphicFramePr>
          <p:cNvPr id="1076" name="Google Shape;1076;p132"/>
          <p:cNvGraphicFramePr/>
          <p:nvPr/>
        </p:nvGraphicFramePr>
        <p:xfrm>
          <a:off x="3810928" y="1081550"/>
          <a:ext cx="5065350" cy="3652785"/>
        </p:xfrm>
        <a:graphic>
          <a:graphicData uri="http://schemas.openxmlformats.org/drawingml/2006/table">
            <a:tbl>
              <a:tblPr>
                <a:noFill/>
                <a:tableStyleId>{B317DAE7-6F48-4459-89BA-82DB4F46E07A}</a:tableStyleId>
              </a:tblPr>
              <a:tblGrid>
                <a:gridCol w="5065350">
                  <a:extLst>
                    <a:ext uri="{9D8B030D-6E8A-4147-A177-3AD203B41FA5}">
                      <a16:colId xmlns:a16="http://schemas.microsoft.com/office/drawing/2014/main" val="20000"/>
                    </a:ext>
                  </a:extLst>
                </a:gridCol>
              </a:tblGrid>
              <a:tr h="423050">
                <a:tc>
                  <a:txBody>
                    <a:bodyPr/>
                    <a:lstStyle/>
                    <a:p>
                      <a:pPr marL="0" lvl="0" indent="0" algn="l" rtl="0">
                        <a:spcBef>
                          <a:spcPts val="0"/>
                        </a:spcBef>
                        <a:spcAft>
                          <a:spcPts val="0"/>
                        </a:spcAft>
                        <a:buNone/>
                      </a:pPr>
                      <a:r>
                        <a:rPr lang="en" sz="1200" b="1" dirty="0">
                          <a:solidFill>
                            <a:srgbClr val="4A86E8"/>
                          </a:solidFill>
                        </a:rPr>
                        <a:t>List the fields that would be included in the </a:t>
                      </a:r>
                      <a:r>
                        <a:rPr lang="en" sz="1200" b="1" i="1" u="sng" dirty="0">
                          <a:solidFill>
                            <a:srgbClr val="4A86E8"/>
                          </a:solidFill>
                        </a:rPr>
                        <a:t>state</a:t>
                      </a:r>
                      <a:r>
                        <a:rPr lang="en" sz="1200" b="1" dirty="0">
                          <a:solidFill>
                            <a:srgbClr val="4A86E8"/>
                          </a:solidFill>
                        </a:rPr>
                        <a:t> of your Configuration?</a:t>
                      </a:r>
                      <a:endParaRPr sz="1200" dirty="0">
                        <a:solidFill>
                          <a:srgbClr val="4A86E8"/>
                        </a:solidFill>
                      </a:endParaRPr>
                    </a:p>
                  </a:txBody>
                  <a:tcPr marL="91425" marR="91425" marT="91425" marB="91425">
                    <a:solidFill>
                      <a:schemeClr val="accent1"/>
                    </a:solidFill>
                  </a:tcPr>
                </a:tc>
                <a:extLst>
                  <a:ext uri="{0D108BD9-81ED-4DB2-BD59-A6C34878D82A}">
                    <a16:rowId xmlns:a16="http://schemas.microsoft.com/office/drawing/2014/main" val="10000"/>
                  </a:ext>
                </a:extLst>
              </a:tr>
              <a:tr h="486075">
                <a:tc>
                  <a:txBody>
                    <a:bodyPr/>
                    <a:lstStyle/>
                    <a:p>
                      <a:endParaRPr lang="en-US"/>
                    </a:p>
                  </a:txBody>
                  <a:tcPr/>
                </a:tc>
                <a:extLst>
                  <a:ext uri="{0D108BD9-81ED-4DB2-BD59-A6C34878D82A}">
                    <a16:rowId xmlns:a16="http://schemas.microsoft.com/office/drawing/2014/main" val="10001"/>
                  </a:ext>
                </a:extLst>
              </a:tr>
              <a:tr h="423050">
                <a:tc>
                  <a:txBody>
                    <a:bodyPr/>
                    <a:lstStyle/>
                    <a:p>
                      <a:pPr marL="0" lvl="0" indent="0" algn="l" rtl="0">
                        <a:spcBef>
                          <a:spcPts val="0"/>
                        </a:spcBef>
                        <a:spcAft>
                          <a:spcPts val="0"/>
                        </a:spcAft>
                        <a:buNone/>
                      </a:pPr>
                      <a:r>
                        <a:rPr lang="en" sz="1200" b="1">
                          <a:solidFill>
                            <a:srgbClr val="4A86E8"/>
                          </a:solidFill>
                        </a:rPr>
                        <a:t>How would you create </a:t>
                      </a:r>
                      <a:r>
                        <a:rPr lang="en" sz="1200" b="1" i="1" u="sng">
                          <a:solidFill>
                            <a:srgbClr val="4A86E8"/>
                          </a:solidFill>
                        </a:rPr>
                        <a:t>successor</a:t>
                      </a:r>
                      <a:r>
                        <a:rPr lang="en" sz="1200" b="1">
                          <a:solidFill>
                            <a:srgbClr val="4A86E8"/>
                          </a:solidFill>
                        </a:rPr>
                        <a:t> configurations?</a:t>
                      </a:r>
                      <a:endParaRPr sz="1200">
                        <a:solidFill>
                          <a:srgbClr val="4A86E8"/>
                        </a:solidFill>
                      </a:endParaRPr>
                    </a:p>
                  </a:txBody>
                  <a:tcPr marL="91425" marR="91425" marT="91425" marB="91425">
                    <a:solidFill>
                      <a:schemeClr val="accent1"/>
                    </a:solidFill>
                  </a:tcPr>
                </a:tc>
                <a:extLst>
                  <a:ext uri="{0D108BD9-81ED-4DB2-BD59-A6C34878D82A}">
                    <a16:rowId xmlns:a16="http://schemas.microsoft.com/office/drawing/2014/main" val="10002"/>
                  </a:ext>
                </a:extLst>
              </a:tr>
              <a:tr h="621100">
                <a:tc>
                  <a:txBody>
                    <a:bodyPr/>
                    <a:lstStyle/>
                    <a:p>
                      <a:endParaRPr lang="en-US"/>
                    </a:p>
                  </a:txBody>
                  <a:tcPr/>
                </a:tc>
                <a:extLst>
                  <a:ext uri="{0D108BD9-81ED-4DB2-BD59-A6C34878D82A}">
                    <a16:rowId xmlns:a16="http://schemas.microsoft.com/office/drawing/2014/main" val="10003"/>
                  </a:ext>
                </a:extLst>
              </a:tr>
              <a:tr h="423050">
                <a:tc>
                  <a:txBody>
                    <a:bodyPr/>
                    <a:lstStyle/>
                    <a:p>
                      <a:pPr marL="0" lvl="0" indent="0" algn="l" rtl="0">
                        <a:spcBef>
                          <a:spcPts val="0"/>
                        </a:spcBef>
                        <a:spcAft>
                          <a:spcPts val="0"/>
                        </a:spcAft>
                        <a:buNone/>
                      </a:pPr>
                      <a:r>
                        <a:rPr lang="en" sz="1200" b="1" dirty="0">
                          <a:solidFill>
                            <a:srgbClr val="4A86E8"/>
                          </a:solidFill>
                        </a:rPr>
                        <a:t>What would be a good </a:t>
                      </a:r>
                      <a:r>
                        <a:rPr lang="en" sz="1200" b="1" i="1" u="sng" dirty="0">
                          <a:solidFill>
                            <a:srgbClr val="4A86E8"/>
                          </a:solidFill>
                        </a:rPr>
                        <a:t>pruning</a:t>
                      </a:r>
                      <a:r>
                        <a:rPr lang="en" sz="1200" b="1" dirty="0">
                          <a:solidFill>
                            <a:srgbClr val="4A86E8"/>
                          </a:solidFill>
                        </a:rPr>
                        <a:t> strategy?</a:t>
                      </a:r>
                      <a:endParaRPr sz="1200" dirty="0">
                        <a:solidFill>
                          <a:srgbClr val="4A86E8"/>
                        </a:solidFill>
                      </a:endParaRPr>
                    </a:p>
                  </a:txBody>
                  <a:tcPr marL="91425" marR="91425" marT="91425" marB="91425">
                    <a:solidFill>
                      <a:schemeClr val="accent1"/>
                    </a:solidFill>
                  </a:tcPr>
                </a:tc>
                <a:extLst>
                  <a:ext uri="{0D108BD9-81ED-4DB2-BD59-A6C34878D82A}">
                    <a16:rowId xmlns:a16="http://schemas.microsoft.com/office/drawing/2014/main" val="10004"/>
                  </a:ext>
                </a:extLst>
              </a:tr>
              <a:tr h="423050">
                <a:tc>
                  <a:txBody>
                    <a:bodyPr/>
                    <a:lstStyle/>
                    <a:p>
                      <a:endParaRPr lang="en-US"/>
                    </a:p>
                  </a:txBody>
                  <a:tcPr/>
                </a:tc>
                <a:extLst>
                  <a:ext uri="{0D108BD9-81ED-4DB2-BD59-A6C34878D82A}">
                    <a16:rowId xmlns:a16="http://schemas.microsoft.com/office/drawing/2014/main" val="10005"/>
                  </a:ext>
                </a:extLst>
              </a:tr>
              <a:tr h="423050">
                <a:tc>
                  <a:txBody>
                    <a:bodyPr/>
                    <a:lstStyle/>
                    <a:p>
                      <a:pPr marL="0" lvl="0" indent="0" algn="l" rtl="0">
                        <a:spcBef>
                          <a:spcPts val="0"/>
                        </a:spcBef>
                        <a:spcAft>
                          <a:spcPts val="0"/>
                        </a:spcAft>
                        <a:buNone/>
                      </a:pPr>
                      <a:r>
                        <a:rPr lang="en" sz="1200" b="1">
                          <a:solidFill>
                            <a:srgbClr val="4A86E8"/>
                          </a:solidFill>
                        </a:rPr>
                        <a:t>How would you know that a Configuration is the </a:t>
                      </a:r>
                      <a:r>
                        <a:rPr lang="en" sz="1200" b="1" i="1" u="sng">
                          <a:solidFill>
                            <a:srgbClr val="4A86E8"/>
                          </a:solidFill>
                        </a:rPr>
                        <a:t>goal</a:t>
                      </a:r>
                      <a:r>
                        <a:rPr lang="en" sz="1200" b="1">
                          <a:solidFill>
                            <a:srgbClr val="4A86E8"/>
                          </a:solidFill>
                        </a:rPr>
                        <a:t>?</a:t>
                      </a:r>
                      <a:endParaRPr sz="1200">
                        <a:solidFill>
                          <a:srgbClr val="4A86E8"/>
                        </a:solidFill>
                      </a:endParaRPr>
                    </a:p>
                  </a:txBody>
                  <a:tcPr marL="91425" marR="91425" marT="91425" marB="91425">
                    <a:solidFill>
                      <a:schemeClr val="accent1"/>
                    </a:solidFill>
                  </a:tcPr>
                </a:tc>
                <a:extLst>
                  <a:ext uri="{0D108BD9-81ED-4DB2-BD59-A6C34878D82A}">
                    <a16:rowId xmlns:a16="http://schemas.microsoft.com/office/drawing/2014/main" val="10006"/>
                  </a:ext>
                </a:extLst>
              </a:tr>
              <a:tr h="270025">
                <a:tc>
                  <a:txBody>
                    <a:bodyPr/>
                    <a:lstStyle/>
                    <a:p>
                      <a:endParaRPr lang="en-US" dirty="0"/>
                    </a:p>
                  </a:txBody>
                  <a:tcPr/>
                </a:tc>
                <a:extLst>
                  <a:ext uri="{0D108BD9-81ED-4DB2-BD59-A6C34878D82A}">
                    <a16:rowId xmlns:a16="http://schemas.microsoft.com/office/drawing/2014/main" val="10007"/>
                  </a:ext>
                </a:extLst>
              </a:tr>
            </a:tbl>
          </a:graphicData>
        </a:graphic>
      </p:graphicFrame>
      <p:pic>
        <p:nvPicPr>
          <p:cNvPr id="1077" name="Google Shape;1077;p132">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
        <p:nvSpPr>
          <p:cNvPr id="1078" name="Google Shape;1078;p132"/>
          <p:cNvSpPr txBox="1"/>
          <p:nvPr/>
        </p:nvSpPr>
        <p:spPr>
          <a:xfrm>
            <a:off x="3826589" y="2452793"/>
            <a:ext cx="5065200" cy="59028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bg1"/>
                </a:solidFill>
                <a:latin typeface="Inter"/>
                <a:ea typeface="Inter"/>
                <a:cs typeface="Inter"/>
                <a:sym typeface="Inter"/>
              </a:rPr>
              <a:t>Make a deep copy of each shore collection, create a successor for each cargo item on the same shore as the farmer by moving the cargo item and farmer to the opposite shore. Also create a configuration for the farmer crossing alone.</a:t>
            </a:r>
            <a:endParaRPr sz="1200" dirty="0">
              <a:solidFill>
                <a:schemeClr val="bg1"/>
              </a:solidFill>
              <a:latin typeface="Inter"/>
              <a:ea typeface="Inter"/>
              <a:cs typeface="Inter"/>
              <a:sym typeface="Inter"/>
            </a:endParaRPr>
          </a:p>
        </p:txBody>
      </p:sp>
      <p:sp>
        <p:nvSpPr>
          <p:cNvPr id="1079" name="Google Shape;1079;p132"/>
          <p:cNvSpPr txBox="1"/>
          <p:nvPr/>
        </p:nvSpPr>
        <p:spPr>
          <a:xfrm>
            <a:off x="3826589" y="3534908"/>
            <a:ext cx="5065200" cy="414284"/>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bg1"/>
                </a:solidFill>
                <a:latin typeface="Inter"/>
                <a:ea typeface="Inter"/>
                <a:cs typeface="Inter"/>
                <a:sym typeface="Inter"/>
              </a:rPr>
              <a:t>Prune if the configuration has been "seen" before or fox/hen or hen/seed are on the same shore alone.</a:t>
            </a:r>
            <a:endParaRPr sz="1200" dirty="0">
              <a:solidFill>
                <a:schemeClr val="bg1"/>
              </a:solidFill>
              <a:latin typeface="Inter"/>
              <a:ea typeface="Inter"/>
              <a:cs typeface="Inter"/>
              <a:sym typeface="Inter"/>
            </a:endParaRPr>
          </a:p>
        </p:txBody>
      </p:sp>
      <p:sp>
        <p:nvSpPr>
          <p:cNvPr id="1080" name="Google Shape;1080;p132"/>
          <p:cNvSpPr txBox="1"/>
          <p:nvPr/>
        </p:nvSpPr>
        <p:spPr>
          <a:xfrm>
            <a:off x="3836951" y="4186775"/>
            <a:ext cx="5013300" cy="414283"/>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bg1"/>
                </a:solidFill>
                <a:latin typeface="Inter"/>
                <a:ea typeface="Inter"/>
                <a:cs typeface="Inter"/>
                <a:sym typeface="Inter"/>
              </a:rPr>
              <a:t>The farmer and all cargo items are on the destination shore. </a:t>
            </a:r>
            <a:endParaRPr sz="1200" dirty="0">
              <a:solidFill>
                <a:schemeClr val="bg1"/>
              </a:solidFill>
              <a:latin typeface="Inter"/>
              <a:ea typeface="Inter"/>
              <a:cs typeface="Inter"/>
              <a:sym typeface="Inter"/>
            </a:endParaRPr>
          </a:p>
        </p:txBody>
      </p:sp>
      <p:sp>
        <p:nvSpPr>
          <p:cNvPr id="1081" name="Google Shape;1081;p132"/>
          <p:cNvSpPr txBox="1"/>
          <p:nvPr/>
        </p:nvSpPr>
        <p:spPr>
          <a:xfrm>
            <a:off x="284850" y="1008476"/>
            <a:ext cx="3435600" cy="173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lt1"/>
              </a:buClr>
              <a:buSzPts val="1100"/>
              <a:buFont typeface="Arial"/>
              <a:buNone/>
            </a:pPr>
            <a:r>
              <a:rPr lang="en" sz="1200" b="1">
                <a:solidFill>
                  <a:srgbClr val="FFFFFF"/>
                </a:solidFill>
              </a:rPr>
              <a:t>A farmer has a hen, a fox, and seed. She is one side of a river and needs to get all 3 cargo items across. But, she can only take 1 at a time in the boat. She can't leave the fox and hen together on the same shore alone, and likewise, cannot leave the hen and seed on the same shore alone. The farmer can cross the river alone. Think about how you would solve this problem using backt</a:t>
            </a:r>
            <a:r>
              <a:rPr lang="en" sz="1300" b="1">
                <a:solidFill>
                  <a:srgbClr val="FFFFFF"/>
                </a:solidFill>
              </a:rPr>
              <a:t>racking.</a:t>
            </a:r>
            <a:endParaRPr sz="1200">
              <a:solidFill>
                <a:schemeClr val="lt1"/>
              </a:solidFill>
              <a:latin typeface="Inter"/>
              <a:ea typeface="Inter"/>
              <a:cs typeface="Inter"/>
              <a:sym typeface="Inter"/>
            </a:endParaRPr>
          </a:p>
        </p:txBody>
      </p:sp>
      <p:sp>
        <p:nvSpPr>
          <p:cNvPr id="1082" name="Google Shape;1082;p132"/>
          <p:cNvSpPr txBox="1"/>
          <p:nvPr/>
        </p:nvSpPr>
        <p:spPr>
          <a:xfrm>
            <a:off x="3811001" y="1624326"/>
            <a:ext cx="5065200" cy="486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solidFill>
                  <a:schemeClr val="bg1"/>
                </a:solidFill>
                <a:latin typeface="Inter"/>
                <a:ea typeface="Inter"/>
                <a:cs typeface="Inter"/>
                <a:sym typeface="Inter"/>
              </a:rPr>
              <a:t>Collections for starting shore, the destination shore, and "</a:t>
            </a:r>
            <a:r>
              <a:rPr lang="en" sz="1200" dirty="0">
                <a:solidFill>
                  <a:schemeClr val="bg1"/>
                </a:solidFill>
                <a:highlight>
                  <a:srgbClr val="FFFF00"/>
                </a:highlight>
                <a:latin typeface="Inter"/>
                <a:ea typeface="Inter"/>
                <a:cs typeface="Inter"/>
                <a:sym typeface="Inter"/>
              </a:rPr>
              <a:t>seen</a:t>
            </a:r>
            <a:r>
              <a:rPr lang="en" sz="1200" dirty="0">
                <a:solidFill>
                  <a:schemeClr val="bg1"/>
                </a:solidFill>
                <a:latin typeface="Inter"/>
                <a:ea typeface="Inter"/>
                <a:cs typeface="Inter"/>
                <a:sym typeface="Inter"/>
              </a:rPr>
              <a:t>" configurations (to avoid cycles).</a:t>
            </a:r>
            <a:endParaRPr sz="1200" dirty="0">
              <a:solidFill>
                <a:schemeClr val="bg1"/>
              </a:solidFill>
              <a:latin typeface="Inter"/>
              <a:ea typeface="Inter"/>
              <a:cs typeface="Inter"/>
              <a:sym typeface="Inter"/>
            </a:endParaRPr>
          </a:p>
        </p:txBody>
      </p:sp>
      <p:pic>
        <p:nvPicPr>
          <p:cNvPr id="1083" name="Google Shape;1083;p132"/>
          <p:cNvPicPr preferRelativeResize="0"/>
          <p:nvPr/>
        </p:nvPicPr>
        <p:blipFill>
          <a:blip r:embed="rId5">
            <a:alphaModFix/>
          </a:blip>
          <a:stretch>
            <a:fillRect/>
          </a:stretch>
        </p:blipFill>
        <p:spPr>
          <a:xfrm>
            <a:off x="248215" y="3008010"/>
            <a:ext cx="3526076" cy="1565982"/>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7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133"/>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300" b="1">
                <a:solidFill>
                  <a:srgbClr val="FFFFFF"/>
                </a:solidFill>
              </a:rPr>
              <a:t>This Java type is used to define an Abstract Data Type (ADT).</a:t>
            </a:r>
            <a:endParaRPr sz="4300" b="1">
              <a:solidFill>
                <a:srgbClr val="FFFFFF"/>
              </a:solidFill>
            </a:endParaRPr>
          </a:p>
        </p:txBody>
      </p:sp>
      <p:sp>
        <p:nvSpPr>
          <p:cNvPr id="1089" name="Google Shape;1089;p133"/>
          <p:cNvSpPr txBox="1"/>
          <p:nvPr/>
        </p:nvSpPr>
        <p:spPr>
          <a:xfrm>
            <a:off x="593775" y="2859096"/>
            <a:ext cx="8112300" cy="1614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an interface?</a:t>
            </a:r>
            <a:endParaRPr sz="4800" i="1">
              <a:solidFill>
                <a:schemeClr val="accent1"/>
              </a:solidFill>
            </a:endParaRPr>
          </a:p>
        </p:txBody>
      </p:sp>
      <p:pic>
        <p:nvPicPr>
          <p:cNvPr id="1090" name="Google Shape;1090;p133">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134"/>
          <p:cNvSpPr/>
          <p:nvPr/>
        </p:nvSpPr>
        <p:spPr>
          <a:xfrm>
            <a:off x="185075"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300" b="1">
                <a:solidFill>
                  <a:srgbClr val="FFFFFF"/>
                </a:solidFill>
              </a:rPr>
              <a:t>This provides a concise way to represent a single‑method class as an expression.</a:t>
            </a:r>
            <a:endParaRPr sz="4300" b="1">
              <a:solidFill>
                <a:srgbClr val="FFFFFF"/>
              </a:solidFill>
            </a:endParaRPr>
          </a:p>
        </p:txBody>
      </p:sp>
      <p:sp>
        <p:nvSpPr>
          <p:cNvPr id="1096" name="Google Shape;1096;p134"/>
          <p:cNvSpPr txBox="1"/>
          <p:nvPr/>
        </p:nvSpPr>
        <p:spPr>
          <a:xfrm>
            <a:off x="593775"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latin typeface="Inter"/>
                <a:ea typeface="Inter"/>
                <a:cs typeface="Inter"/>
                <a:sym typeface="Inter"/>
              </a:rPr>
              <a:t>What is a lambda?</a:t>
            </a:r>
            <a:endParaRPr sz="4800" i="1">
              <a:solidFill>
                <a:schemeClr val="accent1"/>
              </a:solidFill>
              <a:latin typeface="Inter"/>
              <a:ea typeface="Inter"/>
              <a:cs typeface="Inter"/>
              <a:sym typeface="Inter"/>
            </a:endParaRPr>
          </a:p>
        </p:txBody>
      </p:sp>
      <p:pic>
        <p:nvPicPr>
          <p:cNvPr id="1097" name="Google Shape;1097;p134">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135"/>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300" b="1">
                <a:solidFill>
                  <a:srgbClr val="FFFFFF"/>
                </a:solidFill>
              </a:rPr>
              <a:t>An intermediate stream operation produces a new stream of transformed elements.</a:t>
            </a:r>
            <a:endParaRPr sz="4300" b="1">
              <a:solidFill>
                <a:srgbClr val="FFFFFF"/>
              </a:solidFill>
            </a:endParaRPr>
          </a:p>
        </p:txBody>
      </p:sp>
      <p:sp>
        <p:nvSpPr>
          <p:cNvPr id="1103" name="Google Shape;1103;p135"/>
          <p:cNvSpPr txBox="1"/>
          <p:nvPr/>
        </p:nvSpPr>
        <p:spPr>
          <a:xfrm>
            <a:off x="596800" y="2766564"/>
            <a:ext cx="8112300" cy="1659900"/>
          </a:xfrm>
          <a:prstGeom prst="rect">
            <a:avLst/>
          </a:prstGeom>
          <a:noFill/>
          <a:ln>
            <a:noFill/>
          </a:ln>
        </p:spPr>
        <p:txBody>
          <a:bodyPr spcFirstLastPara="1" wrap="square" lIns="91425" tIns="91425" rIns="91425" bIns="91425" anchor="ctr" anchorCtr="0">
            <a:normAutofit/>
          </a:bodyPr>
          <a:lstStyle/>
          <a:p>
            <a:pPr marL="0" lvl="0" indent="0" algn="ctr" rtl="0">
              <a:spcBef>
                <a:spcPts val="0"/>
              </a:spcBef>
              <a:spcAft>
                <a:spcPts val="0"/>
              </a:spcAft>
              <a:buNone/>
            </a:pPr>
            <a:r>
              <a:rPr lang="en" sz="4800" i="1">
                <a:solidFill>
                  <a:schemeClr val="accent1"/>
                </a:solidFill>
              </a:rPr>
              <a:t>What is map()?</a:t>
            </a:r>
            <a:endParaRPr sz="4800" i="1">
              <a:solidFill>
                <a:schemeClr val="accent1"/>
              </a:solidFill>
            </a:endParaRPr>
          </a:p>
        </p:txBody>
      </p:sp>
      <p:pic>
        <p:nvPicPr>
          <p:cNvPr id="1104" name="Google Shape;1104;p135">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p136"/>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CODING CHALLENGE!</a:t>
            </a:r>
            <a:endParaRPr sz="4800" b="1">
              <a:solidFill>
                <a:srgbClr val="FFFFFF"/>
              </a:solidFill>
            </a:endParaRPr>
          </a:p>
          <a:p>
            <a:pPr marL="0" lvl="0" indent="0" algn="l" rtl="0">
              <a:spcBef>
                <a:spcPts val="0"/>
              </a:spcBef>
              <a:spcAft>
                <a:spcPts val="0"/>
              </a:spcAft>
              <a:buNone/>
            </a:pPr>
            <a:r>
              <a:rPr lang="en" sz="2100" b="1">
                <a:solidFill>
                  <a:srgbClr val="FFFFFF"/>
                </a:solidFill>
              </a:rPr>
              <a:t>Create a class named </a:t>
            </a:r>
            <a:r>
              <a:rPr lang="en" sz="2100">
                <a:solidFill>
                  <a:srgbClr val="FFFFFF"/>
                </a:solidFill>
                <a:latin typeface="Courier New"/>
                <a:ea typeface="Courier New"/>
                <a:cs typeface="Courier New"/>
                <a:sym typeface="Courier New"/>
              </a:rPr>
              <a:t>Swapper</a:t>
            </a:r>
            <a:r>
              <a:rPr lang="en" sz="2100" b="1">
                <a:solidFill>
                  <a:srgbClr val="FFFFFF"/>
                </a:solidFill>
              </a:rPr>
              <a:t>. The main method should open the </a:t>
            </a:r>
            <a:r>
              <a:rPr lang="en" sz="2100">
                <a:solidFill>
                  <a:srgbClr val="FFFFFF"/>
                </a:solidFill>
                <a:latin typeface="Courier New"/>
                <a:ea typeface="Courier New"/>
                <a:cs typeface="Courier New"/>
                <a:sym typeface="Courier New"/>
              </a:rPr>
              <a:t>word_pairs.txt</a:t>
            </a:r>
            <a:r>
              <a:rPr lang="en" sz="2100" b="1">
                <a:solidFill>
                  <a:srgbClr val="FFFFFF"/>
                </a:solidFill>
              </a:rPr>
              <a:t> data file, swap the words on each line, and print the swapped word lines in alphabetical order. Your solution must use only stream methods and use at least 4 stream methods.</a:t>
            </a:r>
            <a:endParaRPr sz="2100" b="1">
              <a:solidFill>
                <a:srgbClr val="FFFFFF"/>
              </a:solidFill>
            </a:endParaRPr>
          </a:p>
        </p:txBody>
      </p:sp>
      <p:pic>
        <p:nvPicPr>
          <p:cNvPr id="1110" name="Google Shape;1110;p136">
            <a:hlinkClick r:id="rId3" action="ppaction://hlinksldjump"/>
          </p:cNvPr>
          <p:cNvPicPr preferRelativeResize="0"/>
          <p:nvPr/>
        </p:nvPicPr>
        <p:blipFill rotWithShape="1">
          <a:blip r:embed="rId4">
            <a:alphaModFix/>
          </a:blip>
          <a:srcRect t="25035" b="29971"/>
          <a:stretch/>
        </p:blipFill>
        <p:spPr>
          <a:xfrm>
            <a:off x="4158575" y="4706840"/>
            <a:ext cx="820808" cy="369300"/>
          </a:xfrm>
          <a:prstGeom prst="rect">
            <a:avLst/>
          </a:prstGeom>
          <a:noFill/>
          <a:ln>
            <a:noFill/>
          </a:ln>
        </p:spPr>
      </p:pic>
      <p:sp>
        <p:nvSpPr>
          <p:cNvPr id="1111" name="Google Shape;1111;p136"/>
          <p:cNvSpPr txBox="1"/>
          <p:nvPr/>
        </p:nvSpPr>
        <p:spPr>
          <a:xfrm>
            <a:off x="2229525" y="2541300"/>
            <a:ext cx="4565100" cy="1962600"/>
          </a:xfrm>
          <a:prstGeom prst="rect">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dirty="0">
                <a:solidFill>
                  <a:srgbClr val="569CD6"/>
                </a:solidFill>
                <a:latin typeface="Consolas"/>
                <a:ea typeface="Consolas"/>
                <a:cs typeface="Consolas"/>
                <a:sym typeface="Consolas"/>
              </a:rPr>
              <a:t>public</a:t>
            </a:r>
            <a:r>
              <a:rPr lang="en" sz="1050" dirty="0">
                <a:solidFill>
                  <a:srgbClr val="D4D4D4"/>
                </a:solidFill>
                <a:latin typeface="Consolas"/>
                <a:ea typeface="Consolas"/>
                <a:cs typeface="Consolas"/>
                <a:sym typeface="Consolas"/>
              </a:rPr>
              <a:t> </a:t>
            </a:r>
            <a:r>
              <a:rPr lang="en" sz="1050" dirty="0">
                <a:solidFill>
                  <a:srgbClr val="569CD6"/>
                </a:solidFill>
                <a:latin typeface="Consolas"/>
                <a:ea typeface="Consolas"/>
                <a:cs typeface="Consolas"/>
                <a:sym typeface="Consolas"/>
              </a:rPr>
              <a:t>static</a:t>
            </a:r>
            <a:r>
              <a:rPr lang="en" sz="1050" dirty="0">
                <a:solidFill>
                  <a:srgbClr val="D4D4D4"/>
                </a:solidFill>
                <a:latin typeface="Consolas"/>
                <a:ea typeface="Consolas"/>
                <a:cs typeface="Consolas"/>
                <a:sym typeface="Consolas"/>
              </a:rPr>
              <a:t> </a:t>
            </a:r>
            <a:r>
              <a:rPr lang="en" sz="1050" dirty="0">
                <a:solidFill>
                  <a:srgbClr val="569CD6"/>
                </a:solidFill>
                <a:latin typeface="Consolas"/>
                <a:ea typeface="Consolas"/>
                <a:cs typeface="Consolas"/>
                <a:sym typeface="Consolas"/>
              </a:rPr>
              <a:t>void</a:t>
            </a:r>
            <a:r>
              <a:rPr lang="en" sz="1050" dirty="0">
                <a:solidFill>
                  <a:srgbClr val="D4D4D4"/>
                </a:solidFill>
                <a:latin typeface="Consolas"/>
                <a:ea typeface="Consolas"/>
                <a:cs typeface="Consolas"/>
                <a:sym typeface="Consolas"/>
              </a:rPr>
              <a:t> main(</a:t>
            </a:r>
            <a:r>
              <a:rPr lang="en" sz="1050" dirty="0">
                <a:solidFill>
                  <a:srgbClr val="569CD6"/>
                </a:solidFill>
                <a:latin typeface="Consolas"/>
                <a:ea typeface="Consolas"/>
                <a:cs typeface="Consolas"/>
                <a:sym typeface="Consolas"/>
              </a:rPr>
              <a:t>String</a:t>
            </a:r>
            <a:r>
              <a:rPr lang="en" sz="1050" dirty="0">
                <a:solidFill>
                  <a:srgbClr val="D4D4D4"/>
                </a:solidFill>
                <a:latin typeface="Consolas"/>
                <a:ea typeface="Consolas"/>
                <a:cs typeface="Consolas"/>
                <a:sym typeface="Consolas"/>
              </a:rPr>
              <a:t>[] args) </a:t>
            </a:r>
            <a:r>
              <a:rPr lang="en" sz="1050" dirty="0">
                <a:solidFill>
                  <a:srgbClr val="569CD6"/>
                </a:solidFill>
                <a:latin typeface="Consolas"/>
                <a:ea typeface="Consolas"/>
                <a:cs typeface="Consolas"/>
                <a:sym typeface="Consolas"/>
              </a:rPr>
              <a:t>throws</a:t>
            </a:r>
            <a:r>
              <a:rPr lang="en" sz="1050" dirty="0">
                <a:solidFill>
                  <a:srgbClr val="D4D4D4"/>
                </a:solidFill>
                <a:latin typeface="Consolas"/>
                <a:ea typeface="Consolas"/>
                <a:cs typeface="Consolas"/>
                <a:sym typeface="Consolas"/>
              </a:rPr>
              <a:t> </a:t>
            </a:r>
            <a:r>
              <a:rPr lang="en" sz="1050" dirty="0">
                <a:solidFill>
                  <a:srgbClr val="569CD6"/>
                </a:solidFill>
                <a:latin typeface="Consolas"/>
                <a:ea typeface="Consolas"/>
                <a:cs typeface="Consolas"/>
                <a:sym typeface="Consolas"/>
              </a:rPr>
              <a:t>IOException </a:t>
            </a:r>
            <a:r>
              <a:rPr lang="en" sz="1050" dirty="0">
                <a:solidFill>
                  <a:srgbClr val="D4D4D4"/>
                </a:solidFill>
                <a:latin typeface="Consolas"/>
                <a:ea typeface="Consolas"/>
                <a:cs typeface="Consolas"/>
                <a:sym typeface="Consolas"/>
              </a:rPr>
              <a:t>{</a:t>
            </a:r>
            <a:endParaRPr sz="1050" dirty="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D4D4D4"/>
                </a:solidFill>
                <a:latin typeface="Consolas"/>
                <a:ea typeface="Consolas"/>
                <a:cs typeface="Consolas"/>
                <a:sym typeface="Consolas"/>
              </a:rPr>
              <a:t>   </a:t>
            </a:r>
            <a:r>
              <a:rPr lang="en" sz="1050" dirty="0">
                <a:solidFill>
                  <a:srgbClr val="569CD6"/>
                </a:solidFill>
                <a:latin typeface="Consolas"/>
                <a:ea typeface="Consolas"/>
                <a:cs typeface="Consolas"/>
                <a:sym typeface="Consolas"/>
              </a:rPr>
              <a:t>String</a:t>
            </a:r>
            <a:r>
              <a:rPr lang="en" sz="1050" dirty="0">
                <a:solidFill>
                  <a:srgbClr val="D4D4D4"/>
                </a:solidFill>
                <a:latin typeface="Consolas"/>
                <a:ea typeface="Consolas"/>
                <a:cs typeface="Consolas"/>
                <a:sym typeface="Consolas"/>
              </a:rPr>
              <a:t> file = </a:t>
            </a:r>
            <a:r>
              <a:rPr lang="en" sz="1050" dirty="0">
                <a:solidFill>
                  <a:srgbClr val="CE9178"/>
                </a:solidFill>
                <a:latin typeface="Consolas"/>
                <a:ea typeface="Consolas"/>
                <a:cs typeface="Consolas"/>
                <a:sym typeface="Consolas"/>
              </a:rPr>
              <a:t>"data/word_pairs.txt"</a:t>
            </a:r>
            <a:r>
              <a:rPr lang="en" sz="1050" dirty="0">
                <a:solidFill>
                  <a:srgbClr val="D4D4D4"/>
                </a:solidFill>
                <a:latin typeface="Consolas"/>
                <a:ea typeface="Consolas"/>
                <a:cs typeface="Consolas"/>
                <a:sym typeface="Consolas"/>
              </a:rPr>
              <a:t>;</a:t>
            </a:r>
            <a:endParaRPr sz="1050" dirty="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D4D4D4"/>
                </a:solidFill>
                <a:latin typeface="Consolas"/>
                <a:ea typeface="Consolas"/>
                <a:cs typeface="Consolas"/>
                <a:sym typeface="Consolas"/>
              </a:rPr>
              <a:t>      </a:t>
            </a:r>
            <a:r>
              <a:rPr lang="en" sz="1050" dirty="0">
                <a:solidFill>
                  <a:srgbClr val="569CD6"/>
                </a:solidFill>
                <a:latin typeface="Consolas"/>
                <a:ea typeface="Consolas"/>
                <a:cs typeface="Consolas"/>
                <a:sym typeface="Consolas"/>
              </a:rPr>
              <a:t>try</a:t>
            </a:r>
            <a:r>
              <a:rPr lang="en" sz="1050" dirty="0">
                <a:solidFill>
                  <a:srgbClr val="D4D4D4"/>
                </a:solidFill>
                <a:latin typeface="Consolas"/>
                <a:ea typeface="Consolas"/>
                <a:cs typeface="Consolas"/>
                <a:sym typeface="Consolas"/>
              </a:rPr>
              <a:t> (</a:t>
            </a:r>
            <a:r>
              <a:rPr lang="en" sz="1050" dirty="0">
                <a:solidFill>
                  <a:srgbClr val="569CD6"/>
                </a:solidFill>
                <a:latin typeface="Consolas"/>
                <a:ea typeface="Consolas"/>
                <a:cs typeface="Consolas"/>
                <a:sym typeface="Consolas"/>
              </a:rPr>
              <a:t>FileReader</a:t>
            </a:r>
            <a:r>
              <a:rPr lang="en" sz="1050" dirty="0">
                <a:solidFill>
                  <a:srgbClr val="D4D4D4"/>
                </a:solidFill>
                <a:latin typeface="Consolas"/>
                <a:ea typeface="Consolas"/>
                <a:cs typeface="Consolas"/>
                <a:sym typeface="Consolas"/>
              </a:rPr>
              <a:t> fr = </a:t>
            </a:r>
            <a:r>
              <a:rPr lang="en" sz="1050" dirty="0">
                <a:solidFill>
                  <a:srgbClr val="569CD6"/>
                </a:solidFill>
                <a:latin typeface="Consolas"/>
                <a:ea typeface="Consolas"/>
                <a:cs typeface="Consolas"/>
                <a:sym typeface="Consolas"/>
              </a:rPr>
              <a:t>new</a:t>
            </a:r>
            <a:r>
              <a:rPr lang="en" sz="1050" dirty="0">
                <a:solidFill>
                  <a:srgbClr val="D4D4D4"/>
                </a:solidFill>
                <a:latin typeface="Consolas"/>
                <a:ea typeface="Consolas"/>
                <a:cs typeface="Consolas"/>
                <a:sym typeface="Consolas"/>
              </a:rPr>
              <a:t> FileReader(file);</a:t>
            </a:r>
            <a:endParaRPr sz="1050" dirty="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D4D4D4"/>
                </a:solidFill>
                <a:latin typeface="Consolas"/>
                <a:ea typeface="Consolas"/>
                <a:cs typeface="Consolas"/>
                <a:sym typeface="Consolas"/>
              </a:rPr>
              <a:t>            </a:t>
            </a:r>
            <a:r>
              <a:rPr lang="en" sz="1050" dirty="0">
                <a:solidFill>
                  <a:srgbClr val="569CD6"/>
                </a:solidFill>
                <a:latin typeface="Consolas"/>
                <a:ea typeface="Consolas"/>
                <a:cs typeface="Consolas"/>
                <a:sym typeface="Consolas"/>
              </a:rPr>
              <a:t>BufferedReader</a:t>
            </a:r>
            <a:r>
              <a:rPr lang="en" sz="1050" dirty="0">
                <a:solidFill>
                  <a:srgbClr val="D4D4D4"/>
                </a:solidFill>
                <a:latin typeface="Consolas"/>
                <a:ea typeface="Consolas"/>
                <a:cs typeface="Consolas"/>
                <a:sym typeface="Consolas"/>
              </a:rPr>
              <a:t> br = </a:t>
            </a:r>
            <a:r>
              <a:rPr lang="en" sz="1050" dirty="0">
                <a:solidFill>
                  <a:srgbClr val="569CD6"/>
                </a:solidFill>
                <a:latin typeface="Consolas"/>
                <a:ea typeface="Consolas"/>
                <a:cs typeface="Consolas"/>
                <a:sym typeface="Consolas"/>
              </a:rPr>
              <a:t>new</a:t>
            </a:r>
            <a:r>
              <a:rPr lang="en" sz="1050" dirty="0">
                <a:solidFill>
                  <a:srgbClr val="D4D4D4"/>
                </a:solidFill>
                <a:latin typeface="Consolas"/>
                <a:ea typeface="Consolas"/>
                <a:cs typeface="Consolas"/>
                <a:sym typeface="Consolas"/>
              </a:rPr>
              <a:t> BufferedReader(fr)) {</a:t>
            </a:r>
            <a:endParaRPr sz="1050" dirty="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D4D4D4"/>
                </a:solidFill>
                <a:latin typeface="Consolas"/>
                <a:ea typeface="Consolas"/>
                <a:cs typeface="Consolas"/>
                <a:sym typeface="Consolas"/>
              </a:rPr>
              <a:t>         br.lines()</a:t>
            </a:r>
            <a:endParaRPr sz="1050" dirty="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D4D4D4"/>
                </a:solidFill>
                <a:latin typeface="Consolas"/>
                <a:ea typeface="Consolas"/>
                <a:cs typeface="Consolas"/>
                <a:sym typeface="Consolas"/>
              </a:rPr>
              <a:t>           .map(line </a:t>
            </a:r>
            <a:r>
              <a:rPr lang="en" sz="1050" dirty="0">
                <a:solidFill>
                  <a:srgbClr val="569CD6"/>
                </a:solidFill>
                <a:latin typeface="Consolas"/>
                <a:ea typeface="Consolas"/>
                <a:cs typeface="Consolas"/>
                <a:sym typeface="Consolas"/>
              </a:rPr>
              <a:t>-&gt;</a:t>
            </a:r>
            <a:r>
              <a:rPr lang="en" sz="1050" dirty="0">
                <a:solidFill>
                  <a:srgbClr val="D4D4D4"/>
                </a:solidFill>
                <a:latin typeface="Consolas"/>
                <a:ea typeface="Consolas"/>
                <a:cs typeface="Consolas"/>
                <a:sym typeface="Consolas"/>
              </a:rPr>
              <a:t> line.split(</a:t>
            </a:r>
            <a:r>
              <a:rPr lang="en" sz="1050" dirty="0">
                <a:solidFill>
                  <a:srgbClr val="CE9178"/>
                </a:solidFill>
                <a:latin typeface="Consolas"/>
                <a:ea typeface="Consolas"/>
                <a:cs typeface="Consolas"/>
                <a:sym typeface="Consolas"/>
              </a:rPr>
              <a:t>" "</a:t>
            </a:r>
            <a:r>
              <a:rPr lang="en" sz="1050" dirty="0">
                <a:solidFill>
                  <a:srgbClr val="D4D4D4"/>
                </a:solidFill>
                <a:latin typeface="Consolas"/>
                <a:ea typeface="Consolas"/>
                <a:cs typeface="Consolas"/>
                <a:sym typeface="Consolas"/>
              </a:rPr>
              <a:t>))</a:t>
            </a:r>
            <a:endParaRPr sz="1050" dirty="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D4D4D4"/>
                </a:solidFill>
                <a:latin typeface="Consolas"/>
                <a:ea typeface="Consolas"/>
                <a:cs typeface="Consolas"/>
                <a:sym typeface="Consolas"/>
              </a:rPr>
              <a:t>           .map(parts </a:t>
            </a:r>
            <a:r>
              <a:rPr lang="en" sz="1050" dirty="0">
                <a:solidFill>
                  <a:srgbClr val="569CD6"/>
                </a:solidFill>
                <a:latin typeface="Consolas"/>
                <a:ea typeface="Consolas"/>
                <a:cs typeface="Consolas"/>
                <a:sym typeface="Consolas"/>
              </a:rPr>
              <a:t>-&gt;</a:t>
            </a:r>
            <a:r>
              <a:rPr lang="en" sz="1050" dirty="0">
                <a:solidFill>
                  <a:srgbClr val="D4D4D4"/>
                </a:solidFill>
                <a:latin typeface="Consolas"/>
                <a:ea typeface="Consolas"/>
                <a:cs typeface="Consolas"/>
                <a:sym typeface="Consolas"/>
              </a:rPr>
              <a:t> parts[</a:t>
            </a:r>
            <a:r>
              <a:rPr lang="en" sz="1050" dirty="0">
                <a:solidFill>
                  <a:srgbClr val="B5CEA8"/>
                </a:solidFill>
                <a:latin typeface="Consolas"/>
                <a:ea typeface="Consolas"/>
                <a:cs typeface="Consolas"/>
                <a:sym typeface="Consolas"/>
              </a:rPr>
              <a:t>0</a:t>
            </a:r>
            <a:r>
              <a:rPr lang="en" sz="1050" dirty="0">
                <a:solidFill>
                  <a:srgbClr val="D4D4D4"/>
                </a:solidFill>
                <a:latin typeface="Consolas"/>
                <a:ea typeface="Consolas"/>
                <a:cs typeface="Consolas"/>
                <a:sym typeface="Consolas"/>
              </a:rPr>
              <a:t>] + </a:t>
            </a:r>
            <a:r>
              <a:rPr lang="en" sz="1050" dirty="0">
                <a:solidFill>
                  <a:srgbClr val="CE9178"/>
                </a:solidFill>
                <a:latin typeface="Consolas"/>
                <a:ea typeface="Consolas"/>
                <a:cs typeface="Consolas"/>
                <a:sym typeface="Consolas"/>
              </a:rPr>
              <a:t>" "</a:t>
            </a:r>
            <a:r>
              <a:rPr lang="en" sz="1050" dirty="0">
                <a:solidFill>
                  <a:srgbClr val="D4D4D4"/>
                </a:solidFill>
                <a:latin typeface="Consolas"/>
                <a:ea typeface="Consolas"/>
                <a:cs typeface="Consolas"/>
                <a:sym typeface="Consolas"/>
              </a:rPr>
              <a:t> + parts[</a:t>
            </a:r>
            <a:r>
              <a:rPr lang="en" sz="1050" dirty="0">
                <a:solidFill>
                  <a:srgbClr val="B5CEA8"/>
                </a:solidFill>
                <a:latin typeface="Consolas"/>
                <a:ea typeface="Consolas"/>
                <a:cs typeface="Consolas"/>
                <a:sym typeface="Consolas"/>
              </a:rPr>
              <a:t>1</a:t>
            </a:r>
            <a:r>
              <a:rPr lang="en" sz="1050" dirty="0">
                <a:solidFill>
                  <a:srgbClr val="D4D4D4"/>
                </a:solidFill>
                <a:latin typeface="Consolas"/>
                <a:ea typeface="Consolas"/>
                <a:cs typeface="Consolas"/>
                <a:sym typeface="Consolas"/>
              </a:rPr>
              <a:t>])</a:t>
            </a:r>
            <a:endParaRPr sz="1050" dirty="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D4D4D4"/>
                </a:solidFill>
                <a:latin typeface="Consolas"/>
                <a:ea typeface="Consolas"/>
                <a:cs typeface="Consolas"/>
                <a:sym typeface="Consolas"/>
              </a:rPr>
              <a:t>           .sorted()</a:t>
            </a:r>
            <a:endParaRPr sz="1050" dirty="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D4D4D4"/>
                </a:solidFill>
                <a:latin typeface="Consolas"/>
                <a:ea typeface="Consolas"/>
                <a:cs typeface="Consolas"/>
                <a:sym typeface="Consolas"/>
              </a:rPr>
              <a:t>           .forEach(System.out</a:t>
            </a:r>
            <a:r>
              <a:rPr lang="en" sz="1050" dirty="0">
                <a:solidFill>
                  <a:srgbClr val="569CD6"/>
                </a:solidFill>
                <a:latin typeface="Consolas"/>
                <a:ea typeface="Consolas"/>
                <a:cs typeface="Consolas"/>
                <a:sym typeface="Consolas"/>
              </a:rPr>
              <a:t>::</a:t>
            </a:r>
            <a:r>
              <a:rPr lang="en" sz="1050" dirty="0">
                <a:solidFill>
                  <a:srgbClr val="D4D4D4"/>
                </a:solidFill>
                <a:latin typeface="Consolas"/>
                <a:ea typeface="Consolas"/>
                <a:cs typeface="Consolas"/>
                <a:sym typeface="Consolas"/>
              </a:rPr>
              <a:t>println);</a:t>
            </a:r>
            <a:endParaRPr sz="1050" dirty="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D4D4D4"/>
                </a:solidFill>
                <a:latin typeface="Consolas"/>
                <a:ea typeface="Consolas"/>
                <a:cs typeface="Consolas"/>
                <a:sym typeface="Consolas"/>
              </a:rPr>
              <a:t>      }</a:t>
            </a:r>
            <a:endParaRPr sz="1050" dirty="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dirty="0">
                <a:solidFill>
                  <a:srgbClr val="D4D4D4"/>
                </a:solidFill>
                <a:latin typeface="Consolas"/>
                <a:ea typeface="Consolas"/>
                <a:cs typeface="Consolas"/>
                <a:sym typeface="Consolas"/>
              </a:rPr>
              <a:t>}</a:t>
            </a:r>
            <a:endParaRPr sz="1050" dirty="0">
              <a:solidFill>
                <a:srgbClr val="D4D4D4"/>
              </a:solidFill>
              <a:latin typeface="Consolas"/>
              <a:ea typeface="Consolas"/>
              <a:cs typeface="Consolas"/>
              <a:sym typeface="Consola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p137"/>
          <p:cNvSpPr/>
          <p:nvPr/>
        </p:nvSpPr>
        <p:spPr>
          <a:xfrm>
            <a:off x="188100" y="93457"/>
            <a:ext cx="8767800" cy="4552500"/>
          </a:xfrm>
          <a:prstGeom prst="rect">
            <a:avLst/>
          </a:prstGeom>
          <a:solidFill>
            <a:srgbClr val="4A86E8"/>
          </a:solidFill>
          <a:ln w="76200" cap="flat" cmpd="sng">
            <a:solidFill>
              <a:srgbClr val="073763"/>
            </a:solidFill>
            <a:prstDash val="solid"/>
            <a:round/>
            <a:headEnd type="none" w="sm" len="sm"/>
            <a:tailEnd type="none" w="sm" len="sm"/>
          </a:ln>
        </p:spPr>
        <p:txBody>
          <a:bodyPr spcFirstLastPara="1" wrap="square" lIns="91425" tIns="228600" rIns="91425" bIns="91425" anchor="t" anchorCtr="0">
            <a:noAutofit/>
          </a:bodyPr>
          <a:lstStyle/>
          <a:p>
            <a:pPr marL="0" lvl="0" indent="0" algn="ctr" rtl="0">
              <a:spcBef>
                <a:spcPts val="0"/>
              </a:spcBef>
              <a:spcAft>
                <a:spcPts val="0"/>
              </a:spcAft>
              <a:buNone/>
            </a:pPr>
            <a:r>
              <a:rPr lang="en" sz="4800" b="1">
                <a:solidFill>
                  <a:srgbClr val="FFFFFF"/>
                </a:solidFill>
              </a:rPr>
              <a:t>CODING CHALLENGE!</a:t>
            </a:r>
            <a:endParaRPr sz="4800" b="1">
              <a:solidFill>
                <a:srgbClr val="FFFFFF"/>
              </a:solidFill>
            </a:endParaRPr>
          </a:p>
          <a:p>
            <a:pPr marL="457200" lvl="0" indent="-368300" algn="l" rtl="0">
              <a:spcBef>
                <a:spcPts val="0"/>
              </a:spcBef>
              <a:spcAft>
                <a:spcPts val="0"/>
              </a:spcAft>
              <a:buClr>
                <a:srgbClr val="FFFFFF"/>
              </a:buClr>
              <a:buSzPts val="2200"/>
              <a:buAutoNum type="arabicPeriod"/>
            </a:pPr>
            <a:r>
              <a:rPr lang="en" sz="2200" b="1">
                <a:solidFill>
                  <a:srgbClr val="FFFFFF"/>
                </a:solidFill>
              </a:rPr>
              <a:t>Download </a:t>
            </a:r>
            <a:r>
              <a:rPr lang="en" sz="2200">
                <a:solidFill>
                  <a:srgbClr val="FFFFFF"/>
                </a:solidFill>
                <a:latin typeface="Courier New"/>
                <a:ea typeface="Courier New"/>
                <a:cs typeface="Courier New"/>
                <a:sym typeface="Courier New"/>
              </a:rPr>
              <a:t>http://holly.cs.rit.edu:2001/brickle.zip</a:t>
            </a:r>
            <a:endParaRPr sz="2200">
              <a:solidFill>
                <a:srgbClr val="FFFFFF"/>
              </a:solidFill>
              <a:latin typeface="Courier New"/>
              <a:ea typeface="Courier New"/>
              <a:cs typeface="Courier New"/>
              <a:sym typeface="Courier New"/>
            </a:endParaRPr>
          </a:p>
          <a:p>
            <a:pPr marL="457200" lvl="0" indent="-374650" algn="l" rtl="0">
              <a:spcBef>
                <a:spcPts val="0"/>
              </a:spcBef>
              <a:spcAft>
                <a:spcPts val="0"/>
              </a:spcAft>
              <a:buClr>
                <a:srgbClr val="FFFFFF"/>
              </a:buClr>
              <a:buSzPts val="2300"/>
              <a:buAutoNum type="arabicPeriod"/>
            </a:pPr>
            <a:r>
              <a:rPr lang="en" sz="2200" b="1">
                <a:solidFill>
                  <a:srgbClr val="FFFFFF"/>
                </a:solidFill>
              </a:rPr>
              <a:t>Implement </a:t>
            </a:r>
            <a:r>
              <a:rPr lang="en" sz="2200">
                <a:solidFill>
                  <a:srgbClr val="FFFFFF"/>
                </a:solidFill>
                <a:latin typeface="Courier New"/>
                <a:ea typeface="Courier New"/>
                <a:cs typeface="Courier New"/>
                <a:sym typeface="Courier New"/>
              </a:rPr>
              <a:t>BrickleHandler</a:t>
            </a:r>
            <a:r>
              <a:rPr lang="en" sz="2200" b="1">
                <a:solidFill>
                  <a:srgbClr val="FFFFFF"/>
                </a:solidFill>
              </a:rPr>
              <a:t> to play a game of Brickle</a:t>
            </a:r>
            <a:r>
              <a:rPr lang="en" sz="2300" b="1" baseline="30000">
                <a:solidFill>
                  <a:srgbClr val="FFFFFF"/>
                </a:solidFill>
              </a:rPr>
              <a:t>1</a:t>
            </a:r>
            <a:endParaRPr sz="2300" b="1" baseline="30000">
              <a:solidFill>
                <a:srgbClr val="FFFFFF"/>
              </a:solidFill>
            </a:endParaRPr>
          </a:p>
          <a:p>
            <a:pPr marL="0" lvl="0" indent="0" algn="l" rtl="0">
              <a:spcBef>
                <a:spcPts val="0"/>
              </a:spcBef>
              <a:spcAft>
                <a:spcPts val="0"/>
              </a:spcAft>
              <a:buNone/>
            </a:pPr>
            <a:endParaRPr sz="2300" b="1">
              <a:solidFill>
                <a:srgbClr val="FFFFFF"/>
              </a:solidFill>
            </a:endParaRPr>
          </a:p>
          <a:p>
            <a:pPr marL="457200" lvl="0" indent="0" algn="l" rtl="0">
              <a:spcBef>
                <a:spcPts val="0"/>
              </a:spcBef>
              <a:spcAft>
                <a:spcPts val="0"/>
              </a:spcAft>
              <a:buNone/>
            </a:pPr>
            <a:endParaRPr sz="2300" b="1">
              <a:solidFill>
                <a:srgbClr val="FFFFFF"/>
              </a:solidFill>
            </a:endParaRPr>
          </a:p>
          <a:p>
            <a:pPr marL="457200" lvl="0" indent="0" algn="l" rtl="0">
              <a:spcBef>
                <a:spcPts val="0"/>
              </a:spcBef>
              <a:spcAft>
                <a:spcPts val="0"/>
              </a:spcAft>
              <a:buNone/>
            </a:pPr>
            <a:endParaRPr sz="2300" b="1">
              <a:solidFill>
                <a:srgbClr val="FFFFFF"/>
              </a:solidFill>
            </a:endParaRPr>
          </a:p>
          <a:p>
            <a:pPr marL="457200" lvl="0" indent="0" algn="l" rtl="0">
              <a:spcBef>
                <a:spcPts val="0"/>
              </a:spcBef>
              <a:spcAft>
                <a:spcPts val="0"/>
              </a:spcAft>
              <a:buNone/>
            </a:pPr>
            <a:endParaRPr sz="2300" b="1">
              <a:solidFill>
                <a:srgbClr val="FFFFFF"/>
              </a:solidFill>
            </a:endParaRPr>
          </a:p>
          <a:p>
            <a:pPr marL="457200" lvl="0" indent="0" algn="l" rtl="0">
              <a:spcBef>
                <a:spcPts val="0"/>
              </a:spcBef>
              <a:spcAft>
                <a:spcPts val="0"/>
              </a:spcAft>
              <a:buNone/>
            </a:pPr>
            <a:endParaRPr sz="2300" b="1">
              <a:solidFill>
                <a:srgbClr val="FFFFFF"/>
              </a:solidFill>
            </a:endParaRPr>
          </a:p>
          <a:p>
            <a:pPr marL="457200" lvl="0" indent="0" algn="l" rtl="0">
              <a:spcBef>
                <a:spcPts val="0"/>
              </a:spcBef>
              <a:spcAft>
                <a:spcPts val="0"/>
              </a:spcAft>
              <a:buNone/>
            </a:pPr>
            <a:endParaRPr sz="2300" b="1">
              <a:solidFill>
                <a:srgbClr val="FFFFFF"/>
              </a:solidFill>
            </a:endParaRPr>
          </a:p>
          <a:p>
            <a:pPr marL="457200" lvl="0" indent="-368300" algn="l" rtl="0">
              <a:spcBef>
                <a:spcPts val="0"/>
              </a:spcBef>
              <a:spcAft>
                <a:spcPts val="0"/>
              </a:spcAft>
              <a:buClr>
                <a:srgbClr val="FFFFFF"/>
              </a:buClr>
              <a:buSzPts val="2200"/>
              <a:buAutoNum type="arabicPeriod"/>
            </a:pPr>
            <a:r>
              <a:rPr lang="en" sz="2200" b="1">
                <a:solidFill>
                  <a:srgbClr val="FFFFFF"/>
                </a:solidFill>
              </a:rPr>
              <a:t>Test with </a:t>
            </a:r>
            <a:r>
              <a:rPr lang="en" sz="2200">
                <a:solidFill>
                  <a:srgbClr val="FFFFFF"/>
                </a:solidFill>
                <a:latin typeface="Courier New"/>
                <a:ea typeface="Courier New"/>
                <a:cs typeface="Courier New"/>
                <a:sym typeface="Courier New"/>
              </a:rPr>
              <a:t>brickle.html</a:t>
            </a:r>
            <a:endParaRPr sz="2200">
              <a:solidFill>
                <a:srgbClr val="FFFFFF"/>
              </a:solidFill>
              <a:latin typeface="Courier New"/>
              <a:ea typeface="Courier New"/>
              <a:cs typeface="Courier New"/>
              <a:sym typeface="Courier New"/>
            </a:endParaRPr>
          </a:p>
          <a:p>
            <a:pPr marL="457200" lvl="0" indent="0" algn="l" rtl="0">
              <a:spcBef>
                <a:spcPts val="0"/>
              </a:spcBef>
              <a:spcAft>
                <a:spcPts val="0"/>
              </a:spcAft>
              <a:buNone/>
            </a:pPr>
            <a:endParaRPr sz="2300" b="1">
              <a:solidFill>
                <a:srgbClr val="FFFFFF"/>
              </a:solidFill>
            </a:endParaRPr>
          </a:p>
          <a:p>
            <a:pPr marL="457200" lvl="0" indent="0" algn="l" rtl="0">
              <a:spcBef>
                <a:spcPts val="0"/>
              </a:spcBef>
              <a:spcAft>
                <a:spcPts val="0"/>
              </a:spcAft>
              <a:buNone/>
            </a:pPr>
            <a:endParaRPr sz="1500" b="1">
              <a:solidFill>
                <a:srgbClr val="FFFFFF"/>
              </a:solidFill>
            </a:endParaRPr>
          </a:p>
          <a:p>
            <a:pPr marL="0" lvl="0" indent="0" algn="ctr" rtl="0">
              <a:spcBef>
                <a:spcPts val="0"/>
              </a:spcBef>
              <a:spcAft>
                <a:spcPts val="0"/>
              </a:spcAft>
              <a:buNone/>
            </a:pPr>
            <a:endParaRPr sz="2400" b="1">
              <a:solidFill>
                <a:srgbClr val="FFFFFF"/>
              </a:solidFill>
            </a:endParaRPr>
          </a:p>
        </p:txBody>
      </p:sp>
      <p:graphicFrame>
        <p:nvGraphicFramePr>
          <p:cNvPr id="1117" name="Google Shape;1117;p137"/>
          <p:cNvGraphicFramePr/>
          <p:nvPr>
            <p:extLst>
              <p:ext uri="{D42A27DB-BD31-4B8C-83A1-F6EECF244321}">
                <p14:modId xmlns:p14="http://schemas.microsoft.com/office/powerpoint/2010/main" val="1775259228"/>
              </p:ext>
            </p:extLst>
          </p:nvPr>
        </p:nvGraphicFramePr>
        <p:xfrm>
          <a:off x="771341" y="2045724"/>
          <a:ext cx="5351900" cy="2011560"/>
        </p:xfrm>
        <a:graphic>
          <a:graphicData uri="http://schemas.openxmlformats.org/drawingml/2006/table">
            <a:tbl>
              <a:tblPr>
                <a:noFill/>
                <a:tableStyleId>{B317DAE7-6F48-4459-89BA-82DB4F46E07A}</a:tableStyleId>
              </a:tblPr>
              <a:tblGrid>
                <a:gridCol w="2387750">
                  <a:extLst>
                    <a:ext uri="{9D8B030D-6E8A-4147-A177-3AD203B41FA5}">
                      <a16:colId xmlns:a16="http://schemas.microsoft.com/office/drawing/2014/main" val="20000"/>
                    </a:ext>
                  </a:extLst>
                </a:gridCol>
                <a:gridCol w="1418175">
                  <a:extLst>
                    <a:ext uri="{9D8B030D-6E8A-4147-A177-3AD203B41FA5}">
                      <a16:colId xmlns:a16="http://schemas.microsoft.com/office/drawing/2014/main" val="20001"/>
                    </a:ext>
                  </a:extLst>
                </a:gridCol>
                <a:gridCol w="154597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b="1">
                          <a:solidFill>
                            <a:srgbClr val="4A86E8"/>
                          </a:solidFill>
                        </a:rPr>
                        <a:t>Request Method and URI</a:t>
                      </a:r>
                      <a:endParaRPr b="1">
                        <a:solidFill>
                          <a:srgbClr val="4A86E8"/>
                        </a:solidFill>
                      </a:endParaRPr>
                    </a:p>
                  </a:txBody>
                  <a:tcPr marL="91425" marR="91425" marT="91425" marB="91425">
                    <a:solidFill>
                      <a:schemeClr val="accent1"/>
                    </a:solidFill>
                  </a:tcPr>
                </a:tc>
                <a:tc>
                  <a:txBody>
                    <a:bodyPr/>
                    <a:lstStyle/>
                    <a:p>
                      <a:pPr marL="0" lvl="0" indent="0" algn="l" rtl="0">
                        <a:spcBef>
                          <a:spcPts val="0"/>
                        </a:spcBef>
                        <a:spcAft>
                          <a:spcPts val="0"/>
                        </a:spcAft>
                        <a:buNone/>
                      </a:pPr>
                      <a:r>
                        <a:rPr lang="en" b="1" dirty="0">
                          <a:solidFill>
                            <a:srgbClr val="4A86E8"/>
                          </a:solidFill>
                        </a:rPr>
                        <a:t>Request Body</a:t>
                      </a:r>
                      <a:endParaRPr b="1" dirty="0">
                        <a:solidFill>
                          <a:srgbClr val="4A86E8"/>
                        </a:solidFill>
                      </a:endParaRPr>
                    </a:p>
                  </a:txBody>
                  <a:tcPr marL="91425" marR="91425" marT="91425" marB="91425">
                    <a:solidFill>
                      <a:schemeClr val="accent1"/>
                    </a:solidFill>
                  </a:tcPr>
                </a:tc>
                <a:tc>
                  <a:txBody>
                    <a:bodyPr/>
                    <a:lstStyle/>
                    <a:p>
                      <a:pPr marL="0" lvl="0" indent="0" algn="l" rtl="0">
                        <a:spcBef>
                          <a:spcPts val="0"/>
                        </a:spcBef>
                        <a:spcAft>
                          <a:spcPts val="0"/>
                        </a:spcAft>
                        <a:buNone/>
                      </a:pPr>
                      <a:r>
                        <a:rPr lang="en" b="1">
                          <a:solidFill>
                            <a:srgbClr val="4A86E8"/>
                          </a:solidFill>
                        </a:rPr>
                        <a:t>Response Body</a:t>
                      </a:r>
                      <a:endParaRPr b="1">
                        <a:solidFill>
                          <a:srgbClr val="4A86E8"/>
                        </a:solidFill>
                      </a:endParaRPr>
                    </a:p>
                  </a:txBody>
                  <a:tcPr marL="91425" marR="91425" marT="91425" marB="91425">
                    <a:lnB w="19050" cap="flat" cmpd="sng">
                      <a:solidFill>
                        <a:srgbClr val="9E9E9E"/>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solidFill>
                            <a:schemeClr val="accent1"/>
                          </a:solidFill>
                        </a:rPr>
                        <a:t>GET /gamestate</a:t>
                      </a:r>
                      <a:endParaRPr>
                        <a:solidFill>
                          <a:schemeClr val="accent1"/>
                        </a:solidFill>
                      </a:endParaRPr>
                    </a:p>
                  </a:txBody>
                  <a:tcPr marL="91425" marR="91425" marT="91425" marB="91425">
                    <a:solidFill>
                      <a:srgbClr val="4A86E8"/>
                    </a:solidFill>
                  </a:tcPr>
                </a:tc>
                <a:tc>
                  <a:txBody>
                    <a:bodyPr/>
                    <a:lstStyle/>
                    <a:p>
                      <a:pPr marL="0" lvl="0" indent="0" algn="l" rtl="0">
                        <a:spcBef>
                          <a:spcPts val="0"/>
                        </a:spcBef>
                        <a:spcAft>
                          <a:spcPts val="0"/>
                        </a:spcAft>
                        <a:buNone/>
                      </a:pPr>
                      <a:r>
                        <a:rPr lang="en">
                          <a:solidFill>
                            <a:schemeClr val="accent1"/>
                          </a:solidFill>
                        </a:rPr>
                        <a:t>N/A</a:t>
                      </a:r>
                      <a:endParaRPr>
                        <a:solidFill>
                          <a:schemeClr val="accent1"/>
                        </a:solidFill>
                      </a:endParaRPr>
                    </a:p>
                  </a:txBody>
                  <a:tcPr marL="91425" marR="91425" marT="91425" marB="91425">
                    <a:lnR w="19050" cap="flat" cmpd="sng">
                      <a:solidFill>
                        <a:srgbClr val="9E9E9E"/>
                      </a:solidFill>
                      <a:prstDash val="solid"/>
                      <a:round/>
                      <a:headEnd type="none" w="sm" len="sm"/>
                      <a:tailEnd type="none" w="sm" len="sm"/>
                    </a:lnR>
                    <a:solidFill>
                      <a:srgbClr val="4A86E8"/>
                    </a:solidFill>
                  </a:tcPr>
                </a:tc>
                <a:tc>
                  <a:txBody>
                    <a:bodyPr/>
                    <a:lstStyle/>
                    <a:p>
                      <a:pPr marL="0" lvl="0" indent="0" algn="l" rtl="0">
                        <a:spcBef>
                          <a:spcPts val="0"/>
                        </a:spcBef>
                        <a:spcAft>
                          <a:spcPts val="0"/>
                        </a:spcAft>
                        <a:buNone/>
                      </a:pPr>
                      <a:r>
                        <a:rPr lang="en">
                          <a:solidFill>
                            <a:schemeClr val="accent1"/>
                          </a:solidFill>
                        </a:rPr>
                        <a:t>IN_PROGRESS</a:t>
                      </a:r>
                      <a:endParaRPr>
                        <a:solidFill>
                          <a:schemeClr val="accent1"/>
                        </a:solidFill>
                      </a:endParaRPr>
                    </a:p>
                    <a:p>
                      <a:pPr marL="0" lvl="0" indent="0" algn="l" rtl="0">
                        <a:spcBef>
                          <a:spcPts val="0"/>
                        </a:spcBef>
                        <a:spcAft>
                          <a:spcPts val="0"/>
                        </a:spcAft>
                        <a:buNone/>
                      </a:pPr>
                      <a:r>
                        <a:rPr lang="en">
                          <a:solidFill>
                            <a:schemeClr val="accent1"/>
                          </a:solidFill>
                        </a:rPr>
                        <a:t>WON</a:t>
                      </a:r>
                      <a:endParaRPr>
                        <a:solidFill>
                          <a:schemeClr val="accent1"/>
                        </a:solidFill>
                      </a:endParaRPr>
                    </a:p>
                    <a:p>
                      <a:pPr marL="0" lvl="0" indent="0" algn="l" rtl="0">
                        <a:spcBef>
                          <a:spcPts val="0"/>
                        </a:spcBef>
                        <a:spcAft>
                          <a:spcPts val="0"/>
                        </a:spcAft>
                        <a:buNone/>
                      </a:pPr>
                      <a:r>
                        <a:rPr lang="en">
                          <a:solidFill>
                            <a:schemeClr val="accent1"/>
                          </a:solidFill>
                        </a:rPr>
                        <a:t>LOST</a:t>
                      </a:r>
                      <a:endParaRPr>
                        <a:solidFill>
                          <a:schemeClr val="accent1"/>
                        </a:solidFill>
                      </a:endParaRPr>
                    </a:p>
                  </a:txBody>
                  <a:tcPr marL="91425" marR="91425" marT="91425" marB="91425">
                    <a:lnL w="19050" cap="flat" cmpd="sng">
                      <a:solidFill>
                        <a:srgbClr val="9E9E9E"/>
                      </a:solidFill>
                      <a:prstDash val="solid"/>
                      <a:round/>
                      <a:headEnd type="none" w="sm" len="sm"/>
                      <a:tailEnd type="none" w="sm" len="sm"/>
                    </a:lnL>
                    <a:lnR w="19050" cap="flat" cmpd="sng">
                      <a:solidFill>
                        <a:srgbClr val="9E9E9E"/>
                      </a:solidFill>
                      <a:prstDash val="solid"/>
                      <a:round/>
                      <a:headEnd type="none" w="sm" len="sm"/>
                      <a:tailEnd type="none" w="sm" len="sm"/>
                    </a:lnR>
                    <a:lnT w="19050" cap="flat" cmpd="sng">
                      <a:solidFill>
                        <a:srgbClr val="9E9E9E"/>
                      </a:solidFill>
                      <a:prstDash val="solid"/>
                      <a:round/>
                      <a:headEnd type="none" w="sm" len="sm"/>
                      <a:tailEnd type="none" w="sm" len="sm"/>
                    </a:lnT>
                    <a:lnB w="19050" cap="flat" cmpd="sng">
                      <a:solidFill>
                        <a:srgbClr val="9E9E9E"/>
                      </a:solidFill>
                      <a:prstDash val="solid"/>
                      <a:round/>
                      <a:headEnd type="none" w="sm" len="sm"/>
                      <a:tailEnd type="none" w="sm" len="sm"/>
                    </a:lnB>
                    <a:solidFill>
                      <a:srgbClr val="4A86E8"/>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solidFill>
                            <a:schemeClr val="accent1"/>
                          </a:solidFill>
                        </a:rPr>
                        <a:t>GET /guessesleft</a:t>
                      </a:r>
                      <a:endParaRPr>
                        <a:solidFill>
                          <a:schemeClr val="accent1"/>
                        </a:solidFill>
                      </a:endParaRPr>
                    </a:p>
                  </a:txBody>
                  <a:tcPr marL="91425" marR="91425" marT="91425" marB="91425">
                    <a:solidFill>
                      <a:srgbClr val="4A86E8"/>
                    </a:solidFill>
                  </a:tcPr>
                </a:tc>
                <a:tc>
                  <a:txBody>
                    <a:bodyPr/>
                    <a:lstStyle/>
                    <a:p>
                      <a:pPr marL="0" lvl="0" indent="0" algn="l" rtl="0">
                        <a:spcBef>
                          <a:spcPts val="0"/>
                        </a:spcBef>
                        <a:spcAft>
                          <a:spcPts val="0"/>
                        </a:spcAft>
                        <a:buNone/>
                      </a:pPr>
                      <a:r>
                        <a:rPr lang="en">
                          <a:solidFill>
                            <a:schemeClr val="accent1"/>
                          </a:solidFill>
                        </a:rPr>
                        <a:t>N/A</a:t>
                      </a:r>
                      <a:endParaRPr>
                        <a:solidFill>
                          <a:schemeClr val="accent1"/>
                        </a:solidFill>
                      </a:endParaRPr>
                    </a:p>
                  </a:txBody>
                  <a:tcPr marL="91425" marR="91425" marT="91425" marB="91425">
                    <a:solidFill>
                      <a:srgbClr val="4A86E8"/>
                    </a:solidFill>
                  </a:tcPr>
                </a:tc>
                <a:tc>
                  <a:txBody>
                    <a:bodyPr/>
                    <a:lstStyle/>
                    <a:p>
                      <a:pPr marL="0" lvl="0" indent="0" algn="l" rtl="0">
                        <a:spcBef>
                          <a:spcPts val="0"/>
                        </a:spcBef>
                        <a:spcAft>
                          <a:spcPts val="0"/>
                        </a:spcAft>
                        <a:buNone/>
                      </a:pPr>
                      <a:r>
                        <a:rPr lang="en">
                          <a:solidFill>
                            <a:schemeClr val="accent1"/>
                          </a:solidFill>
                        </a:rPr>
                        <a:t>&lt;guesses left&gt;</a:t>
                      </a:r>
                      <a:endParaRPr>
                        <a:solidFill>
                          <a:schemeClr val="accent1"/>
                        </a:solidFill>
                      </a:endParaRPr>
                    </a:p>
                  </a:txBody>
                  <a:tcPr marL="91425" marR="91425" marT="91425" marB="91425">
                    <a:lnT w="19050" cap="flat" cmpd="sng">
                      <a:solidFill>
                        <a:srgbClr val="9E9E9E"/>
                      </a:solidFill>
                      <a:prstDash val="solid"/>
                      <a:round/>
                      <a:headEnd type="none" w="sm" len="sm"/>
                      <a:tailEnd type="none" w="sm" len="sm"/>
                    </a:lnT>
                    <a:solidFill>
                      <a:srgbClr val="4A86E8"/>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solidFill>
                            <a:schemeClr val="accent1"/>
                          </a:solidFill>
                        </a:rPr>
                        <a:t>POST /guess</a:t>
                      </a:r>
                      <a:endParaRPr>
                        <a:solidFill>
                          <a:schemeClr val="accent1"/>
                        </a:solidFill>
                      </a:endParaRPr>
                    </a:p>
                  </a:txBody>
                  <a:tcPr marL="91425" marR="91425" marT="91425" marB="91425">
                    <a:solidFill>
                      <a:srgbClr val="4A86E8"/>
                    </a:solidFill>
                  </a:tcPr>
                </a:tc>
                <a:tc>
                  <a:txBody>
                    <a:bodyPr/>
                    <a:lstStyle/>
                    <a:p>
                      <a:pPr marL="0" lvl="0" indent="0" algn="l" rtl="0">
                        <a:spcBef>
                          <a:spcPts val="0"/>
                        </a:spcBef>
                        <a:spcAft>
                          <a:spcPts val="0"/>
                        </a:spcAft>
                        <a:buNone/>
                      </a:pPr>
                      <a:r>
                        <a:rPr lang="en">
                          <a:solidFill>
                            <a:schemeClr val="accent1"/>
                          </a:solidFill>
                        </a:rPr>
                        <a:t>&lt;guess&gt;</a:t>
                      </a:r>
                      <a:endParaRPr>
                        <a:solidFill>
                          <a:schemeClr val="accent1"/>
                        </a:solidFill>
                      </a:endParaRPr>
                    </a:p>
                  </a:txBody>
                  <a:tcPr marL="91425" marR="91425" marT="91425" marB="91425">
                    <a:solidFill>
                      <a:srgbClr val="4A86E8"/>
                    </a:solidFill>
                  </a:tcPr>
                </a:tc>
                <a:tc>
                  <a:txBody>
                    <a:bodyPr/>
                    <a:lstStyle/>
                    <a:p>
                      <a:pPr marL="0" lvl="0" indent="0" algn="l" rtl="0">
                        <a:spcBef>
                          <a:spcPts val="0"/>
                        </a:spcBef>
                        <a:spcAft>
                          <a:spcPts val="0"/>
                        </a:spcAft>
                        <a:buNone/>
                      </a:pPr>
                      <a:r>
                        <a:rPr lang="en" dirty="0">
                          <a:solidFill>
                            <a:schemeClr val="accent1"/>
                          </a:solidFill>
                        </a:rPr>
                        <a:t>&lt;feedback&gt;</a:t>
                      </a:r>
                      <a:endParaRPr dirty="0">
                        <a:solidFill>
                          <a:schemeClr val="accent1"/>
                        </a:solidFill>
                      </a:endParaRPr>
                    </a:p>
                  </a:txBody>
                  <a:tcPr marL="91425" marR="91425" marT="91425" marB="91425">
                    <a:solidFill>
                      <a:srgbClr val="4A86E8"/>
                    </a:solidFill>
                  </a:tcPr>
                </a:tc>
                <a:extLst>
                  <a:ext uri="{0D108BD9-81ED-4DB2-BD59-A6C34878D82A}">
                    <a16:rowId xmlns:a16="http://schemas.microsoft.com/office/drawing/2014/main" val="10003"/>
                  </a:ext>
                </a:extLst>
              </a:tr>
            </a:tbl>
          </a:graphicData>
        </a:graphic>
      </p:graphicFrame>
      <p:sp>
        <p:nvSpPr>
          <p:cNvPr id="1118" name="Google Shape;1118;p137"/>
          <p:cNvSpPr txBox="1"/>
          <p:nvPr/>
        </p:nvSpPr>
        <p:spPr>
          <a:xfrm>
            <a:off x="4758425" y="4648350"/>
            <a:ext cx="4197600" cy="486300"/>
          </a:xfrm>
          <a:prstGeom prst="rect">
            <a:avLst/>
          </a:prstGeom>
          <a:noFill/>
          <a:ln>
            <a:noFill/>
          </a:ln>
        </p:spPr>
        <p:txBody>
          <a:bodyPr spcFirstLastPara="1" wrap="square" lIns="91425" tIns="91425" rIns="91425" bIns="91425" anchor="t" anchorCtr="0">
            <a:noAutofit/>
          </a:bodyPr>
          <a:lstStyle/>
          <a:p>
            <a:pPr marL="457200" lvl="0" indent="0" algn="r" rtl="0">
              <a:spcBef>
                <a:spcPts val="0"/>
              </a:spcBef>
              <a:spcAft>
                <a:spcPts val="0"/>
              </a:spcAft>
              <a:buClr>
                <a:schemeClr val="lt1"/>
              </a:buClr>
              <a:buSzPts val="1100"/>
              <a:buFont typeface="Arial"/>
              <a:buNone/>
            </a:pPr>
            <a:r>
              <a:rPr lang="en" sz="1500" b="1" baseline="30000">
                <a:solidFill>
                  <a:srgbClr val="4A86E8"/>
                </a:solidFill>
              </a:rPr>
              <a:t>1</a:t>
            </a:r>
            <a:r>
              <a:rPr lang="en" sz="1200" b="1">
                <a:solidFill>
                  <a:srgbClr val="4A86E8"/>
                </a:solidFill>
              </a:rPr>
              <a:t>Totally not a rip-off of an online word game</a:t>
            </a:r>
            <a:endParaRPr sz="900">
              <a:solidFill>
                <a:srgbClr val="4A86E8"/>
              </a:solidFill>
              <a:latin typeface="Inter"/>
              <a:ea typeface="Inter"/>
              <a:cs typeface="Inter"/>
              <a:sym typeface="Inter"/>
            </a:endParaRPr>
          </a:p>
        </p:txBody>
      </p:sp>
      <p:pic>
        <p:nvPicPr>
          <p:cNvPr id="1119" name="Google Shape;1119;p137"/>
          <p:cNvPicPr preferRelativeResize="0"/>
          <p:nvPr/>
        </p:nvPicPr>
        <p:blipFill>
          <a:blip r:embed="rId3">
            <a:alphaModFix/>
          </a:blip>
          <a:stretch>
            <a:fillRect/>
          </a:stretch>
        </p:blipFill>
        <p:spPr>
          <a:xfrm>
            <a:off x="6872825" y="1986150"/>
            <a:ext cx="1586369" cy="2477776"/>
          </a:xfrm>
          <a:prstGeom prst="rect">
            <a:avLst/>
          </a:prstGeom>
          <a:solidFill>
            <a:srgbClr val="4A86E8"/>
          </a:solidFill>
          <a:ln w="76200" cap="flat" cmpd="sng">
            <a:solidFill>
              <a:srgbClr val="073763"/>
            </a:solidFill>
            <a:prstDash val="solid"/>
            <a:round/>
            <a:headEnd type="none" w="sm" len="sm"/>
            <a:tailEnd type="none" w="sm" len="sm"/>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p138"/>
          <p:cNvSpPr txBox="1"/>
          <p:nvPr/>
        </p:nvSpPr>
        <p:spPr>
          <a:xfrm>
            <a:off x="1229550" y="135900"/>
            <a:ext cx="6684900" cy="4871700"/>
          </a:xfrm>
          <a:prstGeom prst="rect">
            <a:avLst/>
          </a:prstGeom>
          <a:solidFill>
            <a:schemeClr val="lt1"/>
          </a:solid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class</a:t>
            </a:r>
            <a:r>
              <a:rPr lang="en" sz="1050">
                <a:solidFill>
                  <a:srgbClr val="D4D4D4"/>
                </a:solidFill>
                <a:latin typeface="Consolas"/>
                <a:ea typeface="Consolas"/>
                <a:cs typeface="Consolas"/>
                <a:sym typeface="Consolas"/>
              </a:rPr>
              <a:t> BrickleHandler </a:t>
            </a:r>
            <a:r>
              <a:rPr lang="en" sz="1050">
                <a:solidFill>
                  <a:srgbClr val="569CD6"/>
                </a:solidFill>
                <a:latin typeface="Consolas"/>
                <a:ea typeface="Consolas"/>
                <a:cs typeface="Consolas"/>
                <a:sym typeface="Consolas"/>
              </a:rPr>
              <a:t>implements</a:t>
            </a:r>
            <a:r>
              <a:rPr lang="en" sz="1050">
                <a:solidFill>
                  <a:srgbClr val="D4D4D4"/>
                </a:solidFill>
                <a:latin typeface="Consolas"/>
                <a:ea typeface="Consolas"/>
                <a:cs typeface="Consolas"/>
                <a:sym typeface="Consolas"/>
              </a:rPr>
              <a:t> RequestHandler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Brickle</a:t>
            </a:r>
            <a:r>
              <a:rPr lang="en" sz="1050">
                <a:solidFill>
                  <a:srgbClr val="D4D4D4"/>
                </a:solidFill>
                <a:latin typeface="Consolas"/>
                <a:ea typeface="Consolas"/>
                <a:cs typeface="Consolas"/>
                <a:sym typeface="Consolas"/>
              </a:rPr>
              <a:t> game;</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BrickleHandler()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this</a:t>
            </a:r>
            <a:r>
              <a:rPr lang="en" sz="1050">
                <a:solidFill>
                  <a:srgbClr val="D4D4D4"/>
                </a:solidFill>
                <a:latin typeface="Consolas"/>
                <a:ea typeface="Consolas"/>
                <a:cs typeface="Consolas"/>
                <a:sym typeface="Consolas"/>
              </a:rPr>
              <a:t>.game = </a:t>
            </a:r>
            <a:r>
              <a:rPr lang="en" sz="1050">
                <a:solidFill>
                  <a:srgbClr val="569CD6"/>
                </a:solidFill>
                <a:latin typeface="Consolas"/>
                <a:ea typeface="Consolas"/>
                <a:cs typeface="Consolas"/>
                <a:sym typeface="Consolas"/>
              </a:rPr>
              <a:t>new</a:t>
            </a:r>
            <a:r>
              <a:rPr lang="en" sz="1050">
                <a:solidFill>
                  <a:srgbClr val="D4D4D4"/>
                </a:solidFill>
                <a:latin typeface="Consolas"/>
                <a:ea typeface="Consolas"/>
                <a:cs typeface="Consolas"/>
                <a:sym typeface="Consolas"/>
              </a:rPr>
              <a:t> Brickle(</a:t>
            </a:r>
            <a:r>
              <a:rPr lang="en" sz="1050">
                <a:solidFill>
                  <a:srgbClr val="CE9178"/>
                </a:solidFill>
                <a:latin typeface="Consolas"/>
                <a:ea typeface="Consolas"/>
                <a:cs typeface="Consolas"/>
                <a:sym typeface="Consolas"/>
              </a:rPr>
              <a:t>"TIGER"</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private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boolean</a:t>
            </a:r>
            <a:r>
              <a:rPr lang="en" sz="1050">
                <a:solidFill>
                  <a:srgbClr val="D4D4D4"/>
                </a:solidFill>
                <a:latin typeface="Consolas"/>
                <a:ea typeface="Consolas"/>
                <a:cs typeface="Consolas"/>
                <a:sym typeface="Consolas"/>
              </a:rPr>
              <a:t> isRoute(</a:t>
            </a:r>
            <a:r>
              <a:rPr lang="en" sz="1050">
                <a:solidFill>
                  <a:srgbClr val="569CD6"/>
                </a:solidFill>
                <a:latin typeface="Consolas"/>
                <a:ea typeface="Consolas"/>
                <a:cs typeface="Consolas"/>
                <a:sym typeface="Consolas"/>
              </a:rPr>
              <a:t>HttpRequest</a:t>
            </a:r>
            <a:r>
              <a:rPr lang="en" sz="1050">
                <a:solidFill>
                  <a:srgbClr val="D4D4D4"/>
                </a:solidFill>
                <a:latin typeface="Consolas"/>
                <a:ea typeface="Consolas"/>
                <a:cs typeface="Consolas"/>
                <a:sym typeface="Consolas"/>
              </a:rPr>
              <a:t> request,</a:t>
            </a:r>
            <a:r>
              <a:rPr lang="en" sz="1050">
                <a:solidFill>
                  <a:srgbClr val="569CD6"/>
                </a:solidFill>
                <a:latin typeface="Consolas"/>
                <a:ea typeface="Consolas"/>
                <a:cs typeface="Consolas"/>
                <a:sym typeface="Consolas"/>
              </a:rPr>
              <a:t>HttpRequest</a:t>
            </a:r>
            <a:r>
              <a:rPr lang="en" sz="1050">
                <a:solidFill>
                  <a:srgbClr val="D4D4D4"/>
                </a:solidFill>
                <a:latin typeface="Consolas"/>
                <a:ea typeface="Consolas"/>
                <a:cs typeface="Consolas"/>
                <a:sym typeface="Consolas"/>
              </a:rPr>
              <a:t>.</a:t>
            </a:r>
            <a:r>
              <a:rPr lang="en" sz="1050">
                <a:solidFill>
                  <a:srgbClr val="569CD6"/>
                </a:solidFill>
                <a:latin typeface="Consolas"/>
                <a:ea typeface="Consolas"/>
                <a:cs typeface="Consolas"/>
                <a:sym typeface="Consolas"/>
              </a:rPr>
              <a:t>Method</a:t>
            </a:r>
            <a:r>
              <a:rPr lang="en" sz="1050">
                <a:solidFill>
                  <a:srgbClr val="D4D4D4"/>
                </a:solidFill>
                <a:latin typeface="Consolas"/>
                <a:ea typeface="Consolas"/>
                <a:cs typeface="Consolas"/>
                <a:sym typeface="Consolas"/>
              </a:rPr>
              <a:t> method,</a:t>
            </a:r>
            <a:r>
              <a:rPr lang="en" sz="1050">
                <a:solidFill>
                  <a:srgbClr val="569CD6"/>
                </a:solidFill>
                <a:latin typeface="Consolas"/>
                <a:ea typeface="Consolas"/>
                <a:cs typeface="Consolas"/>
                <a:sym typeface="Consolas"/>
              </a:rPr>
              <a:t>String</a:t>
            </a:r>
            <a:r>
              <a:rPr lang="en" sz="1050">
                <a:solidFill>
                  <a:srgbClr val="D4D4D4"/>
                </a:solidFill>
                <a:latin typeface="Consolas"/>
                <a:ea typeface="Consolas"/>
                <a:cs typeface="Consolas"/>
                <a:sym typeface="Consolas"/>
              </a:rPr>
              <a:t> uri)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request.getMethod() == method &amp;&amp; request.getUri().equals(uri);</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Override</a:t>
            </a:r>
            <a:endParaRPr sz="1050">
              <a:solidFill>
                <a:srgbClr val="569CD6"/>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public</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String</a:t>
            </a:r>
            <a:r>
              <a:rPr lang="en" sz="1050">
                <a:solidFill>
                  <a:srgbClr val="D4D4D4"/>
                </a:solidFill>
                <a:latin typeface="Consolas"/>
                <a:ea typeface="Consolas"/>
                <a:cs typeface="Consolas"/>
                <a:sym typeface="Consolas"/>
              </a:rPr>
              <a:t> handleRequest(</a:t>
            </a:r>
            <a:r>
              <a:rPr lang="en" sz="1050">
                <a:solidFill>
                  <a:srgbClr val="569CD6"/>
                </a:solidFill>
                <a:latin typeface="Consolas"/>
                <a:ea typeface="Consolas"/>
                <a:cs typeface="Consolas"/>
                <a:sym typeface="Consolas"/>
              </a:rPr>
              <a:t>HttpRequest</a:t>
            </a:r>
            <a:r>
              <a:rPr lang="en" sz="1050">
                <a:solidFill>
                  <a:srgbClr val="D4D4D4"/>
                </a:solidFill>
                <a:latin typeface="Consolas"/>
                <a:ea typeface="Consolas"/>
                <a:cs typeface="Consolas"/>
                <a:sym typeface="Consolas"/>
              </a:rPr>
              <a:t> request)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if</a:t>
            </a:r>
            <a:r>
              <a:rPr lang="en" sz="1050">
                <a:solidFill>
                  <a:srgbClr val="D4D4D4"/>
                </a:solidFill>
                <a:latin typeface="Consolas"/>
                <a:ea typeface="Consolas"/>
                <a:cs typeface="Consolas"/>
                <a:sym typeface="Consolas"/>
              </a:rPr>
              <a:t> (isRoute(request,HttpRequest.Method.</a:t>
            </a:r>
            <a:r>
              <a:rPr lang="en" sz="1050">
                <a:solidFill>
                  <a:srgbClr val="B5CEA8"/>
                </a:solidFill>
                <a:latin typeface="Consolas"/>
                <a:ea typeface="Consolas"/>
                <a:cs typeface="Consolas"/>
                <a:sym typeface="Consolas"/>
              </a:rPr>
              <a:t>GET</a:t>
            </a:r>
            <a:r>
              <a:rPr lang="en" sz="1050">
                <a:solidFill>
                  <a:srgbClr val="D4D4D4"/>
                </a:solidFill>
                <a:latin typeface="Consolas"/>
                <a:ea typeface="Consolas"/>
                <a:cs typeface="Consolas"/>
                <a:sym typeface="Consolas"/>
              </a:rPr>
              <a:t>,</a:t>
            </a:r>
            <a:r>
              <a:rPr lang="en" sz="1050">
                <a:solidFill>
                  <a:srgbClr val="CE9178"/>
                </a:solidFill>
                <a:latin typeface="Consolas"/>
                <a:ea typeface="Consolas"/>
                <a:cs typeface="Consolas"/>
                <a:sym typeface="Consolas"/>
              </a:rPr>
              <a:t>"/gamestate"</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game.getGameState().toString();</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else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if</a:t>
            </a:r>
            <a:r>
              <a:rPr lang="en" sz="1050">
                <a:solidFill>
                  <a:srgbClr val="D4D4D4"/>
                </a:solidFill>
                <a:latin typeface="Consolas"/>
                <a:ea typeface="Consolas"/>
                <a:cs typeface="Consolas"/>
                <a:sym typeface="Consolas"/>
              </a:rPr>
              <a:t> (isRoute(request,HttpRequest.Method.</a:t>
            </a:r>
            <a:r>
              <a:rPr lang="en" sz="1050">
                <a:solidFill>
                  <a:srgbClr val="B5CEA8"/>
                </a:solidFill>
                <a:latin typeface="Consolas"/>
                <a:ea typeface="Consolas"/>
                <a:cs typeface="Consolas"/>
                <a:sym typeface="Consolas"/>
              </a:rPr>
              <a:t>GET</a:t>
            </a:r>
            <a:r>
              <a:rPr lang="en" sz="1050">
                <a:solidFill>
                  <a:srgbClr val="D4D4D4"/>
                </a:solidFill>
                <a:latin typeface="Consolas"/>
                <a:ea typeface="Consolas"/>
                <a:cs typeface="Consolas"/>
                <a:sym typeface="Consolas"/>
              </a:rPr>
              <a:t>,</a:t>
            </a:r>
            <a:r>
              <a:rPr lang="en" sz="1050">
                <a:solidFill>
                  <a:srgbClr val="CE9178"/>
                </a:solidFill>
                <a:latin typeface="Consolas"/>
                <a:ea typeface="Consolas"/>
                <a:cs typeface="Consolas"/>
                <a:sym typeface="Consolas"/>
              </a:rPr>
              <a:t>"/guessesleft"</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Integer.toString(game.getGuessesLeft());</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else</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if</a:t>
            </a:r>
            <a:r>
              <a:rPr lang="en" sz="1050">
                <a:solidFill>
                  <a:srgbClr val="D4D4D4"/>
                </a:solidFill>
                <a:latin typeface="Consolas"/>
                <a:ea typeface="Consolas"/>
                <a:cs typeface="Consolas"/>
                <a:sym typeface="Consolas"/>
              </a:rPr>
              <a:t> (isRoute(request,HttpRequest.Method.</a:t>
            </a:r>
            <a:r>
              <a:rPr lang="en" sz="1050">
                <a:solidFill>
                  <a:srgbClr val="B5CEA8"/>
                </a:solidFill>
                <a:latin typeface="Consolas"/>
                <a:ea typeface="Consolas"/>
                <a:cs typeface="Consolas"/>
                <a:sym typeface="Consolas"/>
              </a:rPr>
              <a:t>POST</a:t>
            </a:r>
            <a:r>
              <a:rPr lang="en" sz="1050">
                <a:solidFill>
                  <a:srgbClr val="D4D4D4"/>
                </a:solidFill>
                <a:latin typeface="Consolas"/>
                <a:ea typeface="Consolas"/>
                <a:cs typeface="Consolas"/>
                <a:sym typeface="Consolas"/>
              </a:rPr>
              <a:t>,</a:t>
            </a:r>
            <a:r>
              <a:rPr lang="en" sz="1050">
                <a:solidFill>
                  <a:srgbClr val="CE9178"/>
                </a:solidFill>
                <a:latin typeface="Consolas"/>
                <a:ea typeface="Consolas"/>
                <a:cs typeface="Consolas"/>
                <a:sym typeface="Consolas"/>
              </a:rPr>
              <a:t>"/guess"</a:t>
            </a: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String</a:t>
            </a:r>
            <a:r>
              <a:rPr lang="en" sz="1050">
                <a:solidFill>
                  <a:srgbClr val="D4D4D4"/>
                </a:solidFill>
                <a:latin typeface="Consolas"/>
                <a:ea typeface="Consolas"/>
                <a:cs typeface="Consolas"/>
                <a:sym typeface="Consolas"/>
              </a:rPr>
              <a:t> guess = request.getBody();</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try</a:t>
            </a: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game.guess(guess);</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 </a:t>
            </a:r>
            <a:r>
              <a:rPr lang="en" sz="1050">
                <a:solidFill>
                  <a:srgbClr val="569CD6"/>
                </a:solidFill>
                <a:latin typeface="Consolas"/>
                <a:ea typeface="Consolas"/>
                <a:cs typeface="Consolas"/>
                <a:sym typeface="Consolas"/>
              </a:rPr>
              <a:t>catch</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IllegalStateException</a:t>
            </a:r>
            <a:r>
              <a:rPr lang="en" sz="1050">
                <a:solidFill>
                  <a:srgbClr val="D4D4D4"/>
                </a:solidFill>
                <a:latin typeface="Consolas"/>
                <a:ea typeface="Consolas"/>
                <a:cs typeface="Consolas"/>
                <a:sym typeface="Consolas"/>
              </a:rPr>
              <a:t> | </a:t>
            </a:r>
            <a:r>
              <a:rPr lang="en" sz="1050">
                <a:solidFill>
                  <a:srgbClr val="569CD6"/>
                </a:solidFill>
                <a:latin typeface="Consolas"/>
                <a:ea typeface="Consolas"/>
                <a:cs typeface="Consolas"/>
                <a:sym typeface="Consolas"/>
              </a:rPr>
              <a:t>IllegalArgumentException</a:t>
            </a:r>
            <a:r>
              <a:rPr lang="en" sz="1050">
                <a:solidFill>
                  <a:srgbClr val="D4D4D4"/>
                </a:solidFill>
                <a:latin typeface="Consolas"/>
                <a:ea typeface="Consolas"/>
                <a:cs typeface="Consolas"/>
                <a:sym typeface="Consolas"/>
              </a:rPr>
              <a:t> e)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a:t>
            </a:r>
            <a:r>
              <a:rPr lang="en" sz="1050">
                <a:solidFill>
                  <a:srgbClr val="CE9178"/>
                </a:solidFill>
                <a:latin typeface="Consolas"/>
                <a:ea typeface="Consolas"/>
                <a:cs typeface="Consolas"/>
                <a:sym typeface="Consolas"/>
              </a:rPr>
              <a:t>"ERROR: "</a:t>
            </a:r>
            <a:r>
              <a:rPr lang="en" sz="1050">
                <a:solidFill>
                  <a:srgbClr val="D4D4D4"/>
                </a:solidFill>
                <a:latin typeface="Consolas"/>
                <a:ea typeface="Consolas"/>
                <a:cs typeface="Consolas"/>
                <a:sym typeface="Consolas"/>
              </a:rPr>
              <a:t> + e.getMessage();</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return</a:t>
            </a:r>
            <a:r>
              <a:rPr lang="en" sz="1050">
                <a:solidFill>
                  <a:srgbClr val="D4D4D4"/>
                </a:solidFill>
                <a:latin typeface="Consolas"/>
                <a:ea typeface="Consolas"/>
                <a:cs typeface="Consolas"/>
                <a:sym typeface="Consolas"/>
              </a:rPr>
              <a:t> </a:t>
            </a:r>
            <a:r>
              <a:rPr lang="en" sz="1050">
                <a:solidFill>
                  <a:srgbClr val="569CD6"/>
                </a:solidFill>
                <a:latin typeface="Consolas"/>
                <a:ea typeface="Consolas"/>
                <a:cs typeface="Consolas"/>
                <a:sym typeface="Consolas"/>
              </a:rPr>
              <a:t>null</a:t>
            </a: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    }</a:t>
            </a:r>
            <a:endParaRPr sz="1050">
              <a:solidFill>
                <a:srgbClr val="D4D4D4"/>
              </a:solidFill>
              <a:latin typeface="Consolas"/>
              <a:ea typeface="Consolas"/>
              <a:cs typeface="Consolas"/>
              <a:sym typeface="Consolas"/>
            </a:endParaRPr>
          </a:p>
          <a:p>
            <a:pPr marL="0" lvl="0" indent="0" algn="l" rtl="0">
              <a:lnSpc>
                <a:spcPct val="100000"/>
              </a:lnSpc>
              <a:spcBef>
                <a:spcPts val="0"/>
              </a:spcBef>
              <a:spcAft>
                <a:spcPts val="0"/>
              </a:spcAft>
              <a:buNone/>
            </a:pPr>
            <a:r>
              <a:rPr lang="en" sz="1050">
                <a:solidFill>
                  <a:srgbClr val="D4D4D4"/>
                </a:solidFill>
                <a:latin typeface="Consolas"/>
                <a:ea typeface="Consolas"/>
                <a:cs typeface="Consolas"/>
                <a:sym typeface="Consolas"/>
              </a:rPr>
              <a:t>}</a:t>
            </a:r>
            <a:endParaRPr sz="1050">
              <a:solidFill>
                <a:srgbClr val="D4D4D4"/>
              </a:solidFill>
              <a:latin typeface="Consolas"/>
              <a:ea typeface="Consolas"/>
              <a:cs typeface="Consolas"/>
              <a:sym typeface="Consolas"/>
            </a:endParaRPr>
          </a:p>
        </p:txBody>
      </p:sp>
      <p:pic>
        <p:nvPicPr>
          <p:cNvPr id="1125" name="Google Shape;1125;p138">
            <a:hlinkClick r:id="rId3" action="ppaction://hlinksldjump"/>
          </p:cNvPr>
          <p:cNvPicPr preferRelativeResize="0"/>
          <p:nvPr/>
        </p:nvPicPr>
        <p:blipFill rotWithShape="1">
          <a:blip r:embed="rId4">
            <a:alphaModFix/>
          </a:blip>
          <a:srcRect t="25035" b="29971"/>
          <a:stretch/>
        </p:blipFill>
        <p:spPr>
          <a:xfrm>
            <a:off x="8246384" y="4723224"/>
            <a:ext cx="820808" cy="3693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DD0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323</TotalTime>
  <Words>4709</Words>
  <Application>Microsoft Office PowerPoint</Application>
  <PresentationFormat>On-screen Show (16:9)</PresentationFormat>
  <Paragraphs>842</Paragraphs>
  <Slides>63</Slides>
  <Notes>63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63</vt:i4>
      </vt:variant>
    </vt:vector>
  </HeadingPairs>
  <TitlesOfParts>
    <vt:vector size="74" baseType="lpstr">
      <vt:lpstr>Arial</vt:lpstr>
      <vt:lpstr>Proxima Nova</vt:lpstr>
      <vt:lpstr>Consolas</vt:lpstr>
      <vt:lpstr>Courier New</vt:lpstr>
      <vt:lpstr>Merriweather</vt:lpstr>
      <vt:lpstr>Roboto</vt:lpstr>
      <vt:lpstr>Inter</vt:lpstr>
      <vt:lpstr>Calibri</vt:lpstr>
      <vt:lpstr>Simple Light</vt:lpstr>
      <vt:lpstr>Project timeline/workflow presentation | Style 2 | Subway</vt:lpstr>
      <vt:lpstr>Paradigm</vt:lpstr>
      <vt:lpstr>GCIS-124 Software Development &amp; Problem Solving</vt:lpstr>
      <vt:lpstr>Course Evaluations</vt:lpstr>
      <vt:lpstr>Exam Format</vt:lpstr>
      <vt:lpstr>Final Exam Conflicts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Tanweer Alam</cp:lastModifiedBy>
  <cp:revision>7</cp:revision>
  <cp:lastPrinted>2026-04-23T16:52:24Z</cp:lastPrinted>
  <dcterms:modified xsi:type="dcterms:W3CDTF">2026-04-23T20:08:46Z</dcterms:modified>
</cp:coreProperties>
</file>