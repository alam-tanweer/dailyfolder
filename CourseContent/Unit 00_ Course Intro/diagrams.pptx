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Shadows Into Light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ShadowsIn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a48ba17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a48ba1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dbb4d1e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dbb4d1e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60a7a4a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60a7a4a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978" y="592063"/>
            <a:ext cx="5320801" cy="39906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69875" y="115900"/>
            <a:ext cx="13731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EXPLORER</a:t>
            </a:r>
            <a:endParaRPr u="sng"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view project files &amp; settings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473950" y="420700"/>
            <a:ext cx="13731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RUN BUTTON</a:t>
            </a:r>
            <a:endParaRPr u="sng"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run Java classes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69875" y="1182700"/>
            <a:ext cx="13731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DEBUG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run Java programs through the debugger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69875" y="3392500"/>
            <a:ext cx="13731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TEST (FLASK)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run JUnit unit tests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9875" y="2249500"/>
            <a:ext cx="13731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EXTENSIONS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install and manage extensions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341450" y="309575"/>
            <a:ext cx="698500" cy="508000"/>
          </a:xfrm>
          <a:custGeom>
            <a:rect b="b" l="l" r="r" t="t"/>
            <a:pathLst>
              <a:path extrusionOk="0" h="20320" w="27940">
                <a:moveTo>
                  <a:pt x="0" y="0"/>
                </a:moveTo>
                <a:cubicBezTo>
                  <a:pt x="2752" y="582"/>
                  <a:pt x="11853" y="105"/>
                  <a:pt x="16510" y="3492"/>
                </a:cubicBezTo>
                <a:cubicBezTo>
                  <a:pt x="21167" y="6879"/>
                  <a:pt x="26035" y="17515"/>
                  <a:pt x="27940" y="2032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1" name="Google Shape;61;p13"/>
          <p:cNvSpPr/>
          <p:nvPr/>
        </p:nvSpPr>
        <p:spPr>
          <a:xfrm>
            <a:off x="1262075" y="1428750"/>
            <a:ext cx="769925" cy="205383"/>
          </a:xfrm>
          <a:custGeom>
            <a:rect b="b" l="l" r="r" t="t"/>
            <a:pathLst>
              <a:path extrusionOk="0" h="14605" w="30797">
                <a:moveTo>
                  <a:pt x="0" y="0"/>
                </a:moveTo>
                <a:cubicBezTo>
                  <a:pt x="3440" y="847"/>
                  <a:pt x="15504" y="2646"/>
                  <a:pt x="20637" y="5080"/>
                </a:cubicBezTo>
                <a:cubicBezTo>
                  <a:pt x="25770" y="7514"/>
                  <a:pt x="29104" y="13018"/>
                  <a:pt x="30797" y="14605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2" name="Google Shape;62;p13"/>
          <p:cNvSpPr/>
          <p:nvPr/>
        </p:nvSpPr>
        <p:spPr>
          <a:xfrm>
            <a:off x="1420825" y="2009775"/>
            <a:ext cx="595300" cy="460375"/>
          </a:xfrm>
          <a:custGeom>
            <a:rect b="b" l="l" r="r" t="t"/>
            <a:pathLst>
              <a:path extrusionOk="0" h="18415" w="23812">
                <a:moveTo>
                  <a:pt x="0" y="18415"/>
                </a:moveTo>
                <a:cubicBezTo>
                  <a:pt x="2275" y="17886"/>
                  <a:pt x="9683" y="18309"/>
                  <a:pt x="13652" y="15240"/>
                </a:cubicBezTo>
                <a:cubicBezTo>
                  <a:pt x="17621" y="12171"/>
                  <a:pt x="22119" y="2540"/>
                  <a:pt x="23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3" name="Google Shape;63;p13"/>
          <p:cNvSpPr/>
          <p:nvPr/>
        </p:nvSpPr>
        <p:spPr>
          <a:xfrm>
            <a:off x="1500200" y="2238375"/>
            <a:ext cx="663550" cy="1301750"/>
          </a:xfrm>
          <a:custGeom>
            <a:rect b="b" l="l" r="r" t="t"/>
            <a:pathLst>
              <a:path extrusionOk="0" h="52070" w="26542">
                <a:moveTo>
                  <a:pt x="0" y="52070"/>
                </a:moveTo>
                <a:cubicBezTo>
                  <a:pt x="4075" y="46567"/>
                  <a:pt x="20267" y="27728"/>
                  <a:pt x="24447" y="19050"/>
                </a:cubicBezTo>
                <a:cubicBezTo>
                  <a:pt x="28627" y="10372"/>
                  <a:pt x="24976" y="3175"/>
                  <a:pt x="2508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" name="Google Shape;64;p13"/>
          <p:cNvSpPr/>
          <p:nvPr/>
        </p:nvSpPr>
        <p:spPr>
          <a:xfrm>
            <a:off x="6682100" y="564550"/>
            <a:ext cx="969664" cy="205400"/>
          </a:xfrm>
          <a:custGeom>
            <a:rect b="b" l="l" r="r" t="t"/>
            <a:pathLst>
              <a:path extrusionOk="0" h="8216" w="48260">
                <a:moveTo>
                  <a:pt x="48260" y="2183"/>
                </a:moveTo>
                <a:cubicBezTo>
                  <a:pt x="41698" y="1866"/>
                  <a:pt x="16933" y="-727"/>
                  <a:pt x="8890" y="278"/>
                </a:cubicBezTo>
                <a:cubicBezTo>
                  <a:pt x="847" y="1284"/>
                  <a:pt x="1482" y="6893"/>
                  <a:pt x="0" y="8216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673250"/>
            <a:ext cx="8039174" cy="2108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/>
          <p:nvPr/>
        </p:nvSpPr>
        <p:spPr>
          <a:xfrm>
            <a:off x="559950" y="2395225"/>
            <a:ext cx="333300" cy="373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17175" y="998075"/>
            <a:ext cx="1602300" cy="246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876700" y="1484325"/>
            <a:ext cx="457200" cy="373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5858102" y="1918075"/>
            <a:ext cx="604500" cy="373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463" y="725425"/>
            <a:ext cx="5491074" cy="35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69875" y="4078300"/>
            <a:ext cx="13731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1. </a:t>
            </a: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EXTENSIONS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Used to install and manage extensions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1480000" y="3838575"/>
            <a:ext cx="536127" cy="460375"/>
          </a:xfrm>
          <a:custGeom>
            <a:rect b="b" l="l" r="r" t="t"/>
            <a:pathLst>
              <a:path extrusionOk="0" h="18415" w="23812">
                <a:moveTo>
                  <a:pt x="0" y="18415"/>
                </a:moveTo>
                <a:cubicBezTo>
                  <a:pt x="2275" y="17886"/>
                  <a:pt x="9683" y="18309"/>
                  <a:pt x="13652" y="15240"/>
                </a:cubicBezTo>
                <a:cubicBezTo>
                  <a:pt x="17621" y="12171"/>
                  <a:pt x="22119" y="2540"/>
                  <a:pt x="23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" name="Google Shape;81;p15"/>
          <p:cNvSpPr txBox="1"/>
          <p:nvPr/>
        </p:nvSpPr>
        <p:spPr>
          <a:xfrm>
            <a:off x="343350" y="211925"/>
            <a:ext cx="1373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2. SEARCH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Type "Project Manager"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440525" y="337746"/>
            <a:ext cx="1604875" cy="958275"/>
          </a:xfrm>
          <a:custGeom>
            <a:rect b="b" l="l" r="r" t="t"/>
            <a:pathLst>
              <a:path extrusionOk="0" h="38331" w="64195">
                <a:moveTo>
                  <a:pt x="0" y="1234"/>
                </a:moveTo>
                <a:cubicBezTo>
                  <a:pt x="6183" y="1585"/>
                  <a:pt x="26398" y="-2844"/>
                  <a:pt x="37097" y="3339"/>
                </a:cubicBezTo>
                <a:cubicBezTo>
                  <a:pt x="47796" y="9522"/>
                  <a:pt x="59679" y="32499"/>
                  <a:pt x="64195" y="38331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3" name="Google Shape;83;p15"/>
          <p:cNvSpPr txBox="1"/>
          <p:nvPr/>
        </p:nvSpPr>
        <p:spPr>
          <a:xfrm>
            <a:off x="7374800" y="1817925"/>
            <a:ext cx="17283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3</a:t>
            </a:r>
            <a:r>
              <a:rPr lang="en" u="sng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. INSTALL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Look for "Project Manager for Java" and click Install.</a:t>
            </a:r>
            <a:endParaRPr>
              <a:solidFill>
                <a:srgbClr val="FF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038350" y="2026100"/>
            <a:ext cx="2742775" cy="710350"/>
          </a:xfrm>
          <a:custGeom>
            <a:rect b="b" l="l" r="r" t="t"/>
            <a:pathLst>
              <a:path extrusionOk="0" h="28414" w="109711">
                <a:moveTo>
                  <a:pt x="109711" y="0"/>
                </a:moveTo>
                <a:cubicBezTo>
                  <a:pt x="99801" y="1140"/>
                  <a:pt x="68536" y="2105"/>
                  <a:pt x="50251" y="6841"/>
                </a:cubicBezTo>
                <a:cubicBezTo>
                  <a:pt x="31966" y="11577"/>
                  <a:pt x="8375" y="24819"/>
                  <a:pt x="0" y="2841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